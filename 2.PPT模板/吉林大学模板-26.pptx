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99" r:id="rId3"/>
    <p:sldId id="378" r:id="rId4"/>
    <p:sldId id="277" r:id="rId5"/>
    <p:sldId id="364" r:id="rId6"/>
    <p:sldId id="400" r:id="rId7"/>
    <p:sldId id="401" r:id="rId8"/>
    <p:sldId id="402" r:id="rId9"/>
    <p:sldId id="403" r:id="rId10"/>
    <p:sldId id="404" r:id="rId11"/>
    <p:sldId id="407" r:id="rId12"/>
    <p:sldId id="405" r:id="rId13"/>
    <p:sldId id="406" r:id="rId14"/>
    <p:sldId id="408" r:id="rId15"/>
    <p:sldId id="409" r:id="rId16"/>
    <p:sldId id="410" r:id="rId17"/>
    <p:sldId id="411" r:id="rId18"/>
    <p:sldId id="412" r:id="rId19"/>
    <p:sldId id="413" r:id="rId20"/>
    <p:sldId id="414" r:id="rId21"/>
    <p:sldId id="415" r:id="rId22"/>
    <p:sldId id="416" r:id="rId23"/>
    <p:sldId id="419" r:id="rId24"/>
    <p:sldId id="418" r:id="rId25"/>
    <p:sldId id="420" r:id="rId26"/>
    <p:sldId id="417" r:id="rId27"/>
    <p:sldId id="421"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30" y="696"/>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1">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2">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D96C455-D181-459A-8014-67AAEFFCA7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0321020-7931-4610-B95E-80A53469F597}" type="slidenum">
              <a:rPr lang="zh-CN" altLang="en-US" smtClean="0"/>
            </a:fld>
            <a:endParaRPr lang="zh-CN" altLang="en-US"/>
          </a:p>
        </p:txBody>
      </p:sp>
      <p:grpSp>
        <p:nvGrpSpPr>
          <p:cNvPr id="6" name="组合 5"/>
          <p:cNvGrpSpPr/>
          <p:nvPr userDrawn="1"/>
        </p:nvGrpSpPr>
        <p:grpSpPr>
          <a:xfrm rot="169789">
            <a:off x="7333468" y="1757113"/>
            <a:ext cx="5694860" cy="5835138"/>
            <a:chOff x="377825" y="6983413"/>
            <a:chExt cx="5284788" cy="5414962"/>
          </a:xfrm>
          <a:solidFill>
            <a:schemeClr val="accent1">
              <a:alpha val="4000"/>
            </a:schemeClr>
          </a:solidFill>
        </p:grpSpPr>
        <p:sp>
          <p:nvSpPr>
            <p:cNvPr id="7" name="Freeform 19"/>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8" name="Freeform 20"/>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9" name="Freeform 22"/>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0" name="Freeform 23"/>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1" name="Freeform 24"/>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2" name="Freeform 25"/>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3" name="Freeform 26"/>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4" name="Freeform 31"/>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5" name="Freeform 33"/>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6" name="Freeform 35"/>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7" name="Freeform 36"/>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8" name="Freeform 38"/>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9" name="Freeform 39"/>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0" name="Freeform 40"/>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21" name="文本框 20"/>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endPar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endParaRPr>
          </a:p>
        </p:txBody>
      </p:sp>
      <p:sp>
        <p:nvSpPr>
          <p:cNvPr id="23" name="矩形: 圆角 22"/>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userDrawn="1"/>
        </p:nvGrpSpPr>
        <p:grpSpPr>
          <a:xfrm>
            <a:off x="237423" y="135299"/>
            <a:ext cx="847682" cy="847682"/>
            <a:chOff x="237423" y="135299"/>
            <a:chExt cx="847682" cy="847682"/>
          </a:xfrm>
        </p:grpSpPr>
        <p:sp>
          <p:nvSpPr>
            <p:cNvPr id="25" name="椭圆 24"/>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293735" y="191234"/>
              <a:ext cx="735058" cy="735811"/>
              <a:chOff x="3497262" y="849313"/>
              <a:chExt cx="4651376" cy="4656138"/>
            </a:xfrm>
            <a:solidFill>
              <a:schemeClr val="accent1"/>
            </a:solidFill>
          </p:grpSpPr>
          <p:sp>
            <p:nvSpPr>
              <p:cNvPr id="27" name="Freeform 7"/>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9"/>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0"/>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11"/>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2"/>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13"/>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4"/>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5"/>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6"/>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7"/>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18"/>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9"/>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0"/>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1"/>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2"/>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3"/>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24"/>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25"/>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26"/>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27"/>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28"/>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29"/>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30"/>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31"/>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32"/>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33"/>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34"/>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46"/>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47"/>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48"/>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49"/>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50"/>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51"/>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52"/>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53"/>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54"/>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55"/>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56"/>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57"/>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58"/>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67" name="文本占位符 65"/>
          <p:cNvSpPr>
            <a:spLocks noGrp="1"/>
          </p:cNvSpPr>
          <p:nvPr userDrawn="1">
            <p:ph type="body" idx="13"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4" name="图片占位符 13"/>
          <p:cNvSpPr>
            <a:spLocks noGrp="1"/>
          </p:cNvSpPr>
          <p:nvPr>
            <p:ph type="pic" sz="quarter" idx="10"/>
          </p:nvPr>
        </p:nvSpPr>
        <p:spPr>
          <a:xfrm>
            <a:off x="0" y="0"/>
            <a:ext cx="4097285" cy="6858000"/>
          </a:xfrm>
        </p:spPr>
        <p:txBody>
          <a:bodyPr/>
          <a:lstStyle/>
          <a:p>
            <a:endParaRPr lang="zh-CN" altLang="en-US"/>
          </a:p>
        </p:txBody>
      </p:sp>
      <p:grpSp>
        <p:nvGrpSpPr>
          <p:cNvPr id="19" name="组合 18"/>
          <p:cNvGrpSpPr/>
          <p:nvPr userDrawn="1"/>
        </p:nvGrpSpPr>
        <p:grpSpPr>
          <a:xfrm rot="169789">
            <a:off x="7333468" y="1757113"/>
            <a:ext cx="5694860" cy="5835138"/>
            <a:chOff x="377825" y="6983413"/>
            <a:chExt cx="5284788" cy="5414962"/>
          </a:xfrm>
          <a:solidFill>
            <a:schemeClr val="accent1">
              <a:alpha val="4000"/>
            </a:schemeClr>
          </a:solidFill>
        </p:grpSpPr>
        <p:sp>
          <p:nvSpPr>
            <p:cNvPr id="20" name="Freeform 19"/>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20"/>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2" name="Freeform 22"/>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3" name="Freeform 23"/>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4" name="Freeform 24"/>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25"/>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26"/>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31"/>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33"/>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35"/>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36"/>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38"/>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2" name="Freeform 39"/>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3" name="Freeform 40"/>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
        <p:nvSpPr>
          <p:cNvPr id="12" name="图片占位符 11"/>
          <p:cNvSpPr>
            <a:spLocks noGrp="1"/>
          </p:cNvSpPr>
          <p:nvPr>
            <p:ph type="pic" sz="quarter" idx="10"/>
          </p:nvPr>
        </p:nvSpPr>
        <p:spPr>
          <a:xfrm>
            <a:off x="0" y="0"/>
            <a:ext cx="12192000" cy="4056063"/>
          </a:xfrm>
        </p:spPr>
        <p:txBody>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一张长图">
    <p:spTree>
      <p:nvGrpSpPr>
        <p:cNvPr id="1" name=""/>
        <p:cNvGrpSpPr/>
        <p:nvPr/>
      </p:nvGrpSpPr>
      <p:grpSpPr>
        <a:xfrm>
          <a:off x="0" y="0"/>
          <a:ext cx="0" cy="0"/>
          <a:chOff x="0" y="0"/>
          <a:chExt cx="0" cy="0"/>
        </a:xfrm>
      </p:grpSpPr>
      <p:grpSp>
        <p:nvGrpSpPr>
          <p:cNvPr id="22" name="组合 21"/>
          <p:cNvGrpSpPr/>
          <p:nvPr userDrawn="1"/>
        </p:nvGrpSpPr>
        <p:grpSpPr>
          <a:xfrm rot="169789">
            <a:off x="7333468" y="1757113"/>
            <a:ext cx="5694860" cy="5835138"/>
            <a:chOff x="377825" y="6983413"/>
            <a:chExt cx="5284788" cy="5414962"/>
          </a:xfrm>
          <a:solidFill>
            <a:schemeClr val="accent1">
              <a:alpha val="4000"/>
            </a:schemeClr>
          </a:solidFill>
        </p:grpSpPr>
        <p:sp>
          <p:nvSpPr>
            <p:cNvPr id="24" name="Freeform 19"/>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20"/>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22"/>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23"/>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24"/>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25"/>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26"/>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31"/>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2" name="Freeform 33"/>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3" name="Freeform 35"/>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4" name="Freeform 36"/>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5" name="Freeform 38"/>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6" name="Freeform 39"/>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7" name="Freeform 40"/>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2" name="日期占位符 1"/>
          <p:cNvSpPr>
            <a:spLocks noGrp="1"/>
          </p:cNvSpPr>
          <p:nvPr>
            <p:ph type="dt" sz="half" idx="10"/>
          </p:nvPr>
        </p:nvSpPr>
        <p:spPr/>
        <p:txBody>
          <a:bodyPr/>
          <a:lstStyle/>
          <a:p>
            <a:fld id="{DD96C455-D181-459A-8014-67AAEFFCA7C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0321020-7931-4610-B95E-80A53469F597}" type="slidenum">
              <a:rPr lang="zh-CN" altLang="en-US" smtClean="0"/>
            </a:fld>
            <a:endParaRPr lang="zh-CN" altLang="en-US"/>
          </a:p>
        </p:txBody>
      </p:sp>
      <p:sp>
        <p:nvSpPr>
          <p:cNvPr id="23" name="图片占位符 22"/>
          <p:cNvSpPr>
            <a:spLocks noGrp="1"/>
          </p:cNvSpPr>
          <p:nvPr>
            <p:ph type="pic" sz="quarter" idx="13"/>
          </p:nvPr>
        </p:nvSpPr>
        <p:spPr>
          <a:xfrm>
            <a:off x="660400" y="1130300"/>
            <a:ext cx="10858500" cy="2817813"/>
          </a:xfrm>
        </p:spPr>
        <p:txBody>
          <a:bodyPr/>
          <a:lstStyle/>
          <a:p>
            <a:endParaRPr lang="zh-CN" altLang="en-US"/>
          </a:p>
        </p:txBody>
      </p:sp>
      <p:sp>
        <p:nvSpPr>
          <p:cNvPr id="129" name="文本框 128"/>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endPar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endParaRPr>
          </a:p>
        </p:txBody>
      </p:sp>
      <p:sp>
        <p:nvSpPr>
          <p:cNvPr id="67" name="矩形: 圆角 66"/>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8" name="组合 67"/>
          <p:cNvGrpSpPr/>
          <p:nvPr userDrawn="1"/>
        </p:nvGrpSpPr>
        <p:grpSpPr>
          <a:xfrm>
            <a:off x="237423" y="135299"/>
            <a:ext cx="847682" cy="847682"/>
            <a:chOff x="237423" y="135299"/>
            <a:chExt cx="847682" cy="847682"/>
          </a:xfrm>
        </p:grpSpPr>
        <p:sp>
          <p:nvSpPr>
            <p:cNvPr id="69" name="椭圆 68"/>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0" name="组合 69"/>
            <p:cNvGrpSpPr/>
            <p:nvPr/>
          </p:nvGrpSpPr>
          <p:grpSpPr>
            <a:xfrm>
              <a:off x="293735" y="191234"/>
              <a:ext cx="735058" cy="735811"/>
              <a:chOff x="3497262" y="849313"/>
              <a:chExt cx="4651376" cy="4656138"/>
            </a:xfrm>
            <a:solidFill>
              <a:schemeClr val="accent1"/>
            </a:solidFill>
          </p:grpSpPr>
          <p:sp>
            <p:nvSpPr>
              <p:cNvPr id="71" name="Freeform 7"/>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9"/>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10"/>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11"/>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12"/>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13"/>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14"/>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15"/>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16"/>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17"/>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18"/>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19"/>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20"/>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21"/>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22"/>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23"/>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24"/>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25"/>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26"/>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27"/>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28"/>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29"/>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30"/>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31"/>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32"/>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33"/>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34"/>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46"/>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47"/>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48"/>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49"/>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50"/>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51"/>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52"/>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53"/>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54"/>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55"/>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56"/>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57"/>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58"/>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157" name="文本占位符 65"/>
          <p:cNvSpPr>
            <a:spLocks noGrp="1"/>
          </p:cNvSpPr>
          <p:nvPr>
            <p:ph type="body" idx="14"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一张图片">
    <p:spTree>
      <p:nvGrpSpPr>
        <p:cNvPr id="1" name=""/>
        <p:cNvGrpSpPr/>
        <p:nvPr/>
      </p:nvGrpSpPr>
      <p:grpSpPr>
        <a:xfrm>
          <a:off x="0" y="0"/>
          <a:ext cx="0" cy="0"/>
          <a:chOff x="0" y="0"/>
          <a:chExt cx="0" cy="0"/>
        </a:xfrm>
      </p:grpSpPr>
      <p:sp>
        <p:nvSpPr>
          <p:cNvPr id="8" name="图片占位符 7"/>
          <p:cNvSpPr>
            <a:spLocks noGrp="1"/>
          </p:cNvSpPr>
          <p:nvPr>
            <p:ph type="pic" sz="quarter" idx="13"/>
          </p:nvPr>
        </p:nvSpPr>
        <p:spPr>
          <a:xfrm>
            <a:off x="838200" y="1301750"/>
            <a:ext cx="5243513" cy="4670425"/>
          </a:xfrm>
        </p:spPr>
        <p:txBody>
          <a:bodyPr/>
          <a:lstStyle/>
          <a:p>
            <a:endParaRPr lang="zh-CN" altLang="en-US"/>
          </a:p>
        </p:txBody>
      </p:sp>
      <p:sp>
        <p:nvSpPr>
          <p:cNvPr id="3" name="日期占位符 2"/>
          <p:cNvSpPr>
            <a:spLocks noGrp="1"/>
          </p:cNvSpPr>
          <p:nvPr>
            <p:ph type="dt" sz="half" idx="10"/>
          </p:nvPr>
        </p:nvSpPr>
        <p:spPr/>
        <p:txBody>
          <a:bodyPr/>
          <a:lstStyle/>
          <a:p>
            <a:fld id="{DD96C455-D181-459A-8014-67AAEFFCA7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0321020-7931-4610-B95E-80A53469F597}" type="slidenum">
              <a:rPr lang="zh-CN" altLang="en-US" smtClean="0"/>
            </a:fld>
            <a:endParaRPr lang="zh-CN" altLang="en-US"/>
          </a:p>
        </p:txBody>
      </p:sp>
      <p:grpSp>
        <p:nvGrpSpPr>
          <p:cNvPr id="23" name="组合 22"/>
          <p:cNvGrpSpPr/>
          <p:nvPr userDrawn="1"/>
        </p:nvGrpSpPr>
        <p:grpSpPr>
          <a:xfrm rot="169789">
            <a:off x="7333468" y="1757113"/>
            <a:ext cx="5694860" cy="5835138"/>
            <a:chOff x="377825" y="6983413"/>
            <a:chExt cx="5284788" cy="5414962"/>
          </a:xfrm>
          <a:solidFill>
            <a:schemeClr val="accent1">
              <a:alpha val="4000"/>
            </a:schemeClr>
          </a:solidFill>
        </p:grpSpPr>
        <p:sp>
          <p:nvSpPr>
            <p:cNvPr id="24" name="Freeform 19"/>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20"/>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22"/>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23"/>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24"/>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25"/>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26"/>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31"/>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2" name="Freeform 33"/>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3" name="Freeform 35"/>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4" name="Freeform 36"/>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5" name="Freeform 38"/>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6" name="Freeform 39"/>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7" name="Freeform 40"/>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84" name="文本框 83"/>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endPar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endParaRPr>
          </a:p>
        </p:txBody>
      </p:sp>
      <p:sp>
        <p:nvSpPr>
          <p:cNvPr id="85" name="矩形: 圆角 84"/>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6" name="组合 85"/>
          <p:cNvGrpSpPr/>
          <p:nvPr userDrawn="1"/>
        </p:nvGrpSpPr>
        <p:grpSpPr>
          <a:xfrm>
            <a:off x="237423" y="135299"/>
            <a:ext cx="847682" cy="847682"/>
            <a:chOff x="237423" y="135299"/>
            <a:chExt cx="847682" cy="847682"/>
          </a:xfrm>
        </p:grpSpPr>
        <p:sp>
          <p:nvSpPr>
            <p:cNvPr id="87" name="椭圆 86"/>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8" name="组合 87"/>
            <p:cNvGrpSpPr/>
            <p:nvPr/>
          </p:nvGrpSpPr>
          <p:grpSpPr>
            <a:xfrm>
              <a:off x="293735" y="191234"/>
              <a:ext cx="735058" cy="735811"/>
              <a:chOff x="3497262" y="849313"/>
              <a:chExt cx="4651376" cy="4656138"/>
            </a:xfrm>
            <a:solidFill>
              <a:schemeClr val="accent1"/>
            </a:solidFill>
          </p:grpSpPr>
          <p:sp>
            <p:nvSpPr>
              <p:cNvPr id="89" name="Freeform 7"/>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9"/>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10"/>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11"/>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12"/>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13"/>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14"/>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15"/>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16"/>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17"/>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18"/>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19"/>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20"/>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21"/>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22"/>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23"/>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24"/>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25"/>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26"/>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27"/>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28"/>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29"/>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30"/>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31"/>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32"/>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33"/>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34"/>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46"/>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47"/>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48"/>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49"/>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50"/>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51"/>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52"/>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53"/>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54"/>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55"/>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56"/>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57"/>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58"/>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129" name="文本占位符 65"/>
          <p:cNvSpPr>
            <a:spLocks noGrp="1"/>
          </p:cNvSpPr>
          <p:nvPr>
            <p:ph type="body" idx="14"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grpSp>
        <p:nvGrpSpPr>
          <p:cNvPr id="35" name="组合 34"/>
          <p:cNvGrpSpPr/>
          <p:nvPr userDrawn="1"/>
        </p:nvGrpSpPr>
        <p:grpSpPr>
          <a:xfrm rot="169789">
            <a:off x="7333468" y="1757113"/>
            <a:ext cx="5694860" cy="5835138"/>
            <a:chOff x="377825" y="6983413"/>
            <a:chExt cx="5284788" cy="5414962"/>
          </a:xfrm>
          <a:solidFill>
            <a:schemeClr val="accent1">
              <a:alpha val="4000"/>
            </a:schemeClr>
          </a:solidFill>
        </p:grpSpPr>
        <p:sp>
          <p:nvSpPr>
            <p:cNvPr id="36" name="Freeform 19"/>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7" name="Freeform 20"/>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8" name="Freeform 22"/>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9" name="Freeform 23"/>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0" name="Freeform 24"/>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1" name="Freeform 25"/>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2" name="Freeform 26"/>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3" name="Freeform 31"/>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4" name="Freeform 33"/>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5" name="Freeform 35"/>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6" name="Freeform 36"/>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7" name="Freeform 38"/>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8" name="Freeform 39"/>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9" name="Freeform 40"/>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18" name="图片占位符 16"/>
          <p:cNvSpPr>
            <a:spLocks noGrp="1"/>
          </p:cNvSpPr>
          <p:nvPr>
            <p:ph type="pic" sz="quarter" idx="14"/>
          </p:nvPr>
        </p:nvSpPr>
        <p:spPr>
          <a:xfrm>
            <a:off x="4698494" y="3681942"/>
            <a:ext cx="6819900" cy="2441575"/>
          </a:xfrm>
        </p:spPr>
        <p:txBody>
          <a:bodyPr/>
          <a:lstStyle/>
          <a:p>
            <a:endParaRPr lang="zh-CN" altLang="en-US"/>
          </a:p>
        </p:txBody>
      </p:sp>
      <p:sp>
        <p:nvSpPr>
          <p:cNvPr id="17" name="图片占位符 16"/>
          <p:cNvSpPr>
            <a:spLocks noGrp="1"/>
          </p:cNvSpPr>
          <p:nvPr>
            <p:ph type="pic" sz="quarter" idx="13"/>
          </p:nvPr>
        </p:nvSpPr>
        <p:spPr>
          <a:xfrm>
            <a:off x="668338" y="1123950"/>
            <a:ext cx="6819900" cy="2441575"/>
          </a:xfrm>
        </p:spPr>
        <p:txBody>
          <a:bodyPr/>
          <a:lstStyle/>
          <a:p>
            <a:endParaRPr lang="zh-CN" altLang="en-US"/>
          </a:p>
        </p:txBody>
      </p:sp>
      <p:sp>
        <p:nvSpPr>
          <p:cNvPr id="3" name="日期占位符 2"/>
          <p:cNvSpPr>
            <a:spLocks noGrp="1"/>
          </p:cNvSpPr>
          <p:nvPr>
            <p:ph type="dt" sz="half" idx="10"/>
          </p:nvPr>
        </p:nvSpPr>
        <p:spPr/>
        <p:txBody>
          <a:bodyPr/>
          <a:lstStyle/>
          <a:p>
            <a:fld id="{DD96C455-D181-459A-8014-67AAEFFCA7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0321020-7931-4610-B95E-80A53469F597}" type="slidenum">
              <a:rPr lang="zh-CN" altLang="en-US" smtClean="0"/>
            </a:fld>
            <a:endParaRPr lang="zh-CN" altLang="en-US"/>
          </a:p>
        </p:txBody>
      </p:sp>
      <p:sp>
        <p:nvSpPr>
          <p:cNvPr id="34" name="文本框 33"/>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endPar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endParaRPr>
          </a:p>
        </p:txBody>
      </p:sp>
      <p:sp>
        <p:nvSpPr>
          <p:cNvPr id="85" name="矩形: 圆角 84"/>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6" name="组合 85"/>
          <p:cNvGrpSpPr/>
          <p:nvPr userDrawn="1"/>
        </p:nvGrpSpPr>
        <p:grpSpPr>
          <a:xfrm>
            <a:off x="237423" y="135299"/>
            <a:ext cx="847682" cy="847682"/>
            <a:chOff x="237423" y="135299"/>
            <a:chExt cx="847682" cy="847682"/>
          </a:xfrm>
        </p:grpSpPr>
        <p:sp>
          <p:nvSpPr>
            <p:cNvPr id="87" name="椭圆 86"/>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8" name="组合 87"/>
            <p:cNvGrpSpPr/>
            <p:nvPr/>
          </p:nvGrpSpPr>
          <p:grpSpPr>
            <a:xfrm>
              <a:off x="293735" y="191234"/>
              <a:ext cx="735058" cy="735811"/>
              <a:chOff x="3497262" y="849313"/>
              <a:chExt cx="4651376" cy="4656138"/>
            </a:xfrm>
            <a:solidFill>
              <a:schemeClr val="accent1"/>
            </a:solidFill>
          </p:grpSpPr>
          <p:sp>
            <p:nvSpPr>
              <p:cNvPr id="89" name="Freeform 7"/>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9"/>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10"/>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11"/>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12"/>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13"/>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14"/>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15"/>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16"/>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17"/>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18"/>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19"/>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20"/>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21"/>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22"/>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23"/>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24"/>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25"/>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26"/>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27"/>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28"/>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29"/>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30"/>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31"/>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32"/>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33"/>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34"/>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46"/>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47"/>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48"/>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49"/>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50"/>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51"/>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52"/>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53"/>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54"/>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55"/>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56"/>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57"/>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58"/>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129" name="文本占位符 65"/>
          <p:cNvSpPr>
            <a:spLocks noGrp="1"/>
          </p:cNvSpPr>
          <p:nvPr>
            <p:ph type="body" idx="15"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三张图片">
    <p:spTree>
      <p:nvGrpSpPr>
        <p:cNvPr id="1" name=""/>
        <p:cNvGrpSpPr/>
        <p:nvPr/>
      </p:nvGrpSpPr>
      <p:grpSpPr>
        <a:xfrm>
          <a:off x="0" y="0"/>
          <a:ext cx="0" cy="0"/>
          <a:chOff x="0" y="0"/>
          <a:chExt cx="0" cy="0"/>
        </a:xfrm>
      </p:grpSpPr>
      <p:grpSp>
        <p:nvGrpSpPr>
          <p:cNvPr id="13" name="组合 12"/>
          <p:cNvGrpSpPr/>
          <p:nvPr userDrawn="1"/>
        </p:nvGrpSpPr>
        <p:grpSpPr>
          <a:xfrm rot="169789">
            <a:off x="7333468" y="1757113"/>
            <a:ext cx="5694860" cy="5835138"/>
            <a:chOff x="377825" y="6983413"/>
            <a:chExt cx="5284788" cy="5414962"/>
          </a:xfrm>
          <a:solidFill>
            <a:schemeClr val="accent1">
              <a:alpha val="4000"/>
            </a:schemeClr>
          </a:solidFill>
        </p:grpSpPr>
        <p:sp>
          <p:nvSpPr>
            <p:cNvPr id="14" name="Freeform 19"/>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5" name="Freeform 20"/>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6" name="Freeform 22"/>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7" name="Freeform 23"/>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8" name="Freeform 24"/>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9" name="Freeform 25"/>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0" name="Freeform 26"/>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31"/>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2" name="Freeform 33"/>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3" name="Freeform 35"/>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4" name="Freeform 36"/>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38"/>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39"/>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40"/>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3" name="日期占位符 2"/>
          <p:cNvSpPr>
            <a:spLocks noGrp="1"/>
          </p:cNvSpPr>
          <p:nvPr>
            <p:ph type="dt" sz="half" idx="10"/>
          </p:nvPr>
        </p:nvSpPr>
        <p:spPr/>
        <p:txBody>
          <a:bodyPr/>
          <a:lstStyle/>
          <a:p>
            <a:fld id="{DD96C455-D181-459A-8014-67AAEFFCA7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0321020-7931-4610-B95E-80A53469F597}" type="slidenum">
              <a:rPr lang="zh-CN" altLang="en-US" smtClean="0"/>
            </a:fld>
            <a:endParaRPr lang="zh-CN" altLang="en-US"/>
          </a:p>
        </p:txBody>
      </p:sp>
      <p:sp>
        <p:nvSpPr>
          <p:cNvPr id="10" name="图片占位符 9"/>
          <p:cNvSpPr>
            <a:spLocks noGrp="1"/>
          </p:cNvSpPr>
          <p:nvPr>
            <p:ph type="pic" sz="quarter" idx="13"/>
          </p:nvPr>
        </p:nvSpPr>
        <p:spPr>
          <a:xfrm>
            <a:off x="661988" y="1139750"/>
            <a:ext cx="3517900" cy="2725813"/>
          </a:xfrm>
        </p:spPr>
        <p:txBody>
          <a:bodyPr/>
          <a:lstStyle/>
          <a:p>
            <a:endParaRPr lang="zh-CN" altLang="en-US"/>
          </a:p>
        </p:txBody>
      </p:sp>
      <p:sp>
        <p:nvSpPr>
          <p:cNvPr id="11" name="图片占位符 9"/>
          <p:cNvSpPr>
            <a:spLocks noGrp="1"/>
          </p:cNvSpPr>
          <p:nvPr>
            <p:ph type="pic" sz="quarter" idx="14"/>
          </p:nvPr>
        </p:nvSpPr>
        <p:spPr>
          <a:xfrm>
            <a:off x="4330561" y="1139750"/>
            <a:ext cx="3517900" cy="2725813"/>
          </a:xfrm>
        </p:spPr>
        <p:txBody>
          <a:bodyPr/>
          <a:lstStyle/>
          <a:p>
            <a:endParaRPr lang="zh-CN" altLang="en-US"/>
          </a:p>
        </p:txBody>
      </p:sp>
      <p:sp>
        <p:nvSpPr>
          <p:cNvPr id="12" name="图片占位符 9"/>
          <p:cNvSpPr>
            <a:spLocks noGrp="1"/>
          </p:cNvSpPr>
          <p:nvPr>
            <p:ph type="pic" sz="quarter" idx="15"/>
          </p:nvPr>
        </p:nvSpPr>
        <p:spPr>
          <a:xfrm>
            <a:off x="7999134" y="1139750"/>
            <a:ext cx="3517900" cy="2725813"/>
          </a:xfrm>
        </p:spPr>
        <p:txBody>
          <a:bodyPr/>
          <a:lstStyle/>
          <a:p>
            <a:endParaRPr lang="zh-CN" altLang="en-US"/>
          </a:p>
        </p:txBody>
      </p:sp>
      <p:sp>
        <p:nvSpPr>
          <p:cNvPr id="28" name="文本框 27"/>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endPar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endParaRPr>
          </a:p>
        </p:txBody>
      </p:sp>
      <p:sp>
        <p:nvSpPr>
          <p:cNvPr id="120" name="矩形: 圆角 119"/>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1" name="组合 120"/>
          <p:cNvGrpSpPr/>
          <p:nvPr userDrawn="1"/>
        </p:nvGrpSpPr>
        <p:grpSpPr>
          <a:xfrm>
            <a:off x="237423" y="135299"/>
            <a:ext cx="847682" cy="847682"/>
            <a:chOff x="237423" y="135299"/>
            <a:chExt cx="847682" cy="847682"/>
          </a:xfrm>
        </p:grpSpPr>
        <p:sp>
          <p:nvSpPr>
            <p:cNvPr id="122" name="椭圆 121"/>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3" name="组合 122"/>
            <p:cNvGrpSpPr/>
            <p:nvPr/>
          </p:nvGrpSpPr>
          <p:grpSpPr>
            <a:xfrm>
              <a:off x="293735" y="191234"/>
              <a:ext cx="735058" cy="735811"/>
              <a:chOff x="3497262" y="849313"/>
              <a:chExt cx="4651376" cy="4656138"/>
            </a:xfrm>
            <a:solidFill>
              <a:schemeClr val="accent1"/>
            </a:solidFill>
          </p:grpSpPr>
          <p:sp>
            <p:nvSpPr>
              <p:cNvPr id="124" name="Freeform 7"/>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9"/>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10"/>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11"/>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12"/>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13"/>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14"/>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15"/>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16"/>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17"/>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18"/>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19"/>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20"/>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21"/>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22"/>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23"/>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24"/>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25"/>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26"/>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27"/>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28"/>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29"/>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30"/>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31"/>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32"/>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33"/>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34"/>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46"/>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47"/>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48"/>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49"/>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50"/>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51"/>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52"/>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53"/>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54"/>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55"/>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56"/>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2" name="Freeform 57"/>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3" name="Freeform 58"/>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164" name="文本占位符 65"/>
          <p:cNvSpPr>
            <a:spLocks noGrp="1"/>
          </p:cNvSpPr>
          <p:nvPr>
            <p:ph type="body" idx="16"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四张图片">
    <p:spTree>
      <p:nvGrpSpPr>
        <p:cNvPr id="1" name=""/>
        <p:cNvGrpSpPr/>
        <p:nvPr/>
      </p:nvGrpSpPr>
      <p:grpSpPr>
        <a:xfrm>
          <a:off x="0" y="0"/>
          <a:ext cx="0" cy="0"/>
          <a:chOff x="0" y="0"/>
          <a:chExt cx="0" cy="0"/>
        </a:xfrm>
      </p:grpSpPr>
      <p:grpSp>
        <p:nvGrpSpPr>
          <p:cNvPr id="19" name="组合 18"/>
          <p:cNvGrpSpPr/>
          <p:nvPr userDrawn="1"/>
        </p:nvGrpSpPr>
        <p:grpSpPr>
          <a:xfrm rot="169789">
            <a:off x="7333468" y="1757113"/>
            <a:ext cx="5694860" cy="5835138"/>
            <a:chOff x="377825" y="6983413"/>
            <a:chExt cx="5284788" cy="5414962"/>
          </a:xfrm>
          <a:solidFill>
            <a:schemeClr val="accent1">
              <a:alpha val="4000"/>
            </a:schemeClr>
          </a:solidFill>
        </p:grpSpPr>
        <p:sp>
          <p:nvSpPr>
            <p:cNvPr id="20" name="Freeform 19"/>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20"/>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2" name="Freeform 22"/>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3" name="Freeform 23"/>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4" name="Freeform 24"/>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25"/>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26"/>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31"/>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33"/>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35"/>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36"/>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38"/>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2" name="Freeform 39"/>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3" name="Freeform 40"/>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3" name="日期占位符 2"/>
          <p:cNvSpPr>
            <a:spLocks noGrp="1"/>
          </p:cNvSpPr>
          <p:nvPr>
            <p:ph type="dt" sz="half" idx="10"/>
          </p:nvPr>
        </p:nvSpPr>
        <p:spPr/>
        <p:txBody>
          <a:bodyPr/>
          <a:lstStyle/>
          <a:p>
            <a:fld id="{DD96C455-D181-459A-8014-67AAEFFCA7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0321020-7931-4610-B95E-80A53469F597}" type="slidenum">
              <a:rPr lang="zh-CN" altLang="en-US" smtClean="0"/>
            </a:fld>
            <a:endParaRPr lang="zh-CN" altLang="en-US"/>
          </a:p>
        </p:txBody>
      </p:sp>
      <p:sp>
        <p:nvSpPr>
          <p:cNvPr id="6" name="矩形 5"/>
          <p:cNvSpPr/>
          <p:nvPr userDrawn="1"/>
        </p:nvSpPr>
        <p:spPr>
          <a:xfrm>
            <a:off x="660400" y="1130300"/>
            <a:ext cx="5367020" cy="24358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660400" y="3734122"/>
            <a:ext cx="5367020" cy="23999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6151880" y="1130300"/>
            <a:ext cx="5367020" cy="24358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6151880" y="3734122"/>
            <a:ext cx="5367020" cy="23999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图片占位符 14"/>
          <p:cNvSpPr>
            <a:spLocks noGrp="1"/>
          </p:cNvSpPr>
          <p:nvPr>
            <p:ph type="pic" sz="quarter" idx="13"/>
          </p:nvPr>
        </p:nvSpPr>
        <p:spPr>
          <a:xfrm>
            <a:off x="952392" y="1412875"/>
            <a:ext cx="1867008" cy="1866245"/>
          </a:xfrm>
        </p:spPr>
        <p:txBody>
          <a:bodyPr/>
          <a:lstStyle/>
          <a:p>
            <a:endParaRPr lang="zh-CN" altLang="en-US"/>
          </a:p>
        </p:txBody>
      </p:sp>
      <p:sp>
        <p:nvSpPr>
          <p:cNvPr id="16" name="图片占位符 14"/>
          <p:cNvSpPr>
            <a:spLocks noGrp="1"/>
          </p:cNvSpPr>
          <p:nvPr>
            <p:ph type="pic" sz="quarter" idx="14"/>
          </p:nvPr>
        </p:nvSpPr>
        <p:spPr>
          <a:xfrm>
            <a:off x="6422971" y="1412875"/>
            <a:ext cx="1867008" cy="1866245"/>
          </a:xfrm>
        </p:spPr>
        <p:txBody>
          <a:bodyPr/>
          <a:lstStyle/>
          <a:p>
            <a:endParaRPr lang="zh-CN" altLang="en-US"/>
          </a:p>
        </p:txBody>
      </p:sp>
      <p:sp>
        <p:nvSpPr>
          <p:cNvPr id="17" name="图片占位符 14"/>
          <p:cNvSpPr>
            <a:spLocks noGrp="1"/>
          </p:cNvSpPr>
          <p:nvPr>
            <p:ph type="pic" sz="quarter" idx="15"/>
          </p:nvPr>
        </p:nvSpPr>
        <p:spPr>
          <a:xfrm>
            <a:off x="6422971" y="4000607"/>
            <a:ext cx="1867008" cy="1866245"/>
          </a:xfrm>
        </p:spPr>
        <p:txBody>
          <a:bodyPr/>
          <a:lstStyle/>
          <a:p>
            <a:endParaRPr lang="zh-CN" altLang="en-US"/>
          </a:p>
        </p:txBody>
      </p:sp>
      <p:sp>
        <p:nvSpPr>
          <p:cNvPr id="18" name="图片占位符 14"/>
          <p:cNvSpPr>
            <a:spLocks noGrp="1"/>
          </p:cNvSpPr>
          <p:nvPr>
            <p:ph type="pic" sz="quarter" idx="16"/>
          </p:nvPr>
        </p:nvSpPr>
        <p:spPr>
          <a:xfrm>
            <a:off x="952392" y="4000607"/>
            <a:ext cx="1867008" cy="1866245"/>
          </a:xfrm>
        </p:spPr>
        <p:txBody>
          <a:bodyPr/>
          <a:lstStyle/>
          <a:p>
            <a:endParaRPr lang="zh-CN" altLang="en-US"/>
          </a:p>
        </p:txBody>
      </p:sp>
      <p:sp>
        <p:nvSpPr>
          <p:cNvPr id="34" name="文本框 33"/>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endPar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endParaRPr>
          </a:p>
        </p:txBody>
      </p:sp>
      <p:sp>
        <p:nvSpPr>
          <p:cNvPr id="81" name="矩形: 圆角 80"/>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2" name="组合 81"/>
          <p:cNvGrpSpPr/>
          <p:nvPr userDrawn="1"/>
        </p:nvGrpSpPr>
        <p:grpSpPr>
          <a:xfrm>
            <a:off x="237423" y="135299"/>
            <a:ext cx="847682" cy="847682"/>
            <a:chOff x="237423" y="135299"/>
            <a:chExt cx="847682" cy="847682"/>
          </a:xfrm>
        </p:grpSpPr>
        <p:sp>
          <p:nvSpPr>
            <p:cNvPr id="83" name="椭圆 82"/>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4" name="组合 83"/>
            <p:cNvGrpSpPr/>
            <p:nvPr/>
          </p:nvGrpSpPr>
          <p:grpSpPr>
            <a:xfrm>
              <a:off x="293735" y="191234"/>
              <a:ext cx="735058" cy="735811"/>
              <a:chOff x="3497262" y="849313"/>
              <a:chExt cx="4651376" cy="4656138"/>
            </a:xfrm>
            <a:solidFill>
              <a:schemeClr val="accent1"/>
            </a:solidFill>
          </p:grpSpPr>
          <p:sp>
            <p:nvSpPr>
              <p:cNvPr id="85" name="Freeform 7"/>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9"/>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10"/>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11"/>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12"/>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13"/>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14"/>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15"/>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16"/>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17"/>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18"/>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19"/>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20"/>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21"/>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22"/>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23"/>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24"/>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25"/>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26"/>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27"/>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28"/>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29"/>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30"/>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31"/>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32"/>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33"/>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34"/>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46"/>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47"/>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48"/>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49"/>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50"/>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51"/>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52"/>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53"/>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54"/>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55"/>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56"/>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57"/>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58"/>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125" name="文本占位符 65"/>
          <p:cNvSpPr>
            <a:spLocks noGrp="1"/>
          </p:cNvSpPr>
          <p:nvPr>
            <p:ph type="body" idx="17"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单人介绍">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D96C455-D181-459A-8014-67AAEFFCA7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0321020-7931-4610-B95E-80A53469F597}" type="slidenum">
              <a:rPr lang="zh-CN" altLang="en-US" smtClean="0"/>
            </a:fld>
            <a:endParaRPr lang="zh-CN" altLang="en-US"/>
          </a:p>
        </p:txBody>
      </p:sp>
      <p:grpSp>
        <p:nvGrpSpPr>
          <p:cNvPr id="6" name="组合 5"/>
          <p:cNvGrpSpPr/>
          <p:nvPr userDrawn="1"/>
        </p:nvGrpSpPr>
        <p:grpSpPr>
          <a:xfrm>
            <a:off x="399002" y="1086761"/>
            <a:ext cx="4957524" cy="4606485"/>
            <a:chOff x="703035" y="1086761"/>
            <a:chExt cx="4957524" cy="4606485"/>
          </a:xfrm>
        </p:grpSpPr>
        <p:sp>
          <p:nvSpPr>
            <p:cNvPr id="7" name="任意多边形: 形状 6"/>
            <p:cNvSpPr/>
            <p:nvPr/>
          </p:nvSpPr>
          <p:spPr>
            <a:xfrm rot="10015880">
              <a:off x="3385211" y="1086761"/>
              <a:ext cx="2275348" cy="4564647"/>
            </a:xfrm>
            <a:custGeom>
              <a:avLst/>
              <a:gdLst>
                <a:gd name="connsiteX0" fmla="*/ 2209501 w 2209501"/>
                <a:gd name="connsiteY0" fmla="*/ 0 h 4432548"/>
                <a:gd name="connsiteX1" fmla="*/ 2209501 w 2209501"/>
                <a:gd name="connsiteY1" fmla="*/ 4432548 h 4432548"/>
                <a:gd name="connsiteX2" fmla="*/ 1989997 w 2209501"/>
                <a:gd name="connsiteY2" fmla="*/ 4421464 h 4432548"/>
                <a:gd name="connsiteX3" fmla="*/ 0 w 2209501"/>
                <a:gd name="connsiteY3" fmla="*/ 2216274 h 4432548"/>
                <a:gd name="connsiteX4" fmla="*/ 1989997 w 2209501"/>
                <a:gd name="connsiteY4" fmla="*/ 11085 h 4432548"/>
                <a:gd name="connsiteX0-1" fmla="*/ 2209501 w 2211099"/>
                <a:gd name="connsiteY0-2" fmla="*/ 0 h 4432548"/>
                <a:gd name="connsiteX1-3" fmla="*/ 2211099 w 2211099"/>
                <a:gd name="connsiteY1-4" fmla="*/ 2248887 h 4432548"/>
                <a:gd name="connsiteX2-5" fmla="*/ 2209501 w 2211099"/>
                <a:gd name="connsiteY2-6" fmla="*/ 4432548 h 4432548"/>
                <a:gd name="connsiteX3-7" fmla="*/ 1989997 w 2211099"/>
                <a:gd name="connsiteY3-8" fmla="*/ 4421464 h 4432548"/>
                <a:gd name="connsiteX4-9" fmla="*/ 0 w 2211099"/>
                <a:gd name="connsiteY4-10" fmla="*/ 2216274 h 4432548"/>
                <a:gd name="connsiteX5" fmla="*/ 1989997 w 2211099"/>
                <a:gd name="connsiteY5" fmla="*/ 11085 h 4432548"/>
                <a:gd name="connsiteX6" fmla="*/ 2209501 w 2211099"/>
                <a:gd name="connsiteY6" fmla="*/ 0 h 4432548"/>
                <a:gd name="connsiteX0-11" fmla="*/ 2211099 w 2302539"/>
                <a:gd name="connsiteY0-12" fmla="*/ 2248887 h 4432548"/>
                <a:gd name="connsiteX1-13" fmla="*/ 2209501 w 2302539"/>
                <a:gd name="connsiteY1-14" fmla="*/ 4432548 h 4432548"/>
                <a:gd name="connsiteX2-15" fmla="*/ 1989997 w 2302539"/>
                <a:gd name="connsiteY2-16" fmla="*/ 4421464 h 4432548"/>
                <a:gd name="connsiteX3-17" fmla="*/ 0 w 2302539"/>
                <a:gd name="connsiteY3-18" fmla="*/ 2216274 h 4432548"/>
                <a:gd name="connsiteX4-19" fmla="*/ 1989997 w 2302539"/>
                <a:gd name="connsiteY4-20" fmla="*/ 11085 h 4432548"/>
                <a:gd name="connsiteX5-21" fmla="*/ 2209501 w 2302539"/>
                <a:gd name="connsiteY5-22" fmla="*/ 0 h 4432548"/>
                <a:gd name="connsiteX6-23" fmla="*/ 2302539 w 2302539"/>
                <a:gd name="connsiteY6-24" fmla="*/ 2340327 h 4432548"/>
                <a:gd name="connsiteX0-25" fmla="*/ 2211099 w 2211099"/>
                <a:gd name="connsiteY0-26" fmla="*/ 2248887 h 4432548"/>
                <a:gd name="connsiteX1-27" fmla="*/ 2209501 w 2211099"/>
                <a:gd name="connsiteY1-28" fmla="*/ 4432548 h 4432548"/>
                <a:gd name="connsiteX2-29" fmla="*/ 1989997 w 2211099"/>
                <a:gd name="connsiteY2-30" fmla="*/ 4421464 h 4432548"/>
                <a:gd name="connsiteX3-31" fmla="*/ 0 w 2211099"/>
                <a:gd name="connsiteY3-32" fmla="*/ 2216274 h 4432548"/>
                <a:gd name="connsiteX4-33" fmla="*/ 1989997 w 2211099"/>
                <a:gd name="connsiteY4-34" fmla="*/ 11085 h 4432548"/>
                <a:gd name="connsiteX5-35" fmla="*/ 2209501 w 2211099"/>
                <a:gd name="connsiteY5-36" fmla="*/ 0 h 4432548"/>
                <a:gd name="connsiteX0-37" fmla="*/ 2209501 w 2209501"/>
                <a:gd name="connsiteY0-38" fmla="*/ 4432548 h 4432548"/>
                <a:gd name="connsiteX1-39" fmla="*/ 1989997 w 2209501"/>
                <a:gd name="connsiteY1-40" fmla="*/ 4421464 h 4432548"/>
                <a:gd name="connsiteX2-41" fmla="*/ 0 w 2209501"/>
                <a:gd name="connsiteY2-42" fmla="*/ 2216274 h 4432548"/>
                <a:gd name="connsiteX3-43" fmla="*/ 1989997 w 2209501"/>
                <a:gd name="connsiteY3-44" fmla="*/ 11085 h 4432548"/>
                <a:gd name="connsiteX4-45" fmla="*/ 2209501 w 2209501"/>
                <a:gd name="connsiteY4-46" fmla="*/ 0 h 44325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9501" h="4432548">
                  <a:moveTo>
                    <a:pt x="2209501" y="4432548"/>
                  </a:moveTo>
                  <a:lnTo>
                    <a:pt x="1989997" y="4421464"/>
                  </a:lnTo>
                  <a:cubicBezTo>
                    <a:pt x="872246" y="4307950"/>
                    <a:pt x="0" y="3363974"/>
                    <a:pt x="0" y="2216274"/>
                  </a:cubicBezTo>
                  <a:cubicBezTo>
                    <a:pt x="0" y="1068575"/>
                    <a:pt x="872246" y="124599"/>
                    <a:pt x="1989997" y="11085"/>
                  </a:cubicBezTo>
                  <a:lnTo>
                    <a:pt x="220950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8" name="组合 7"/>
            <p:cNvGrpSpPr/>
            <p:nvPr/>
          </p:nvGrpSpPr>
          <p:grpSpPr>
            <a:xfrm>
              <a:off x="703035" y="1374365"/>
              <a:ext cx="4837299" cy="4318881"/>
              <a:chOff x="703035" y="1374365"/>
              <a:chExt cx="4837299" cy="4318881"/>
            </a:xfrm>
          </p:grpSpPr>
          <p:sp>
            <p:nvSpPr>
              <p:cNvPr id="10" name="任意多边形: 形状 9"/>
              <p:cNvSpPr/>
              <p:nvPr/>
            </p:nvSpPr>
            <p:spPr>
              <a:xfrm>
                <a:off x="1336624" y="1528777"/>
                <a:ext cx="4164314" cy="4164469"/>
              </a:xfrm>
              <a:custGeom>
                <a:avLst/>
                <a:gdLst>
                  <a:gd name="connsiteX0" fmla="*/ 1310015 w 2619936"/>
                  <a:gd name="connsiteY0" fmla="*/ 0 h 2620034"/>
                  <a:gd name="connsiteX1" fmla="*/ 1310015 w 2619936"/>
                  <a:gd name="connsiteY1" fmla="*/ 1311964 h 2620034"/>
                  <a:gd name="connsiteX2" fmla="*/ 2619936 w 2619936"/>
                  <a:gd name="connsiteY2" fmla="*/ 1311964 h 2620034"/>
                  <a:gd name="connsiteX3" fmla="*/ 2613271 w 2619936"/>
                  <a:gd name="connsiteY3" fmla="*/ 1443959 h 2620034"/>
                  <a:gd name="connsiteX4" fmla="*/ 1310017 w 2619936"/>
                  <a:gd name="connsiteY4" fmla="*/ 2620034 h 2620034"/>
                  <a:gd name="connsiteX5" fmla="*/ 0 w 2619936"/>
                  <a:gd name="connsiteY5" fmla="*/ 1310017 h 2620034"/>
                  <a:gd name="connsiteX6" fmla="*/ 1176076 w 2619936"/>
                  <a:gd name="connsiteY6" fmla="*/ 6764 h 2620034"/>
                  <a:gd name="connsiteX0-1" fmla="*/ 1310015 w 2619936"/>
                  <a:gd name="connsiteY0-2" fmla="*/ 1311964 h 2620034"/>
                  <a:gd name="connsiteX1-3" fmla="*/ 2619936 w 2619936"/>
                  <a:gd name="connsiteY1-4" fmla="*/ 1311964 h 2620034"/>
                  <a:gd name="connsiteX2-5" fmla="*/ 2613271 w 2619936"/>
                  <a:gd name="connsiteY2-6" fmla="*/ 1443959 h 2620034"/>
                  <a:gd name="connsiteX3-7" fmla="*/ 1310017 w 2619936"/>
                  <a:gd name="connsiteY3-8" fmla="*/ 2620034 h 2620034"/>
                  <a:gd name="connsiteX4-9" fmla="*/ 0 w 2619936"/>
                  <a:gd name="connsiteY4-10" fmla="*/ 1310017 h 2620034"/>
                  <a:gd name="connsiteX5-11" fmla="*/ 1176076 w 2619936"/>
                  <a:gd name="connsiteY5-12" fmla="*/ 6764 h 2620034"/>
                  <a:gd name="connsiteX6-13" fmla="*/ 1310015 w 2619936"/>
                  <a:gd name="connsiteY6-14" fmla="*/ 0 h 2620034"/>
                  <a:gd name="connsiteX7" fmla="*/ 1401455 w 2619936"/>
                  <a:gd name="connsiteY7" fmla="*/ 1403404 h 2620034"/>
                  <a:gd name="connsiteX0-15" fmla="*/ 1310015 w 2619936"/>
                  <a:gd name="connsiteY0-16" fmla="*/ 1311964 h 2620034"/>
                  <a:gd name="connsiteX1-17" fmla="*/ 2619936 w 2619936"/>
                  <a:gd name="connsiteY1-18" fmla="*/ 1311964 h 2620034"/>
                  <a:gd name="connsiteX2-19" fmla="*/ 2613271 w 2619936"/>
                  <a:gd name="connsiteY2-20" fmla="*/ 1443959 h 2620034"/>
                  <a:gd name="connsiteX3-21" fmla="*/ 1310017 w 2619936"/>
                  <a:gd name="connsiteY3-22" fmla="*/ 2620034 h 2620034"/>
                  <a:gd name="connsiteX4-23" fmla="*/ 0 w 2619936"/>
                  <a:gd name="connsiteY4-24" fmla="*/ 1310017 h 2620034"/>
                  <a:gd name="connsiteX5-25" fmla="*/ 1176076 w 2619936"/>
                  <a:gd name="connsiteY5-26" fmla="*/ 6764 h 2620034"/>
                  <a:gd name="connsiteX6-27" fmla="*/ 1310015 w 2619936"/>
                  <a:gd name="connsiteY6-28" fmla="*/ 0 h 2620034"/>
                  <a:gd name="connsiteX0-29" fmla="*/ 2619936 w 2619936"/>
                  <a:gd name="connsiteY0-30" fmla="*/ 1311964 h 2620034"/>
                  <a:gd name="connsiteX1-31" fmla="*/ 2613271 w 2619936"/>
                  <a:gd name="connsiteY1-32" fmla="*/ 1443959 h 2620034"/>
                  <a:gd name="connsiteX2-33" fmla="*/ 1310017 w 2619936"/>
                  <a:gd name="connsiteY2-34" fmla="*/ 2620034 h 2620034"/>
                  <a:gd name="connsiteX3-35" fmla="*/ 0 w 2619936"/>
                  <a:gd name="connsiteY3-36" fmla="*/ 1310017 h 2620034"/>
                  <a:gd name="connsiteX4-37" fmla="*/ 1176076 w 2619936"/>
                  <a:gd name="connsiteY4-38" fmla="*/ 6764 h 2620034"/>
                  <a:gd name="connsiteX5-39" fmla="*/ 1310015 w 2619936"/>
                  <a:gd name="connsiteY5-40" fmla="*/ 0 h 262003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619936" h="2620034">
                    <a:moveTo>
                      <a:pt x="2619936" y="1311964"/>
                    </a:moveTo>
                    <a:lnTo>
                      <a:pt x="2613271" y="1443959"/>
                    </a:lnTo>
                    <a:cubicBezTo>
                      <a:pt x="2546185" y="2104542"/>
                      <a:pt x="1988300" y="2620034"/>
                      <a:pt x="1310017" y="2620034"/>
                    </a:cubicBezTo>
                    <a:cubicBezTo>
                      <a:pt x="586515" y="2620034"/>
                      <a:pt x="0" y="2033519"/>
                      <a:pt x="0" y="1310017"/>
                    </a:cubicBezTo>
                    <a:cubicBezTo>
                      <a:pt x="0" y="631734"/>
                      <a:pt x="515492" y="73850"/>
                      <a:pt x="1176076" y="6764"/>
                    </a:cubicBezTo>
                    <a:lnTo>
                      <a:pt x="1310015"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椭圆 10"/>
              <p:cNvSpPr/>
              <p:nvPr/>
            </p:nvSpPr>
            <p:spPr>
              <a:xfrm>
                <a:off x="2801074" y="1374365"/>
                <a:ext cx="97528" cy="975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703035" y="2791613"/>
                <a:ext cx="2303860" cy="2763395"/>
                <a:chOff x="667909" y="2831346"/>
                <a:chExt cx="2303860" cy="2763395"/>
              </a:xfrm>
            </p:grpSpPr>
            <p:sp>
              <p:nvSpPr>
                <p:cNvPr id="14" name="任意多边形: 形状 13"/>
                <p:cNvSpPr/>
                <p:nvPr/>
              </p:nvSpPr>
              <p:spPr>
                <a:xfrm rot="18225743">
                  <a:off x="682165" y="2817090"/>
                  <a:ext cx="2275348" cy="2303860"/>
                </a:xfrm>
                <a:custGeom>
                  <a:avLst/>
                  <a:gdLst>
                    <a:gd name="connsiteX0" fmla="*/ 2422212 w 2422212"/>
                    <a:gd name="connsiteY0" fmla="*/ 2452564 h 2452564"/>
                    <a:gd name="connsiteX1" fmla="*/ 1086 w 2422212"/>
                    <a:gd name="connsiteY1" fmla="*/ 2452564 h 2452564"/>
                    <a:gd name="connsiteX2" fmla="*/ 0 w 2422212"/>
                    <a:gd name="connsiteY2" fmla="*/ 2429638 h 2452564"/>
                    <a:gd name="connsiteX3" fmla="*/ 2181576 w 2422212"/>
                    <a:gd name="connsiteY3" fmla="*/ 12152 h 2452564"/>
                    <a:gd name="connsiteX4" fmla="*/ 2422212 w 2422212"/>
                    <a:gd name="connsiteY4" fmla="*/ 0 h 2452564"/>
                    <a:gd name="connsiteX0-1" fmla="*/ 2422212 w 2513652"/>
                    <a:gd name="connsiteY0-2" fmla="*/ 2452564 h 2544004"/>
                    <a:gd name="connsiteX1-3" fmla="*/ 1086 w 2513652"/>
                    <a:gd name="connsiteY1-4" fmla="*/ 2452564 h 2544004"/>
                    <a:gd name="connsiteX2-5" fmla="*/ 0 w 2513652"/>
                    <a:gd name="connsiteY2-6" fmla="*/ 2429638 h 2544004"/>
                    <a:gd name="connsiteX3-7" fmla="*/ 2181576 w 2513652"/>
                    <a:gd name="connsiteY3-8" fmla="*/ 12152 h 2544004"/>
                    <a:gd name="connsiteX4-9" fmla="*/ 2422212 w 2513652"/>
                    <a:gd name="connsiteY4-10" fmla="*/ 0 h 2544004"/>
                    <a:gd name="connsiteX5" fmla="*/ 2513652 w 2513652"/>
                    <a:gd name="connsiteY5" fmla="*/ 2544004 h 2544004"/>
                    <a:gd name="connsiteX0-11" fmla="*/ 1086 w 2513652"/>
                    <a:gd name="connsiteY0-12" fmla="*/ 2452564 h 2544004"/>
                    <a:gd name="connsiteX1-13" fmla="*/ 0 w 2513652"/>
                    <a:gd name="connsiteY1-14" fmla="*/ 2429638 h 2544004"/>
                    <a:gd name="connsiteX2-15" fmla="*/ 2181576 w 2513652"/>
                    <a:gd name="connsiteY2-16" fmla="*/ 12152 h 2544004"/>
                    <a:gd name="connsiteX3-17" fmla="*/ 2422212 w 2513652"/>
                    <a:gd name="connsiteY3-18" fmla="*/ 0 h 2544004"/>
                    <a:gd name="connsiteX4-19" fmla="*/ 2513652 w 2513652"/>
                    <a:gd name="connsiteY4-20" fmla="*/ 2544004 h 2544004"/>
                    <a:gd name="connsiteX0-21" fmla="*/ 1086 w 2422212"/>
                    <a:gd name="connsiteY0-22" fmla="*/ 2452564 h 2452564"/>
                    <a:gd name="connsiteX1-23" fmla="*/ 0 w 2422212"/>
                    <a:gd name="connsiteY1-24" fmla="*/ 2429638 h 2452564"/>
                    <a:gd name="connsiteX2-25" fmla="*/ 2181576 w 2422212"/>
                    <a:gd name="connsiteY2-26" fmla="*/ 12152 h 2452564"/>
                    <a:gd name="connsiteX3-27" fmla="*/ 2422212 w 2422212"/>
                    <a:gd name="connsiteY3-28" fmla="*/ 0 h 2452564"/>
                  </a:gdLst>
                  <a:ahLst/>
                  <a:cxnLst>
                    <a:cxn ang="0">
                      <a:pos x="connsiteX0-1" y="connsiteY0-2"/>
                    </a:cxn>
                    <a:cxn ang="0">
                      <a:pos x="connsiteX1-3" y="connsiteY1-4"/>
                    </a:cxn>
                    <a:cxn ang="0">
                      <a:pos x="connsiteX2-5" y="connsiteY2-6"/>
                    </a:cxn>
                    <a:cxn ang="0">
                      <a:pos x="connsiteX3-7" y="connsiteY3-8"/>
                    </a:cxn>
                  </a:cxnLst>
                  <a:rect l="l" t="t" r="r" b="b"/>
                  <a:pathLst>
                    <a:path w="2422212" h="2452564">
                      <a:moveTo>
                        <a:pt x="1086" y="2452564"/>
                      </a:moveTo>
                      <a:lnTo>
                        <a:pt x="0" y="2429638"/>
                      </a:lnTo>
                      <a:cubicBezTo>
                        <a:pt x="0" y="1171448"/>
                        <a:pt x="956218" y="136595"/>
                        <a:pt x="2181576" y="12152"/>
                      </a:cubicBezTo>
                      <a:lnTo>
                        <a:pt x="2422212"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椭圆 14"/>
                <p:cNvSpPr/>
                <p:nvPr/>
              </p:nvSpPr>
              <p:spPr>
                <a:xfrm>
                  <a:off x="2079475" y="5497213"/>
                  <a:ext cx="97528" cy="975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椭圆 12"/>
              <p:cNvSpPr/>
              <p:nvPr/>
            </p:nvSpPr>
            <p:spPr>
              <a:xfrm>
                <a:off x="5442806" y="3611011"/>
                <a:ext cx="97528" cy="975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17" name="图片占位符 16"/>
          <p:cNvSpPr>
            <a:spLocks noGrp="1"/>
          </p:cNvSpPr>
          <p:nvPr>
            <p:ph type="pic" sz="quarter" idx="13"/>
          </p:nvPr>
        </p:nvSpPr>
        <p:spPr>
          <a:xfrm>
            <a:off x="1239984" y="1740365"/>
            <a:ext cx="3731695" cy="3731695"/>
          </a:xfrm>
          <a:prstGeom prst="ellipse">
            <a:avLst/>
          </a:prstGeom>
        </p:spPr>
        <p:txBody>
          <a:bodyPr/>
          <a:lstStyle/>
          <a:p>
            <a:endParaRPr lang="zh-CN" altLang="en-US"/>
          </a:p>
        </p:txBody>
      </p:sp>
      <p:grpSp>
        <p:nvGrpSpPr>
          <p:cNvPr id="16" name="组合 15"/>
          <p:cNvGrpSpPr/>
          <p:nvPr userDrawn="1"/>
        </p:nvGrpSpPr>
        <p:grpSpPr>
          <a:xfrm rot="169789">
            <a:off x="7333468" y="1757113"/>
            <a:ext cx="5694860" cy="5835138"/>
            <a:chOff x="377825" y="6983413"/>
            <a:chExt cx="5284788" cy="5414962"/>
          </a:xfrm>
          <a:solidFill>
            <a:schemeClr val="accent1">
              <a:alpha val="4000"/>
            </a:schemeClr>
          </a:solidFill>
        </p:grpSpPr>
        <p:sp>
          <p:nvSpPr>
            <p:cNvPr id="18" name="Freeform 19"/>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9" name="Freeform 20"/>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0" name="Freeform 22"/>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23"/>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2" name="Freeform 24"/>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3" name="Freeform 25"/>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4" name="Freeform 26"/>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31"/>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33"/>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35"/>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36"/>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38"/>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39"/>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40"/>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32" name="文本框 31"/>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endPar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endParaRPr>
          </a:p>
        </p:txBody>
      </p:sp>
      <p:sp>
        <p:nvSpPr>
          <p:cNvPr id="79" name="矩形: 圆角 78"/>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0" name="组合 79"/>
          <p:cNvGrpSpPr/>
          <p:nvPr userDrawn="1"/>
        </p:nvGrpSpPr>
        <p:grpSpPr>
          <a:xfrm>
            <a:off x="237423" y="135299"/>
            <a:ext cx="847682" cy="847682"/>
            <a:chOff x="237423" y="135299"/>
            <a:chExt cx="847682" cy="847682"/>
          </a:xfrm>
        </p:grpSpPr>
        <p:sp>
          <p:nvSpPr>
            <p:cNvPr id="81" name="椭圆 80"/>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2" name="组合 81"/>
            <p:cNvGrpSpPr/>
            <p:nvPr/>
          </p:nvGrpSpPr>
          <p:grpSpPr>
            <a:xfrm>
              <a:off x="293735" y="191234"/>
              <a:ext cx="735058" cy="735811"/>
              <a:chOff x="3497262" y="849313"/>
              <a:chExt cx="4651376" cy="4656138"/>
            </a:xfrm>
            <a:solidFill>
              <a:schemeClr val="accent1"/>
            </a:solidFill>
          </p:grpSpPr>
          <p:sp>
            <p:nvSpPr>
              <p:cNvPr id="83" name="Freeform 7"/>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9"/>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10"/>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11"/>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12"/>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13"/>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14"/>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15"/>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16"/>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17"/>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18"/>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19"/>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20"/>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21"/>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22"/>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23"/>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24"/>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25"/>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26"/>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27"/>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28"/>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29"/>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30"/>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31"/>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32"/>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33"/>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34"/>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46"/>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47"/>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48"/>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49"/>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50"/>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51"/>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52"/>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53"/>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54"/>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55"/>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56"/>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57"/>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58"/>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123" name="文本占位符 65"/>
          <p:cNvSpPr>
            <a:spLocks noGrp="1"/>
          </p:cNvSpPr>
          <p:nvPr>
            <p:ph type="body" idx="14"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双人介绍">
    <p:spTree>
      <p:nvGrpSpPr>
        <p:cNvPr id="1" name=""/>
        <p:cNvGrpSpPr/>
        <p:nvPr/>
      </p:nvGrpSpPr>
      <p:grpSpPr>
        <a:xfrm>
          <a:off x="0" y="0"/>
          <a:ext cx="0" cy="0"/>
          <a:chOff x="0" y="0"/>
          <a:chExt cx="0" cy="0"/>
        </a:xfrm>
      </p:grpSpPr>
      <p:grpSp>
        <p:nvGrpSpPr>
          <p:cNvPr id="19" name="组合 18"/>
          <p:cNvGrpSpPr/>
          <p:nvPr userDrawn="1"/>
        </p:nvGrpSpPr>
        <p:grpSpPr>
          <a:xfrm rot="169789">
            <a:off x="7333468" y="1757113"/>
            <a:ext cx="5694860" cy="5835138"/>
            <a:chOff x="377825" y="6983413"/>
            <a:chExt cx="5284788" cy="5414962"/>
          </a:xfrm>
          <a:solidFill>
            <a:schemeClr val="accent1">
              <a:alpha val="4000"/>
            </a:schemeClr>
          </a:solidFill>
        </p:grpSpPr>
        <p:sp>
          <p:nvSpPr>
            <p:cNvPr id="20" name="Freeform 19"/>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20"/>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2" name="Freeform 22"/>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3" name="Freeform 23"/>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4" name="Freeform 24"/>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25"/>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26"/>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31"/>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33"/>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35"/>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36"/>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38"/>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2" name="Freeform 39"/>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3" name="Freeform 40"/>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3" name="日期占位符 2"/>
          <p:cNvSpPr>
            <a:spLocks noGrp="1"/>
          </p:cNvSpPr>
          <p:nvPr>
            <p:ph type="dt" sz="half" idx="10"/>
          </p:nvPr>
        </p:nvSpPr>
        <p:spPr/>
        <p:txBody>
          <a:bodyPr/>
          <a:lstStyle/>
          <a:p>
            <a:fld id="{DD96C455-D181-459A-8014-67AAEFFCA7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0321020-7931-4610-B95E-80A53469F597}" type="slidenum">
              <a:rPr lang="zh-CN" altLang="en-US" smtClean="0"/>
            </a:fld>
            <a:endParaRPr lang="zh-CN" altLang="en-US"/>
          </a:p>
        </p:txBody>
      </p:sp>
      <p:sp>
        <p:nvSpPr>
          <p:cNvPr id="6" name="矩形: 圆角 5"/>
          <p:cNvSpPr/>
          <p:nvPr userDrawn="1"/>
        </p:nvSpPr>
        <p:spPr>
          <a:xfrm>
            <a:off x="689270" y="1262131"/>
            <a:ext cx="10842684" cy="2286000"/>
          </a:xfrm>
          <a:prstGeom prst="roundRect">
            <a:avLst>
              <a:gd name="adj" fmla="val 50000"/>
            </a:avLst>
          </a:prstGeom>
          <a:solidFill>
            <a:schemeClr val="bg1">
              <a:lumMod val="9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p:cNvSpPr/>
          <p:nvPr userDrawn="1"/>
        </p:nvSpPr>
        <p:spPr>
          <a:xfrm>
            <a:off x="689270" y="3726269"/>
            <a:ext cx="10842684" cy="2286000"/>
          </a:xfrm>
          <a:prstGeom prst="roundRect">
            <a:avLst>
              <a:gd name="adj" fmla="val 50000"/>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图片占位符 16"/>
          <p:cNvSpPr>
            <a:spLocks noGrp="1"/>
          </p:cNvSpPr>
          <p:nvPr>
            <p:ph type="pic" sz="quarter" idx="13"/>
          </p:nvPr>
        </p:nvSpPr>
        <p:spPr>
          <a:xfrm>
            <a:off x="819151" y="1376166"/>
            <a:ext cx="2052066" cy="2052834"/>
          </a:xfrm>
          <a:prstGeom prst="ellipse">
            <a:avLst/>
          </a:prstGeom>
        </p:spPr>
        <p:txBody>
          <a:bodyPr/>
          <a:lstStyle/>
          <a:p>
            <a:endParaRPr lang="zh-CN" altLang="en-US"/>
          </a:p>
        </p:txBody>
      </p:sp>
      <p:sp>
        <p:nvSpPr>
          <p:cNvPr id="18" name="图片占位符 16"/>
          <p:cNvSpPr>
            <a:spLocks noGrp="1"/>
          </p:cNvSpPr>
          <p:nvPr>
            <p:ph type="pic" sz="quarter" idx="14"/>
          </p:nvPr>
        </p:nvSpPr>
        <p:spPr>
          <a:xfrm flipH="1">
            <a:off x="9344050" y="3851644"/>
            <a:ext cx="2052066" cy="2052834"/>
          </a:xfrm>
          <a:prstGeom prst="ellipse">
            <a:avLst/>
          </a:prstGeom>
        </p:spPr>
        <p:txBody>
          <a:bodyPr/>
          <a:lstStyle/>
          <a:p>
            <a:endParaRPr lang="zh-CN" altLang="en-US"/>
          </a:p>
        </p:txBody>
      </p:sp>
      <p:sp>
        <p:nvSpPr>
          <p:cNvPr id="34" name="文本框 33"/>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endPar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endParaRPr>
          </a:p>
        </p:txBody>
      </p:sp>
      <p:sp>
        <p:nvSpPr>
          <p:cNvPr id="81" name="矩形: 圆角 80"/>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2" name="组合 81"/>
          <p:cNvGrpSpPr/>
          <p:nvPr userDrawn="1"/>
        </p:nvGrpSpPr>
        <p:grpSpPr>
          <a:xfrm>
            <a:off x="237423" y="135299"/>
            <a:ext cx="847682" cy="847682"/>
            <a:chOff x="237423" y="135299"/>
            <a:chExt cx="847682" cy="847682"/>
          </a:xfrm>
        </p:grpSpPr>
        <p:sp>
          <p:nvSpPr>
            <p:cNvPr id="83" name="椭圆 82"/>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4" name="组合 83"/>
            <p:cNvGrpSpPr/>
            <p:nvPr/>
          </p:nvGrpSpPr>
          <p:grpSpPr>
            <a:xfrm>
              <a:off x="293735" y="191234"/>
              <a:ext cx="735058" cy="735811"/>
              <a:chOff x="3497262" y="849313"/>
              <a:chExt cx="4651376" cy="4656138"/>
            </a:xfrm>
            <a:solidFill>
              <a:schemeClr val="accent1"/>
            </a:solidFill>
          </p:grpSpPr>
          <p:sp>
            <p:nvSpPr>
              <p:cNvPr id="85" name="Freeform 7"/>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9"/>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10"/>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11"/>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12"/>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13"/>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14"/>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15"/>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16"/>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17"/>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18"/>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19"/>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20"/>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21"/>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22"/>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23"/>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24"/>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25"/>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26"/>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27"/>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28"/>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29"/>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30"/>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31"/>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32"/>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33"/>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34"/>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46"/>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47"/>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48"/>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49"/>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50"/>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51"/>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52"/>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53"/>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54"/>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55"/>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56"/>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57"/>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58"/>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125" name="文本占位符 65"/>
          <p:cNvSpPr>
            <a:spLocks noGrp="1"/>
          </p:cNvSpPr>
          <p:nvPr>
            <p:ph type="body" idx="15"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三人介绍">
    <p:spTree>
      <p:nvGrpSpPr>
        <p:cNvPr id="1" name=""/>
        <p:cNvGrpSpPr/>
        <p:nvPr/>
      </p:nvGrpSpPr>
      <p:grpSpPr>
        <a:xfrm>
          <a:off x="0" y="0"/>
          <a:ext cx="0" cy="0"/>
          <a:chOff x="0" y="0"/>
          <a:chExt cx="0" cy="0"/>
        </a:xfrm>
      </p:grpSpPr>
      <p:grpSp>
        <p:nvGrpSpPr>
          <p:cNvPr id="18" name="组合 17"/>
          <p:cNvGrpSpPr/>
          <p:nvPr userDrawn="1"/>
        </p:nvGrpSpPr>
        <p:grpSpPr>
          <a:xfrm rot="169789">
            <a:off x="7333468" y="1757113"/>
            <a:ext cx="5694860" cy="5835138"/>
            <a:chOff x="377825" y="6983413"/>
            <a:chExt cx="5284788" cy="5414962"/>
          </a:xfrm>
          <a:solidFill>
            <a:schemeClr val="accent1">
              <a:alpha val="4000"/>
            </a:schemeClr>
          </a:solidFill>
        </p:grpSpPr>
        <p:sp>
          <p:nvSpPr>
            <p:cNvPr id="19" name="Freeform 19"/>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0" name="Freeform 20"/>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22"/>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2" name="Freeform 23"/>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3" name="Freeform 24"/>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4" name="Freeform 25"/>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26"/>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31"/>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33"/>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35"/>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36"/>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38"/>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39"/>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2" name="Freeform 40"/>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3" name="日期占位符 2"/>
          <p:cNvSpPr>
            <a:spLocks noGrp="1"/>
          </p:cNvSpPr>
          <p:nvPr>
            <p:ph type="dt" sz="half" idx="10"/>
          </p:nvPr>
        </p:nvSpPr>
        <p:spPr/>
        <p:txBody>
          <a:bodyPr/>
          <a:lstStyle/>
          <a:p>
            <a:fld id="{DD96C455-D181-459A-8014-67AAEFFCA7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0321020-7931-4610-B95E-80A53469F597}" type="slidenum">
              <a:rPr lang="zh-CN" altLang="en-US" smtClean="0"/>
            </a:fld>
            <a:endParaRPr lang="zh-CN" altLang="en-US"/>
          </a:p>
        </p:txBody>
      </p:sp>
      <p:sp>
        <p:nvSpPr>
          <p:cNvPr id="9" name="任意多边形: 形状 8"/>
          <p:cNvSpPr/>
          <p:nvPr userDrawn="1"/>
        </p:nvSpPr>
        <p:spPr>
          <a:xfrm>
            <a:off x="1175646" y="1134201"/>
            <a:ext cx="2619936" cy="2620034"/>
          </a:xfrm>
          <a:custGeom>
            <a:avLst/>
            <a:gdLst>
              <a:gd name="connsiteX0" fmla="*/ 1310015 w 2619936"/>
              <a:gd name="connsiteY0" fmla="*/ 0 h 2620034"/>
              <a:gd name="connsiteX1" fmla="*/ 1310015 w 2619936"/>
              <a:gd name="connsiteY1" fmla="*/ 1311964 h 2620034"/>
              <a:gd name="connsiteX2" fmla="*/ 2619936 w 2619936"/>
              <a:gd name="connsiteY2" fmla="*/ 1311964 h 2620034"/>
              <a:gd name="connsiteX3" fmla="*/ 2613271 w 2619936"/>
              <a:gd name="connsiteY3" fmla="*/ 1443959 h 2620034"/>
              <a:gd name="connsiteX4" fmla="*/ 1310017 w 2619936"/>
              <a:gd name="connsiteY4" fmla="*/ 2620034 h 2620034"/>
              <a:gd name="connsiteX5" fmla="*/ 0 w 2619936"/>
              <a:gd name="connsiteY5" fmla="*/ 1310017 h 2620034"/>
              <a:gd name="connsiteX6" fmla="*/ 1176076 w 2619936"/>
              <a:gd name="connsiteY6" fmla="*/ 6764 h 2620034"/>
              <a:gd name="connsiteX0-1" fmla="*/ 1310015 w 2619936"/>
              <a:gd name="connsiteY0-2" fmla="*/ 1311964 h 2620034"/>
              <a:gd name="connsiteX1-3" fmla="*/ 2619936 w 2619936"/>
              <a:gd name="connsiteY1-4" fmla="*/ 1311964 h 2620034"/>
              <a:gd name="connsiteX2-5" fmla="*/ 2613271 w 2619936"/>
              <a:gd name="connsiteY2-6" fmla="*/ 1443959 h 2620034"/>
              <a:gd name="connsiteX3-7" fmla="*/ 1310017 w 2619936"/>
              <a:gd name="connsiteY3-8" fmla="*/ 2620034 h 2620034"/>
              <a:gd name="connsiteX4-9" fmla="*/ 0 w 2619936"/>
              <a:gd name="connsiteY4-10" fmla="*/ 1310017 h 2620034"/>
              <a:gd name="connsiteX5-11" fmla="*/ 1176076 w 2619936"/>
              <a:gd name="connsiteY5-12" fmla="*/ 6764 h 2620034"/>
              <a:gd name="connsiteX6-13" fmla="*/ 1310015 w 2619936"/>
              <a:gd name="connsiteY6-14" fmla="*/ 0 h 2620034"/>
              <a:gd name="connsiteX7" fmla="*/ 1401455 w 2619936"/>
              <a:gd name="connsiteY7" fmla="*/ 1403404 h 2620034"/>
              <a:gd name="connsiteX0-15" fmla="*/ 1310015 w 2619936"/>
              <a:gd name="connsiteY0-16" fmla="*/ 1311964 h 2620034"/>
              <a:gd name="connsiteX1-17" fmla="*/ 2619936 w 2619936"/>
              <a:gd name="connsiteY1-18" fmla="*/ 1311964 h 2620034"/>
              <a:gd name="connsiteX2-19" fmla="*/ 2613271 w 2619936"/>
              <a:gd name="connsiteY2-20" fmla="*/ 1443959 h 2620034"/>
              <a:gd name="connsiteX3-21" fmla="*/ 1310017 w 2619936"/>
              <a:gd name="connsiteY3-22" fmla="*/ 2620034 h 2620034"/>
              <a:gd name="connsiteX4-23" fmla="*/ 0 w 2619936"/>
              <a:gd name="connsiteY4-24" fmla="*/ 1310017 h 2620034"/>
              <a:gd name="connsiteX5-25" fmla="*/ 1176076 w 2619936"/>
              <a:gd name="connsiteY5-26" fmla="*/ 6764 h 2620034"/>
              <a:gd name="connsiteX6-27" fmla="*/ 1310015 w 2619936"/>
              <a:gd name="connsiteY6-28" fmla="*/ 0 h 2620034"/>
              <a:gd name="connsiteX0-29" fmla="*/ 2619936 w 2619936"/>
              <a:gd name="connsiteY0-30" fmla="*/ 1311964 h 2620034"/>
              <a:gd name="connsiteX1-31" fmla="*/ 2613271 w 2619936"/>
              <a:gd name="connsiteY1-32" fmla="*/ 1443959 h 2620034"/>
              <a:gd name="connsiteX2-33" fmla="*/ 1310017 w 2619936"/>
              <a:gd name="connsiteY2-34" fmla="*/ 2620034 h 2620034"/>
              <a:gd name="connsiteX3-35" fmla="*/ 0 w 2619936"/>
              <a:gd name="connsiteY3-36" fmla="*/ 1310017 h 2620034"/>
              <a:gd name="connsiteX4-37" fmla="*/ 1176076 w 2619936"/>
              <a:gd name="connsiteY4-38" fmla="*/ 6764 h 2620034"/>
              <a:gd name="connsiteX5-39" fmla="*/ 1310015 w 2619936"/>
              <a:gd name="connsiteY5-40" fmla="*/ 0 h 262003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619936" h="2620034">
                <a:moveTo>
                  <a:pt x="2619936" y="1311964"/>
                </a:moveTo>
                <a:lnTo>
                  <a:pt x="2613271" y="1443959"/>
                </a:lnTo>
                <a:cubicBezTo>
                  <a:pt x="2546185" y="2104542"/>
                  <a:pt x="1988300" y="2620034"/>
                  <a:pt x="1310017" y="2620034"/>
                </a:cubicBezTo>
                <a:cubicBezTo>
                  <a:pt x="586515" y="2620034"/>
                  <a:pt x="0" y="2033519"/>
                  <a:pt x="0" y="1310017"/>
                </a:cubicBezTo>
                <a:cubicBezTo>
                  <a:pt x="0" y="631734"/>
                  <a:pt x="515492" y="73850"/>
                  <a:pt x="1176076" y="6764"/>
                </a:cubicBezTo>
                <a:lnTo>
                  <a:pt x="1310015" y="0"/>
                </a:lnTo>
              </a:path>
            </a:pathLst>
          </a:cu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p:cNvSpPr/>
          <p:nvPr userDrawn="1"/>
        </p:nvSpPr>
        <p:spPr>
          <a:xfrm>
            <a:off x="4601109" y="1129189"/>
            <a:ext cx="2619936" cy="2620034"/>
          </a:xfrm>
          <a:custGeom>
            <a:avLst/>
            <a:gdLst>
              <a:gd name="connsiteX0" fmla="*/ 1310015 w 2619936"/>
              <a:gd name="connsiteY0" fmla="*/ 0 h 2620034"/>
              <a:gd name="connsiteX1" fmla="*/ 1310015 w 2619936"/>
              <a:gd name="connsiteY1" fmla="*/ 1311964 h 2620034"/>
              <a:gd name="connsiteX2" fmla="*/ 2619936 w 2619936"/>
              <a:gd name="connsiteY2" fmla="*/ 1311964 h 2620034"/>
              <a:gd name="connsiteX3" fmla="*/ 2613271 w 2619936"/>
              <a:gd name="connsiteY3" fmla="*/ 1443959 h 2620034"/>
              <a:gd name="connsiteX4" fmla="*/ 1310017 w 2619936"/>
              <a:gd name="connsiteY4" fmla="*/ 2620034 h 2620034"/>
              <a:gd name="connsiteX5" fmla="*/ 0 w 2619936"/>
              <a:gd name="connsiteY5" fmla="*/ 1310017 h 2620034"/>
              <a:gd name="connsiteX6" fmla="*/ 1176076 w 2619936"/>
              <a:gd name="connsiteY6" fmla="*/ 6764 h 2620034"/>
              <a:gd name="connsiteX0-1" fmla="*/ 1310015 w 2619936"/>
              <a:gd name="connsiteY0-2" fmla="*/ 1311964 h 2620034"/>
              <a:gd name="connsiteX1-3" fmla="*/ 2619936 w 2619936"/>
              <a:gd name="connsiteY1-4" fmla="*/ 1311964 h 2620034"/>
              <a:gd name="connsiteX2-5" fmla="*/ 2613271 w 2619936"/>
              <a:gd name="connsiteY2-6" fmla="*/ 1443959 h 2620034"/>
              <a:gd name="connsiteX3-7" fmla="*/ 1310017 w 2619936"/>
              <a:gd name="connsiteY3-8" fmla="*/ 2620034 h 2620034"/>
              <a:gd name="connsiteX4-9" fmla="*/ 0 w 2619936"/>
              <a:gd name="connsiteY4-10" fmla="*/ 1310017 h 2620034"/>
              <a:gd name="connsiteX5-11" fmla="*/ 1176076 w 2619936"/>
              <a:gd name="connsiteY5-12" fmla="*/ 6764 h 2620034"/>
              <a:gd name="connsiteX6-13" fmla="*/ 1310015 w 2619936"/>
              <a:gd name="connsiteY6-14" fmla="*/ 0 h 2620034"/>
              <a:gd name="connsiteX7" fmla="*/ 1401455 w 2619936"/>
              <a:gd name="connsiteY7" fmla="*/ 1403404 h 2620034"/>
              <a:gd name="connsiteX0-15" fmla="*/ 1310015 w 2619936"/>
              <a:gd name="connsiteY0-16" fmla="*/ 1311964 h 2620034"/>
              <a:gd name="connsiteX1-17" fmla="*/ 2619936 w 2619936"/>
              <a:gd name="connsiteY1-18" fmla="*/ 1311964 h 2620034"/>
              <a:gd name="connsiteX2-19" fmla="*/ 2613271 w 2619936"/>
              <a:gd name="connsiteY2-20" fmla="*/ 1443959 h 2620034"/>
              <a:gd name="connsiteX3-21" fmla="*/ 1310017 w 2619936"/>
              <a:gd name="connsiteY3-22" fmla="*/ 2620034 h 2620034"/>
              <a:gd name="connsiteX4-23" fmla="*/ 0 w 2619936"/>
              <a:gd name="connsiteY4-24" fmla="*/ 1310017 h 2620034"/>
              <a:gd name="connsiteX5-25" fmla="*/ 1176076 w 2619936"/>
              <a:gd name="connsiteY5-26" fmla="*/ 6764 h 2620034"/>
              <a:gd name="connsiteX6-27" fmla="*/ 1310015 w 2619936"/>
              <a:gd name="connsiteY6-28" fmla="*/ 0 h 2620034"/>
              <a:gd name="connsiteX0-29" fmla="*/ 2619936 w 2619936"/>
              <a:gd name="connsiteY0-30" fmla="*/ 1311964 h 2620034"/>
              <a:gd name="connsiteX1-31" fmla="*/ 2613271 w 2619936"/>
              <a:gd name="connsiteY1-32" fmla="*/ 1443959 h 2620034"/>
              <a:gd name="connsiteX2-33" fmla="*/ 1310017 w 2619936"/>
              <a:gd name="connsiteY2-34" fmla="*/ 2620034 h 2620034"/>
              <a:gd name="connsiteX3-35" fmla="*/ 0 w 2619936"/>
              <a:gd name="connsiteY3-36" fmla="*/ 1310017 h 2620034"/>
              <a:gd name="connsiteX4-37" fmla="*/ 1176076 w 2619936"/>
              <a:gd name="connsiteY4-38" fmla="*/ 6764 h 2620034"/>
              <a:gd name="connsiteX5-39" fmla="*/ 1310015 w 2619936"/>
              <a:gd name="connsiteY5-40" fmla="*/ 0 h 262003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619936" h="2620034">
                <a:moveTo>
                  <a:pt x="2619936" y="1311964"/>
                </a:moveTo>
                <a:lnTo>
                  <a:pt x="2613271" y="1443959"/>
                </a:lnTo>
                <a:cubicBezTo>
                  <a:pt x="2546185" y="2104542"/>
                  <a:pt x="1988300" y="2620034"/>
                  <a:pt x="1310017" y="2620034"/>
                </a:cubicBezTo>
                <a:cubicBezTo>
                  <a:pt x="586515" y="2620034"/>
                  <a:pt x="0" y="2033519"/>
                  <a:pt x="0" y="1310017"/>
                </a:cubicBezTo>
                <a:cubicBezTo>
                  <a:pt x="0" y="631734"/>
                  <a:pt x="515492" y="73850"/>
                  <a:pt x="1176076" y="6764"/>
                </a:cubicBezTo>
                <a:lnTo>
                  <a:pt x="1310015"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10"/>
          <p:cNvSpPr/>
          <p:nvPr userDrawn="1"/>
        </p:nvSpPr>
        <p:spPr>
          <a:xfrm>
            <a:off x="8026573" y="1129189"/>
            <a:ext cx="2619936" cy="2620034"/>
          </a:xfrm>
          <a:custGeom>
            <a:avLst/>
            <a:gdLst>
              <a:gd name="connsiteX0" fmla="*/ 1310015 w 2619936"/>
              <a:gd name="connsiteY0" fmla="*/ 0 h 2620034"/>
              <a:gd name="connsiteX1" fmla="*/ 1310015 w 2619936"/>
              <a:gd name="connsiteY1" fmla="*/ 1311964 h 2620034"/>
              <a:gd name="connsiteX2" fmla="*/ 2619936 w 2619936"/>
              <a:gd name="connsiteY2" fmla="*/ 1311964 h 2620034"/>
              <a:gd name="connsiteX3" fmla="*/ 2613271 w 2619936"/>
              <a:gd name="connsiteY3" fmla="*/ 1443959 h 2620034"/>
              <a:gd name="connsiteX4" fmla="*/ 1310017 w 2619936"/>
              <a:gd name="connsiteY4" fmla="*/ 2620034 h 2620034"/>
              <a:gd name="connsiteX5" fmla="*/ 0 w 2619936"/>
              <a:gd name="connsiteY5" fmla="*/ 1310017 h 2620034"/>
              <a:gd name="connsiteX6" fmla="*/ 1176076 w 2619936"/>
              <a:gd name="connsiteY6" fmla="*/ 6764 h 2620034"/>
              <a:gd name="connsiteX0-1" fmla="*/ 1310015 w 2619936"/>
              <a:gd name="connsiteY0-2" fmla="*/ 1311964 h 2620034"/>
              <a:gd name="connsiteX1-3" fmla="*/ 2619936 w 2619936"/>
              <a:gd name="connsiteY1-4" fmla="*/ 1311964 h 2620034"/>
              <a:gd name="connsiteX2-5" fmla="*/ 2613271 w 2619936"/>
              <a:gd name="connsiteY2-6" fmla="*/ 1443959 h 2620034"/>
              <a:gd name="connsiteX3-7" fmla="*/ 1310017 w 2619936"/>
              <a:gd name="connsiteY3-8" fmla="*/ 2620034 h 2620034"/>
              <a:gd name="connsiteX4-9" fmla="*/ 0 w 2619936"/>
              <a:gd name="connsiteY4-10" fmla="*/ 1310017 h 2620034"/>
              <a:gd name="connsiteX5-11" fmla="*/ 1176076 w 2619936"/>
              <a:gd name="connsiteY5-12" fmla="*/ 6764 h 2620034"/>
              <a:gd name="connsiteX6-13" fmla="*/ 1310015 w 2619936"/>
              <a:gd name="connsiteY6-14" fmla="*/ 0 h 2620034"/>
              <a:gd name="connsiteX7" fmla="*/ 1401455 w 2619936"/>
              <a:gd name="connsiteY7" fmla="*/ 1403404 h 2620034"/>
              <a:gd name="connsiteX0-15" fmla="*/ 1310015 w 2619936"/>
              <a:gd name="connsiteY0-16" fmla="*/ 1311964 h 2620034"/>
              <a:gd name="connsiteX1-17" fmla="*/ 2619936 w 2619936"/>
              <a:gd name="connsiteY1-18" fmla="*/ 1311964 h 2620034"/>
              <a:gd name="connsiteX2-19" fmla="*/ 2613271 w 2619936"/>
              <a:gd name="connsiteY2-20" fmla="*/ 1443959 h 2620034"/>
              <a:gd name="connsiteX3-21" fmla="*/ 1310017 w 2619936"/>
              <a:gd name="connsiteY3-22" fmla="*/ 2620034 h 2620034"/>
              <a:gd name="connsiteX4-23" fmla="*/ 0 w 2619936"/>
              <a:gd name="connsiteY4-24" fmla="*/ 1310017 h 2620034"/>
              <a:gd name="connsiteX5-25" fmla="*/ 1176076 w 2619936"/>
              <a:gd name="connsiteY5-26" fmla="*/ 6764 h 2620034"/>
              <a:gd name="connsiteX6-27" fmla="*/ 1310015 w 2619936"/>
              <a:gd name="connsiteY6-28" fmla="*/ 0 h 2620034"/>
              <a:gd name="connsiteX0-29" fmla="*/ 2619936 w 2619936"/>
              <a:gd name="connsiteY0-30" fmla="*/ 1311964 h 2620034"/>
              <a:gd name="connsiteX1-31" fmla="*/ 2613271 w 2619936"/>
              <a:gd name="connsiteY1-32" fmla="*/ 1443959 h 2620034"/>
              <a:gd name="connsiteX2-33" fmla="*/ 1310017 w 2619936"/>
              <a:gd name="connsiteY2-34" fmla="*/ 2620034 h 2620034"/>
              <a:gd name="connsiteX3-35" fmla="*/ 0 w 2619936"/>
              <a:gd name="connsiteY3-36" fmla="*/ 1310017 h 2620034"/>
              <a:gd name="connsiteX4-37" fmla="*/ 1176076 w 2619936"/>
              <a:gd name="connsiteY4-38" fmla="*/ 6764 h 2620034"/>
              <a:gd name="connsiteX5-39" fmla="*/ 1310015 w 2619936"/>
              <a:gd name="connsiteY5-40" fmla="*/ 0 h 262003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619936" h="2620034">
                <a:moveTo>
                  <a:pt x="2619936" y="1311964"/>
                </a:moveTo>
                <a:lnTo>
                  <a:pt x="2613271" y="1443959"/>
                </a:lnTo>
                <a:cubicBezTo>
                  <a:pt x="2546185" y="2104542"/>
                  <a:pt x="1988300" y="2620034"/>
                  <a:pt x="1310017" y="2620034"/>
                </a:cubicBezTo>
                <a:cubicBezTo>
                  <a:pt x="586515" y="2620034"/>
                  <a:pt x="0" y="2033519"/>
                  <a:pt x="0" y="1310017"/>
                </a:cubicBezTo>
                <a:cubicBezTo>
                  <a:pt x="0" y="631734"/>
                  <a:pt x="515492" y="73850"/>
                  <a:pt x="1176076" y="6764"/>
                </a:cubicBezTo>
                <a:lnTo>
                  <a:pt x="1310015"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椭圆 11"/>
          <p:cNvSpPr/>
          <p:nvPr userDrawn="1"/>
        </p:nvSpPr>
        <p:spPr>
          <a:xfrm>
            <a:off x="3746818" y="2390442"/>
            <a:ext cx="97528" cy="975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椭圆 12"/>
          <p:cNvSpPr/>
          <p:nvPr userDrawn="1"/>
        </p:nvSpPr>
        <p:spPr>
          <a:xfrm>
            <a:off x="7241893" y="2390442"/>
            <a:ext cx="97528" cy="975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椭圆 13"/>
          <p:cNvSpPr/>
          <p:nvPr userDrawn="1"/>
        </p:nvSpPr>
        <p:spPr>
          <a:xfrm>
            <a:off x="10597745" y="2390442"/>
            <a:ext cx="97528" cy="975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图片占位符 16"/>
          <p:cNvSpPr>
            <a:spLocks noGrp="1"/>
          </p:cNvSpPr>
          <p:nvPr>
            <p:ph type="pic" sz="quarter" idx="13"/>
          </p:nvPr>
        </p:nvSpPr>
        <p:spPr>
          <a:xfrm>
            <a:off x="1315435" y="1283230"/>
            <a:ext cx="2318937" cy="2319805"/>
          </a:xfrm>
          <a:prstGeom prst="ellipse">
            <a:avLst/>
          </a:prstGeom>
        </p:spPr>
        <p:txBody>
          <a:bodyPr/>
          <a:lstStyle/>
          <a:p>
            <a:endParaRPr lang="zh-CN" altLang="en-US"/>
          </a:p>
        </p:txBody>
      </p:sp>
      <p:sp>
        <p:nvSpPr>
          <p:cNvPr id="16" name="图片占位符 16"/>
          <p:cNvSpPr>
            <a:spLocks noGrp="1"/>
          </p:cNvSpPr>
          <p:nvPr>
            <p:ph type="pic" sz="quarter" idx="14"/>
          </p:nvPr>
        </p:nvSpPr>
        <p:spPr>
          <a:xfrm>
            <a:off x="4745356" y="1283230"/>
            <a:ext cx="2318937" cy="2319805"/>
          </a:xfrm>
          <a:prstGeom prst="ellipse">
            <a:avLst/>
          </a:prstGeom>
        </p:spPr>
        <p:txBody>
          <a:bodyPr/>
          <a:lstStyle/>
          <a:p>
            <a:endParaRPr lang="zh-CN" altLang="en-US"/>
          </a:p>
        </p:txBody>
      </p:sp>
      <p:sp>
        <p:nvSpPr>
          <p:cNvPr id="17" name="图片占位符 16"/>
          <p:cNvSpPr>
            <a:spLocks noGrp="1"/>
          </p:cNvSpPr>
          <p:nvPr>
            <p:ph type="pic" sz="quarter" idx="15"/>
          </p:nvPr>
        </p:nvSpPr>
        <p:spPr>
          <a:xfrm>
            <a:off x="8175278" y="1283230"/>
            <a:ext cx="2318937" cy="2319805"/>
          </a:xfrm>
          <a:prstGeom prst="ellipse">
            <a:avLst/>
          </a:prstGeom>
        </p:spPr>
        <p:txBody>
          <a:bodyPr/>
          <a:lstStyle/>
          <a:p>
            <a:endParaRPr lang="zh-CN" altLang="en-US"/>
          </a:p>
        </p:txBody>
      </p:sp>
      <p:sp>
        <p:nvSpPr>
          <p:cNvPr id="33" name="文本框 32"/>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endPar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endParaRPr>
          </a:p>
        </p:txBody>
      </p:sp>
      <p:sp>
        <p:nvSpPr>
          <p:cNvPr id="80" name="矩形: 圆角 79"/>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1" name="组合 80"/>
          <p:cNvGrpSpPr/>
          <p:nvPr userDrawn="1"/>
        </p:nvGrpSpPr>
        <p:grpSpPr>
          <a:xfrm>
            <a:off x="237423" y="135299"/>
            <a:ext cx="847682" cy="847682"/>
            <a:chOff x="237423" y="135299"/>
            <a:chExt cx="847682" cy="847682"/>
          </a:xfrm>
        </p:grpSpPr>
        <p:sp>
          <p:nvSpPr>
            <p:cNvPr id="82" name="椭圆 81"/>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293735" y="191234"/>
              <a:ext cx="735058" cy="735811"/>
              <a:chOff x="3497262" y="849313"/>
              <a:chExt cx="4651376" cy="4656138"/>
            </a:xfrm>
            <a:solidFill>
              <a:schemeClr val="accent1"/>
            </a:solidFill>
          </p:grpSpPr>
          <p:sp>
            <p:nvSpPr>
              <p:cNvPr id="84" name="Freeform 7"/>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9"/>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10"/>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11"/>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12"/>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13"/>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14"/>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15"/>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16"/>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17"/>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18"/>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19"/>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20"/>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21"/>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22"/>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23"/>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24"/>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25"/>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26"/>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27"/>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28"/>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29"/>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30"/>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31"/>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32"/>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33"/>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34"/>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46"/>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47"/>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48"/>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49"/>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50"/>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51"/>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52"/>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53"/>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54"/>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55"/>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56"/>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57"/>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58"/>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124" name="文本占位符 65"/>
          <p:cNvSpPr>
            <a:spLocks noGrp="1"/>
          </p:cNvSpPr>
          <p:nvPr>
            <p:ph type="body" idx="16"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多人介绍">
    <p:spTree>
      <p:nvGrpSpPr>
        <p:cNvPr id="1" name=""/>
        <p:cNvGrpSpPr/>
        <p:nvPr/>
      </p:nvGrpSpPr>
      <p:grpSpPr>
        <a:xfrm>
          <a:off x="0" y="0"/>
          <a:ext cx="0" cy="0"/>
          <a:chOff x="0" y="0"/>
          <a:chExt cx="0" cy="0"/>
        </a:xfrm>
      </p:grpSpPr>
      <p:grpSp>
        <p:nvGrpSpPr>
          <p:cNvPr id="27" name="组合 26"/>
          <p:cNvGrpSpPr/>
          <p:nvPr userDrawn="1"/>
        </p:nvGrpSpPr>
        <p:grpSpPr>
          <a:xfrm rot="169789">
            <a:off x="7333468" y="1757113"/>
            <a:ext cx="5694860" cy="5835138"/>
            <a:chOff x="377825" y="6983413"/>
            <a:chExt cx="5284788" cy="5414962"/>
          </a:xfrm>
          <a:solidFill>
            <a:schemeClr val="accent1">
              <a:alpha val="4000"/>
            </a:schemeClr>
          </a:solidFill>
        </p:grpSpPr>
        <p:sp>
          <p:nvSpPr>
            <p:cNvPr id="28" name="Freeform 19"/>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20"/>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22"/>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23"/>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2" name="Freeform 24"/>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3" name="Freeform 25"/>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4" name="Freeform 26"/>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5" name="Freeform 31"/>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6" name="Freeform 33"/>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7" name="Freeform 35"/>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8" name="Freeform 36"/>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9" name="Freeform 38"/>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0" name="Freeform 39"/>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1" name="Freeform 40"/>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23" name="泪滴形 22"/>
          <p:cNvSpPr/>
          <p:nvPr userDrawn="1"/>
        </p:nvSpPr>
        <p:spPr>
          <a:xfrm flipH="1" flipV="1">
            <a:off x="6231956" y="1325419"/>
            <a:ext cx="2284692" cy="2284692"/>
          </a:xfrm>
          <a:prstGeom prst="teardrop">
            <a:avLst/>
          </a:prstGeom>
          <a:solidFill>
            <a:schemeClr val="bg1">
              <a:lumMod val="9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泪滴形 23"/>
          <p:cNvSpPr/>
          <p:nvPr userDrawn="1"/>
        </p:nvSpPr>
        <p:spPr>
          <a:xfrm flipV="1">
            <a:off x="3836026" y="1325419"/>
            <a:ext cx="2284691" cy="2284691"/>
          </a:xfrm>
          <a:prstGeom prst="teardrop">
            <a:avLst/>
          </a:prstGeom>
          <a:solidFill>
            <a:schemeClr val="bg1">
              <a:lumMod val="9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泪滴形 20"/>
          <p:cNvSpPr/>
          <p:nvPr userDrawn="1"/>
        </p:nvSpPr>
        <p:spPr>
          <a:xfrm flipH="1">
            <a:off x="6231956" y="3712424"/>
            <a:ext cx="2284692" cy="2284692"/>
          </a:xfrm>
          <a:prstGeom prst="teardrop">
            <a:avLst/>
          </a:prstGeom>
          <a:solidFill>
            <a:schemeClr val="bg1">
              <a:lumMod val="9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泪滴形 18"/>
          <p:cNvSpPr/>
          <p:nvPr userDrawn="1"/>
        </p:nvSpPr>
        <p:spPr>
          <a:xfrm>
            <a:off x="3836024" y="3712424"/>
            <a:ext cx="2284693" cy="2284693"/>
          </a:xfrm>
          <a:prstGeom prst="teardrop">
            <a:avLst/>
          </a:prstGeom>
          <a:solidFill>
            <a:schemeClr val="bg1">
              <a:lumMod val="9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日期占位符 2"/>
          <p:cNvSpPr>
            <a:spLocks noGrp="1"/>
          </p:cNvSpPr>
          <p:nvPr>
            <p:ph type="dt" sz="half" idx="10"/>
          </p:nvPr>
        </p:nvSpPr>
        <p:spPr/>
        <p:txBody>
          <a:bodyPr/>
          <a:lstStyle/>
          <a:p>
            <a:fld id="{DD96C455-D181-459A-8014-67AAEFFCA7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0321020-7931-4610-B95E-80A53469F597}" type="slidenum">
              <a:rPr lang="zh-CN" altLang="en-US" smtClean="0"/>
            </a:fld>
            <a:endParaRPr lang="zh-CN" altLang="en-US"/>
          </a:p>
        </p:txBody>
      </p:sp>
      <p:sp>
        <p:nvSpPr>
          <p:cNvPr id="20" name="图片占位符 16"/>
          <p:cNvSpPr>
            <a:spLocks noGrp="1"/>
          </p:cNvSpPr>
          <p:nvPr>
            <p:ph type="pic" sz="quarter" idx="13"/>
          </p:nvPr>
        </p:nvSpPr>
        <p:spPr>
          <a:xfrm flipH="1">
            <a:off x="3921679" y="3817073"/>
            <a:ext cx="2082882" cy="2083662"/>
          </a:xfrm>
          <a:prstGeom prst="ellipse">
            <a:avLst/>
          </a:prstGeom>
        </p:spPr>
        <p:txBody>
          <a:bodyPr/>
          <a:lstStyle/>
          <a:p>
            <a:endParaRPr lang="zh-CN" altLang="en-US"/>
          </a:p>
        </p:txBody>
      </p:sp>
      <p:sp>
        <p:nvSpPr>
          <p:cNvPr id="22" name="图片占位符 16"/>
          <p:cNvSpPr>
            <a:spLocks noGrp="1"/>
          </p:cNvSpPr>
          <p:nvPr>
            <p:ph type="pic" sz="quarter" idx="14"/>
          </p:nvPr>
        </p:nvSpPr>
        <p:spPr>
          <a:xfrm>
            <a:off x="6337011" y="3817073"/>
            <a:ext cx="2082881" cy="2083661"/>
          </a:xfrm>
          <a:prstGeom prst="ellipse">
            <a:avLst/>
          </a:prstGeom>
        </p:spPr>
        <p:txBody>
          <a:bodyPr/>
          <a:lstStyle/>
          <a:p>
            <a:endParaRPr lang="zh-CN" altLang="en-US"/>
          </a:p>
        </p:txBody>
      </p:sp>
      <p:sp>
        <p:nvSpPr>
          <p:cNvPr id="25" name="图片占位符 16"/>
          <p:cNvSpPr>
            <a:spLocks noGrp="1"/>
          </p:cNvSpPr>
          <p:nvPr>
            <p:ph type="pic" sz="quarter" idx="15"/>
          </p:nvPr>
        </p:nvSpPr>
        <p:spPr>
          <a:xfrm flipH="1">
            <a:off x="3921681" y="1428875"/>
            <a:ext cx="2082880" cy="2083660"/>
          </a:xfrm>
          <a:prstGeom prst="ellipse">
            <a:avLst/>
          </a:prstGeom>
        </p:spPr>
        <p:txBody>
          <a:bodyPr/>
          <a:lstStyle/>
          <a:p>
            <a:endParaRPr lang="zh-CN" altLang="en-US"/>
          </a:p>
        </p:txBody>
      </p:sp>
      <p:sp>
        <p:nvSpPr>
          <p:cNvPr id="26" name="图片占位符 16"/>
          <p:cNvSpPr>
            <a:spLocks noGrp="1"/>
          </p:cNvSpPr>
          <p:nvPr>
            <p:ph type="pic" sz="quarter" idx="16"/>
          </p:nvPr>
        </p:nvSpPr>
        <p:spPr>
          <a:xfrm>
            <a:off x="6337011" y="1428873"/>
            <a:ext cx="2082881" cy="2083661"/>
          </a:xfrm>
          <a:prstGeom prst="ellipse">
            <a:avLst/>
          </a:prstGeom>
        </p:spPr>
        <p:txBody>
          <a:bodyPr/>
          <a:lstStyle/>
          <a:p>
            <a:endParaRPr lang="zh-CN" altLang="en-US"/>
          </a:p>
        </p:txBody>
      </p:sp>
      <p:sp>
        <p:nvSpPr>
          <p:cNvPr id="42" name="文本框 41"/>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endPar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endParaRPr>
          </a:p>
        </p:txBody>
      </p:sp>
      <p:sp>
        <p:nvSpPr>
          <p:cNvPr id="89" name="矩形: 圆角 88"/>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userDrawn="1"/>
        </p:nvGrpSpPr>
        <p:grpSpPr>
          <a:xfrm>
            <a:off x="237423" y="135299"/>
            <a:ext cx="847682" cy="847682"/>
            <a:chOff x="237423" y="135299"/>
            <a:chExt cx="847682" cy="847682"/>
          </a:xfrm>
        </p:grpSpPr>
        <p:sp>
          <p:nvSpPr>
            <p:cNvPr id="91" name="椭圆 90"/>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2" name="组合 91"/>
            <p:cNvGrpSpPr/>
            <p:nvPr/>
          </p:nvGrpSpPr>
          <p:grpSpPr>
            <a:xfrm>
              <a:off x="293735" y="191234"/>
              <a:ext cx="735058" cy="735811"/>
              <a:chOff x="3497262" y="849313"/>
              <a:chExt cx="4651376" cy="4656138"/>
            </a:xfrm>
            <a:solidFill>
              <a:schemeClr val="accent1"/>
            </a:solidFill>
          </p:grpSpPr>
          <p:sp>
            <p:nvSpPr>
              <p:cNvPr id="93" name="Freeform 7"/>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9"/>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10"/>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11"/>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12"/>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13"/>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14"/>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15"/>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16"/>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17"/>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18"/>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19"/>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20"/>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21"/>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22"/>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23"/>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24"/>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25"/>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26"/>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27"/>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28"/>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29"/>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30"/>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31"/>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32"/>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33"/>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34"/>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46"/>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47"/>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48"/>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49"/>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50"/>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51"/>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52"/>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53"/>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54"/>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55"/>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56"/>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57"/>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58"/>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133" name="文本占位符 65"/>
          <p:cNvSpPr>
            <a:spLocks noGrp="1"/>
          </p:cNvSpPr>
          <p:nvPr>
            <p:ph type="body" idx="17"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手机样机">
    <p:spTree>
      <p:nvGrpSpPr>
        <p:cNvPr id="1" name=""/>
        <p:cNvGrpSpPr/>
        <p:nvPr/>
      </p:nvGrpSpPr>
      <p:grpSpPr>
        <a:xfrm>
          <a:off x="0" y="0"/>
          <a:ext cx="0" cy="0"/>
          <a:chOff x="0" y="0"/>
          <a:chExt cx="0" cy="0"/>
        </a:xfrm>
      </p:grpSpPr>
      <p:sp>
        <p:nvSpPr>
          <p:cNvPr id="12" name="图片占位符 11"/>
          <p:cNvSpPr>
            <a:spLocks noGrp="1"/>
          </p:cNvSpPr>
          <p:nvPr>
            <p:ph type="pic" sz="quarter" idx="10"/>
          </p:nvPr>
        </p:nvSpPr>
        <p:spPr>
          <a:xfrm>
            <a:off x="4712208" y="1425576"/>
            <a:ext cx="2761487" cy="5432425"/>
          </a:xfrm>
          <a:custGeom>
            <a:avLst/>
            <a:gdLst>
              <a:gd name="connsiteX0" fmla="*/ 226557 w 2727960"/>
              <a:gd name="connsiteY0" fmla="*/ 0 h 5432425"/>
              <a:gd name="connsiteX1" fmla="*/ 2501403 w 2727960"/>
              <a:gd name="connsiteY1" fmla="*/ 0 h 5432425"/>
              <a:gd name="connsiteX2" fmla="*/ 2727960 w 2727960"/>
              <a:gd name="connsiteY2" fmla="*/ 226557 h 5432425"/>
              <a:gd name="connsiteX3" fmla="*/ 2727960 w 2727960"/>
              <a:gd name="connsiteY3" fmla="*/ 5432425 h 5432425"/>
              <a:gd name="connsiteX4" fmla="*/ 0 w 2727960"/>
              <a:gd name="connsiteY4" fmla="*/ 5432425 h 5432425"/>
              <a:gd name="connsiteX5" fmla="*/ 0 w 2727960"/>
              <a:gd name="connsiteY5" fmla="*/ 226557 h 5432425"/>
              <a:gd name="connsiteX6" fmla="*/ 226557 w 2727960"/>
              <a:gd name="connsiteY6" fmla="*/ 0 h 543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7960" h="5432425">
                <a:moveTo>
                  <a:pt x="226557" y="0"/>
                </a:moveTo>
                <a:lnTo>
                  <a:pt x="2501403" y="0"/>
                </a:lnTo>
                <a:cubicBezTo>
                  <a:pt x="2626527" y="0"/>
                  <a:pt x="2727960" y="101433"/>
                  <a:pt x="2727960" y="226557"/>
                </a:cubicBezTo>
                <a:lnTo>
                  <a:pt x="2727960" y="5432425"/>
                </a:lnTo>
                <a:lnTo>
                  <a:pt x="0" y="5432425"/>
                </a:lnTo>
                <a:lnTo>
                  <a:pt x="0" y="226557"/>
                </a:lnTo>
                <a:cubicBezTo>
                  <a:pt x="0" y="101433"/>
                  <a:pt x="101433" y="0"/>
                  <a:pt x="226557" y="0"/>
                </a:cubicBezTo>
                <a:close/>
              </a:path>
            </a:pathLst>
          </a:custGeom>
        </p:spPr>
        <p:txBody>
          <a:bodyPr wrap="square">
            <a:noAutofit/>
          </a:bodyPr>
          <a:lstStyle/>
          <a:p>
            <a:endParaRPr lang="zh-CN" altLang="en-US"/>
          </a:p>
        </p:txBody>
      </p:sp>
      <p:pic>
        <p:nvPicPr>
          <p:cNvPr id="6" name="图片 5"/>
          <p:cNvPicPr>
            <a:picLocks noChangeAspect="1"/>
          </p:cNvPicPr>
          <p:nvPr userDrawn="1"/>
        </p:nvPicPr>
        <p:blipFill rotWithShape="1">
          <a:blip r:embed="rId2" cstate="print">
            <a:extLst>
              <a:ext uri="{28A0092B-C50C-407E-A947-70E740481C1C}">
                <a14:useLocalDpi xmlns:a14="http://schemas.microsoft.com/office/drawing/2010/main" val="0"/>
              </a:ext>
            </a:extLst>
          </a:blip>
          <a:srcRect b="14157"/>
          <a:stretch>
            <a:fillRect/>
          </a:stretch>
        </p:blipFill>
        <p:spPr>
          <a:xfrm>
            <a:off x="4023982" y="970876"/>
            <a:ext cx="4144035" cy="5887124"/>
          </a:xfrm>
          <a:prstGeom prst="rect">
            <a:avLst/>
          </a:prstGeom>
        </p:spPr>
      </p:pic>
      <p:sp>
        <p:nvSpPr>
          <p:cNvPr id="13" name="文本框 12"/>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endPar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endParaRPr>
          </a:p>
        </p:txBody>
      </p:sp>
      <p:grpSp>
        <p:nvGrpSpPr>
          <p:cNvPr id="14" name="组合 13"/>
          <p:cNvGrpSpPr/>
          <p:nvPr userDrawn="1"/>
        </p:nvGrpSpPr>
        <p:grpSpPr>
          <a:xfrm rot="169789">
            <a:off x="7333468" y="1757113"/>
            <a:ext cx="5694860" cy="5835138"/>
            <a:chOff x="377825" y="6983413"/>
            <a:chExt cx="5284788" cy="5414962"/>
          </a:xfrm>
          <a:solidFill>
            <a:schemeClr val="accent1">
              <a:alpha val="4000"/>
            </a:schemeClr>
          </a:solidFill>
        </p:grpSpPr>
        <p:sp>
          <p:nvSpPr>
            <p:cNvPr id="15" name="Freeform 19"/>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6" name="Freeform 20"/>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7" name="Freeform 22"/>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8" name="Freeform 23"/>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9" name="Freeform 24"/>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0" name="Freeform 25"/>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26"/>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2" name="Freeform 31"/>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3" name="Freeform 33"/>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4" name="Freeform 35"/>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36"/>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38"/>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39"/>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40"/>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75" name="矩形: 圆角 74"/>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6" name="组合 75"/>
          <p:cNvGrpSpPr/>
          <p:nvPr userDrawn="1"/>
        </p:nvGrpSpPr>
        <p:grpSpPr>
          <a:xfrm>
            <a:off x="237423" y="135299"/>
            <a:ext cx="847682" cy="847682"/>
            <a:chOff x="237423" y="135299"/>
            <a:chExt cx="847682" cy="847682"/>
          </a:xfrm>
        </p:grpSpPr>
        <p:sp>
          <p:nvSpPr>
            <p:cNvPr id="77" name="椭圆 76"/>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293735" y="191234"/>
              <a:ext cx="735058" cy="735811"/>
              <a:chOff x="3497262" y="849313"/>
              <a:chExt cx="4651376" cy="4656138"/>
            </a:xfrm>
            <a:solidFill>
              <a:schemeClr val="accent1"/>
            </a:solidFill>
          </p:grpSpPr>
          <p:sp>
            <p:nvSpPr>
              <p:cNvPr id="79" name="Freeform 7"/>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9"/>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10"/>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11"/>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12"/>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13"/>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14"/>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15"/>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16"/>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17"/>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18"/>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19"/>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20"/>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21"/>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22"/>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23"/>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24"/>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25"/>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26"/>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27"/>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28"/>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29"/>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30"/>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31"/>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32"/>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33"/>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34"/>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46"/>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47"/>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48"/>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49"/>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50"/>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51"/>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52"/>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53"/>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54"/>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55"/>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56"/>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57"/>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58"/>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119" name="文本占位符 65"/>
          <p:cNvSpPr>
            <a:spLocks noGrp="1"/>
          </p:cNvSpPr>
          <p:nvPr>
            <p:ph type="body" idx="13"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电脑样机">
    <p:spTree>
      <p:nvGrpSpPr>
        <p:cNvPr id="1" name=""/>
        <p:cNvGrpSpPr/>
        <p:nvPr/>
      </p:nvGrpSpPr>
      <p:grpSpPr>
        <a:xfrm>
          <a:off x="0" y="0"/>
          <a:ext cx="0" cy="0"/>
          <a:chOff x="0" y="0"/>
          <a:chExt cx="0" cy="0"/>
        </a:xfrm>
      </p:grpSpPr>
      <p:grpSp>
        <p:nvGrpSpPr>
          <p:cNvPr id="7" name="组合 6"/>
          <p:cNvGrpSpPr/>
          <p:nvPr userDrawn="1"/>
        </p:nvGrpSpPr>
        <p:grpSpPr>
          <a:xfrm rot="169789">
            <a:off x="7333468" y="1757113"/>
            <a:ext cx="5694860" cy="5835138"/>
            <a:chOff x="377825" y="6983413"/>
            <a:chExt cx="5284788" cy="5414962"/>
          </a:xfrm>
          <a:solidFill>
            <a:schemeClr val="accent1">
              <a:alpha val="4000"/>
            </a:schemeClr>
          </a:solidFill>
        </p:grpSpPr>
        <p:sp>
          <p:nvSpPr>
            <p:cNvPr id="8" name="Freeform 19"/>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9" name="Freeform 20"/>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0" name="Freeform 22"/>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1" name="Freeform 23"/>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2" name="Freeform 24"/>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3" name="Freeform 25"/>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4" name="Freeform 26"/>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5" name="Freeform 31"/>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6" name="Freeform 33"/>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7" name="Freeform 35"/>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8" name="Freeform 36"/>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9" name="Freeform 38"/>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0" name="Freeform 39"/>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40"/>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65" name="椭圆 64"/>
          <p:cNvSpPr/>
          <p:nvPr userDrawn="1"/>
        </p:nvSpPr>
        <p:spPr>
          <a:xfrm>
            <a:off x="6958403" y="5702153"/>
            <a:ext cx="2640760" cy="529481"/>
          </a:xfrm>
          <a:prstGeom prst="ellipse">
            <a:avLst/>
          </a:prstGeom>
          <a:solidFill>
            <a:schemeClr val="bg2">
              <a:lumMod val="50000"/>
              <a:alpha val="32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45469" y="1494982"/>
            <a:ext cx="5799137" cy="4525085"/>
          </a:xfrm>
          <a:prstGeom prst="rect">
            <a:avLst/>
          </a:prstGeom>
        </p:spPr>
      </p:pic>
      <p:sp>
        <p:nvSpPr>
          <p:cNvPr id="23" name="图片占位符 22"/>
          <p:cNvSpPr>
            <a:spLocks noGrp="1"/>
          </p:cNvSpPr>
          <p:nvPr>
            <p:ph type="pic" sz="quarter" idx="10"/>
          </p:nvPr>
        </p:nvSpPr>
        <p:spPr>
          <a:xfrm>
            <a:off x="5575656" y="1711325"/>
            <a:ext cx="5324475" cy="3014663"/>
          </a:xfrm>
        </p:spPr>
        <p:txBody>
          <a:bodyPr/>
          <a:lstStyle/>
          <a:p>
            <a:endParaRPr lang="zh-CN" altLang="en-US"/>
          </a:p>
        </p:txBody>
      </p:sp>
      <p:sp>
        <p:nvSpPr>
          <p:cNvPr id="24" name="文本框 23"/>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endPar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endParaRPr>
          </a:p>
        </p:txBody>
      </p:sp>
      <p:sp>
        <p:nvSpPr>
          <p:cNvPr id="70" name="矩形: 圆角 69"/>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1" name="组合 70"/>
          <p:cNvGrpSpPr/>
          <p:nvPr userDrawn="1"/>
        </p:nvGrpSpPr>
        <p:grpSpPr>
          <a:xfrm>
            <a:off x="237423" y="135299"/>
            <a:ext cx="847682" cy="847682"/>
            <a:chOff x="237423" y="135299"/>
            <a:chExt cx="847682" cy="847682"/>
          </a:xfrm>
        </p:grpSpPr>
        <p:sp>
          <p:nvSpPr>
            <p:cNvPr id="72" name="椭圆 71"/>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p:cNvGrpSpPr/>
            <p:nvPr/>
          </p:nvGrpSpPr>
          <p:grpSpPr>
            <a:xfrm>
              <a:off x="293735" y="191234"/>
              <a:ext cx="735058" cy="735811"/>
              <a:chOff x="3497262" y="849313"/>
              <a:chExt cx="4651376" cy="4656138"/>
            </a:xfrm>
            <a:solidFill>
              <a:schemeClr val="accent1"/>
            </a:solidFill>
          </p:grpSpPr>
          <p:sp>
            <p:nvSpPr>
              <p:cNvPr id="74" name="Freeform 7"/>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9"/>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10"/>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11"/>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12"/>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13"/>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14"/>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15"/>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16"/>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17"/>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18"/>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19"/>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20"/>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21"/>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22"/>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23"/>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24"/>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25"/>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26"/>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27"/>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28"/>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29"/>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30"/>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31"/>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32"/>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33"/>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34"/>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46"/>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47"/>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48"/>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49"/>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50"/>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51"/>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52"/>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53"/>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54"/>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55"/>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56"/>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57"/>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58"/>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114" name="文本占位符 65"/>
          <p:cNvSpPr>
            <a:spLocks noGrp="1"/>
          </p:cNvSpPr>
          <p:nvPr>
            <p:ph type="body" idx="13"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音乐播放页">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D96C455-D181-459A-8014-67AAEFFCA7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0321020-7931-4610-B95E-80A53469F597}" type="slidenum">
              <a:rPr lang="zh-CN" altLang="en-US" smtClean="0"/>
            </a:fld>
            <a:endParaRPr lang="zh-CN" altLang="en-US"/>
          </a:p>
        </p:txBody>
      </p:sp>
      <p:sp>
        <p:nvSpPr>
          <p:cNvPr id="8" name="图片占位符 7"/>
          <p:cNvSpPr>
            <a:spLocks noGrp="1"/>
          </p:cNvSpPr>
          <p:nvPr>
            <p:ph type="pic" sz="quarter" idx="13"/>
          </p:nvPr>
        </p:nvSpPr>
        <p:spPr>
          <a:xfrm>
            <a:off x="7989570" y="2431013"/>
            <a:ext cx="2595932" cy="2595932"/>
          </a:xfrm>
          <a:prstGeom prst="ellipse">
            <a:avLst/>
          </a:prstGeom>
        </p:spPr>
        <p:txBody>
          <a:bodyPr/>
          <a:lstStyle/>
          <a:p>
            <a:endParaRPr lang="zh-CN" altLang="en-US"/>
          </a:p>
        </p:txBody>
      </p:sp>
      <p:sp>
        <p:nvSpPr>
          <p:cNvPr id="9" name="矩形: 圆角 8"/>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userDrawn="1"/>
        </p:nvGrpSpPr>
        <p:grpSpPr>
          <a:xfrm>
            <a:off x="237423" y="135299"/>
            <a:ext cx="847682" cy="847682"/>
            <a:chOff x="237423" y="135299"/>
            <a:chExt cx="847682" cy="847682"/>
          </a:xfrm>
        </p:grpSpPr>
        <p:sp>
          <p:nvSpPr>
            <p:cNvPr id="11" name="椭圆 10"/>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293735" y="191234"/>
              <a:ext cx="735058" cy="735811"/>
              <a:chOff x="3497262" y="849313"/>
              <a:chExt cx="4651376" cy="4656138"/>
            </a:xfrm>
            <a:solidFill>
              <a:schemeClr val="accent1"/>
            </a:solidFill>
          </p:grpSpPr>
          <p:sp>
            <p:nvSpPr>
              <p:cNvPr id="13" name="Freeform 7"/>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9"/>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0"/>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1"/>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2"/>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3"/>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14"/>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5"/>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16"/>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7"/>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18"/>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19"/>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0"/>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21"/>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2"/>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23"/>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24"/>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25"/>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26"/>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27"/>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28"/>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29"/>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30"/>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31"/>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32"/>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33"/>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34"/>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46"/>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47"/>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48"/>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49"/>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50"/>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51"/>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52"/>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53"/>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54"/>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55"/>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56"/>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57"/>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58"/>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53" name="文本占位符 65"/>
          <p:cNvSpPr>
            <a:spLocks noGrp="1"/>
          </p:cNvSpPr>
          <p:nvPr>
            <p:ph type="body" idx="14"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endParaRPr lang="zh-CN" altLang="en-US" dirty="0"/>
          </a:p>
        </p:txBody>
      </p:sp>
      <p:sp>
        <p:nvSpPr>
          <p:cNvPr id="54" name="文本框 53"/>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endPar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endParaRPr>
          </a:p>
        </p:txBody>
      </p:sp>
      <p:grpSp>
        <p:nvGrpSpPr>
          <p:cNvPr id="55" name="组合 54"/>
          <p:cNvGrpSpPr/>
          <p:nvPr userDrawn="1"/>
        </p:nvGrpSpPr>
        <p:grpSpPr>
          <a:xfrm rot="169789">
            <a:off x="7333468" y="1757113"/>
            <a:ext cx="5694860" cy="5835138"/>
            <a:chOff x="377825" y="6983413"/>
            <a:chExt cx="5284788" cy="5414962"/>
          </a:xfrm>
          <a:solidFill>
            <a:schemeClr val="accent1">
              <a:alpha val="4000"/>
            </a:schemeClr>
          </a:solidFill>
        </p:grpSpPr>
        <p:sp>
          <p:nvSpPr>
            <p:cNvPr id="56" name="Freeform 19"/>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57" name="Freeform 20"/>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58" name="Freeform 22"/>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59" name="Freeform 23"/>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0" name="Freeform 24"/>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1" name="Freeform 25"/>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2" name="Freeform 26"/>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3" name="Freeform 31"/>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4" name="Freeform 33"/>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5" name="Freeform 35"/>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6" name="Freeform 36"/>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7" name="Freeform 38"/>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8" name="Freeform 39"/>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9" name="Freeform 40"/>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dkUpDiag">
          <a:fgClr>
            <a:schemeClr val="bg1"/>
          </a:fgClr>
          <a:bgClr>
            <a:schemeClr val="bg1">
              <a:lumMod val="95000"/>
            </a:schemeClr>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96C455-D181-459A-8014-67AAEFFCA7C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321020-7931-4610-B95E-80A53469F59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microsoft.com/office/2007/relationships/hdphoto" Target="../media/image8.wdp"/><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microsoft.com/office/2007/relationships/hdphoto" Target="../media/image8.wdp"/><Relationship Id="rId7" Type="http://schemas.openxmlformats.org/officeDocument/2006/relationships/image" Target="../media/image7.png"/><Relationship Id="rId6" Type="http://schemas.microsoft.com/office/2007/relationships/hdphoto" Target="../media/image13.wdp"/><Relationship Id="rId5" Type="http://schemas.openxmlformats.org/officeDocument/2006/relationships/image" Target="../media/image12.png"/><Relationship Id="rId4" Type="http://schemas.openxmlformats.org/officeDocument/2006/relationships/image" Target="../media/image11.png"/><Relationship Id="rId3" Type="http://schemas.microsoft.com/office/2007/relationships/hdphoto" Target="../media/image10.wdp"/><Relationship Id="rId2" Type="http://schemas.openxmlformats.org/officeDocument/2006/relationships/image" Target="../media/image9.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microsoft.com/office/2007/relationships/hdphoto" Target="../media/image8.wdp"/><Relationship Id="rId3" Type="http://schemas.openxmlformats.org/officeDocument/2006/relationships/image" Target="../media/image7.png"/><Relationship Id="rId2" Type="http://schemas.openxmlformats.org/officeDocument/2006/relationships/image" Target="../media/image14.jpe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hdphoto" Target="../media/image13.wdp"/><Relationship Id="rId4" Type="http://schemas.openxmlformats.org/officeDocument/2006/relationships/image" Target="../media/image12.png"/><Relationship Id="rId3" Type="http://schemas.openxmlformats.org/officeDocument/2006/relationships/image" Target="../media/image11.png"/><Relationship Id="rId2" Type="http://schemas.microsoft.com/office/2007/relationships/hdphoto" Target="../media/image8.wdp"/><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microsoft.com/office/2007/relationships/hdphoto" Target="../media/image13.wdp"/><Relationship Id="rId5" Type="http://schemas.openxmlformats.org/officeDocument/2006/relationships/image" Target="../media/image12.png"/><Relationship Id="rId4" Type="http://schemas.openxmlformats.org/officeDocument/2006/relationships/image" Target="../media/image11.png"/><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microsoft.com/office/2007/relationships/hdphoto" Target="../media/image13.wdp"/><Relationship Id="rId5" Type="http://schemas.openxmlformats.org/officeDocument/2006/relationships/image" Target="../media/image12.png"/><Relationship Id="rId4" Type="http://schemas.openxmlformats.org/officeDocument/2006/relationships/image" Target="../media/image11.png"/><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1.svg"/><Relationship Id="rId6" Type="http://schemas.openxmlformats.org/officeDocument/2006/relationships/image" Target="../media/image15.png"/><Relationship Id="rId5" Type="http://schemas.microsoft.com/office/2007/relationships/hdphoto" Target="../media/image13.wdp"/><Relationship Id="rId4" Type="http://schemas.openxmlformats.org/officeDocument/2006/relationships/image" Target="../media/image12.png"/><Relationship Id="rId3" Type="http://schemas.openxmlformats.org/officeDocument/2006/relationships/image" Target="../media/image11.png"/><Relationship Id="rId2" Type="http://schemas.microsoft.com/office/2007/relationships/hdphoto" Target="../media/image8.wdp"/><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hdphoto" Target="../media/image8.wdp"/><Relationship Id="rId4" Type="http://schemas.openxmlformats.org/officeDocument/2006/relationships/image" Target="../media/image7.png"/><Relationship Id="rId3" Type="http://schemas.microsoft.com/office/2007/relationships/hdphoto" Target="../media/image17.wdp"/><Relationship Id="rId2" Type="http://schemas.openxmlformats.org/officeDocument/2006/relationships/image" Target="../media/image16.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9" Type="http://schemas.microsoft.com/office/2007/relationships/hdphoto" Target="../media/image13.wdp"/><Relationship Id="rId8" Type="http://schemas.openxmlformats.org/officeDocument/2006/relationships/image" Target="../media/image12.png"/><Relationship Id="rId7" Type="http://schemas.openxmlformats.org/officeDocument/2006/relationships/image" Target="../media/image11.png"/><Relationship Id="rId6" Type="http://schemas.microsoft.com/office/2007/relationships/hdphoto" Target="../media/image8.wdp"/><Relationship Id="rId5" Type="http://schemas.openxmlformats.org/officeDocument/2006/relationships/image" Target="../media/image7.png"/><Relationship Id="rId4" Type="http://schemas.openxmlformats.org/officeDocument/2006/relationships/image" Target="../media/image20.png"/><Relationship Id="rId3" Type="http://schemas.microsoft.com/office/2007/relationships/hdphoto" Target="../media/image19.wdp"/><Relationship Id="rId2" Type="http://schemas.openxmlformats.org/officeDocument/2006/relationships/image" Target="../media/image18.png"/><Relationship Id="rId10" Type="http://schemas.openxmlformats.org/officeDocument/2006/relationships/slideLayout" Target="../slideLayouts/slideLayout4.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svg"/><Relationship Id="rId7" Type="http://schemas.openxmlformats.org/officeDocument/2006/relationships/image" Target="../media/image21.png"/><Relationship Id="rId6" Type="http://schemas.microsoft.com/office/2007/relationships/hdphoto" Target="../media/image13.wdp"/><Relationship Id="rId5" Type="http://schemas.openxmlformats.org/officeDocument/2006/relationships/image" Target="../media/image12.png"/><Relationship Id="rId4" Type="http://schemas.openxmlformats.org/officeDocument/2006/relationships/image" Target="../media/image11.png"/><Relationship Id="rId3" Type="http://schemas.microsoft.com/office/2007/relationships/hdphoto" Target="../media/image8.wdp"/><Relationship Id="rId2" Type="http://schemas.openxmlformats.org/officeDocument/2006/relationships/image" Target="../media/image7.png"/><Relationship Id="rId11" Type="http://schemas.openxmlformats.org/officeDocument/2006/relationships/slideLayout" Target="../slideLayouts/slideLayout4.xml"/><Relationship Id="rId10" Type="http://schemas.openxmlformats.org/officeDocument/2006/relationships/image" Target="../media/image3.sv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microsoft.com/office/2007/relationships/hdphoto" Target="../media/image13.wdp"/><Relationship Id="rId5" Type="http://schemas.openxmlformats.org/officeDocument/2006/relationships/image" Target="../media/image12.png"/><Relationship Id="rId4" Type="http://schemas.openxmlformats.org/officeDocument/2006/relationships/image" Target="../media/image11.png"/><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25.jpeg"/><Relationship Id="rId7" Type="http://schemas.openxmlformats.org/officeDocument/2006/relationships/image" Target="../media/image24.jpeg"/><Relationship Id="rId6" Type="http://schemas.openxmlformats.org/officeDocument/2006/relationships/image" Target="../media/image23.jpeg"/><Relationship Id="rId5" Type="http://schemas.microsoft.com/office/2007/relationships/hdphoto" Target="../media/image13.wdp"/><Relationship Id="rId4" Type="http://schemas.openxmlformats.org/officeDocument/2006/relationships/image" Target="../media/image12.png"/><Relationship Id="rId3" Type="http://schemas.openxmlformats.org/officeDocument/2006/relationships/image" Target="../media/image11.png"/><Relationship Id="rId2" Type="http://schemas.microsoft.com/office/2007/relationships/hdphoto" Target="../media/image8.wdp"/><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microsoft.com/office/2007/relationships/hdphoto" Target="../media/image8.wdp"/><Relationship Id="rId3" Type="http://schemas.openxmlformats.org/officeDocument/2006/relationships/image" Target="../media/image7.png"/><Relationship Id="rId2" Type="http://schemas.openxmlformats.org/officeDocument/2006/relationships/image" Target="../media/image26.jpe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microsoft.com/office/2007/relationships/hdphoto" Target="../media/image13.wdp"/><Relationship Id="rId5" Type="http://schemas.openxmlformats.org/officeDocument/2006/relationships/image" Target="../media/image12.png"/><Relationship Id="rId4" Type="http://schemas.openxmlformats.org/officeDocument/2006/relationships/image" Target="../media/image11.png"/><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microsoft.com/office/2007/relationships/hdphoto" Target="../media/image13.wdp"/><Relationship Id="rId5" Type="http://schemas.openxmlformats.org/officeDocument/2006/relationships/image" Target="../media/image12.png"/><Relationship Id="rId4" Type="http://schemas.openxmlformats.org/officeDocument/2006/relationships/image" Target="../media/image11.png"/><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9" Type="http://schemas.openxmlformats.org/officeDocument/2006/relationships/image" Target="../media/image3.svg"/><Relationship Id="rId8" Type="http://schemas.openxmlformats.org/officeDocument/2006/relationships/image" Target="../media/image22.png"/><Relationship Id="rId7" Type="http://schemas.openxmlformats.org/officeDocument/2006/relationships/image" Target="../media/image2.svg"/><Relationship Id="rId6" Type="http://schemas.openxmlformats.org/officeDocument/2006/relationships/image" Target="../media/image21.png"/><Relationship Id="rId5" Type="http://schemas.microsoft.com/office/2007/relationships/hdphoto" Target="../media/image13.wdp"/><Relationship Id="rId4" Type="http://schemas.openxmlformats.org/officeDocument/2006/relationships/image" Target="../media/image12.png"/><Relationship Id="rId3" Type="http://schemas.openxmlformats.org/officeDocument/2006/relationships/image" Target="../media/image11.png"/><Relationship Id="rId2" Type="http://schemas.microsoft.com/office/2007/relationships/hdphoto" Target="../media/image8.wdp"/><Relationship Id="rId10" Type="http://schemas.openxmlformats.org/officeDocument/2006/relationships/slideLayout" Target="../slideLayouts/slideLayout4.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27.jpeg"/><Relationship Id="rId6" Type="http://schemas.microsoft.com/office/2007/relationships/hdphoto" Target="../media/image13.wdp"/><Relationship Id="rId5" Type="http://schemas.openxmlformats.org/officeDocument/2006/relationships/image" Target="../media/image12.png"/><Relationship Id="rId4" Type="http://schemas.openxmlformats.org/officeDocument/2006/relationships/image" Target="../media/image11.png"/><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microsoft.com/office/2007/relationships/hdphoto" Target="../media/image8.wdp"/><Relationship Id="rId3" Type="http://schemas.openxmlformats.org/officeDocument/2006/relationships/image" Target="../media/image7.png"/><Relationship Id="rId2" Type="http://schemas.openxmlformats.org/officeDocument/2006/relationships/image" Target="../media/image28.jpe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9" Type="http://schemas.openxmlformats.org/officeDocument/2006/relationships/image" Target="../media/image5.svg"/><Relationship Id="rId8" Type="http://schemas.openxmlformats.org/officeDocument/2006/relationships/image" Target="../media/image30.png"/><Relationship Id="rId7" Type="http://schemas.openxmlformats.org/officeDocument/2006/relationships/image" Target="../media/image4.svg"/><Relationship Id="rId6" Type="http://schemas.openxmlformats.org/officeDocument/2006/relationships/image" Target="../media/image29.png"/><Relationship Id="rId5" Type="http://schemas.microsoft.com/office/2007/relationships/hdphoto" Target="../media/image13.wdp"/><Relationship Id="rId4" Type="http://schemas.openxmlformats.org/officeDocument/2006/relationships/image" Target="../media/image12.png"/><Relationship Id="rId3" Type="http://schemas.openxmlformats.org/officeDocument/2006/relationships/image" Target="../media/image11.png"/><Relationship Id="rId2" Type="http://schemas.microsoft.com/office/2007/relationships/hdphoto" Target="../media/image8.wdp"/><Relationship Id="rId10" Type="http://schemas.openxmlformats.org/officeDocument/2006/relationships/slideLayout" Target="../slideLayouts/slideLayout4.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hdphoto" Target="../media/image13.wdp"/><Relationship Id="rId4" Type="http://schemas.openxmlformats.org/officeDocument/2006/relationships/image" Target="../media/image12.png"/><Relationship Id="rId3" Type="http://schemas.openxmlformats.org/officeDocument/2006/relationships/image" Target="../media/image11.png"/><Relationship Id="rId2" Type="http://schemas.microsoft.com/office/2007/relationships/hdphoto" Target="../media/image8.wdp"/><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hdphoto" Target="../media/image13.wdp"/><Relationship Id="rId4" Type="http://schemas.openxmlformats.org/officeDocument/2006/relationships/image" Target="../media/image12.png"/><Relationship Id="rId3" Type="http://schemas.openxmlformats.org/officeDocument/2006/relationships/image" Target="../media/image11.png"/><Relationship Id="rId2" Type="http://schemas.microsoft.com/office/2007/relationships/hdphoto" Target="../media/image8.wdp"/><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hdphoto" Target="../media/image13.wdp"/><Relationship Id="rId4" Type="http://schemas.openxmlformats.org/officeDocument/2006/relationships/image" Target="../media/image12.png"/><Relationship Id="rId3" Type="http://schemas.openxmlformats.org/officeDocument/2006/relationships/image" Target="../media/image11.png"/><Relationship Id="rId2" Type="http://schemas.microsoft.com/office/2007/relationships/hdphoto" Target="../media/image8.wdp"/><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31.jpeg"/><Relationship Id="rId6" Type="http://schemas.openxmlformats.org/officeDocument/2006/relationships/hyperlink" Target="http://www.rapidesign.cn/" TargetMode="External"/><Relationship Id="rId5" Type="http://schemas.microsoft.com/office/2007/relationships/hdphoto" Target="../media/image13.wdp"/><Relationship Id="rId4" Type="http://schemas.openxmlformats.org/officeDocument/2006/relationships/image" Target="../media/image12.png"/><Relationship Id="rId3" Type="http://schemas.openxmlformats.org/officeDocument/2006/relationships/image" Target="../media/image11.png"/><Relationship Id="rId2" Type="http://schemas.microsoft.com/office/2007/relationships/hdphoto" Target="../media/image8.wdp"/><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hdphoto" Target="../media/image13.wdp"/><Relationship Id="rId4" Type="http://schemas.openxmlformats.org/officeDocument/2006/relationships/image" Target="../media/image12.png"/><Relationship Id="rId3" Type="http://schemas.openxmlformats.org/officeDocument/2006/relationships/image" Target="../media/image11.png"/><Relationship Id="rId2" Type="http://schemas.microsoft.com/office/2007/relationships/hdphoto" Target="../media/image8.wdp"/><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microsoft.com/office/2007/relationships/hdphoto" Target="../media/image13.wdp"/><Relationship Id="rId5" Type="http://schemas.openxmlformats.org/officeDocument/2006/relationships/image" Target="../media/image12.png"/><Relationship Id="rId4" Type="http://schemas.openxmlformats.org/officeDocument/2006/relationships/image" Target="../media/image11.png"/><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microsoft.com/office/2007/relationships/hdphoto" Target="../media/image8.wdp"/><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1093742" y="-2043608"/>
            <a:ext cx="10004509" cy="10004509"/>
          </a:xfrm>
          <a:prstGeom prst="rect">
            <a:avLst/>
          </a:prstGeom>
        </p:spPr>
      </p:pic>
      <p:grpSp>
        <p:nvGrpSpPr>
          <p:cNvPr id="4" name="组合 3"/>
          <p:cNvGrpSpPr/>
          <p:nvPr/>
        </p:nvGrpSpPr>
        <p:grpSpPr>
          <a:xfrm>
            <a:off x="-1" y="0"/>
            <a:ext cx="12192001" cy="3573018"/>
            <a:chOff x="-1" y="2017154"/>
            <a:chExt cx="12192001" cy="1373434"/>
          </a:xfrm>
        </p:grpSpPr>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t="15676" b="16495"/>
            <a:stretch>
              <a:fillRect/>
            </a:stretch>
          </p:blipFill>
          <p:spPr>
            <a:xfrm>
              <a:off x="0" y="2017154"/>
              <a:ext cx="12191999" cy="1373434"/>
            </a:xfrm>
            <a:custGeom>
              <a:avLst/>
              <a:gdLst>
                <a:gd name="connsiteX0" fmla="*/ 0 w 12192000"/>
                <a:gd name="connsiteY0" fmla="*/ 0 h 4104640"/>
                <a:gd name="connsiteX1" fmla="*/ 12192000 w 12192000"/>
                <a:gd name="connsiteY1" fmla="*/ 0 h 4104640"/>
                <a:gd name="connsiteX2" fmla="*/ 12192000 w 12192000"/>
                <a:gd name="connsiteY2" fmla="*/ 2059049 h 4104640"/>
                <a:gd name="connsiteX3" fmla="*/ 12053358 w 12192000"/>
                <a:gd name="connsiteY3" fmla="*/ 2196525 h 4104640"/>
                <a:gd name="connsiteX4" fmla="*/ 6096000 w 12192000"/>
                <a:gd name="connsiteY4" fmla="*/ 4104640 h 4104640"/>
                <a:gd name="connsiteX5" fmla="*/ 138643 w 12192000"/>
                <a:gd name="connsiteY5" fmla="*/ 2196525 h 4104640"/>
                <a:gd name="connsiteX6" fmla="*/ 0 w 12192000"/>
                <a:gd name="connsiteY6" fmla="*/ 2059049 h 410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104640">
                  <a:moveTo>
                    <a:pt x="0" y="0"/>
                  </a:moveTo>
                  <a:lnTo>
                    <a:pt x="12192000" y="0"/>
                  </a:lnTo>
                  <a:lnTo>
                    <a:pt x="12192000" y="2059049"/>
                  </a:lnTo>
                  <a:lnTo>
                    <a:pt x="12053358" y="2196525"/>
                  </a:lnTo>
                  <a:cubicBezTo>
                    <a:pt x="10762282" y="3347745"/>
                    <a:pt x="8575872" y="4104640"/>
                    <a:pt x="6096000" y="4104640"/>
                  </a:cubicBezTo>
                  <a:cubicBezTo>
                    <a:pt x="3616128" y="4104640"/>
                    <a:pt x="1429718" y="3347745"/>
                    <a:pt x="138643" y="2196525"/>
                  </a:cubicBezTo>
                  <a:lnTo>
                    <a:pt x="0" y="2059049"/>
                  </a:lnTo>
                  <a:close/>
                </a:path>
              </a:pathLst>
            </a:custGeom>
          </p:spPr>
        </p:pic>
        <p:sp>
          <p:nvSpPr>
            <p:cNvPr id="26" name="任意多边形: 形状 25"/>
            <p:cNvSpPr/>
            <p:nvPr/>
          </p:nvSpPr>
          <p:spPr>
            <a:xfrm>
              <a:off x="-1" y="2017154"/>
              <a:ext cx="12192001" cy="1373434"/>
            </a:xfrm>
            <a:custGeom>
              <a:avLst/>
              <a:gdLst>
                <a:gd name="connsiteX0" fmla="*/ 0 w 12192000"/>
                <a:gd name="connsiteY0" fmla="*/ 0 h 4104640"/>
                <a:gd name="connsiteX1" fmla="*/ 12192000 w 12192000"/>
                <a:gd name="connsiteY1" fmla="*/ 0 h 4104640"/>
                <a:gd name="connsiteX2" fmla="*/ 12192000 w 12192000"/>
                <a:gd name="connsiteY2" fmla="*/ 2059049 h 4104640"/>
                <a:gd name="connsiteX3" fmla="*/ 12053358 w 12192000"/>
                <a:gd name="connsiteY3" fmla="*/ 2196525 h 4104640"/>
                <a:gd name="connsiteX4" fmla="*/ 6096000 w 12192000"/>
                <a:gd name="connsiteY4" fmla="*/ 4104640 h 4104640"/>
                <a:gd name="connsiteX5" fmla="*/ 138643 w 12192000"/>
                <a:gd name="connsiteY5" fmla="*/ 2196525 h 4104640"/>
                <a:gd name="connsiteX6" fmla="*/ 0 w 12192000"/>
                <a:gd name="connsiteY6" fmla="*/ 2059049 h 410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104640">
                  <a:moveTo>
                    <a:pt x="0" y="0"/>
                  </a:moveTo>
                  <a:lnTo>
                    <a:pt x="12192000" y="0"/>
                  </a:lnTo>
                  <a:lnTo>
                    <a:pt x="12192000" y="2059049"/>
                  </a:lnTo>
                  <a:lnTo>
                    <a:pt x="12053358" y="2196525"/>
                  </a:lnTo>
                  <a:cubicBezTo>
                    <a:pt x="10762282" y="3347745"/>
                    <a:pt x="8575872" y="4104640"/>
                    <a:pt x="6096000" y="4104640"/>
                  </a:cubicBezTo>
                  <a:cubicBezTo>
                    <a:pt x="3616128" y="4104640"/>
                    <a:pt x="1429718" y="3347745"/>
                    <a:pt x="138643" y="2196525"/>
                  </a:cubicBezTo>
                  <a:lnTo>
                    <a:pt x="0" y="2059049"/>
                  </a:lnTo>
                  <a:close/>
                </a:path>
              </a:pathLst>
            </a:custGeom>
            <a:solidFill>
              <a:srgbClr val="0326A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grpSp>
      <p:sp>
        <p:nvSpPr>
          <p:cNvPr id="27" name="任意多边形: 形状 26"/>
          <p:cNvSpPr/>
          <p:nvPr/>
        </p:nvSpPr>
        <p:spPr>
          <a:xfrm>
            <a:off x="0" y="1533191"/>
            <a:ext cx="12192000" cy="1869044"/>
          </a:xfrm>
          <a:custGeom>
            <a:avLst/>
            <a:gdLst>
              <a:gd name="connsiteX0" fmla="*/ 0 w 12192000"/>
              <a:gd name="connsiteY0" fmla="*/ 0 h 4104640"/>
              <a:gd name="connsiteX1" fmla="*/ 12192000 w 12192000"/>
              <a:gd name="connsiteY1" fmla="*/ 0 h 4104640"/>
              <a:gd name="connsiteX2" fmla="*/ 12192000 w 12192000"/>
              <a:gd name="connsiteY2" fmla="*/ 2059049 h 4104640"/>
              <a:gd name="connsiteX3" fmla="*/ 12053358 w 12192000"/>
              <a:gd name="connsiteY3" fmla="*/ 2196525 h 4104640"/>
              <a:gd name="connsiteX4" fmla="*/ 6096000 w 12192000"/>
              <a:gd name="connsiteY4" fmla="*/ 4104640 h 4104640"/>
              <a:gd name="connsiteX5" fmla="*/ 138643 w 12192000"/>
              <a:gd name="connsiteY5" fmla="*/ 2196525 h 4104640"/>
              <a:gd name="connsiteX6" fmla="*/ 0 w 12192000"/>
              <a:gd name="connsiteY6" fmla="*/ 2059049 h 4104640"/>
              <a:gd name="connsiteX0-1" fmla="*/ 0 w 12192000"/>
              <a:gd name="connsiteY0-2" fmla="*/ 0 h 4104640"/>
              <a:gd name="connsiteX1-3" fmla="*/ 12192000 w 12192000"/>
              <a:gd name="connsiteY1-4" fmla="*/ 0 h 4104640"/>
              <a:gd name="connsiteX2-5" fmla="*/ 12192000 w 12192000"/>
              <a:gd name="connsiteY2-6" fmla="*/ 2059049 h 4104640"/>
              <a:gd name="connsiteX3-7" fmla="*/ 12053358 w 12192000"/>
              <a:gd name="connsiteY3-8" fmla="*/ 2196525 h 4104640"/>
              <a:gd name="connsiteX4-9" fmla="*/ 6096000 w 12192000"/>
              <a:gd name="connsiteY4-10" fmla="*/ 4104640 h 4104640"/>
              <a:gd name="connsiteX5-11" fmla="*/ 138643 w 12192000"/>
              <a:gd name="connsiteY5-12" fmla="*/ 2196525 h 4104640"/>
              <a:gd name="connsiteX6-13" fmla="*/ 0 w 12192000"/>
              <a:gd name="connsiteY6-14" fmla="*/ 2059049 h 4104640"/>
              <a:gd name="connsiteX7" fmla="*/ 91440 w 12192000"/>
              <a:gd name="connsiteY7" fmla="*/ 87904 h 4104640"/>
              <a:gd name="connsiteX0-15" fmla="*/ 0 w 12192000"/>
              <a:gd name="connsiteY0-16" fmla="*/ 0 h 4104640"/>
              <a:gd name="connsiteX1-17" fmla="*/ 12192000 w 12192000"/>
              <a:gd name="connsiteY1-18" fmla="*/ 0 h 4104640"/>
              <a:gd name="connsiteX2-19" fmla="*/ 12192000 w 12192000"/>
              <a:gd name="connsiteY2-20" fmla="*/ 2059049 h 4104640"/>
              <a:gd name="connsiteX3-21" fmla="*/ 12053358 w 12192000"/>
              <a:gd name="connsiteY3-22" fmla="*/ 2196525 h 4104640"/>
              <a:gd name="connsiteX4-23" fmla="*/ 6096000 w 12192000"/>
              <a:gd name="connsiteY4-24" fmla="*/ 4104640 h 4104640"/>
              <a:gd name="connsiteX5-25" fmla="*/ 138643 w 12192000"/>
              <a:gd name="connsiteY5-26" fmla="*/ 2196525 h 4104640"/>
              <a:gd name="connsiteX6-27" fmla="*/ 0 w 12192000"/>
              <a:gd name="connsiteY6-28" fmla="*/ 2059049 h 4104640"/>
              <a:gd name="connsiteX0-29" fmla="*/ 0 w 12192000"/>
              <a:gd name="connsiteY0-30" fmla="*/ 0 h 4104640"/>
              <a:gd name="connsiteX1-31" fmla="*/ 12192000 w 12192000"/>
              <a:gd name="connsiteY1-32" fmla="*/ 2059049 h 4104640"/>
              <a:gd name="connsiteX2-33" fmla="*/ 12053358 w 12192000"/>
              <a:gd name="connsiteY2-34" fmla="*/ 2196525 h 4104640"/>
              <a:gd name="connsiteX3-35" fmla="*/ 6096000 w 12192000"/>
              <a:gd name="connsiteY3-36" fmla="*/ 4104640 h 4104640"/>
              <a:gd name="connsiteX4-37" fmla="*/ 138643 w 12192000"/>
              <a:gd name="connsiteY4-38" fmla="*/ 2196525 h 4104640"/>
              <a:gd name="connsiteX5-39" fmla="*/ 0 w 12192000"/>
              <a:gd name="connsiteY5-40" fmla="*/ 2059049 h 4104640"/>
              <a:gd name="connsiteX0-41" fmla="*/ 12192000 w 12192000"/>
              <a:gd name="connsiteY0-42" fmla="*/ 0 h 2045591"/>
              <a:gd name="connsiteX1-43" fmla="*/ 12053358 w 12192000"/>
              <a:gd name="connsiteY1-44" fmla="*/ 137476 h 2045591"/>
              <a:gd name="connsiteX2-45" fmla="*/ 6096000 w 12192000"/>
              <a:gd name="connsiteY2-46" fmla="*/ 2045591 h 2045591"/>
              <a:gd name="connsiteX3-47" fmla="*/ 138643 w 12192000"/>
              <a:gd name="connsiteY3-48" fmla="*/ 137476 h 2045591"/>
              <a:gd name="connsiteX4-49" fmla="*/ 0 w 12192000"/>
              <a:gd name="connsiteY4-50" fmla="*/ 0 h 20455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92000" h="2045591">
                <a:moveTo>
                  <a:pt x="12192000" y="0"/>
                </a:moveTo>
                <a:lnTo>
                  <a:pt x="12053358" y="137476"/>
                </a:lnTo>
                <a:cubicBezTo>
                  <a:pt x="10762282" y="1288696"/>
                  <a:pt x="8575872" y="2045591"/>
                  <a:pt x="6096000" y="2045591"/>
                </a:cubicBezTo>
                <a:cubicBezTo>
                  <a:pt x="3616128" y="2045591"/>
                  <a:pt x="1429718" y="1288696"/>
                  <a:pt x="138643" y="137476"/>
                </a:cubicBezTo>
                <a:lnTo>
                  <a:pt x="0" y="0"/>
                </a:lnTo>
              </a:path>
            </a:pathLst>
          </a:cu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67" name="文本框 66"/>
          <p:cNvSpPr txBox="1"/>
          <p:nvPr/>
        </p:nvSpPr>
        <p:spPr>
          <a:xfrm>
            <a:off x="-1" y="3749332"/>
            <a:ext cx="1219200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rPr>
              <a:t>吉林大学通用</a:t>
            </a:r>
            <a:r>
              <a:rPr kumimoji="0" lang="en-US" altLang="zh-CN" sz="60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rPr>
              <a:t>PPT</a:t>
            </a:r>
            <a:r>
              <a:rPr kumimoji="0" lang="zh-CN" altLang="en-US" sz="60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rPr>
              <a:t>模板</a:t>
            </a:r>
            <a:endParaRPr kumimoji="0" lang="zh-CN" altLang="en-US" sz="60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endParaRPr>
          </a:p>
        </p:txBody>
      </p:sp>
      <p:grpSp>
        <p:nvGrpSpPr>
          <p:cNvPr id="51" name="组合 50"/>
          <p:cNvGrpSpPr/>
          <p:nvPr/>
        </p:nvGrpSpPr>
        <p:grpSpPr>
          <a:xfrm>
            <a:off x="4050670" y="5882980"/>
            <a:ext cx="4090660" cy="354332"/>
            <a:chOff x="4381430" y="2952433"/>
            <a:chExt cx="4090660" cy="354332"/>
          </a:xfrm>
        </p:grpSpPr>
        <p:grpSp>
          <p:nvGrpSpPr>
            <p:cNvPr id="52" name="组合 51"/>
            <p:cNvGrpSpPr/>
            <p:nvPr/>
          </p:nvGrpSpPr>
          <p:grpSpPr>
            <a:xfrm>
              <a:off x="4381430" y="2952433"/>
              <a:ext cx="1765370" cy="354332"/>
              <a:chOff x="4381430" y="2845470"/>
              <a:chExt cx="1765370" cy="354332"/>
            </a:xfrm>
          </p:grpSpPr>
          <p:sp>
            <p:nvSpPr>
              <p:cNvPr id="56" name="矩形: 圆角 55"/>
              <p:cNvSpPr/>
              <p:nvPr/>
            </p:nvSpPr>
            <p:spPr>
              <a:xfrm>
                <a:off x="4381430" y="2859397"/>
                <a:ext cx="1765370" cy="340405"/>
              </a:xfrm>
              <a:prstGeom prst="roundRect">
                <a:avLst>
                  <a:gd name="adj" fmla="val 50000"/>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57" name="副标题 16"/>
              <p:cNvSpPr txBox="1"/>
              <p:nvPr/>
            </p:nvSpPr>
            <p:spPr>
              <a:xfrm>
                <a:off x="5009799" y="2845470"/>
                <a:ext cx="508635" cy="332105"/>
              </a:xfrm>
              <a:prstGeom prst="rect">
                <a:avLst/>
              </a:prstGeom>
              <a:noFill/>
            </p:spPr>
            <p:txBody>
              <a:bodyPr vert="horz" wrap="none" lIns="0" tIns="0" rIns="0" bIns="0" rtlCol="0" anchor="ctr">
                <a:sp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1800" b="0" kern="1200" dirty="0">
                    <a:solidFill>
                      <a:schemeClr val="bg1">
                        <a:lumMod val="75000"/>
                      </a:schemeClr>
                    </a:solidFill>
                    <a:latin typeface="+mn-lt"/>
                    <a:ea typeface="+mn-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defRPr/>
                </a:pPr>
                <a:r>
                  <a:rPr lang="en-US" altLang="zh-CN" b="1" noProof="0">
                    <a:ln>
                      <a:noFill/>
                    </a:ln>
                    <a:solidFill>
                      <a:prstClr val="white"/>
                    </a:solidFill>
                    <a:effectLst/>
                    <a:uLnTx/>
                    <a:uFillTx/>
                    <a:latin typeface="微软雅黑 Light"/>
                    <a:ea typeface="微软雅黑 Light"/>
                  </a:rPr>
                  <a:t>XXX</a:t>
                </a:r>
                <a:endParaRPr kumimoji="0" lang="zh-CN" altLang="en-US" sz="1800" b="1" i="0" u="none" strike="noStrike" kern="1200" cap="none" spc="0" normalizeH="0" baseline="0" noProof="0" dirty="0">
                  <a:ln>
                    <a:noFill/>
                  </a:ln>
                  <a:solidFill>
                    <a:prstClr val="white"/>
                  </a:solidFill>
                  <a:effectLst/>
                  <a:uLnTx/>
                  <a:uFillTx/>
                  <a:latin typeface="微软雅黑 Light"/>
                  <a:ea typeface="微软雅黑 Light"/>
                </a:endParaRPr>
              </a:p>
            </p:txBody>
          </p:sp>
        </p:grpSp>
        <p:grpSp>
          <p:nvGrpSpPr>
            <p:cNvPr id="53" name="组合 52"/>
            <p:cNvGrpSpPr/>
            <p:nvPr/>
          </p:nvGrpSpPr>
          <p:grpSpPr>
            <a:xfrm>
              <a:off x="6706720" y="2965463"/>
              <a:ext cx="1765370" cy="341302"/>
              <a:chOff x="4381430" y="2858500"/>
              <a:chExt cx="1765370" cy="341302"/>
            </a:xfrm>
          </p:grpSpPr>
          <p:sp>
            <p:nvSpPr>
              <p:cNvPr id="54" name="矩形: 圆角 53"/>
              <p:cNvSpPr/>
              <p:nvPr/>
            </p:nvSpPr>
            <p:spPr>
              <a:xfrm>
                <a:off x="4381430" y="2859397"/>
                <a:ext cx="1765370" cy="340405"/>
              </a:xfrm>
              <a:prstGeom prst="roundRect">
                <a:avLst>
                  <a:gd name="adj" fmla="val 50000"/>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55" name="副标题 16"/>
              <p:cNvSpPr txBox="1"/>
              <p:nvPr/>
            </p:nvSpPr>
            <p:spPr>
              <a:xfrm>
                <a:off x="4691845" y="2858500"/>
                <a:ext cx="1144544" cy="306046"/>
              </a:xfrm>
              <a:prstGeom prst="rect">
                <a:avLst/>
              </a:prstGeom>
              <a:noFill/>
            </p:spPr>
            <p:txBody>
              <a:bodyPr vert="horz" wrap="none" lIns="0" tIns="0" rIns="0" bIns="0" rtlCol="0" anchor="ctr">
                <a:sp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1800" b="0" kern="1200" dirty="0">
                    <a:solidFill>
                      <a:schemeClr val="bg1">
                        <a:lumMod val="75000"/>
                      </a:schemeClr>
                    </a:solidFill>
                    <a:latin typeface="+mn-lt"/>
                    <a:ea typeface="+mn-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prstClr val="white"/>
                    </a:solidFill>
                    <a:effectLst/>
                    <a:uLnTx/>
                    <a:uFillTx/>
                    <a:latin typeface="微软雅黑 Light"/>
                    <a:ea typeface="微软雅黑 Light"/>
                  </a:rPr>
                  <a:t>2023-03-11</a:t>
                </a:r>
                <a:endParaRPr kumimoji="0" lang="en-US" altLang="zh-CN" sz="1800" b="1" i="0" u="none" strike="noStrike" kern="1200" cap="none" spc="0" normalizeH="0" baseline="0" noProof="0" dirty="0">
                  <a:ln>
                    <a:noFill/>
                  </a:ln>
                  <a:solidFill>
                    <a:prstClr val="white"/>
                  </a:solidFill>
                  <a:effectLst/>
                  <a:uLnTx/>
                  <a:uFillTx/>
                  <a:latin typeface="微软雅黑 Light"/>
                  <a:ea typeface="微软雅黑 Light"/>
                </a:endParaRPr>
              </a:p>
            </p:txBody>
          </p:sp>
        </p:grpSp>
      </p:grpSp>
      <p:cxnSp>
        <p:nvCxnSpPr>
          <p:cNvPr id="6" name="直接连接符 5"/>
          <p:cNvCxnSpPr/>
          <p:nvPr/>
        </p:nvCxnSpPr>
        <p:spPr>
          <a:xfrm>
            <a:off x="1199456" y="4959906"/>
            <a:ext cx="9793088" cy="0"/>
          </a:xfrm>
          <a:prstGeom prst="line">
            <a:avLst/>
          </a:prstGeom>
          <a:ln>
            <a:solidFill>
              <a:srgbClr val="0326A0"/>
            </a:solidFill>
          </a:ln>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3445572" y="670396"/>
            <a:ext cx="5300851" cy="1902804"/>
            <a:chOff x="3992239" y="742931"/>
            <a:chExt cx="3944955" cy="1416089"/>
          </a:xfrm>
        </p:grpSpPr>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992239" y="742931"/>
              <a:ext cx="1416089" cy="1416089"/>
            </a:xfrm>
            <a:prstGeom prst="rect">
              <a:avLst/>
            </a:prstGeom>
          </p:spPr>
        </p:pic>
        <p:pic>
          <p:nvPicPr>
            <p:cNvPr id="24" name="图片 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5507185" y="877087"/>
              <a:ext cx="2430009" cy="753385"/>
            </a:xfrm>
            <a:prstGeom prst="rect">
              <a:avLst/>
            </a:prstGeom>
          </p:spPr>
        </p:pic>
        <p:sp>
          <p:nvSpPr>
            <p:cNvPr id="25" name="文本框 24"/>
            <p:cNvSpPr txBox="1"/>
            <p:nvPr/>
          </p:nvSpPr>
          <p:spPr>
            <a:xfrm>
              <a:off x="5519582" y="1777487"/>
              <a:ext cx="2417612" cy="206146"/>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white"/>
                  </a:solidFill>
                  <a:effectLst/>
                  <a:uLnTx/>
                  <a:uFillTx/>
                  <a:latin typeface="Arial Rounded MT Bold" panose="020F0704030504030204" pitchFamily="34" charset="0"/>
                  <a:ea typeface="宋体" pitchFamily="2" charset="-122"/>
                  <a:cs typeface="+mn-cs"/>
                </a:rPr>
                <a:t>JILIN UNIVERSITY</a:t>
              </a:r>
              <a:endParaRPr kumimoji="0" lang="en-US" altLang="zh-CN" sz="1200" b="1" i="0" u="none" strike="noStrike" kern="1200" cap="none" spc="0" normalizeH="0" baseline="0" noProof="0" dirty="0">
                <a:ln>
                  <a:noFill/>
                </a:ln>
                <a:solidFill>
                  <a:prstClr val="white"/>
                </a:solidFill>
                <a:effectLst/>
                <a:uLnTx/>
                <a:uFillTx/>
                <a:latin typeface="Arial Rounded MT Bold" panose="020F0704030504030204" pitchFamily="34" charset="0"/>
                <a:ea typeface="宋体" pitchFamily="2" charset="-122"/>
                <a:cs typeface="+mn-cs"/>
              </a:endParaRPr>
            </a:p>
          </p:txBody>
        </p:sp>
      </p:grpSp>
      <p:grpSp>
        <p:nvGrpSpPr>
          <p:cNvPr id="33" name="组合 32"/>
          <p:cNvGrpSpPr/>
          <p:nvPr/>
        </p:nvGrpSpPr>
        <p:grpSpPr>
          <a:xfrm>
            <a:off x="314529" y="5915876"/>
            <a:ext cx="1698941" cy="738666"/>
            <a:chOff x="303233" y="6434232"/>
            <a:chExt cx="1698941" cy="738666"/>
          </a:xfrm>
        </p:grpSpPr>
        <p:pic>
          <p:nvPicPr>
            <p:cNvPr id="34" name="图片 33"/>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5" name="图片 34"/>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915107" y="6803565"/>
              <a:ext cx="1087067" cy="369333"/>
            </a:xfrm>
            <a:prstGeom prst="rect">
              <a:avLst/>
            </a:prstGeom>
          </p:spPr>
        </p:pic>
      </p:gr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5184598" y="-125361"/>
            <a:ext cx="7144743" cy="7144743"/>
          </a:xfrm>
          <a:prstGeom prst="rect">
            <a:avLst/>
          </a:prstGeom>
        </p:spPr>
      </p:pic>
      <p:pic>
        <p:nvPicPr>
          <p:cNvPr id="37" name="图片占位符 34"/>
          <p:cNvPicPr>
            <a:picLocks noGrp="1" noChangeAspect="1"/>
          </p:cNvPicPr>
          <p:nvPr>
            <p:ph type="pic" sz="quarter" idx="10"/>
          </p:nvPr>
        </p:nvPicPr>
        <p:blipFill>
          <a:blip r:embed="rId2">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rcRect/>
          <a:stretch>
            <a:fillRect/>
          </a:stretch>
        </p:blipFill>
        <p:spPr>
          <a:xfrm>
            <a:off x="0" y="-28965"/>
            <a:ext cx="5079199" cy="6908065"/>
          </a:xfrm>
        </p:spPr>
      </p:pic>
      <p:grpSp>
        <p:nvGrpSpPr>
          <p:cNvPr id="15" name="组合 14"/>
          <p:cNvGrpSpPr/>
          <p:nvPr/>
        </p:nvGrpSpPr>
        <p:grpSpPr>
          <a:xfrm>
            <a:off x="6096000" y="1124102"/>
            <a:ext cx="5604224" cy="1015663"/>
            <a:chOff x="5792119" y="403477"/>
            <a:chExt cx="5604224" cy="1015663"/>
          </a:xfrm>
        </p:grpSpPr>
        <p:sp>
          <p:nvSpPr>
            <p:cNvPr id="16" name="文本框 15"/>
            <p:cNvSpPr txBox="1"/>
            <p:nvPr/>
          </p:nvSpPr>
          <p:spPr>
            <a:xfrm>
              <a:off x="5792119" y="403477"/>
              <a:ext cx="1296145"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rPr>
                <a:t>01</a:t>
              </a:r>
              <a:endParaRPr kumimoji="0" lang="zh-CN" altLang="en-US" sz="60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p:cNvSpPr txBox="1"/>
            <p:nvPr/>
          </p:nvSpPr>
          <p:spPr>
            <a:xfrm>
              <a:off x="6940549" y="465892"/>
              <a:ext cx="4455794"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请在这里输入你的标题</a:t>
              </a:r>
              <a:endParaRPr kumimoji="0" lang="zh-CN" altLang="en-US" sz="2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18" name="矩形 17"/>
            <p:cNvSpPr/>
            <p:nvPr/>
          </p:nvSpPr>
          <p:spPr>
            <a:xfrm>
              <a:off x="7003856" y="897240"/>
              <a:ext cx="2849498" cy="369332"/>
            </a:xfrm>
            <a:prstGeom prst="rect">
              <a:avLst/>
            </a:prstGeom>
          </p:spPr>
          <p:txBody>
            <a:bodyPr wrap="non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Light"/>
                  <a:cs typeface="Arial" panose="020B0604020202020204" pitchFamily="34" charset="0"/>
                </a:rPr>
                <a:t>Please enter your title here</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Light"/>
                <a:cs typeface="Arial" panose="020B0604020202020204" pitchFamily="34" charset="0"/>
              </a:endParaRPr>
            </a:p>
          </p:txBody>
        </p:sp>
      </p:grpSp>
      <p:grpSp>
        <p:nvGrpSpPr>
          <p:cNvPr id="4" name="组合 3"/>
          <p:cNvGrpSpPr/>
          <p:nvPr/>
        </p:nvGrpSpPr>
        <p:grpSpPr>
          <a:xfrm>
            <a:off x="4544134" y="-34503"/>
            <a:ext cx="1027860" cy="4730374"/>
            <a:chOff x="4673575" y="0"/>
            <a:chExt cx="711071" cy="4730374"/>
          </a:xfrm>
        </p:grpSpPr>
        <p:cxnSp>
          <p:nvCxnSpPr>
            <p:cNvPr id="42" name="直接连接符 41"/>
            <p:cNvCxnSpPr>
              <a:endCxn id="43" idx="1"/>
            </p:cNvCxnSpPr>
            <p:nvPr/>
          </p:nvCxnSpPr>
          <p:spPr>
            <a:xfrm>
              <a:off x="5007063" y="0"/>
              <a:ext cx="22048" cy="2127628"/>
            </a:xfrm>
            <a:prstGeom prst="line">
              <a:avLst/>
            </a:prstGeom>
            <a:ln w="101600">
              <a:solidFill>
                <a:srgbClr val="0326A0"/>
              </a:solidFill>
            </a:ln>
          </p:spPr>
          <p:style>
            <a:lnRef idx="1">
              <a:schemeClr val="accent1"/>
            </a:lnRef>
            <a:fillRef idx="0">
              <a:schemeClr val="accent1"/>
            </a:fillRef>
            <a:effectRef idx="0">
              <a:schemeClr val="accent1"/>
            </a:effectRef>
            <a:fontRef idx="minor">
              <a:schemeClr val="tx1"/>
            </a:fontRef>
          </p:style>
        </p:cxnSp>
        <p:sp>
          <p:nvSpPr>
            <p:cNvPr id="43" name="矩形: 圆角 42"/>
            <p:cNvSpPr/>
            <p:nvPr/>
          </p:nvSpPr>
          <p:spPr>
            <a:xfrm rot="5400000">
              <a:off x="3727738" y="3073465"/>
              <a:ext cx="2602746" cy="711071"/>
            </a:xfrm>
            <a:prstGeom prst="roundRect">
              <a:avLst>
                <a:gd name="adj" fmla="val 50000"/>
              </a:avLst>
            </a:prstGeom>
            <a:solidFill>
              <a:srgbClr val="0326A0"/>
            </a:solidFill>
            <a:ln>
              <a:solidFill>
                <a:srgbClr val="0326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grpSp>
      <p:cxnSp>
        <p:nvCxnSpPr>
          <p:cNvPr id="44" name="直接连接符 43"/>
          <p:cNvCxnSpPr/>
          <p:nvPr/>
        </p:nvCxnSpPr>
        <p:spPr>
          <a:xfrm flipH="1">
            <a:off x="5026401" y="4695871"/>
            <a:ext cx="2" cy="2183229"/>
          </a:xfrm>
          <a:prstGeom prst="line">
            <a:avLst/>
          </a:prstGeom>
          <a:ln w="101600">
            <a:solidFill>
              <a:srgbClr val="0326A0"/>
            </a:solidFill>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4596606" y="2568244"/>
            <a:ext cx="923330" cy="1687011"/>
          </a:xfrm>
          <a:prstGeom prst="rect">
            <a:avLst/>
          </a:prstGeom>
          <a:noFill/>
        </p:spPr>
        <p:txBody>
          <a:bodyPr vert="eaVert"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endParaRPr kumimoji="0" lang="zh-CN" altLang="en-US" sz="4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46" name="组合 45"/>
          <p:cNvGrpSpPr/>
          <p:nvPr/>
        </p:nvGrpSpPr>
        <p:grpSpPr>
          <a:xfrm>
            <a:off x="6096000" y="2513954"/>
            <a:ext cx="5604224" cy="1015663"/>
            <a:chOff x="5792119" y="403477"/>
            <a:chExt cx="5604224" cy="1015663"/>
          </a:xfrm>
        </p:grpSpPr>
        <p:sp>
          <p:nvSpPr>
            <p:cNvPr id="47" name="文本框 46"/>
            <p:cNvSpPr txBox="1"/>
            <p:nvPr/>
          </p:nvSpPr>
          <p:spPr>
            <a:xfrm>
              <a:off x="5792119" y="403477"/>
              <a:ext cx="1296145"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rPr>
                <a:t>02</a:t>
              </a:r>
              <a:endParaRPr kumimoji="0" lang="zh-CN" altLang="en-US" sz="60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endParaRPr>
            </a:p>
          </p:txBody>
        </p:sp>
        <p:sp>
          <p:nvSpPr>
            <p:cNvPr id="48" name="文本框 47"/>
            <p:cNvSpPr txBox="1"/>
            <p:nvPr/>
          </p:nvSpPr>
          <p:spPr>
            <a:xfrm>
              <a:off x="6940549" y="465892"/>
              <a:ext cx="4455794"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请在这里输入你的标题</a:t>
              </a:r>
              <a:endParaRPr kumimoji="0" lang="zh-CN" altLang="en-US" sz="2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49" name="矩形 48"/>
            <p:cNvSpPr/>
            <p:nvPr/>
          </p:nvSpPr>
          <p:spPr>
            <a:xfrm>
              <a:off x="7003856" y="897240"/>
              <a:ext cx="2849498" cy="369332"/>
            </a:xfrm>
            <a:prstGeom prst="rect">
              <a:avLst/>
            </a:prstGeom>
          </p:spPr>
          <p:txBody>
            <a:bodyPr wrap="non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Light"/>
                  <a:cs typeface="Arial" panose="020B0604020202020204" pitchFamily="34" charset="0"/>
                </a:rPr>
                <a:t>Please enter your title here</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Light"/>
                <a:cs typeface="Arial" panose="020B0604020202020204" pitchFamily="34" charset="0"/>
              </a:endParaRPr>
            </a:p>
          </p:txBody>
        </p:sp>
      </p:grpSp>
      <p:grpSp>
        <p:nvGrpSpPr>
          <p:cNvPr id="50" name="组合 49"/>
          <p:cNvGrpSpPr/>
          <p:nvPr/>
        </p:nvGrpSpPr>
        <p:grpSpPr>
          <a:xfrm>
            <a:off x="6096000" y="3903806"/>
            <a:ext cx="5604224" cy="1015663"/>
            <a:chOff x="5792119" y="403477"/>
            <a:chExt cx="5604224" cy="1015663"/>
          </a:xfrm>
        </p:grpSpPr>
        <p:sp>
          <p:nvSpPr>
            <p:cNvPr id="58" name="文本框 57"/>
            <p:cNvSpPr txBox="1"/>
            <p:nvPr/>
          </p:nvSpPr>
          <p:spPr>
            <a:xfrm>
              <a:off x="5792119" y="403477"/>
              <a:ext cx="1296145"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rPr>
                <a:t>03</a:t>
              </a:r>
              <a:endParaRPr kumimoji="0" lang="zh-CN" altLang="en-US" sz="60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endParaRPr>
            </a:p>
          </p:txBody>
        </p:sp>
        <p:sp>
          <p:nvSpPr>
            <p:cNvPr id="61" name="文本框 60"/>
            <p:cNvSpPr txBox="1"/>
            <p:nvPr/>
          </p:nvSpPr>
          <p:spPr>
            <a:xfrm>
              <a:off x="6940549" y="465892"/>
              <a:ext cx="4455794"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请在这里输入你的标题</a:t>
              </a:r>
              <a:endParaRPr kumimoji="0" lang="zh-CN" altLang="en-US" sz="2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62" name="矩形 61"/>
            <p:cNvSpPr/>
            <p:nvPr/>
          </p:nvSpPr>
          <p:spPr>
            <a:xfrm>
              <a:off x="7003856" y="897240"/>
              <a:ext cx="2849498" cy="369332"/>
            </a:xfrm>
            <a:prstGeom prst="rect">
              <a:avLst/>
            </a:prstGeom>
          </p:spPr>
          <p:txBody>
            <a:bodyPr wrap="non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Light"/>
                  <a:cs typeface="Arial" panose="020B0604020202020204" pitchFamily="34" charset="0"/>
                </a:rPr>
                <a:t>Please enter your title here</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Light"/>
                <a:cs typeface="Arial" panose="020B0604020202020204" pitchFamily="34" charset="0"/>
              </a:endParaRPr>
            </a:p>
          </p:txBody>
        </p:sp>
      </p:grpSp>
      <p:grpSp>
        <p:nvGrpSpPr>
          <p:cNvPr id="63" name="组合 62"/>
          <p:cNvGrpSpPr/>
          <p:nvPr/>
        </p:nvGrpSpPr>
        <p:grpSpPr>
          <a:xfrm>
            <a:off x="6096000" y="5293657"/>
            <a:ext cx="5604224" cy="1015663"/>
            <a:chOff x="5792119" y="403477"/>
            <a:chExt cx="5604224" cy="1015663"/>
          </a:xfrm>
        </p:grpSpPr>
        <p:sp>
          <p:nvSpPr>
            <p:cNvPr id="64" name="文本框 63"/>
            <p:cNvSpPr txBox="1"/>
            <p:nvPr/>
          </p:nvSpPr>
          <p:spPr>
            <a:xfrm>
              <a:off x="5792119" y="403477"/>
              <a:ext cx="1296145"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rPr>
                <a:t>04</a:t>
              </a:r>
              <a:endParaRPr kumimoji="0" lang="zh-CN" altLang="en-US" sz="60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endParaRPr>
            </a:p>
          </p:txBody>
        </p:sp>
        <p:sp>
          <p:nvSpPr>
            <p:cNvPr id="65" name="文本框 64"/>
            <p:cNvSpPr txBox="1"/>
            <p:nvPr/>
          </p:nvSpPr>
          <p:spPr>
            <a:xfrm>
              <a:off x="6940549" y="465892"/>
              <a:ext cx="4455794"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请在这里输入你的标题</a:t>
              </a:r>
              <a:endParaRPr kumimoji="0" lang="zh-CN" altLang="en-US" sz="2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66" name="矩形 65"/>
            <p:cNvSpPr/>
            <p:nvPr/>
          </p:nvSpPr>
          <p:spPr>
            <a:xfrm>
              <a:off x="7003856" y="897240"/>
              <a:ext cx="2849498" cy="369332"/>
            </a:xfrm>
            <a:prstGeom prst="rect">
              <a:avLst/>
            </a:prstGeom>
          </p:spPr>
          <p:txBody>
            <a:bodyPr wrap="non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Light"/>
                  <a:cs typeface="Arial" panose="020B0604020202020204" pitchFamily="34" charset="0"/>
                </a:rPr>
                <a:t>Please enter your title here</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Light"/>
                <a:cs typeface="Arial" panose="020B0604020202020204" pitchFamily="34" charset="0"/>
              </a:endParaRPr>
            </a:p>
          </p:txBody>
        </p:sp>
      </p:grpSp>
      <p:grpSp>
        <p:nvGrpSpPr>
          <p:cNvPr id="36" name="组合 35"/>
          <p:cNvGrpSpPr/>
          <p:nvPr/>
        </p:nvGrpSpPr>
        <p:grpSpPr>
          <a:xfrm>
            <a:off x="9840416" y="181199"/>
            <a:ext cx="2062624" cy="664224"/>
            <a:chOff x="5647810" y="2404736"/>
            <a:chExt cx="2783541" cy="896380"/>
          </a:xfrm>
        </p:grpSpPr>
        <p:pic>
          <p:nvPicPr>
            <p:cNvPr id="38" name="图片 3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9" name="图片 38"/>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grpSp>
        <p:nvGrpSpPr>
          <p:cNvPr id="40" name="组合 39"/>
          <p:cNvGrpSpPr/>
          <p:nvPr/>
        </p:nvGrpSpPr>
        <p:grpSpPr>
          <a:xfrm>
            <a:off x="9596678" y="6389307"/>
            <a:ext cx="2288948" cy="377531"/>
            <a:chOff x="303233" y="6426034"/>
            <a:chExt cx="2288948" cy="377531"/>
          </a:xfrm>
        </p:grpSpPr>
        <p:pic>
          <p:nvPicPr>
            <p:cNvPr id="41" name="图片 40"/>
            <p:cNvPicPr>
              <a:picLocks noChangeAspect="1"/>
            </p:cNvPicPr>
            <p:nvPr/>
          </p:nvPicPr>
          <p:blipFill rotWithShape="1">
            <a:blip r:embed="rId7" cstate="print">
              <a:extLst>
                <a:ext uri="{BEBA8EAE-BF5A-486C-A8C5-ECC9F3942E4B}">
                  <a14:imgProps xmlns:a14="http://schemas.microsoft.com/office/drawing/2010/main">
                    <a14:imgLayer r:embed="rId8">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51" name="图片 50"/>
            <p:cNvPicPr>
              <a:picLocks noChangeAspect="1"/>
            </p:cNvPicPr>
            <p:nvPr/>
          </p:nvPicPr>
          <p:blipFill rotWithShape="1">
            <a:blip r:embed="rId7" cstate="print">
              <a:extLst>
                <a:ext uri="{BEBA8EAE-BF5A-486C-A8C5-ECC9F3942E4B}">
                  <a14:imgProps xmlns:a14="http://schemas.microsoft.com/office/drawing/2010/main">
                    <a14:imgLayer r:embed="rId8">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1093742" y="-2043608"/>
            <a:ext cx="10004509" cy="10004509"/>
          </a:xfrm>
          <a:prstGeom prst="rect">
            <a:avLst/>
          </a:prstGeom>
        </p:spPr>
      </p:pic>
      <p:pic>
        <p:nvPicPr>
          <p:cNvPr id="16" name="图片占位符 15"/>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0" y="0"/>
            <a:ext cx="12192000" cy="4056185"/>
          </a:xfrm>
        </p:spPr>
      </p:pic>
      <p:cxnSp>
        <p:nvCxnSpPr>
          <p:cNvPr id="4" name="直接连接符 3"/>
          <p:cNvCxnSpPr/>
          <p:nvPr/>
        </p:nvCxnSpPr>
        <p:spPr>
          <a:xfrm>
            <a:off x="0" y="4056185"/>
            <a:ext cx="4298873" cy="0"/>
          </a:xfrm>
          <a:prstGeom prst="line">
            <a:avLst/>
          </a:prstGeom>
          <a:ln w="101600">
            <a:solidFill>
              <a:srgbClr val="0326A0"/>
            </a:solidFill>
          </a:ln>
        </p:spPr>
        <p:style>
          <a:lnRef idx="1">
            <a:schemeClr val="accent1"/>
          </a:lnRef>
          <a:fillRef idx="0">
            <a:schemeClr val="accent1"/>
          </a:fillRef>
          <a:effectRef idx="0">
            <a:schemeClr val="accent1"/>
          </a:effectRef>
          <a:fontRef idx="minor">
            <a:schemeClr val="tx1"/>
          </a:fontRef>
        </p:style>
      </p:cxnSp>
      <p:sp>
        <p:nvSpPr>
          <p:cNvPr id="6" name="矩形: 圆角 5"/>
          <p:cNvSpPr/>
          <p:nvPr/>
        </p:nvSpPr>
        <p:spPr>
          <a:xfrm>
            <a:off x="4224759" y="3429000"/>
            <a:ext cx="3742482" cy="982721"/>
          </a:xfrm>
          <a:prstGeom prst="roundRect">
            <a:avLst>
              <a:gd name="adj" fmla="val 50000"/>
            </a:avLst>
          </a:prstGeom>
          <a:solidFill>
            <a:srgbClr val="0326A0"/>
          </a:solidFill>
          <a:ln>
            <a:solidFill>
              <a:srgbClr val="0326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7" name="文本框 6"/>
          <p:cNvSpPr txBox="1"/>
          <p:nvPr/>
        </p:nvSpPr>
        <p:spPr>
          <a:xfrm>
            <a:off x="4474046" y="3458695"/>
            <a:ext cx="3239494"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PART 01</a:t>
            </a:r>
            <a:endParaRPr kumimoji="0" lang="zh-CN" altLang="en-US"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14" name="直接连接符 13"/>
          <p:cNvCxnSpPr/>
          <p:nvPr/>
        </p:nvCxnSpPr>
        <p:spPr>
          <a:xfrm>
            <a:off x="7893127" y="4056186"/>
            <a:ext cx="4298873" cy="0"/>
          </a:xfrm>
          <a:prstGeom prst="line">
            <a:avLst/>
          </a:prstGeom>
          <a:ln w="101600">
            <a:solidFill>
              <a:srgbClr val="0326A0"/>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418831" y="4772125"/>
            <a:ext cx="734992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请在这里输入你的标题</a:t>
            </a:r>
            <a:endParaRPr kumimoji="0" lang="zh-CN" altLang="en-US" sz="4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10" name="矩形 9"/>
          <p:cNvSpPr/>
          <p:nvPr/>
        </p:nvSpPr>
        <p:spPr>
          <a:xfrm>
            <a:off x="4298873" y="5603122"/>
            <a:ext cx="3594254"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lumMod val="85000"/>
                    <a:lumOff val="15000"/>
                  </a:prstClr>
                </a:solidFill>
                <a:effectLst/>
                <a:uLnTx/>
                <a:uFillTx/>
                <a:latin typeface="Segoe UI Light" panose="020B0502040204020203"/>
                <a:ea typeface="微软雅黑 Light"/>
                <a:cs typeface="Segoe UI Light" panose="020B0502040204020203" pitchFamily="34" charset="0"/>
              </a:rPr>
              <a:t>Please enter your English title here</a:t>
            </a:r>
            <a:endParaRPr kumimoji="0" lang="zh-CN" altLang="en-US" sz="1800" b="0" i="0" u="none" strike="noStrike" kern="1200" cap="none" spc="0" normalizeH="0" baseline="0" noProof="0" dirty="0">
              <a:ln>
                <a:noFill/>
              </a:ln>
              <a:solidFill>
                <a:prstClr val="black">
                  <a:lumMod val="85000"/>
                  <a:lumOff val="15000"/>
                </a:prstClr>
              </a:solidFill>
              <a:effectLst/>
              <a:uLnTx/>
              <a:uFillTx/>
              <a:latin typeface="Segoe UI Light" panose="020B0502040204020203"/>
              <a:ea typeface="微软雅黑 Light"/>
              <a:cs typeface="Segoe UI Light" panose="020B0502040204020203" pitchFamily="34" charset="0"/>
            </a:endParaRPr>
          </a:p>
        </p:txBody>
      </p:sp>
      <p:sp>
        <p:nvSpPr>
          <p:cNvPr id="11" name="等腰三角形 10"/>
          <p:cNvSpPr/>
          <p:nvPr/>
        </p:nvSpPr>
        <p:spPr>
          <a:xfrm>
            <a:off x="5922380" y="6572723"/>
            <a:ext cx="347240" cy="299345"/>
          </a:xfrm>
          <a:prstGeom prst="triangl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9" name="文本框 18"/>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18" name="组合 17"/>
          <p:cNvGrpSpPr/>
          <p:nvPr/>
        </p:nvGrpSpPr>
        <p:grpSpPr>
          <a:xfrm>
            <a:off x="314529" y="5915876"/>
            <a:ext cx="1698941" cy="738666"/>
            <a:chOff x="303233" y="6434232"/>
            <a:chExt cx="1698941" cy="738666"/>
          </a:xfrm>
        </p:grpSpPr>
        <p:pic>
          <p:nvPicPr>
            <p:cNvPr id="20" name="图片 19"/>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21" name="图片 20"/>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915107" y="6803565"/>
              <a:ext cx="1087067" cy="369333"/>
            </a:xfrm>
            <a:prstGeom prst="rect">
              <a:avLst/>
            </a:pr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6" name="矩形: 圆角 5"/>
          <p:cNvSpPr/>
          <p:nvPr/>
        </p:nvSpPr>
        <p:spPr>
          <a:xfrm>
            <a:off x="622824" y="1279113"/>
            <a:ext cx="10850991" cy="3348255"/>
          </a:xfrm>
          <a:prstGeom prst="roundRect">
            <a:avLst>
              <a:gd name="adj" fmla="val 2751"/>
            </a:avLst>
          </a:prstGeom>
          <a:solidFill>
            <a:schemeClr val="bg1">
              <a:lumMod val="95000"/>
            </a:schemeClr>
          </a:solidFill>
          <a:ln w="12700">
            <a:solidFill>
              <a:srgbClr val="0326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7" name="矩形: 圆角 6"/>
          <p:cNvSpPr/>
          <p:nvPr/>
        </p:nvSpPr>
        <p:spPr>
          <a:xfrm>
            <a:off x="622824" y="4760400"/>
            <a:ext cx="2619304" cy="1517750"/>
          </a:xfrm>
          <a:prstGeom prst="roundRect">
            <a:avLst>
              <a:gd name="adj" fmla="val 4825"/>
            </a:avLst>
          </a:prstGeom>
          <a:solidFill>
            <a:schemeClr val="bg1">
              <a:lumMod val="95000"/>
            </a:schemeClr>
          </a:solidFill>
          <a:ln w="12700">
            <a:solidFill>
              <a:srgbClr val="0326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8" name="矩形: 圆角 7"/>
          <p:cNvSpPr/>
          <p:nvPr/>
        </p:nvSpPr>
        <p:spPr>
          <a:xfrm>
            <a:off x="3395010" y="4765162"/>
            <a:ext cx="2619304" cy="1517750"/>
          </a:xfrm>
          <a:prstGeom prst="roundRect">
            <a:avLst>
              <a:gd name="adj" fmla="val 4825"/>
            </a:avLst>
          </a:prstGeom>
          <a:solidFill>
            <a:schemeClr val="bg1">
              <a:lumMod val="95000"/>
            </a:schemeClr>
          </a:solidFill>
          <a:ln w="12700">
            <a:solidFill>
              <a:srgbClr val="0326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9" name="矩形: 圆角 8"/>
          <p:cNvSpPr/>
          <p:nvPr/>
        </p:nvSpPr>
        <p:spPr>
          <a:xfrm>
            <a:off x="8939383" y="4765162"/>
            <a:ext cx="2531835" cy="1517750"/>
          </a:xfrm>
          <a:prstGeom prst="roundRect">
            <a:avLst>
              <a:gd name="adj" fmla="val 4825"/>
            </a:avLst>
          </a:prstGeom>
          <a:solidFill>
            <a:schemeClr val="bg1">
              <a:lumMod val="95000"/>
            </a:schemeClr>
          </a:solidFill>
          <a:ln w="12700">
            <a:solidFill>
              <a:srgbClr val="0326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0" name="文本框 9"/>
          <p:cNvSpPr txBox="1"/>
          <p:nvPr/>
        </p:nvSpPr>
        <p:spPr>
          <a:xfrm>
            <a:off x="4905021" y="1417202"/>
            <a:ext cx="229178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摘 要</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11" name="直接连接符 10"/>
          <p:cNvCxnSpPr/>
          <p:nvPr/>
        </p:nvCxnSpPr>
        <p:spPr>
          <a:xfrm>
            <a:off x="5864066" y="2073454"/>
            <a:ext cx="373697" cy="0"/>
          </a:xfrm>
          <a:prstGeom prst="line">
            <a:avLst/>
          </a:prstGeom>
          <a:ln w="38100">
            <a:solidFill>
              <a:srgbClr val="0326A0"/>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1042268" y="2230859"/>
            <a:ext cx="10012101" cy="2053896"/>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在这里输入解释说明文字在这里输入解释说明文字在这里输入文字。在这里输入解释说明文字在这里输入解释说明文字在这里输入解释说明文字在这里输入文字。在这里输入文字。在这里输入解释说明文字在这里输入解释说明文字在这里输入解释说明文字在这里输入文字。在这里输入解释说明文字在这里输入解释说明文字在这里输入解释说明文字在这里输入文字。在这里输入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p:cNvSpPr txBox="1"/>
          <p:nvPr/>
        </p:nvSpPr>
        <p:spPr>
          <a:xfrm>
            <a:off x="637606" y="4739660"/>
            <a:ext cx="2671182"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baseline="0" noProof="0" dirty="0">
                <a:ln>
                  <a:noFill/>
                </a:ln>
                <a:solidFill>
                  <a:srgbClr val="034C9C">
                    <a:alpha val="10000"/>
                  </a:srgbClr>
                </a:solidFill>
                <a:effectLst/>
                <a:uLnTx/>
                <a:uFillTx/>
                <a:latin typeface="思源宋体 CN Heavy"/>
                <a:ea typeface="+mj-ea"/>
                <a:cs typeface="+mn-cs"/>
              </a:rPr>
              <a:t>01</a:t>
            </a:r>
            <a:endParaRPr kumimoji="0" lang="zh-CN" altLang="en-US" sz="9600" b="0" i="0" u="none" strike="noStrike" kern="1200" cap="none" spc="0" normalizeH="0" baseline="0" noProof="0" dirty="0">
              <a:ln>
                <a:noFill/>
              </a:ln>
              <a:solidFill>
                <a:srgbClr val="034C9C">
                  <a:alpha val="10000"/>
                </a:srgbClr>
              </a:solidFill>
              <a:effectLst/>
              <a:uLnTx/>
              <a:uFillTx/>
              <a:latin typeface="思源宋体 CN Heavy"/>
              <a:ea typeface="+mj-ea"/>
              <a:cs typeface="+mn-cs"/>
            </a:endParaRPr>
          </a:p>
        </p:txBody>
      </p:sp>
      <p:sp>
        <p:nvSpPr>
          <p:cNvPr id="14" name="文本框 13"/>
          <p:cNvSpPr txBox="1"/>
          <p:nvPr/>
        </p:nvSpPr>
        <p:spPr>
          <a:xfrm>
            <a:off x="784192" y="5229581"/>
            <a:ext cx="229178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关键词</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5" name="矩形: 圆角 14"/>
          <p:cNvSpPr/>
          <p:nvPr/>
        </p:nvSpPr>
        <p:spPr>
          <a:xfrm>
            <a:off x="6167196" y="4765162"/>
            <a:ext cx="2619304" cy="1517750"/>
          </a:xfrm>
          <a:prstGeom prst="roundRect">
            <a:avLst>
              <a:gd name="adj" fmla="val 4825"/>
            </a:avLst>
          </a:prstGeom>
          <a:solidFill>
            <a:schemeClr val="bg1">
              <a:lumMod val="95000"/>
            </a:schemeClr>
          </a:solidFill>
          <a:ln w="12700">
            <a:solidFill>
              <a:srgbClr val="0326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6" name="文本框 15"/>
          <p:cNvSpPr txBox="1"/>
          <p:nvPr/>
        </p:nvSpPr>
        <p:spPr>
          <a:xfrm>
            <a:off x="3388467" y="4739660"/>
            <a:ext cx="2702288"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baseline="0" noProof="0" dirty="0">
                <a:ln>
                  <a:noFill/>
                </a:ln>
                <a:solidFill>
                  <a:srgbClr val="034C9C">
                    <a:alpha val="10000"/>
                  </a:srgbClr>
                </a:solidFill>
                <a:effectLst/>
                <a:uLnTx/>
                <a:uFillTx/>
                <a:latin typeface="思源宋体 CN Heavy"/>
                <a:ea typeface="+mj-ea"/>
                <a:cs typeface="+mn-cs"/>
              </a:rPr>
              <a:t>02</a:t>
            </a:r>
            <a:endParaRPr kumimoji="0" lang="zh-CN" altLang="en-US" sz="9600" b="0" i="0" u="none" strike="noStrike" kern="1200" cap="none" spc="0" normalizeH="0" baseline="0" noProof="0" dirty="0">
              <a:ln>
                <a:noFill/>
              </a:ln>
              <a:solidFill>
                <a:srgbClr val="034C9C">
                  <a:alpha val="10000"/>
                </a:srgbClr>
              </a:solidFill>
              <a:effectLst/>
              <a:uLnTx/>
              <a:uFillTx/>
              <a:latin typeface="思源宋体 CN Heavy"/>
              <a:ea typeface="+mj-ea"/>
              <a:cs typeface="+mn-cs"/>
            </a:endParaRPr>
          </a:p>
        </p:txBody>
      </p:sp>
      <p:sp>
        <p:nvSpPr>
          <p:cNvPr id="17" name="文本框 16"/>
          <p:cNvSpPr txBox="1"/>
          <p:nvPr/>
        </p:nvSpPr>
        <p:spPr>
          <a:xfrm>
            <a:off x="3566159" y="5229581"/>
            <a:ext cx="229178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关键词</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p:cNvSpPr txBox="1"/>
          <p:nvPr/>
        </p:nvSpPr>
        <p:spPr>
          <a:xfrm>
            <a:off x="6167196" y="4784772"/>
            <a:ext cx="2619304"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baseline="0" noProof="0" dirty="0">
                <a:ln>
                  <a:noFill/>
                </a:ln>
                <a:solidFill>
                  <a:srgbClr val="034C9C">
                    <a:alpha val="10000"/>
                  </a:srgbClr>
                </a:solidFill>
                <a:effectLst/>
                <a:uLnTx/>
                <a:uFillTx/>
                <a:latin typeface="思源宋体 CN Heavy"/>
                <a:ea typeface="+mj-ea"/>
                <a:cs typeface="+mn-cs"/>
              </a:rPr>
              <a:t>03</a:t>
            </a:r>
            <a:endParaRPr kumimoji="0" lang="zh-CN" altLang="en-US" sz="9600" b="0" i="0" u="none" strike="noStrike" kern="1200" cap="none" spc="0" normalizeH="0" baseline="0" noProof="0" dirty="0">
              <a:ln>
                <a:noFill/>
              </a:ln>
              <a:solidFill>
                <a:srgbClr val="034C9C">
                  <a:alpha val="10000"/>
                </a:srgbClr>
              </a:solidFill>
              <a:effectLst/>
              <a:uLnTx/>
              <a:uFillTx/>
              <a:latin typeface="思源宋体 CN Heavy"/>
              <a:ea typeface="+mj-ea"/>
              <a:cs typeface="+mn-cs"/>
            </a:endParaRPr>
          </a:p>
        </p:txBody>
      </p:sp>
      <p:sp>
        <p:nvSpPr>
          <p:cNvPr id="19" name="文本框 18"/>
          <p:cNvSpPr txBox="1"/>
          <p:nvPr/>
        </p:nvSpPr>
        <p:spPr>
          <a:xfrm>
            <a:off x="6320326" y="5229581"/>
            <a:ext cx="229178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关键词</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 name="文本框 19"/>
          <p:cNvSpPr txBox="1"/>
          <p:nvPr/>
        </p:nvSpPr>
        <p:spPr>
          <a:xfrm>
            <a:off x="8900038" y="4739660"/>
            <a:ext cx="2702287"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baseline="0" noProof="0" dirty="0">
                <a:ln>
                  <a:noFill/>
                </a:ln>
                <a:solidFill>
                  <a:srgbClr val="034C9C">
                    <a:alpha val="10000"/>
                  </a:srgbClr>
                </a:solidFill>
                <a:effectLst/>
                <a:uLnTx/>
                <a:uFillTx/>
                <a:latin typeface="思源宋体 CN Heavy"/>
                <a:ea typeface="+mj-ea"/>
                <a:cs typeface="+mn-cs"/>
              </a:rPr>
              <a:t>04</a:t>
            </a:r>
            <a:endParaRPr kumimoji="0" lang="zh-CN" altLang="en-US" sz="9600" b="0" i="0" u="none" strike="noStrike" kern="1200" cap="none" spc="0" normalizeH="0" baseline="0" noProof="0" dirty="0">
              <a:ln>
                <a:noFill/>
              </a:ln>
              <a:solidFill>
                <a:srgbClr val="034C9C">
                  <a:alpha val="10000"/>
                </a:srgbClr>
              </a:solidFill>
              <a:effectLst/>
              <a:uLnTx/>
              <a:uFillTx/>
              <a:latin typeface="思源宋体 CN Heavy"/>
              <a:ea typeface="+mj-ea"/>
              <a:cs typeface="+mn-cs"/>
            </a:endParaRPr>
          </a:p>
        </p:txBody>
      </p:sp>
      <p:sp>
        <p:nvSpPr>
          <p:cNvPr id="21" name="文本框 20"/>
          <p:cNvSpPr txBox="1"/>
          <p:nvPr/>
        </p:nvSpPr>
        <p:spPr>
          <a:xfrm>
            <a:off x="9077730" y="5229581"/>
            <a:ext cx="229178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关键词</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33" name="组合 32"/>
          <p:cNvGrpSpPr/>
          <p:nvPr/>
        </p:nvGrpSpPr>
        <p:grpSpPr>
          <a:xfrm>
            <a:off x="9840416" y="181199"/>
            <a:ext cx="2062624" cy="664224"/>
            <a:chOff x="5647810" y="2404736"/>
            <a:chExt cx="2783541" cy="896380"/>
          </a:xfrm>
        </p:grpSpPr>
        <p:pic>
          <p:nvPicPr>
            <p:cNvPr id="34" name="图片 3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5" name="图片 34"/>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5184598" y="-125361"/>
            <a:ext cx="7144743" cy="7144743"/>
          </a:xfrm>
          <a:prstGeom prst="rect">
            <a:avLst/>
          </a:prstGeom>
        </p:spPr>
      </p:pic>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
        <p:nvSpPr>
          <p:cNvPr id="35" name="矩形: 圆角 34"/>
          <p:cNvSpPr/>
          <p:nvPr/>
        </p:nvSpPr>
        <p:spPr>
          <a:xfrm>
            <a:off x="1292827" y="1855134"/>
            <a:ext cx="9606347" cy="3964130"/>
          </a:xfrm>
          <a:prstGeom prst="roundRect">
            <a:avLst>
              <a:gd name="adj" fmla="val 2775"/>
            </a:avLst>
          </a:prstGeom>
          <a:solidFill>
            <a:schemeClr val="bg1">
              <a:lumMod val="95000"/>
            </a:schemeClr>
          </a:solidFill>
          <a:ln w="12700">
            <a:solidFill>
              <a:srgbClr val="0326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36" name="文本框 35"/>
          <p:cNvSpPr txBox="1"/>
          <p:nvPr/>
        </p:nvSpPr>
        <p:spPr>
          <a:xfrm>
            <a:off x="4731700" y="2064319"/>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请输入你的标题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7" name="矩形 36"/>
          <p:cNvSpPr/>
          <p:nvPr/>
        </p:nvSpPr>
        <p:spPr>
          <a:xfrm>
            <a:off x="2139437" y="2843651"/>
            <a:ext cx="7946571" cy="1035222"/>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Light"/>
                <a:ea typeface="微软雅黑 Light"/>
                <a:cs typeface="+mn-cs"/>
              </a:rPr>
              <a:t>单击此处编辑您要的内容，建议您在展示时采用微软雅黑字体，本模版所有图形线条及其相应素材均可自由编辑、改色、替换。</a:t>
            </a:r>
            <a:endParaRPr kumimoji="0" lang="zh-CN" altLang="en-US" sz="2000" b="0" i="0" u="none" strike="noStrike" kern="1200" cap="none" spc="0" normalizeH="0" baseline="0" noProof="0" dirty="0">
              <a:ln>
                <a:noFill/>
              </a:ln>
              <a:solidFill>
                <a:prstClr val="black"/>
              </a:solidFill>
              <a:effectLst/>
              <a:uLnTx/>
              <a:uFillTx/>
              <a:latin typeface="微软雅黑 Light"/>
              <a:ea typeface="微软雅黑 Light"/>
              <a:cs typeface="+mn-cs"/>
            </a:endParaRPr>
          </a:p>
        </p:txBody>
      </p:sp>
      <p:sp>
        <p:nvSpPr>
          <p:cNvPr id="38" name="quotation-mark_32371"/>
          <p:cNvSpPr>
            <a:spLocks noChangeAspect="1"/>
          </p:cNvSpPr>
          <p:nvPr/>
        </p:nvSpPr>
        <p:spPr bwMode="auto">
          <a:xfrm>
            <a:off x="1083512" y="1508778"/>
            <a:ext cx="1248905" cy="1159135"/>
          </a:xfrm>
          <a:custGeom>
            <a:avLst/>
            <a:gdLst>
              <a:gd name="T0" fmla="*/ 2004 w 4654"/>
              <a:gd name="T1" fmla="*/ 191 h 4326"/>
              <a:gd name="T2" fmla="*/ 2004 w 4654"/>
              <a:gd name="T3" fmla="*/ 968 h 4326"/>
              <a:gd name="T4" fmla="*/ 1813 w 4654"/>
              <a:gd name="T5" fmla="*/ 1158 h 4326"/>
              <a:gd name="T6" fmla="*/ 1205 w 4654"/>
              <a:gd name="T7" fmla="*/ 2305 h 4326"/>
              <a:gd name="T8" fmla="*/ 1813 w 4654"/>
              <a:gd name="T9" fmla="*/ 2305 h 4326"/>
              <a:gd name="T10" fmla="*/ 2004 w 4654"/>
              <a:gd name="T11" fmla="*/ 2495 h 4326"/>
              <a:gd name="T12" fmla="*/ 2004 w 4654"/>
              <a:gd name="T13" fmla="*/ 4135 h 4326"/>
              <a:gd name="T14" fmla="*/ 1813 w 4654"/>
              <a:gd name="T15" fmla="*/ 4326 h 4326"/>
              <a:gd name="T16" fmla="*/ 191 w 4654"/>
              <a:gd name="T17" fmla="*/ 4326 h 4326"/>
              <a:gd name="T18" fmla="*/ 0 w 4654"/>
              <a:gd name="T19" fmla="*/ 4135 h 4326"/>
              <a:gd name="T20" fmla="*/ 0 w 4654"/>
              <a:gd name="T21" fmla="*/ 2495 h 4326"/>
              <a:gd name="T22" fmla="*/ 109 w 4654"/>
              <a:gd name="T23" fmla="*/ 1501 h 4326"/>
              <a:gd name="T24" fmla="*/ 448 w 4654"/>
              <a:gd name="T25" fmla="*/ 713 h 4326"/>
              <a:gd name="T26" fmla="*/ 1023 w 4654"/>
              <a:gd name="T27" fmla="*/ 187 h 4326"/>
              <a:gd name="T28" fmla="*/ 1813 w 4654"/>
              <a:gd name="T29" fmla="*/ 0 h 4326"/>
              <a:gd name="T30" fmla="*/ 2004 w 4654"/>
              <a:gd name="T31" fmla="*/ 191 h 4326"/>
              <a:gd name="T32" fmla="*/ 4464 w 4654"/>
              <a:gd name="T33" fmla="*/ 1158 h 4326"/>
              <a:gd name="T34" fmla="*/ 4654 w 4654"/>
              <a:gd name="T35" fmla="*/ 968 h 4326"/>
              <a:gd name="T36" fmla="*/ 4654 w 4654"/>
              <a:gd name="T37" fmla="*/ 191 h 4326"/>
              <a:gd name="T38" fmla="*/ 4464 w 4654"/>
              <a:gd name="T39" fmla="*/ 0 h 4326"/>
              <a:gd name="T40" fmla="*/ 3674 w 4654"/>
              <a:gd name="T41" fmla="*/ 187 h 4326"/>
              <a:gd name="T42" fmla="*/ 3098 w 4654"/>
              <a:gd name="T43" fmla="*/ 713 h 4326"/>
              <a:gd name="T44" fmla="*/ 2759 w 4654"/>
              <a:gd name="T45" fmla="*/ 1501 h 4326"/>
              <a:gd name="T46" fmla="*/ 2650 w 4654"/>
              <a:gd name="T47" fmla="*/ 2495 h 4326"/>
              <a:gd name="T48" fmla="*/ 2650 w 4654"/>
              <a:gd name="T49" fmla="*/ 4135 h 4326"/>
              <a:gd name="T50" fmla="*/ 2841 w 4654"/>
              <a:gd name="T51" fmla="*/ 4326 h 4326"/>
              <a:gd name="T52" fmla="*/ 4464 w 4654"/>
              <a:gd name="T53" fmla="*/ 4326 h 4326"/>
              <a:gd name="T54" fmla="*/ 4654 w 4654"/>
              <a:gd name="T55" fmla="*/ 4135 h 4326"/>
              <a:gd name="T56" fmla="*/ 4654 w 4654"/>
              <a:gd name="T57" fmla="*/ 2495 h 4326"/>
              <a:gd name="T58" fmla="*/ 4464 w 4654"/>
              <a:gd name="T59" fmla="*/ 2305 h 4326"/>
              <a:gd name="T60" fmla="*/ 3864 w 4654"/>
              <a:gd name="T61" fmla="*/ 2305 h 4326"/>
              <a:gd name="T62" fmla="*/ 4464 w 4654"/>
              <a:gd name="T63" fmla="*/ 1158 h 4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54" h="4326">
                <a:moveTo>
                  <a:pt x="2004" y="191"/>
                </a:moveTo>
                <a:lnTo>
                  <a:pt x="2004" y="968"/>
                </a:lnTo>
                <a:cubicBezTo>
                  <a:pt x="2004" y="1073"/>
                  <a:pt x="1919" y="1158"/>
                  <a:pt x="1813" y="1158"/>
                </a:cubicBezTo>
                <a:cubicBezTo>
                  <a:pt x="1437" y="1158"/>
                  <a:pt x="1233" y="1544"/>
                  <a:pt x="1205" y="2305"/>
                </a:cubicBezTo>
                <a:lnTo>
                  <a:pt x="1813" y="2305"/>
                </a:lnTo>
                <a:cubicBezTo>
                  <a:pt x="1919" y="2305"/>
                  <a:pt x="2004" y="2390"/>
                  <a:pt x="2004" y="2495"/>
                </a:cubicBezTo>
                <a:lnTo>
                  <a:pt x="2004" y="4135"/>
                </a:lnTo>
                <a:cubicBezTo>
                  <a:pt x="2004" y="4241"/>
                  <a:pt x="1919" y="4326"/>
                  <a:pt x="1813" y="4326"/>
                </a:cubicBezTo>
                <a:lnTo>
                  <a:pt x="191" y="4326"/>
                </a:lnTo>
                <a:cubicBezTo>
                  <a:pt x="85" y="4326"/>
                  <a:pt x="0" y="4241"/>
                  <a:pt x="0" y="4135"/>
                </a:cubicBezTo>
                <a:lnTo>
                  <a:pt x="0" y="2495"/>
                </a:lnTo>
                <a:cubicBezTo>
                  <a:pt x="0" y="2131"/>
                  <a:pt x="37" y="1796"/>
                  <a:pt x="109" y="1501"/>
                </a:cubicBezTo>
                <a:cubicBezTo>
                  <a:pt x="183" y="1198"/>
                  <a:pt x="297" y="933"/>
                  <a:pt x="448" y="713"/>
                </a:cubicBezTo>
                <a:cubicBezTo>
                  <a:pt x="602" y="488"/>
                  <a:pt x="796" y="311"/>
                  <a:pt x="1023" y="187"/>
                </a:cubicBezTo>
                <a:cubicBezTo>
                  <a:pt x="1252" y="63"/>
                  <a:pt x="1518" y="0"/>
                  <a:pt x="1813" y="0"/>
                </a:cubicBezTo>
                <a:cubicBezTo>
                  <a:pt x="1919" y="0"/>
                  <a:pt x="2004" y="86"/>
                  <a:pt x="2004" y="191"/>
                </a:cubicBezTo>
                <a:close/>
                <a:moveTo>
                  <a:pt x="4464" y="1158"/>
                </a:moveTo>
                <a:cubicBezTo>
                  <a:pt x="4569" y="1158"/>
                  <a:pt x="4654" y="1073"/>
                  <a:pt x="4654" y="968"/>
                </a:cubicBezTo>
                <a:lnTo>
                  <a:pt x="4654" y="191"/>
                </a:lnTo>
                <a:cubicBezTo>
                  <a:pt x="4654" y="86"/>
                  <a:pt x="4569" y="0"/>
                  <a:pt x="4464" y="0"/>
                </a:cubicBezTo>
                <a:cubicBezTo>
                  <a:pt x="4168" y="0"/>
                  <a:pt x="3902" y="63"/>
                  <a:pt x="3674" y="187"/>
                </a:cubicBezTo>
                <a:cubicBezTo>
                  <a:pt x="3447" y="311"/>
                  <a:pt x="3253" y="488"/>
                  <a:pt x="3098" y="713"/>
                </a:cubicBezTo>
                <a:cubicBezTo>
                  <a:pt x="2948" y="933"/>
                  <a:pt x="2834" y="1198"/>
                  <a:pt x="2759" y="1501"/>
                </a:cubicBezTo>
                <a:cubicBezTo>
                  <a:pt x="2687" y="1796"/>
                  <a:pt x="2650" y="2131"/>
                  <a:pt x="2650" y="2495"/>
                </a:cubicBezTo>
                <a:lnTo>
                  <a:pt x="2650" y="4135"/>
                </a:lnTo>
                <a:cubicBezTo>
                  <a:pt x="2650" y="4241"/>
                  <a:pt x="2736" y="4326"/>
                  <a:pt x="2841" y="4326"/>
                </a:cubicBezTo>
                <a:lnTo>
                  <a:pt x="4464" y="4326"/>
                </a:lnTo>
                <a:cubicBezTo>
                  <a:pt x="4569" y="4326"/>
                  <a:pt x="4654" y="4241"/>
                  <a:pt x="4654" y="4135"/>
                </a:cubicBezTo>
                <a:lnTo>
                  <a:pt x="4654" y="2495"/>
                </a:lnTo>
                <a:cubicBezTo>
                  <a:pt x="4654" y="2390"/>
                  <a:pt x="4569" y="2305"/>
                  <a:pt x="4464" y="2305"/>
                </a:cubicBezTo>
                <a:lnTo>
                  <a:pt x="3864" y="2305"/>
                </a:lnTo>
                <a:cubicBezTo>
                  <a:pt x="3892" y="1544"/>
                  <a:pt x="4093" y="1158"/>
                  <a:pt x="4464" y="1158"/>
                </a:cubicBezTo>
                <a:close/>
              </a:path>
            </a:pathLst>
          </a:custGeom>
          <a:solidFill>
            <a:srgbClr val="0326A0">
              <a:alpha val="10000"/>
            </a:srgbClr>
          </a:solidFill>
          <a:ln>
            <a:noFill/>
          </a:ln>
        </p:spPr>
      </p:sp>
      <p:sp>
        <p:nvSpPr>
          <p:cNvPr id="39" name="right-quote-sign_56826"/>
          <p:cNvSpPr>
            <a:spLocks noChangeAspect="1"/>
          </p:cNvSpPr>
          <p:nvPr/>
        </p:nvSpPr>
        <p:spPr bwMode="auto">
          <a:xfrm>
            <a:off x="9819841" y="4835456"/>
            <a:ext cx="1345501" cy="1185832"/>
          </a:xfrm>
          <a:custGeom>
            <a:avLst/>
            <a:gdLst>
              <a:gd name="connsiteX0" fmla="*/ 387182 w 607899"/>
              <a:gd name="connsiteY0" fmla="*/ 0 h 535760"/>
              <a:gd name="connsiteX1" fmla="*/ 576756 w 607899"/>
              <a:gd name="connsiteY1" fmla="*/ 0 h 535760"/>
              <a:gd name="connsiteX2" fmla="*/ 607899 w 607899"/>
              <a:gd name="connsiteY2" fmla="*/ 31095 h 535760"/>
              <a:gd name="connsiteX3" fmla="*/ 607899 w 607899"/>
              <a:gd name="connsiteY3" fmla="*/ 179895 h 535760"/>
              <a:gd name="connsiteX4" fmla="*/ 588633 w 607899"/>
              <a:gd name="connsiteY4" fmla="*/ 352227 h 535760"/>
              <a:gd name="connsiteX5" fmla="*/ 517368 w 607899"/>
              <a:gd name="connsiteY5" fmla="*/ 465449 h 535760"/>
              <a:gd name="connsiteX6" fmla="*/ 412808 w 607899"/>
              <a:gd name="connsiteY6" fmla="*/ 533196 h 535760"/>
              <a:gd name="connsiteX7" fmla="*/ 372219 w 607899"/>
              <a:gd name="connsiteY7" fmla="*/ 517975 h 535760"/>
              <a:gd name="connsiteX8" fmla="*/ 349773 w 607899"/>
              <a:gd name="connsiteY8" fmla="*/ 470679 h 535760"/>
              <a:gd name="connsiteX9" fmla="*/ 365251 w 607899"/>
              <a:gd name="connsiteY9" fmla="*/ 428891 h 535760"/>
              <a:gd name="connsiteX10" fmla="*/ 443390 w 607899"/>
              <a:gd name="connsiteY10" fmla="*/ 370529 h 535760"/>
              <a:gd name="connsiteX11" fmla="*/ 477901 w 607899"/>
              <a:gd name="connsiteY11" fmla="*/ 251471 h 535760"/>
              <a:gd name="connsiteX12" fmla="*/ 387182 w 607899"/>
              <a:gd name="connsiteY12" fmla="*/ 251471 h 535760"/>
              <a:gd name="connsiteX13" fmla="*/ 356039 w 607899"/>
              <a:gd name="connsiteY13" fmla="*/ 220375 h 535760"/>
              <a:gd name="connsiteX14" fmla="*/ 356039 w 607899"/>
              <a:gd name="connsiteY14" fmla="*/ 31095 h 535760"/>
              <a:gd name="connsiteX15" fmla="*/ 387182 w 607899"/>
              <a:gd name="connsiteY15" fmla="*/ 0 h 535760"/>
              <a:gd name="connsiteX16" fmla="*/ 40424 w 607899"/>
              <a:gd name="connsiteY16" fmla="*/ 0 h 535760"/>
              <a:gd name="connsiteX17" fmla="*/ 229998 w 607899"/>
              <a:gd name="connsiteY17" fmla="*/ 0 h 535760"/>
              <a:gd name="connsiteX18" fmla="*/ 261141 w 607899"/>
              <a:gd name="connsiteY18" fmla="*/ 31094 h 535760"/>
              <a:gd name="connsiteX19" fmla="*/ 261141 w 607899"/>
              <a:gd name="connsiteY19" fmla="*/ 179887 h 535760"/>
              <a:gd name="connsiteX20" fmla="*/ 241875 w 607899"/>
              <a:gd name="connsiteY20" fmla="*/ 352631 h 535760"/>
              <a:gd name="connsiteX21" fmla="*/ 170189 w 607899"/>
              <a:gd name="connsiteY21" fmla="*/ 465428 h 535760"/>
              <a:gd name="connsiteX22" fmla="*/ 66144 w 607899"/>
              <a:gd name="connsiteY22" fmla="*/ 533032 h 535760"/>
              <a:gd name="connsiteX23" fmla="*/ 25414 w 607899"/>
              <a:gd name="connsiteY23" fmla="*/ 517859 h 535760"/>
              <a:gd name="connsiteX24" fmla="*/ 3015 w 607899"/>
              <a:gd name="connsiteY24" fmla="*/ 470657 h 535760"/>
              <a:gd name="connsiteX25" fmla="*/ 18493 w 607899"/>
              <a:gd name="connsiteY25" fmla="*/ 428872 h 535760"/>
              <a:gd name="connsiteX26" fmla="*/ 96632 w 607899"/>
              <a:gd name="connsiteY26" fmla="*/ 370513 h 535760"/>
              <a:gd name="connsiteX27" fmla="*/ 131143 w 607899"/>
              <a:gd name="connsiteY27" fmla="*/ 251459 h 535760"/>
              <a:gd name="connsiteX28" fmla="*/ 40424 w 607899"/>
              <a:gd name="connsiteY28" fmla="*/ 251459 h 535760"/>
              <a:gd name="connsiteX29" fmla="*/ 9281 w 607899"/>
              <a:gd name="connsiteY29" fmla="*/ 220365 h 535760"/>
              <a:gd name="connsiteX30" fmla="*/ 9281 w 607899"/>
              <a:gd name="connsiteY30" fmla="*/ 31094 h 535760"/>
              <a:gd name="connsiteX31" fmla="*/ 40424 w 607899"/>
              <a:gd name="connsiteY31" fmla="*/ 0 h 53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899" h="535760">
                <a:moveTo>
                  <a:pt x="387182" y="0"/>
                </a:moveTo>
                <a:lnTo>
                  <a:pt x="576756" y="0"/>
                </a:lnTo>
                <a:cubicBezTo>
                  <a:pt x="593964" y="0"/>
                  <a:pt x="607899" y="13914"/>
                  <a:pt x="607899" y="31095"/>
                </a:cubicBezTo>
                <a:lnTo>
                  <a:pt x="607899" y="179895"/>
                </a:lnTo>
                <a:cubicBezTo>
                  <a:pt x="607899" y="252731"/>
                  <a:pt x="601493" y="310113"/>
                  <a:pt x="588633" y="352227"/>
                </a:cubicBezTo>
                <a:cubicBezTo>
                  <a:pt x="575820" y="394294"/>
                  <a:pt x="552065" y="432020"/>
                  <a:pt x="517368" y="465449"/>
                </a:cubicBezTo>
                <a:cubicBezTo>
                  <a:pt x="488937" y="492856"/>
                  <a:pt x="454099" y="515361"/>
                  <a:pt x="412808" y="533196"/>
                </a:cubicBezTo>
                <a:cubicBezTo>
                  <a:pt x="397377" y="539826"/>
                  <a:pt x="379467" y="533196"/>
                  <a:pt x="372219" y="517975"/>
                </a:cubicBezTo>
                <a:lnTo>
                  <a:pt x="349773" y="470679"/>
                </a:lnTo>
                <a:cubicBezTo>
                  <a:pt x="342291" y="454851"/>
                  <a:pt x="349212" y="435941"/>
                  <a:pt x="365251" y="428891"/>
                </a:cubicBezTo>
                <a:cubicBezTo>
                  <a:pt x="400089" y="413530"/>
                  <a:pt x="426182" y="394061"/>
                  <a:pt x="443390" y="370529"/>
                </a:cubicBezTo>
                <a:cubicBezTo>
                  <a:pt x="465181" y="340695"/>
                  <a:pt x="476732" y="301055"/>
                  <a:pt x="477901" y="251471"/>
                </a:cubicBezTo>
                <a:lnTo>
                  <a:pt x="387182" y="251471"/>
                </a:lnTo>
                <a:cubicBezTo>
                  <a:pt x="369974" y="251471"/>
                  <a:pt x="356039" y="237557"/>
                  <a:pt x="356039" y="220375"/>
                </a:cubicBezTo>
                <a:lnTo>
                  <a:pt x="356039" y="31095"/>
                </a:lnTo>
                <a:cubicBezTo>
                  <a:pt x="356039" y="13914"/>
                  <a:pt x="369974" y="0"/>
                  <a:pt x="387182" y="0"/>
                </a:cubicBezTo>
                <a:close/>
                <a:moveTo>
                  <a:pt x="40424" y="0"/>
                </a:moveTo>
                <a:lnTo>
                  <a:pt x="229998" y="0"/>
                </a:lnTo>
                <a:cubicBezTo>
                  <a:pt x="247206" y="0"/>
                  <a:pt x="261141" y="13913"/>
                  <a:pt x="261141" y="31094"/>
                </a:cubicBezTo>
                <a:lnTo>
                  <a:pt x="261141" y="179887"/>
                </a:lnTo>
                <a:cubicBezTo>
                  <a:pt x="261141" y="253280"/>
                  <a:pt x="254735" y="310846"/>
                  <a:pt x="241875" y="352631"/>
                </a:cubicBezTo>
                <a:cubicBezTo>
                  <a:pt x="229062" y="394417"/>
                  <a:pt x="205167" y="432000"/>
                  <a:pt x="170189" y="465428"/>
                </a:cubicBezTo>
                <a:cubicBezTo>
                  <a:pt x="141571" y="492741"/>
                  <a:pt x="106920" y="515291"/>
                  <a:pt x="66144" y="533032"/>
                </a:cubicBezTo>
                <a:cubicBezTo>
                  <a:pt x="50665" y="539755"/>
                  <a:pt x="32662" y="533032"/>
                  <a:pt x="25414" y="517859"/>
                </a:cubicBezTo>
                <a:lnTo>
                  <a:pt x="3015" y="470657"/>
                </a:lnTo>
                <a:cubicBezTo>
                  <a:pt x="-4467" y="454830"/>
                  <a:pt x="2454" y="435922"/>
                  <a:pt x="18493" y="428872"/>
                </a:cubicBezTo>
                <a:cubicBezTo>
                  <a:pt x="53331" y="413512"/>
                  <a:pt x="79424" y="394043"/>
                  <a:pt x="96632" y="370513"/>
                </a:cubicBezTo>
                <a:cubicBezTo>
                  <a:pt x="118423" y="340679"/>
                  <a:pt x="129974" y="301041"/>
                  <a:pt x="131143" y="251459"/>
                </a:cubicBezTo>
                <a:lnTo>
                  <a:pt x="40424" y="251459"/>
                </a:lnTo>
                <a:cubicBezTo>
                  <a:pt x="23216" y="251459"/>
                  <a:pt x="9281" y="237546"/>
                  <a:pt x="9281" y="220365"/>
                </a:cubicBezTo>
                <a:lnTo>
                  <a:pt x="9281" y="31094"/>
                </a:lnTo>
                <a:cubicBezTo>
                  <a:pt x="9281" y="13913"/>
                  <a:pt x="23216" y="0"/>
                  <a:pt x="40424" y="0"/>
                </a:cubicBezTo>
                <a:close/>
              </a:path>
            </a:pathLst>
          </a:custGeom>
          <a:solidFill>
            <a:srgbClr val="0326A0">
              <a:alpha val="10000"/>
            </a:srgbClr>
          </a:solidFill>
          <a:ln>
            <a:noFill/>
          </a:ln>
        </p:spPr>
      </p:sp>
      <p:sp>
        <p:nvSpPr>
          <p:cNvPr id="40" name="矩形 39"/>
          <p:cNvSpPr/>
          <p:nvPr/>
        </p:nvSpPr>
        <p:spPr>
          <a:xfrm>
            <a:off x="2139437" y="3861458"/>
            <a:ext cx="7946571" cy="1655774"/>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Light"/>
                <a:ea typeface="微软雅黑 Light"/>
                <a:cs typeface="+mn-cs"/>
              </a:rPr>
              <a:t>单击此处编辑您要的内容，建议您在展示时采用微软雅黑字体，本模版所有图形线条及其相应素材均可自由编辑、改色、替换。单击此处编辑您要的内容，建议您在展示时采用微软雅黑字体，本模版所有图形线条及其相应素材均可自由编辑、改色、替换。改色。</a:t>
            </a:r>
            <a:endParaRPr kumimoji="0" lang="zh-CN" altLang="en-US" sz="2000" b="0" i="0" u="none" strike="noStrike" kern="1200" cap="none" spc="0" normalizeH="0" baseline="0" noProof="0" dirty="0">
              <a:ln>
                <a:noFill/>
              </a:ln>
              <a:solidFill>
                <a:prstClr val="black"/>
              </a:solidFill>
              <a:effectLst/>
              <a:uLnTx/>
              <a:uFillTx/>
              <a:latin typeface="微软雅黑 Light"/>
              <a:ea typeface="微软雅黑 Light"/>
              <a:cs typeface="+mn-cs"/>
            </a:endParaRPr>
          </a:p>
        </p:txBody>
      </p:sp>
      <p:cxnSp>
        <p:nvCxnSpPr>
          <p:cNvPr id="41" name="直接连接符 40"/>
          <p:cNvCxnSpPr/>
          <p:nvPr/>
        </p:nvCxnSpPr>
        <p:spPr>
          <a:xfrm>
            <a:off x="5909151" y="2717457"/>
            <a:ext cx="373697" cy="0"/>
          </a:xfrm>
          <a:prstGeom prst="line">
            <a:avLst/>
          </a:prstGeom>
          <a:ln w="38100">
            <a:solidFill>
              <a:srgbClr val="0326A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 name="图片 10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5184598" y="-125361"/>
            <a:ext cx="7144743" cy="7144743"/>
          </a:xfrm>
          <a:prstGeom prst="rect">
            <a:avLst/>
          </a:prstGeom>
        </p:spPr>
      </p:pic>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grpSp>
        <p:nvGrpSpPr>
          <p:cNvPr id="12" name="Group 206"/>
          <p:cNvGrpSpPr/>
          <p:nvPr/>
        </p:nvGrpSpPr>
        <p:grpSpPr>
          <a:xfrm>
            <a:off x="728787" y="1268760"/>
            <a:ext cx="5814029" cy="4745534"/>
            <a:chOff x="0" y="0"/>
            <a:chExt cx="16306314" cy="13309560"/>
          </a:xfrm>
          <a:solidFill>
            <a:schemeClr val="accent3"/>
          </a:solidFill>
        </p:grpSpPr>
        <p:sp>
          <p:nvSpPr>
            <p:cNvPr id="13" name="Shape 172"/>
            <p:cNvSpPr/>
            <p:nvPr/>
          </p:nvSpPr>
          <p:spPr>
            <a:xfrm>
              <a:off x="0" y="1199442"/>
              <a:ext cx="6472773" cy="4913018"/>
            </a:xfrm>
            <a:custGeom>
              <a:avLst/>
              <a:gdLst/>
              <a:ahLst/>
              <a:cxnLst>
                <a:cxn ang="0">
                  <a:pos x="wd2" y="hd2"/>
                </a:cxn>
                <a:cxn ang="5400000">
                  <a:pos x="wd2" y="hd2"/>
                </a:cxn>
                <a:cxn ang="10800000">
                  <a:pos x="wd2" y="hd2"/>
                </a:cxn>
                <a:cxn ang="16200000">
                  <a:pos x="wd2" y="hd2"/>
                </a:cxn>
              </a:cxnLst>
              <a:rect l="0" t="0" r="r" b="b"/>
              <a:pathLst>
                <a:path w="21600" h="21600" extrusionOk="0">
                  <a:moveTo>
                    <a:pt x="121" y="10407"/>
                  </a:moveTo>
                  <a:lnTo>
                    <a:pt x="164" y="11008"/>
                  </a:lnTo>
                  <a:lnTo>
                    <a:pt x="61" y="11323"/>
                  </a:lnTo>
                  <a:lnTo>
                    <a:pt x="135" y="11652"/>
                  </a:lnTo>
                  <a:lnTo>
                    <a:pt x="362" y="11745"/>
                  </a:lnTo>
                  <a:lnTo>
                    <a:pt x="700" y="11874"/>
                  </a:lnTo>
                  <a:lnTo>
                    <a:pt x="935" y="12168"/>
                  </a:lnTo>
                  <a:lnTo>
                    <a:pt x="863" y="12472"/>
                  </a:lnTo>
                  <a:lnTo>
                    <a:pt x="783" y="12805"/>
                  </a:lnTo>
                  <a:lnTo>
                    <a:pt x="780" y="13174"/>
                  </a:lnTo>
                  <a:lnTo>
                    <a:pt x="679" y="13384"/>
                  </a:lnTo>
                  <a:lnTo>
                    <a:pt x="674" y="13701"/>
                  </a:lnTo>
                  <a:lnTo>
                    <a:pt x="725" y="14032"/>
                  </a:lnTo>
                  <a:lnTo>
                    <a:pt x="612" y="14189"/>
                  </a:lnTo>
                  <a:lnTo>
                    <a:pt x="370" y="14035"/>
                  </a:lnTo>
                  <a:lnTo>
                    <a:pt x="134" y="13961"/>
                  </a:lnTo>
                  <a:lnTo>
                    <a:pt x="0" y="14089"/>
                  </a:lnTo>
                  <a:lnTo>
                    <a:pt x="72" y="14311"/>
                  </a:lnTo>
                  <a:lnTo>
                    <a:pt x="322" y="14445"/>
                  </a:lnTo>
                  <a:lnTo>
                    <a:pt x="618" y="14670"/>
                  </a:lnTo>
                  <a:lnTo>
                    <a:pt x="827" y="14901"/>
                  </a:lnTo>
                  <a:lnTo>
                    <a:pt x="967" y="15171"/>
                  </a:lnTo>
                  <a:lnTo>
                    <a:pt x="1152" y="15486"/>
                  </a:lnTo>
                  <a:lnTo>
                    <a:pt x="1177" y="15784"/>
                  </a:lnTo>
                  <a:lnTo>
                    <a:pt x="1062" y="16015"/>
                  </a:lnTo>
                  <a:lnTo>
                    <a:pt x="909" y="16283"/>
                  </a:lnTo>
                  <a:lnTo>
                    <a:pt x="986" y="16480"/>
                  </a:lnTo>
                  <a:lnTo>
                    <a:pt x="1110" y="16687"/>
                  </a:lnTo>
                  <a:lnTo>
                    <a:pt x="1100" y="16922"/>
                  </a:lnTo>
                  <a:lnTo>
                    <a:pt x="1396" y="16923"/>
                  </a:lnTo>
                  <a:lnTo>
                    <a:pt x="1447" y="17171"/>
                  </a:lnTo>
                  <a:lnTo>
                    <a:pt x="1673" y="17482"/>
                  </a:lnTo>
                  <a:lnTo>
                    <a:pt x="2086" y="17851"/>
                  </a:lnTo>
                  <a:lnTo>
                    <a:pt x="2687" y="18176"/>
                  </a:lnTo>
                  <a:lnTo>
                    <a:pt x="2505" y="18441"/>
                  </a:lnTo>
                  <a:lnTo>
                    <a:pt x="2555" y="18705"/>
                  </a:lnTo>
                  <a:lnTo>
                    <a:pt x="2542" y="19058"/>
                  </a:lnTo>
                  <a:lnTo>
                    <a:pt x="2517" y="19467"/>
                  </a:lnTo>
                  <a:lnTo>
                    <a:pt x="2635" y="19697"/>
                  </a:lnTo>
                  <a:lnTo>
                    <a:pt x="2819" y="19888"/>
                  </a:lnTo>
                  <a:lnTo>
                    <a:pt x="3017" y="19997"/>
                  </a:lnTo>
                  <a:lnTo>
                    <a:pt x="3028" y="20210"/>
                  </a:lnTo>
                  <a:lnTo>
                    <a:pt x="3427" y="20312"/>
                  </a:lnTo>
                  <a:lnTo>
                    <a:pt x="3882" y="20382"/>
                  </a:lnTo>
                  <a:lnTo>
                    <a:pt x="4127" y="20283"/>
                  </a:lnTo>
                  <a:lnTo>
                    <a:pt x="4226" y="19885"/>
                  </a:lnTo>
                  <a:lnTo>
                    <a:pt x="4455" y="19623"/>
                  </a:lnTo>
                  <a:lnTo>
                    <a:pt x="4746" y="19335"/>
                  </a:lnTo>
                  <a:lnTo>
                    <a:pt x="4912" y="19149"/>
                  </a:lnTo>
                  <a:lnTo>
                    <a:pt x="5096" y="19339"/>
                  </a:lnTo>
                  <a:lnTo>
                    <a:pt x="5316" y="19516"/>
                  </a:lnTo>
                  <a:lnTo>
                    <a:pt x="5553" y="19501"/>
                  </a:lnTo>
                  <a:lnTo>
                    <a:pt x="5693" y="19704"/>
                  </a:lnTo>
                  <a:lnTo>
                    <a:pt x="5896" y="19849"/>
                  </a:lnTo>
                  <a:lnTo>
                    <a:pt x="6107" y="19936"/>
                  </a:lnTo>
                  <a:lnTo>
                    <a:pt x="6315" y="19900"/>
                  </a:lnTo>
                  <a:lnTo>
                    <a:pt x="6565" y="19741"/>
                  </a:lnTo>
                  <a:lnTo>
                    <a:pt x="6758" y="19625"/>
                  </a:lnTo>
                  <a:lnTo>
                    <a:pt x="7040" y="19687"/>
                  </a:lnTo>
                  <a:lnTo>
                    <a:pt x="7334" y="19871"/>
                  </a:lnTo>
                  <a:lnTo>
                    <a:pt x="7418" y="20170"/>
                  </a:lnTo>
                  <a:lnTo>
                    <a:pt x="7657" y="20379"/>
                  </a:lnTo>
                  <a:lnTo>
                    <a:pt x="7932" y="20559"/>
                  </a:lnTo>
                  <a:lnTo>
                    <a:pt x="8193" y="20660"/>
                  </a:lnTo>
                  <a:lnTo>
                    <a:pt x="8686" y="20600"/>
                  </a:lnTo>
                  <a:lnTo>
                    <a:pt x="9027" y="20498"/>
                  </a:lnTo>
                  <a:lnTo>
                    <a:pt x="9400" y="20397"/>
                  </a:lnTo>
                  <a:lnTo>
                    <a:pt x="9588" y="20471"/>
                  </a:lnTo>
                  <a:lnTo>
                    <a:pt x="9897" y="20588"/>
                  </a:lnTo>
                  <a:lnTo>
                    <a:pt x="10182" y="20553"/>
                  </a:lnTo>
                  <a:lnTo>
                    <a:pt x="10453" y="20448"/>
                  </a:lnTo>
                  <a:lnTo>
                    <a:pt x="10707" y="20173"/>
                  </a:lnTo>
                  <a:lnTo>
                    <a:pt x="10995" y="20114"/>
                  </a:lnTo>
                  <a:lnTo>
                    <a:pt x="11314" y="20134"/>
                  </a:lnTo>
                  <a:lnTo>
                    <a:pt x="11632" y="20138"/>
                  </a:lnTo>
                  <a:lnTo>
                    <a:pt x="12032" y="20154"/>
                  </a:lnTo>
                  <a:lnTo>
                    <a:pt x="12379" y="20225"/>
                  </a:lnTo>
                  <a:lnTo>
                    <a:pt x="12603" y="20247"/>
                  </a:lnTo>
                  <a:lnTo>
                    <a:pt x="12831" y="20356"/>
                  </a:lnTo>
                  <a:lnTo>
                    <a:pt x="13050" y="20548"/>
                  </a:lnTo>
                  <a:lnTo>
                    <a:pt x="13202" y="20722"/>
                  </a:lnTo>
                  <a:lnTo>
                    <a:pt x="13521" y="20774"/>
                  </a:lnTo>
                  <a:lnTo>
                    <a:pt x="13728" y="20934"/>
                  </a:lnTo>
                  <a:lnTo>
                    <a:pt x="13982" y="21315"/>
                  </a:lnTo>
                  <a:lnTo>
                    <a:pt x="14304" y="21365"/>
                  </a:lnTo>
                  <a:lnTo>
                    <a:pt x="14429" y="21162"/>
                  </a:lnTo>
                  <a:lnTo>
                    <a:pt x="14723" y="21347"/>
                  </a:lnTo>
                  <a:lnTo>
                    <a:pt x="15071" y="21565"/>
                  </a:lnTo>
                  <a:lnTo>
                    <a:pt x="15369" y="21600"/>
                  </a:lnTo>
                  <a:lnTo>
                    <a:pt x="15447" y="21297"/>
                  </a:lnTo>
                  <a:lnTo>
                    <a:pt x="15423" y="21025"/>
                  </a:lnTo>
                  <a:lnTo>
                    <a:pt x="15202" y="20846"/>
                  </a:lnTo>
                  <a:lnTo>
                    <a:pt x="15069" y="20602"/>
                  </a:lnTo>
                  <a:lnTo>
                    <a:pt x="15220" y="20414"/>
                  </a:lnTo>
                  <a:lnTo>
                    <a:pt x="15484" y="20365"/>
                  </a:lnTo>
                  <a:lnTo>
                    <a:pt x="15790" y="20299"/>
                  </a:lnTo>
                  <a:lnTo>
                    <a:pt x="15818" y="20031"/>
                  </a:lnTo>
                  <a:lnTo>
                    <a:pt x="15659" y="19839"/>
                  </a:lnTo>
                  <a:lnTo>
                    <a:pt x="15689" y="19602"/>
                  </a:lnTo>
                  <a:lnTo>
                    <a:pt x="15607" y="19362"/>
                  </a:lnTo>
                  <a:lnTo>
                    <a:pt x="15152" y="18815"/>
                  </a:lnTo>
                  <a:lnTo>
                    <a:pt x="15209" y="18012"/>
                  </a:lnTo>
                  <a:lnTo>
                    <a:pt x="15047" y="17955"/>
                  </a:lnTo>
                  <a:lnTo>
                    <a:pt x="15040" y="17706"/>
                  </a:lnTo>
                  <a:lnTo>
                    <a:pt x="15378" y="17553"/>
                  </a:lnTo>
                  <a:lnTo>
                    <a:pt x="15845" y="17443"/>
                  </a:lnTo>
                  <a:lnTo>
                    <a:pt x="16374" y="17358"/>
                  </a:lnTo>
                  <a:lnTo>
                    <a:pt x="16798" y="17302"/>
                  </a:lnTo>
                  <a:lnTo>
                    <a:pt x="17223" y="17387"/>
                  </a:lnTo>
                  <a:lnTo>
                    <a:pt x="17556" y="17493"/>
                  </a:lnTo>
                  <a:lnTo>
                    <a:pt x="17629" y="17184"/>
                  </a:lnTo>
                  <a:lnTo>
                    <a:pt x="17792" y="16997"/>
                  </a:lnTo>
                  <a:lnTo>
                    <a:pt x="17844" y="16533"/>
                  </a:lnTo>
                  <a:lnTo>
                    <a:pt x="17870" y="16132"/>
                  </a:lnTo>
                  <a:lnTo>
                    <a:pt x="17977" y="15786"/>
                  </a:lnTo>
                  <a:lnTo>
                    <a:pt x="18013" y="15388"/>
                  </a:lnTo>
                  <a:lnTo>
                    <a:pt x="18089" y="15111"/>
                  </a:lnTo>
                  <a:lnTo>
                    <a:pt x="18309" y="15134"/>
                  </a:lnTo>
                  <a:lnTo>
                    <a:pt x="18536" y="15286"/>
                  </a:lnTo>
                  <a:lnTo>
                    <a:pt x="18901" y="14847"/>
                  </a:lnTo>
                  <a:lnTo>
                    <a:pt x="19619" y="14009"/>
                  </a:lnTo>
                  <a:lnTo>
                    <a:pt x="19954" y="13771"/>
                  </a:lnTo>
                  <a:lnTo>
                    <a:pt x="20245" y="13672"/>
                  </a:lnTo>
                  <a:lnTo>
                    <a:pt x="20537" y="13669"/>
                  </a:lnTo>
                  <a:lnTo>
                    <a:pt x="20660" y="13861"/>
                  </a:lnTo>
                  <a:lnTo>
                    <a:pt x="20860" y="13599"/>
                  </a:lnTo>
                  <a:lnTo>
                    <a:pt x="21125" y="13531"/>
                  </a:lnTo>
                  <a:lnTo>
                    <a:pt x="21359" y="13348"/>
                  </a:lnTo>
                  <a:lnTo>
                    <a:pt x="21455" y="13150"/>
                  </a:lnTo>
                  <a:lnTo>
                    <a:pt x="21354" y="12957"/>
                  </a:lnTo>
                  <a:lnTo>
                    <a:pt x="21308" y="12675"/>
                  </a:lnTo>
                  <a:lnTo>
                    <a:pt x="21404" y="12407"/>
                  </a:lnTo>
                  <a:lnTo>
                    <a:pt x="21600" y="12161"/>
                  </a:lnTo>
                  <a:lnTo>
                    <a:pt x="21501" y="11824"/>
                  </a:lnTo>
                  <a:lnTo>
                    <a:pt x="21351" y="11514"/>
                  </a:lnTo>
                  <a:lnTo>
                    <a:pt x="21234" y="11257"/>
                  </a:lnTo>
                  <a:lnTo>
                    <a:pt x="21186" y="10877"/>
                  </a:lnTo>
                  <a:lnTo>
                    <a:pt x="21129" y="10411"/>
                  </a:lnTo>
                  <a:lnTo>
                    <a:pt x="21086" y="10123"/>
                  </a:lnTo>
                  <a:lnTo>
                    <a:pt x="20911" y="9967"/>
                  </a:lnTo>
                  <a:lnTo>
                    <a:pt x="21021" y="9659"/>
                  </a:lnTo>
                  <a:lnTo>
                    <a:pt x="20851" y="9579"/>
                  </a:lnTo>
                  <a:lnTo>
                    <a:pt x="20687" y="9539"/>
                  </a:lnTo>
                  <a:lnTo>
                    <a:pt x="20118" y="8788"/>
                  </a:lnTo>
                  <a:lnTo>
                    <a:pt x="19689" y="8331"/>
                  </a:lnTo>
                  <a:lnTo>
                    <a:pt x="19089" y="7927"/>
                  </a:lnTo>
                  <a:lnTo>
                    <a:pt x="18698" y="7879"/>
                  </a:lnTo>
                  <a:lnTo>
                    <a:pt x="18433" y="7848"/>
                  </a:lnTo>
                  <a:lnTo>
                    <a:pt x="18243" y="7659"/>
                  </a:lnTo>
                  <a:lnTo>
                    <a:pt x="18063" y="7605"/>
                  </a:lnTo>
                  <a:lnTo>
                    <a:pt x="17863" y="7484"/>
                  </a:lnTo>
                  <a:lnTo>
                    <a:pt x="17729" y="7375"/>
                  </a:lnTo>
                  <a:lnTo>
                    <a:pt x="17552" y="7339"/>
                  </a:lnTo>
                  <a:lnTo>
                    <a:pt x="17303" y="7114"/>
                  </a:lnTo>
                  <a:lnTo>
                    <a:pt x="17194" y="6713"/>
                  </a:lnTo>
                  <a:lnTo>
                    <a:pt x="17296" y="6304"/>
                  </a:lnTo>
                  <a:lnTo>
                    <a:pt x="17566" y="5950"/>
                  </a:lnTo>
                  <a:lnTo>
                    <a:pt x="17677" y="5722"/>
                  </a:lnTo>
                  <a:lnTo>
                    <a:pt x="17737" y="5299"/>
                  </a:lnTo>
                  <a:lnTo>
                    <a:pt x="17807" y="4907"/>
                  </a:lnTo>
                  <a:lnTo>
                    <a:pt x="17736" y="4509"/>
                  </a:lnTo>
                  <a:lnTo>
                    <a:pt x="17582" y="4198"/>
                  </a:lnTo>
                  <a:lnTo>
                    <a:pt x="17535" y="3792"/>
                  </a:lnTo>
                  <a:lnTo>
                    <a:pt x="17473" y="3344"/>
                  </a:lnTo>
                  <a:lnTo>
                    <a:pt x="17396" y="2989"/>
                  </a:lnTo>
                  <a:lnTo>
                    <a:pt x="17209" y="2789"/>
                  </a:lnTo>
                  <a:lnTo>
                    <a:pt x="17030" y="2735"/>
                  </a:lnTo>
                  <a:lnTo>
                    <a:pt x="16907" y="2448"/>
                  </a:lnTo>
                  <a:lnTo>
                    <a:pt x="16726" y="2367"/>
                  </a:lnTo>
                  <a:lnTo>
                    <a:pt x="16532" y="2354"/>
                  </a:lnTo>
                  <a:lnTo>
                    <a:pt x="16395" y="2081"/>
                  </a:lnTo>
                  <a:lnTo>
                    <a:pt x="16263" y="2002"/>
                  </a:lnTo>
                  <a:lnTo>
                    <a:pt x="16217" y="1820"/>
                  </a:lnTo>
                  <a:lnTo>
                    <a:pt x="16052" y="1578"/>
                  </a:lnTo>
                  <a:lnTo>
                    <a:pt x="15878" y="1256"/>
                  </a:lnTo>
                  <a:lnTo>
                    <a:pt x="15804" y="1092"/>
                  </a:lnTo>
                  <a:lnTo>
                    <a:pt x="15903" y="948"/>
                  </a:lnTo>
                  <a:lnTo>
                    <a:pt x="15738" y="739"/>
                  </a:lnTo>
                  <a:lnTo>
                    <a:pt x="15712" y="578"/>
                  </a:lnTo>
                  <a:lnTo>
                    <a:pt x="15862" y="349"/>
                  </a:lnTo>
                  <a:lnTo>
                    <a:pt x="15873" y="203"/>
                  </a:lnTo>
                  <a:lnTo>
                    <a:pt x="15625" y="160"/>
                  </a:lnTo>
                  <a:lnTo>
                    <a:pt x="15419" y="127"/>
                  </a:lnTo>
                  <a:lnTo>
                    <a:pt x="15220" y="0"/>
                  </a:lnTo>
                  <a:lnTo>
                    <a:pt x="15038" y="32"/>
                  </a:lnTo>
                  <a:lnTo>
                    <a:pt x="14872" y="168"/>
                  </a:lnTo>
                  <a:lnTo>
                    <a:pt x="14825" y="478"/>
                  </a:lnTo>
                  <a:lnTo>
                    <a:pt x="14667" y="729"/>
                  </a:lnTo>
                  <a:lnTo>
                    <a:pt x="14412" y="857"/>
                  </a:lnTo>
                  <a:lnTo>
                    <a:pt x="14069" y="889"/>
                  </a:lnTo>
                  <a:lnTo>
                    <a:pt x="13871" y="898"/>
                  </a:lnTo>
                  <a:lnTo>
                    <a:pt x="13740" y="1213"/>
                  </a:lnTo>
                  <a:lnTo>
                    <a:pt x="13646" y="1614"/>
                  </a:lnTo>
                  <a:lnTo>
                    <a:pt x="13581" y="2033"/>
                  </a:lnTo>
                  <a:lnTo>
                    <a:pt x="13493" y="2531"/>
                  </a:lnTo>
                  <a:lnTo>
                    <a:pt x="13394" y="2898"/>
                  </a:lnTo>
                  <a:lnTo>
                    <a:pt x="13199" y="2852"/>
                  </a:lnTo>
                  <a:lnTo>
                    <a:pt x="13004" y="2805"/>
                  </a:lnTo>
                  <a:lnTo>
                    <a:pt x="12788" y="3058"/>
                  </a:lnTo>
                  <a:lnTo>
                    <a:pt x="12648" y="2946"/>
                  </a:lnTo>
                  <a:lnTo>
                    <a:pt x="12543" y="2688"/>
                  </a:lnTo>
                  <a:lnTo>
                    <a:pt x="12238" y="2662"/>
                  </a:lnTo>
                  <a:lnTo>
                    <a:pt x="11931" y="2486"/>
                  </a:lnTo>
                  <a:lnTo>
                    <a:pt x="11711" y="2273"/>
                  </a:lnTo>
                  <a:lnTo>
                    <a:pt x="11412" y="1991"/>
                  </a:lnTo>
                  <a:lnTo>
                    <a:pt x="11237" y="2204"/>
                  </a:lnTo>
                  <a:lnTo>
                    <a:pt x="10866" y="2780"/>
                  </a:lnTo>
                  <a:lnTo>
                    <a:pt x="10483" y="3318"/>
                  </a:lnTo>
                  <a:lnTo>
                    <a:pt x="10264" y="3693"/>
                  </a:lnTo>
                  <a:lnTo>
                    <a:pt x="10162" y="4145"/>
                  </a:lnTo>
                  <a:lnTo>
                    <a:pt x="10198" y="4462"/>
                  </a:lnTo>
                  <a:lnTo>
                    <a:pt x="10303" y="4762"/>
                  </a:lnTo>
                  <a:lnTo>
                    <a:pt x="10047" y="4810"/>
                  </a:lnTo>
                  <a:lnTo>
                    <a:pt x="9819" y="4737"/>
                  </a:lnTo>
                  <a:lnTo>
                    <a:pt x="9713" y="4436"/>
                  </a:lnTo>
                  <a:lnTo>
                    <a:pt x="9528" y="4435"/>
                  </a:lnTo>
                  <a:lnTo>
                    <a:pt x="9210" y="4344"/>
                  </a:lnTo>
                  <a:lnTo>
                    <a:pt x="8660" y="4354"/>
                  </a:lnTo>
                  <a:lnTo>
                    <a:pt x="8346" y="4290"/>
                  </a:lnTo>
                  <a:lnTo>
                    <a:pt x="8095" y="4396"/>
                  </a:lnTo>
                  <a:lnTo>
                    <a:pt x="7932" y="4470"/>
                  </a:lnTo>
                  <a:lnTo>
                    <a:pt x="7997" y="4749"/>
                  </a:lnTo>
                  <a:lnTo>
                    <a:pt x="8200" y="4921"/>
                  </a:lnTo>
                  <a:lnTo>
                    <a:pt x="8177" y="5238"/>
                  </a:lnTo>
                  <a:lnTo>
                    <a:pt x="8127" y="5578"/>
                  </a:lnTo>
                  <a:lnTo>
                    <a:pt x="8090" y="6198"/>
                  </a:lnTo>
                  <a:lnTo>
                    <a:pt x="8119" y="6843"/>
                  </a:lnTo>
                  <a:lnTo>
                    <a:pt x="8086" y="7340"/>
                  </a:lnTo>
                  <a:lnTo>
                    <a:pt x="7995" y="7498"/>
                  </a:lnTo>
                  <a:lnTo>
                    <a:pt x="7773" y="7435"/>
                  </a:lnTo>
                  <a:lnTo>
                    <a:pt x="7597" y="7523"/>
                  </a:lnTo>
                  <a:lnTo>
                    <a:pt x="7664" y="7772"/>
                  </a:lnTo>
                  <a:lnTo>
                    <a:pt x="7399" y="7917"/>
                  </a:lnTo>
                  <a:lnTo>
                    <a:pt x="7307" y="8235"/>
                  </a:lnTo>
                  <a:lnTo>
                    <a:pt x="7273" y="8545"/>
                  </a:lnTo>
                  <a:lnTo>
                    <a:pt x="7097" y="8735"/>
                  </a:lnTo>
                  <a:lnTo>
                    <a:pt x="6659" y="8994"/>
                  </a:lnTo>
                  <a:lnTo>
                    <a:pt x="6054" y="9155"/>
                  </a:lnTo>
                  <a:lnTo>
                    <a:pt x="5601" y="9288"/>
                  </a:lnTo>
                  <a:lnTo>
                    <a:pt x="5318" y="9378"/>
                  </a:lnTo>
                  <a:lnTo>
                    <a:pt x="5172" y="9175"/>
                  </a:lnTo>
                  <a:lnTo>
                    <a:pt x="5011" y="9435"/>
                  </a:lnTo>
                  <a:lnTo>
                    <a:pt x="4786" y="9412"/>
                  </a:lnTo>
                  <a:lnTo>
                    <a:pt x="4646" y="9587"/>
                  </a:lnTo>
                  <a:lnTo>
                    <a:pt x="4357" y="9542"/>
                  </a:lnTo>
                  <a:lnTo>
                    <a:pt x="4077" y="9374"/>
                  </a:lnTo>
                  <a:lnTo>
                    <a:pt x="3924" y="9209"/>
                  </a:lnTo>
                  <a:lnTo>
                    <a:pt x="3724" y="9327"/>
                  </a:lnTo>
                  <a:lnTo>
                    <a:pt x="3518" y="9579"/>
                  </a:lnTo>
                  <a:lnTo>
                    <a:pt x="3356" y="9838"/>
                  </a:lnTo>
                  <a:lnTo>
                    <a:pt x="3203" y="10003"/>
                  </a:lnTo>
                  <a:lnTo>
                    <a:pt x="3029" y="10012"/>
                  </a:lnTo>
                  <a:lnTo>
                    <a:pt x="2829" y="9930"/>
                  </a:lnTo>
                  <a:lnTo>
                    <a:pt x="2639" y="10022"/>
                  </a:lnTo>
                  <a:lnTo>
                    <a:pt x="2529" y="9824"/>
                  </a:lnTo>
                  <a:lnTo>
                    <a:pt x="2579" y="9582"/>
                  </a:lnTo>
                  <a:lnTo>
                    <a:pt x="2654" y="9341"/>
                  </a:lnTo>
                  <a:lnTo>
                    <a:pt x="2531" y="9273"/>
                  </a:lnTo>
                  <a:lnTo>
                    <a:pt x="2278" y="9460"/>
                  </a:lnTo>
                  <a:lnTo>
                    <a:pt x="2059" y="9490"/>
                  </a:lnTo>
                  <a:lnTo>
                    <a:pt x="1931" y="9253"/>
                  </a:lnTo>
                  <a:lnTo>
                    <a:pt x="1839" y="9117"/>
                  </a:lnTo>
                  <a:lnTo>
                    <a:pt x="1699" y="9300"/>
                  </a:lnTo>
                  <a:lnTo>
                    <a:pt x="1545" y="9493"/>
                  </a:lnTo>
                  <a:lnTo>
                    <a:pt x="1260" y="9530"/>
                  </a:lnTo>
                  <a:lnTo>
                    <a:pt x="949" y="9492"/>
                  </a:lnTo>
                  <a:lnTo>
                    <a:pt x="773" y="9623"/>
                  </a:lnTo>
                  <a:lnTo>
                    <a:pt x="624" y="9897"/>
                  </a:lnTo>
                  <a:lnTo>
                    <a:pt x="467" y="10261"/>
                  </a:lnTo>
                  <a:lnTo>
                    <a:pt x="277" y="10206"/>
                  </a:lnTo>
                  <a:lnTo>
                    <a:pt x="121" y="10407"/>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14" name="Shape 173"/>
            <p:cNvSpPr/>
            <p:nvPr/>
          </p:nvSpPr>
          <p:spPr>
            <a:xfrm>
              <a:off x="477306" y="5536776"/>
              <a:ext cx="6207833" cy="3843961"/>
            </a:xfrm>
            <a:custGeom>
              <a:avLst/>
              <a:gdLst/>
              <a:ahLst/>
              <a:cxnLst>
                <a:cxn ang="0">
                  <a:pos x="wd2" y="hd2"/>
                </a:cxn>
                <a:cxn ang="5400000">
                  <a:pos x="wd2" y="hd2"/>
                </a:cxn>
                <a:cxn ang="10800000">
                  <a:pos x="wd2" y="hd2"/>
                </a:cxn>
                <a:cxn ang="16200000">
                  <a:pos x="wd2" y="hd2"/>
                </a:cxn>
              </a:cxnLst>
              <a:rect l="0" t="0" r="r" b="b"/>
              <a:pathLst>
                <a:path w="21600" h="21600" extrusionOk="0">
                  <a:moveTo>
                    <a:pt x="1536" y="1363"/>
                  </a:moveTo>
                  <a:lnTo>
                    <a:pt x="1386" y="1707"/>
                  </a:lnTo>
                  <a:lnTo>
                    <a:pt x="970" y="1975"/>
                  </a:lnTo>
                  <a:lnTo>
                    <a:pt x="987" y="2308"/>
                  </a:lnTo>
                  <a:lnTo>
                    <a:pt x="931" y="2572"/>
                  </a:lnTo>
                  <a:lnTo>
                    <a:pt x="835" y="2798"/>
                  </a:lnTo>
                  <a:lnTo>
                    <a:pt x="840" y="3140"/>
                  </a:lnTo>
                  <a:lnTo>
                    <a:pt x="985" y="3509"/>
                  </a:lnTo>
                  <a:lnTo>
                    <a:pt x="1056" y="3905"/>
                  </a:lnTo>
                  <a:lnTo>
                    <a:pt x="1266" y="4035"/>
                  </a:lnTo>
                  <a:lnTo>
                    <a:pt x="1492" y="4235"/>
                  </a:lnTo>
                  <a:lnTo>
                    <a:pt x="1371" y="4451"/>
                  </a:lnTo>
                  <a:lnTo>
                    <a:pt x="1356" y="4781"/>
                  </a:lnTo>
                  <a:lnTo>
                    <a:pt x="1371" y="5117"/>
                  </a:lnTo>
                  <a:lnTo>
                    <a:pt x="1263" y="5349"/>
                  </a:lnTo>
                  <a:lnTo>
                    <a:pt x="1037" y="5466"/>
                  </a:lnTo>
                  <a:lnTo>
                    <a:pt x="932" y="5227"/>
                  </a:lnTo>
                  <a:lnTo>
                    <a:pt x="768" y="5390"/>
                  </a:lnTo>
                  <a:lnTo>
                    <a:pt x="574" y="5359"/>
                  </a:lnTo>
                  <a:lnTo>
                    <a:pt x="449" y="5025"/>
                  </a:lnTo>
                  <a:lnTo>
                    <a:pt x="564" y="4687"/>
                  </a:lnTo>
                  <a:lnTo>
                    <a:pt x="431" y="4594"/>
                  </a:lnTo>
                  <a:lnTo>
                    <a:pt x="204" y="4711"/>
                  </a:lnTo>
                  <a:lnTo>
                    <a:pt x="73" y="4962"/>
                  </a:lnTo>
                  <a:lnTo>
                    <a:pt x="114" y="5286"/>
                  </a:lnTo>
                  <a:lnTo>
                    <a:pt x="159" y="5560"/>
                  </a:lnTo>
                  <a:lnTo>
                    <a:pt x="28" y="5891"/>
                  </a:lnTo>
                  <a:lnTo>
                    <a:pt x="123" y="6165"/>
                  </a:lnTo>
                  <a:lnTo>
                    <a:pt x="57" y="6403"/>
                  </a:lnTo>
                  <a:lnTo>
                    <a:pt x="72" y="6686"/>
                  </a:lnTo>
                  <a:lnTo>
                    <a:pt x="147" y="6918"/>
                  </a:lnTo>
                  <a:lnTo>
                    <a:pt x="23" y="7008"/>
                  </a:lnTo>
                  <a:lnTo>
                    <a:pt x="0" y="7392"/>
                  </a:lnTo>
                  <a:lnTo>
                    <a:pt x="74" y="7679"/>
                  </a:lnTo>
                  <a:lnTo>
                    <a:pt x="308" y="7560"/>
                  </a:lnTo>
                  <a:lnTo>
                    <a:pt x="489" y="7492"/>
                  </a:lnTo>
                  <a:lnTo>
                    <a:pt x="512" y="7931"/>
                  </a:lnTo>
                  <a:lnTo>
                    <a:pt x="567" y="8302"/>
                  </a:lnTo>
                  <a:lnTo>
                    <a:pt x="712" y="8595"/>
                  </a:lnTo>
                  <a:lnTo>
                    <a:pt x="968" y="8822"/>
                  </a:lnTo>
                  <a:lnTo>
                    <a:pt x="1087" y="9238"/>
                  </a:lnTo>
                  <a:cubicBezTo>
                    <a:pt x="1131" y="9234"/>
                    <a:pt x="1175" y="9229"/>
                    <a:pt x="1219" y="9224"/>
                  </a:cubicBezTo>
                  <a:cubicBezTo>
                    <a:pt x="1263" y="9220"/>
                    <a:pt x="1307" y="9215"/>
                    <a:pt x="1351" y="9210"/>
                  </a:cubicBezTo>
                  <a:lnTo>
                    <a:pt x="1283" y="9504"/>
                  </a:lnTo>
                  <a:lnTo>
                    <a:pt x="1521" y="10028"/>
                  </a:lnTo>
                  <a:lnTo>
                    <a:pt x="1785" y="10366"/>
                  </a:lnTo>
                  <a:lnTo>
                    <a:pt x="1933" y="10772"/>
                  </a:lnTo>
                  <a:lnTo>
                    <a:pt x="2040" y="11219"/>
                  </a:lnTo>
                  <a:lnTo>
                    <a:pt x="2222" y="11104"/>
                  </a:lnTo>
                  <a:lnTo>
                    <a:pt x="2440" y="10710"/>
                  </a:lnTo>
                  <a:lnTo>
                    <a:pt x="2605" y="10608"/>
                  </a:lnTo>
                  <a:lnTo>
                    <a:pt x="2805" y="10809"/>
                  </a:lnTo>
                  <a:lnTo>
                    <a:pt x="3011" y="11003"/>
                  </a:lnTo>
                  <a:lnTo>
                    <a:pt x="3196" y="11182"/>
                  </a:lnTo>
                  <a:lnTo>
                    <a:pt x="3135" y="11542"/>
                  </a:lnTo>
                  <a:lnTo>
                    <a:pt x="3217" y="11802"/>
                  </a:lnTo>
                  <a:lnTo>
                    <a:pt x="3460" y="12119"/>
                  </a:lnTo>
                  <a:lnTo>
                    <a:pt x="3612" y="12559"/>
                  </a:lnTo>
                  <a:lnTo>
                    <a:pt x="3753" y="12827"/>
                  </a:lnTo>
                  <a:lnTo>
                    <a:pt x="3979" y="13021"/>
                  </a:lnTo>
                  <a:lnTo>
                    <a:pt x="4110" y="13261"/>
                  </a:lnTo>
                  <a:lnTo>
                    <a:pt x="4217" y="13744"/>
                  </a:lnTo>
                  <a:lnTo>
                    <a:pt x="4280" y="14090"/>
                  </a:lnTo>
                  <a:lnTo>
                    <a:pt x="4407" y="14286"/>
                  </a:lnTo>
                  <a:lnTo>
                    <a:pt x="4580" y="14097"/>
                  </a:lnTo>
                  <a:lnTo>
                    <a:pt x="4836" y="14144"/>
                  </a:lnTo>
                  <a:lnTo>
                    <a:pt x="4971" y="14383"/>
                  </a:lnTo>
                  <a:lnTo>
                    <a:pt x="5004" y="14703"/>
                  </a:lnTo>
                  <a:lnTo>
                    <a:pt x="4902" y="14962"/>
                  </a:lnTo>
                  <a:lnTo>
                    <a:pt x="5022" y="15283"/>
                  </a:lnTo>
                  <a:lnTo>
                    <a:pt x="5227" y="15576"/>
                  </a:lnTo>
                  <a:lnTo>
                    <a:pt x="5393" y="15886"/>
                  </a:lnTo>
                  <a:lnTo>
                    <a:pt x="5576" y="15991"/>
                  </a:lnTo>
                  <a:lnTo>
                    <a:pt x="5808" y="15901"/>
                  </a:lnTo>
                  <a:lnTo>
                    <a:pt x="5913" y="16147"/>
                  </a:lnTo>
                  <a:lnTo>
                    <a:pt x="5777" y="16352"/>
                  </a:lnTo>
                  <a:lnTo>
                    <a:pt x="5659" y="16603"/>
                  </a:lnTo>
                  <a:lnTo>
                    <a:pt x="5867" y="16783"/>
                  </a:lnTo>
                  <a:lnTo>
                    <a:pt x="6132" y="16789"/>
                  </a:lnTo>
                  <a:lnTo>
                    <a:pt x="6340" y="16842"/>
                  </a:lnTo>
                  <a:lnTo>
                    <a:pt x="6440" y="17096"/>
                  </a:lnTo>
                  <a:lnTo>
                    <a:pt x="6496" y="17559"/>
                  </a:lnTo>
                  <a:lnTo>
                    <a:pt x="6579" y="17847"/>
                  </a:lnTo>
                  <a:lnTo>
                    <a:pt x="6779" y="17481"/>
                  </a:lnTo>
                  <a:lnTo>
                    <a:pt x="6907" y="17716"/>
                  </a:lnTo>
                  <a:lnTo>
                    <a:pt x="6966" y="18006"/>
                  </a:lnTo>
                  <a:lnTo>
                    <a:pt x="7181" y="18026"/>
                  </a:lnTo>
                  <a:lnTo>
                    <a:pt x="7337" y="17817"/>
                  </a:lnTo>
                  <a:lnTo>
                    <a:pt x="7524" y="18038"/>
                  </a:lnTo>
                  <a:lnTo>
                    <a:pt x="7871" y="18471"/>
                  </a:lnTo>
                  <a:lnTo>
                    <a:pt x="8108" y="18675"/>
                  </a:lnTo>
                  <a:lnTo>
                    <a:pt x="8317" y="18727"/>
                  </a:lnTo>
                  <a:lnTo>
                    <a:pt x="8499" y="18873"/>
                  </a:lnTo>
                  <a:lnTo>
                    <a:pt x="8677" y="18518"/>
                  </a:lnTo>
                  <a:lnTo>
                    <a:pt x="8848" y="18806"/>
                  </a:lnTo>
                  <a:lnTo>
                    <a:pt x="9131" y="18783"/>
                  </a:lnTo>
                  <a:lnTo>
                    <a:pt x="9385" y="18686"/>
                  </a:lnTo>
                  <a:lnTo>
                    <a:pt x="9587" y="18548"/>
                  </a:lnTo>
                  <a:lnTo>
                    <a:pt x="9710" y="18767"/>
                  </a:lnTo>
                  <a:lnTo>
                    <a:pt x="9774" y="19046"/>
                  </a:lnTo>
                  <a:lnTo>
                    <a:pt x="9696" y="19342"/>
                  </a:lnTo>
                  <a:lnTo>
                    <a:pt x="9595" y="19629"/>
                  </a:lnTo>
                  <a:lnTo>
                    <a:pt x="9508" y="19971"/>
                  </a:lnTo>
                  <a:lnTo>
                    <a:pt x="9638" y="20381"/>
                  </a:lnTo>
                  <a:lnTo>
                    <a:pt x="9815" y="20542"/>
                  </a:lnTo>
                  <a:lnTo>
                    <a:pt x="9981" y="20198"/>
                  </a:lnTo>
                  <a:lnTo>
                    <a:pt x="10041" y="19849"/>
                  </a:lnTo>
                  <a:lnTo>
                    <a:pt x="10180" y="19533"/>
                  </a:lnTo>
                  <a:lnTo>
                    <a:pt x="10392" y="19328"/>
                  </a:lnTo>
                  <a:lnTo>
                    <a:pt x="10594" y="18978"/>
                  </a:lnTo>
                  <a:lnTo>
                    <a:pt x="10814" y="18851"/>
                  </a:lnTo>
                  <a:lnTo>
                    <a:pt x="10991" y="18850"/>
                  </a:lnTo>
                  <a:lnTo>
                    <a:pt x="11418" y="18967"/>
                  </a:lnTo>
                  <a:lnTo>
                    <a:pt x="11529" y="19322"/>
                  </a:lnTo>
                  <a:lnTo>
                    <a:pt x="11749" y="19487"/>
                  </a:lnTo>
                  <a:lnTo>
                    <a:pt x="11932" y="19574"/>
                  </a:lnTo>
                  <a:lnTo>
                    <a:pt x="12124" y="19864"/>
                  </a:lnTo>
                  <a:lnTo>
                    <a:pt x="12319" y="19990"/>
                  </a:lnTo>
                  <a:lnTo>
                    <a:pt x="12675" y="19776"/>
                  </a:lnTo>
                  <a:lnTo>
                    <a:pt x="12792" y="20053"/>
                  </a:lnTo>
                  <a:lnTo>
                    <a:pt x="12841" y="20335"/>
                  </a:lnTo>
                  <a:lnTo>
                    <a:pt x="13039" y="20407"/>
                  </a:lnTo>
                  <a:lnTo>
                    <a:pt x="13397" y="20365"/>
                  </a:lnTo>
                  <a:lnTo>
                    <a:pt x="13676" y="20432"/>
                  </a:lnTo>
                  <a:lnTo>
                    <a:pt x="13918" y="20406"/>
                  </a:lnTo>
                  <a:lnTo>
                    <a:pt x="14122" y="20272"/>
                  </a:lnTo>
                  <a:lnTo>
                    <a:pt x="14052" y="20028"/>
                  </a:lnTo>
                  <a:lnTo>
                    <a:pt x="14308" y="19867"/>
                  </a:lnTo>
                  <a:lnTo>
                    <a:pt x="14525" y="19661"/>
                  </a:lnTo>
                  <a:lnTo>
                    <a:pt x="14763" y="19377"/>
                  </a:lnTo>
                  <a:lnTo>
                    <a:pt x="14837" y="19057"/>
                  </a:lnTo>
                  <a:lnTo>
                    <a:pt x="15052" y="19105"/>
                  </a:lnTo>
                  <a:lnTo>
                    <a:pt x="15326" y="19049"/>
                  </a:lnTo>
                  <a:lnTo>
                    <a:pt x="15696" y="18973"/>
                  </a:lnTo>
                  <a:lnTo>
                    <a:pt x="15804" y="18706"/>
                  </a:lnTo>
                  <a:lnTo>
                    <a:pt x="15932" y="18568"/>
                  </a:lnTo>
                  <a:lnTo>
                    <a:pt x="16200" y="18368"/>
                  </a:lnTo>
                  <a:lnTo>
                    <a:pt x="16487" y="18210"/>
                  </a:lnTo>
                  <a:lnTo>
                    <a:pt x="16717" y="18237"/>
                  </a:lnTo>
                  <a:lnTo>
                    <a:pt x="16791" y="18501"/>
                  </a:lnTo>
                  <a:lnTo>
                    <a:pt x="17038" y="18726"/>
                  </a:lnTo>
                  <a:lnTo>
                    <a:pt x="17288" y="18915"/>
                  </a:lnTo>
                  <a:lnTo>
                    <a:pt x="17737" y="18615"/>
                  </a:lnTo>
                  <a:lnTo>
                    <a:pt x="17958" y="18399"/>
                  </a:lnTo>
                  <a:lnTo>
                    <a:pt x="18188" y="18351"/>
                  </a:lnTo>
                  <a:lnTo>
                    <a:pt x="18315" y="18573"/>
                  </a:lnTo>
                  <a:lnTo>
                    <a:pt x="18521" y="18761"/>
                  </a:lnTo>
                  <a:lnTo>
                    <a:pt x="18348" y="19004"/>
                  </a:lnTo>
                  <a:lnTo>
                    <a:pt x="18132" y="19353"/>
                  </a:lnTo>
                  <a:lnTo>
                    <a:pt x="18389" y="19358"/>
                  </a:lnTo>
                  <a:lnTo>
                    <a:pt x="18620" y="19342"/>
                  </a:lnTo>
                  <a:lnTo>
                    <a:pt x="18608" y="19618"/>
                  </a:lnTo>
                  <a:lnTo>
                    <a:pt x="18673" y="19899"/>
                  </a:lnTo>
                  <a:lnTo>
                    <a:pt x="18468" y="20098"/>
                  </a:lnTo>
                  <a:lnTo>
                    <a:pt x="18308" y="20395"/>
                  </a:lnTo>
                  <a:lnTo>
                    <a:pt x="18532" y="20531"/>
                  </a:lnTo>
                  <a:lnTo>
                    <a:pt x="18694" y="20736"/>
                  </a:lnTo>
                  <a:lnTo>
                    <a:pt x="18955" y="20827"/>
                  </a:lnTo>
                  <a:lnTo>
                    <a:pt x="19228" y="20875"/>
                  </a:lnTo>
                  <a:lnTo>
                    <a:pt x="19372" y="21377"/>
                  </a:lnTo>
                  <a:lnTo>
                    <a:pt x="19602" y="20863"/>
                  </a:lnTo>
                  <a:lnTo>
                    <a:pt x="19735" y="20496"/>
                  </a:lnTo>
                  <a:lnTo>
                    <a:pt x="19893" y="20708"/>
                  </a:lnTo>
                  <a:lnTo>
                    <a:pt x="19872" y="21072"/>
                  </a:lnTo>
                  <a:lnTo>
                    <a:pt x="20054" y="21148"/>
                  </a:lnTo>
                  <a:lnTo>
                    <a:pt x="20223" y="21385"/>
                  </a:lnTo>
                  <a:lnTo>
                    <a:pt x="20415" y="21330"/>
                  </a:lnTo>
                  <a:cubicBezTo>
                    <a:pt x="20415" y="21280"/>
                    <a:pt x="20415" y="21230"/>
                    <a:pt x="20415" y="21180"/>
                  </a:cubicBezTo>
                  <a:cubicBezTo>
                    <a:pt x="20415" y="21130"/>
                    <a:pt x="20415" y="21080"/>
                    <a:pt x="20415" y="21030"/>
                  </a:cubicBezTo>
                  <a:lnTo>
                    <a:pt x="20624" y="21324"/>
                  </a:lnTo>
                  <a:lnTo>
                    <a:pt x="20571" y="21600"/>
                  </a:lnTo>
                  <a:lnTo>
                    <a:pt x="20818" y="21556"/>
                  </a:lnTo>
                  <a:lnTo>
                    <a:pt x="20967" y="21438"/>
                  </a:lnTo>
                  <a:lnTo>
                    <a:pt x="20966" y="20924"/>
                  </a:lnTo>
                  <a:lnTo>
                    <a:pt x="20940" y="20459"/>
                  </a:lnTo>
                  <a:lnTo>
                    <a:pt x="20981" y="20036"/>
                  </a:lnTo>
                  <a:lnTo>
                    <a:pt x="21116" y="19904"/>
                  </a:lnTo>
                  <a:lnTo>
                    <a:pt x="21164" y="20302"/>
                  </a:lnTo>
                  <a:lnTo>
                    <a:pt x="21368" y="20175"/>
                  </a:lnTo>
                  <a:lnTo>
                    <a:pt x="21378" y="19756"/>
                  </a:lnTo>
                  <a:lnTo>
                    <a:pt x="21529" y="19499"/>
                  </a:lnTo>
                  <a:lnTo>
                    <a:pt x="21583" y="17772"/>
                  </a:lnTo>
                  <a:lnTo>
                    <a:pt x="21582" y="16520"/>
                  </a:lnTo>
                  <a:lnTo>
                    <a:pt x="21392" y="15849"/>
                  </a:lnTo>
                  <a:lnTo>
                    <a:pt x="21279" y="15288"/>
                  </a:lnTo>
                  <a:lnTo>
                    <a:pt x="21338" y="14946"/>
                  </a:lnTo>
                  <a:lnTo>
                    <a:pt x="21483" y="15214"/>
                  </a:lnTo>
                  <a:lnTo>
                    <a:pt x="21600" y="14986"/>
                  </a:lnTo>
                  <a:lnTo>
                    <a:pt x="21297" y="14421"/>
                  </a:lnTo>
                  <a:lnTo>
                    <a:pt x="21129" y="13484"/>
                  </a:lnTo>
                  <a:lnTo>
                    <a:pt x="20886" y="12678"/>
                  </a:lnTo>
                  <a:lnTo>
                    <a:pt x="20556" y="12350"/>
                  </a:lnTo>
                  <a:lnTo>
                    <a:pt x="20162" y="12340"/>
                  </a:lnTo>
                  <a:lnTo>
                    <a:pt x="19967" y="12810"/>
                  </a:lnTo>
                  <a:lnTo>
                    <a:pt x="19829" y="13151"/>
                  </a:lnTo>
                  <a:lnTo>
                    <a:pt x="19566" y="13268"/>
                  </a:lnTo>
                  <a:lnTo>
                    <a:pt x="19382" y="13140"/>
                  </a:lnTo>
                  <a:lnTo>
                    <a:pt x="19362" y="13480"/>
                  </a:lnTo>
                  <a:lnTo>
                    <a:pt x="19353" y="13924"/>
                  </a:lnTo>
                  <a:lnTo>
                    <a:pt x="19216" y="13863"/>
                  </a:lnTo>
                  <a:lnTo>
                    <a:pt x="18857" y="13253"/>
                  </a:lnTo>
                  <a:lnTo>
                    <a:pt x="18720" y="13427"/>
                  </a:lnTo>
                  <a:lnTo>
                    <a:pt x="18781" y="13870"/>
                  </a:lnTo>
                  <a:lnTo>
                    <a:pt x="18724" y="14096"/>
                  </a:lnTo>
                  <a:lnTo>
                    <a:pt x="18564" y="13658"/>
                  </a:lnTo>
                  <a:lnTo>
                    <a:pt x="17962" y="13484"/>
                  </a:lnTo>
                  <a:lnTo>
                    <a:pt x="17837" y="13067"/>
                  </a:lnTo>
                  <a:lnTo>
                    <a:pt x="18019" y="12695"/>
                  </a:lnTo>
                  <a:lnTo>
                    <a:pt x="17793" y="12367"/>
                  </a:lnTo>
                  <a:lnTo>
                    <a:pt x="17541" y="12263"/>
                  </a:lnTo>
                  <a:lnTo>
                    <a:pt x="17394" y="11708"/>
                  </a:lnTo>
                  <a:lnTo>
                    <a:pt x="17161" y="11337"/>
                  </a:lnTo>
                  <a:lnTo>
                    <a:pt x="16893" y="11497"/>
                  </a:lnTo>
                  <a:lnTo>
                    <a:pt x="16651" y="11627"/>
                  </a:lnTo>
                  <a:lnTo>
                    <a:pt x="16285" y="11406"/>
                  </a:lnTo>
                  <a:lnTo>
                    <a:pt x="16134" y="11209"/>
                  </a:lnTo>
                  <a:lnTo>
                    <a:pt x="15987" y="11425"/>
                  </a:lnTo>
                  <a:lnTo>
                    <a:pt x="15748" y="10962"/>
                  </a:lnTo>
                  <a:lnTo>
                    <a:pt x="15531" y="10949"/>
                  </a:lnTo>
                  <a:lnTo>
                    <a:pt x="15407" y="10679"/>
                  </a:lnTo>
                  <a:lnTo>
                    <a:pt x="14818" y="10464"/>
                  </a:lnTo>
                  <a:lnTo>
                    <a:pt x="14456" y="10173"/>
                  </a:lnTo>
                  <a:lnTo>
                    <a:pt x="14123" y="9763"/>
                  </a:lnTo>
                  <a:lnTo>
                    <a:pt x="13948" y="9366"/>
                  </a:lnTo>
                  <a:lnTo>
                    <a:pt x="13877" y="8986"/>
                  </a:lnTo>
                  <a:lnTo>
                    <a:pt x="13724" y="8880"/>
                  </a:lnTo>
                  <a:lnTo>
                    <a:pt x="13482" y="9131"/>
                  </a:lnTo>
                  <a:lnTo>
                    <a:pt x="13178" y="9086"/>
                  </a:lnTo>
                  <a:lnTo>
                    <a:pt x="12829" y="8712"/>
                  </a:lnTo>
                  <a:lnTo>
                    <a:pt x="12717" y="8297"/>
                  </a:lnTo>
                  <a:lnTo>
                    <a:pt x="12548" y="7771"/>
                  </a:lnTo>
                  <a:lnTo>
                    <a:pt x="12352" y="7303"/>
                  </a:lnTo>
                  <a:lnTo>
                    <a:pt x="12290" y="6978"/>
                  </a:lnTo>
                  <a:lnTo>
                    <a:pt x="12515" y="6606"/>
                  </a:lnTo>
                  <a:lnTo>
                    <a:pt x="12548" y="5950"/>
                  </a:lnTo>
                  <a:lnTo>
                    <a:pt x="12490" y="5654"/>
                  </a:lnTo>
                  <a:lnTo>
                    <a:pt x="12671" y="5532"/>
                  </a:lnTo>
                  <a:lnTo>
                    <a:pt x="12640" y="5197"/>
                  </a:lnTo>
                  <a:lnTo>
                    <a:pt x="12430" y="5294"/>
                  </a:lnTo>
                  <a:lnTo>
                    <a:pt x="12466" y="4946"/>
                  </a:lnTo>
                  <a:lnTo>
                    <a:pt x="12431" y="4604"/>
                  </a:lnTo>
                  <a:lnTo>
                    <a:pt x="12496" y="4247"/>
                  </a:lnTo>
                  <a:lnTo>
                    <a:pt x="12717" y="4083"/>
                  </a:lnTo>
                  <a:lnTo>
                    <a:pt x="12859" y="3684"/>
                  </a:lnTo>
                  <a:lnTo>
                    <a:pt x="12906" y="3360"/>
                  </a:lnTo>
                  <a:lnTo>
                    <a:pt x="12570" y="3105"/>
                  </a:lnTo>
                  <a:lnTo>
                    <a:pt x="12546" y="2815"/>
                  </a:lnTo>
                  <a:lnTo>
                    <a:pt x="12973" y="2739"/>
                  </a:lnTo>
                  <a:lnTo>
                    <a:pt x="12712" y="2348"/>
                  </a:lnTo>
                  <a:lnTo>
                    <a:pt x="12387" y="2081"/>
                  </a:lnTo>
                  <a:lnTo>
                    <a:pt x="12136" y="2047"/>
                  </a:lnTo>
                  <a:lnTo>
                    <a:pt x="11791" y="1596"/>
                  </a:lnTo>
                  <a:lnTo>
                    <a:pt x="11343" y="1397"/>
                  </a:lnTo>
                  <a:lnTo>
                    <a:pt x="10748" y="1259"/>
                  </a:lnTo>
                  <a:lnTo>
                    <a:pt x="9983" y="1305"/>
                  </a:lnTo>
                  <a:lnTo>
                    <a:pt x="9621" y="1255"/>
                  </a:lnTo>
                  <a:lnTo>
                    <a:pt x="9450" y="1384"/>
                  </a:lnTo>
                  <a:lnTo>
                    <a:pt x="9277" y="1629"/>
                  </a:lnTo>
                  <a:lnTo>
                    <a:pt x="8894" y="1842"/>
                  </a:lnTo>
                  <a:lnTo>
                    <a:pt x="8500" y="1737"/>
                  </a:lnTo>
                  <a:lnTo>
                    <a:pt x="8123" y="1590"/>
                  </a:lnTo>
                  <a:lnTo>
                    <a:pt x="7588" y="1733"/>
                  </a:lnTo>
                  <a:lnTo>
                    <a:pt x="6986" y="1869"/>
                  </a:lnTo>
                  <a:lnTo>
                    <a:pt x="6630" y="1770"/>
                  </a:lnTo>
                  <a:lnTo>
                    <a:pt x="6146" y="1381"/>
                  </a:lnTo>
                  <a:lnTo>
                    <a:pt x="6068" y="934"/>
                  </a:lnTo>
                  <a:lnTo>
                    <a:pt x="5767" y="711"/>
                  </a:lnTo>
                  <a:lnTo>
                    <a:pt x="5347" y="607"/>
                  </a:lnTo>
                  <a:lnTo>
                    <a:pt x="4951" y="888"/>
                  </a:lnTo>
                  <a:lnTo>
                    <a:pt x="4757" y="970"/>
                  </a:lnTo>
                  <a:lnTo>
                    <a:pt x="4404" y="819"/>
                  </a:lnTo>
                  <a:lnTo>
                    <a:pt x="4189" y="428"/>
                  </a:lnTo>
                  <a:lnTo>
                    <a:pt x="3930" y="494"/>
                  </a:lnTo>
                  <a:lnTo>
                    <a:pt x="3511" y="0"/>
                  </a:lnTo>
                  <a:lnTo>
                    <a:pt x="3296" y="227"/>
                  </a:lnTo>
                  <a:lnTo>
                    <a:pt x="2706" y="1019"/>
                  </a:lnTo>
                  <a:lnTo>
                    <a:pt x="2608" y="1469"/>
                  </a:lnTo>
                  <a:lnTo>
                    <a:pt x="2388" y="1595"/>
                  </a:lnTo>
                  <a:lnTo>
                    <a:pt x="1536" y="1363"/>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15" name="Shape 174"/>
            <p:cNvSpPr/>
            <p:nvPr/>
          </p:nvSpPr>
          <p:spPr>
            <a:xfrm>
              <a:off x="4147317" y="8762582"/>
              <a:ext cx="1917340" cy="817388"/>
            </a:xfrm>
            <a:custGeom>
              <a:avLst/>
              <a:gdLst/>
              <a:ahLst/>
              <a:cxnLst>
                <a:cxn ang="0">
                  <a:pos x="wd2" y="hd2"/>
                </a:cxn>
                <a:cxn ang="5400000">
                  <a:pos x="wd2" y="hd2"/>
                </a:cxn>
                <a:cxn ang="10800000">
                  <a:pos x="wd2" y="hd2"/>
                </a:cxn>
                <a:cxn ang="16200000">
                  <a:pos x="wd2" y="hd2"/>
                </a:cxn>
              </a:cxnLst>
              <a:rect l="0" t="0" r="r" b="b"/>
              <a:pathLst>
                <a:path w="21600" h="21600" extrusionOk="0">
                  <a:moveTo>
                    <a:pt x="229" y="9254"/>
                  </a:moveTo>
                  <a:lnTo>
                    <a:pt x="0" y="11413"/>
                  </a:lnTo>
                  <a:lnTo>
                    <a:pt x="138" y="13333"/>
                  </a:lnTo>
                  <a:lnTo>
                    <a:pt x="1205" y="14107"/>
                  </a:lnTo>
                  <a:lnTo>
                    <a:pt x="1600" y="15616"/>
                  </a:lnTo>
                  <a:lnTo>
                    <a:pt x="951" y="17673"/>
                  </a:lnTo>
                  <a:lnTo>
                    <a:pt x="1382" y="20317"/>
                  </a:lnTo>
                  <a:lnTo>
                    <a:pt x="2795" y="20223"/>
                  </a:lnTo>
                  <a:lnTo>
                    <a:pt x="4401" y="20831"/>
                  </a:lnTo>
                  <a:lnTo>
                    <a:pt x="5928" y="21600"/>
                  </a:lnTo>
                  <a:lnTo>
                    <a:pt x="7242" y="21485"/>
                  </a:lnTo>
                  <a:lnTo>
                    <a:pt x="8369" y="19467"/>
                  </a:lnTo>
                  <a:lnTo>
                    <a:pt x="9462" y="17584"/>
                  </a:lnTo>
                  <a:lnTo>
                    <a:pt x="10681" y="16887"/>
                  </a:lnTo>
                  <a:lnTo>
                    <a:pt x="11913" y="15901"/>
                  </a:lnTo>
                  <a:lnTo>
                    <a:pt x="13199" y="14898"/>
                  </a:lnTo>
                  <a:lnTo>
                    <a:pt x="14237" y="13100"/>
                  </a:lnTo>
                  <a:lnTo>
                    <a:pt x="15607" y="11889"/>
                  </a:lnTo>
                  <a:lnTo>
                    <a:pt x="16634" y="12203"/>
                  </a:lnTo>
                  <a:lnTo>
                    <a:pt x="17591" y="12314"/>
                  </a:lnTo>
                  <a:lnTo>
                    <a:pt x="18189" y="13899"/>
                  </a:lnTo>
                  <a:lnTo>
                    <a:pt x="19282" y="16266"/>
                  </a:lnTo>
                  <a:lnTo>
                    <a:pt x="20169" y="17996"/>
                  </a:lnTo>
                  <a:lnTo>
                    <a:pt x="21051" y="17694"/>
                  </a:lnTo>
                  <a:lnTo>
                    <a:pt x="21600" y="16564"/>
                  </a:lnTo>
                  <a:lnTo>
                    <a:pt x="21413" y="14396"/>
                  </a:lnTo>
                  <a:lnTo>
                    <a:pt x="21031" y="12480"/>
                  </a:lnTo>
                  <a:lnTo>
                    <a:pt x="19519" y="12050"/>
                  </a:lnTo>
                  <a:lnTo>
                    <a:pt x="18312" y="10427"/>
                  </a:lnTo>
                  <a:lnTo>
                    <a:pt x="19394" y="8319"/>
                  </a:lnTo>
                  <a:lnTo>
                    <a:pt x="19177" y="6922"/>
                  </a:lnTo>
                  <a:lnTo>
                    <a:pt x="19306" y="5318"/>
                  </a:lnTo>
                  <a:lnTo>
                    <a:pt x="17917" y="5286"/>
                  </a:lnTo>
                  <a:lnTo>
                    <a:pt x="18451" y="4175"/>
                  </a:lnTo>
                  <a:lnTo>
                    <a:pt x="18936" y="2975"/>
                  </a:lnTo>
                  <a:lnTo>
                    <a:pt x="18095" y="1680"/>
                  </a:lnTo>
                  <a:lnTo>
                    <a:pt x="17384" y="832"/>
                  </a:lnTo>
                  <a:lnTo>
                    <a:pt x="16601" y="1216"/>
                  </a:lnTo>
                  <a:lnTo>
                    <a:pt x="14796" y="3132"/>
                  </a:lnTo>
                  <a:lnTo>
                    <a:pt x="13267" y="1572"/>
                  </a:lnTo>
                  <a:lnTo>
                    <a:pt x="12871" y="238"/>
                  </a:lnTo>
                  <a:lnTo>
                    <a:pt x="11866" y="0"/>
                  </a:lnTo>
                  <a:lnTo>
                    <a:pt x="9635" y="2130"/>
                  </a:lnTo>
                  <a:lnTo>
                    <a:pt x="9427" y="3431"/>
                  </a:lnTo>
                  <a:lnTo>
                    <a:pt x="7655" y="3984"/>
                  </a:lnTo>
                  <a:lnTo>
                    <a:pt x="6612" y="3966"/>
                  </a:lnTo>
                  <a:lnTo>
                    <a:pt x="6266" y="5437"/>
                  </a:lnTo>
                  <a:lnTo>
                    <a:pt x="5020" y="7443"/>
                  </a:lnTo>
                  <a:lnTo>
                    <a:pt x="3845" y="8692"/>
                  </a:lnTo>
                  <a:lnTo>
                    <a:pt x="4109" y="9887"/>
                  </a:lnTo>
                  <a:lnTo>
                    <a:pt x="3475" y="10490"/>
                  </a:lnTo>
                  <a:lnTo>
                    <a:pt x="1901" y="9993"/>
                  </a:lnTo>
                  <a:lnTo>
                    <a:pt x="1088" y="10184"/>
                  </a:lnTo>
                  <a:lnTo>
                    <a:pt x="229" y="9254"/>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16" name="Shape 175"/>
            <p:cNvSpPr/>
            <p:nvPr/>
          </p:nvSpPr>
          <p:spPr>
            <a:xfrm>
              <a:off x="5243436" y="3970020"/>
              <a:ext cx="4525465" cy="3925516"/>
            </a:xfrm>
            <a:custGeom>
              <a:avLst/>
              <a:gdLst/>
              <a:ahLst/>
              <a:cxnLst>
                <a:cxn ang="0">
                  <a:pos x="wd2" y="hd2"/>
                </a:cxn>
                <a:cxn ang="5400000">
                  <a:pos x="wd2" y="hd2"/>
                </a:cxn>
                <a:cxn ang="10800000">
                  <a:pos x="wd2" y="hd2"/>
                </a:cxn>
                <a:cxn ang="16200000">
                  <a:pos x="wd2" y="hd2"/>
                </a:cxn>
              </a:cxnLst>
              <a:rect l="0" t="0" r="r" b="b"/>
              <a:pathLst>
                <a:path w="21600" h="21600" extrusionOk="0">
                  <a:moveTo>
                    <a:pt x="6927" y="43"/>
                  </a:moveTo>
                  <a:lnTo>
                    <a:pt x="5667" y="0"/>
                  </a:lnTo>
                  <a:lnTo>
                    <a:pt x="5301" y="528"/>
                  </a:lnTo>
                  <a:lnTo>
                    <a:pt x="5385" y="961"/>
                  </a:lnTo>
                  <a:lnTo>
                    <a:pt x="5538" y="1257"/>
                  </a:lnTo>
                  <a:lnTo>
                    <a:pt x="5208" y="1525"/>
                  </a:lnTo>
                  <a:lnTo>
                    <a:pt x="4784" y="1663"/>
                  </a:lnTo>
                  <a:lnTo>
                    <a:pt x="4585" y="1906"/>
                  </a:lnTo>
                  <a:lnTo>
                    <a:pt x="4358" y="1700"/>
                  </a:lnTo>
                  <a:lnTo>
                    <a:pt x="3905" y="1740"/>
                  </a:lnTo>
                  <a:lnTo>
                    <a:pt x="3343" y="1941"/>
                  </a:lnTo>
                  <a:lnTo>
                    <a:pt x="2752" y="2378"/>
                  </a:lnTo>
                  <a:lnTo>
                    <a:pt x="1462" y="3771"/>
                  </a:lnTo>
                  <a:lnTo>
                    <a:pt x="1238" y="3603"/>
                  </a:lnTo>
                  <a:lnTo>
                    <a:pt x="792" y="3592"/>
                  </a:lnTo>
                  <a:lnTo>
                    <a:pt x="593" y="4075"/>
                  </a:lnTo>
                  <a:lnTo>
                    <a:pt x="608" y="4514"/>
                  </a:lnTo>
                  <a:lnTo>
                    <a:pt x="489" y="4916"/>
                  </a:lnTo>
                  <a:lnTo>
                    <a:pt x="411" y="5358"/>
                  </a:lnTo>
                  <a:lnTo>
                    <a:pt x="346" y="5952"/>
                  </a:lnTo>
                  <a:lnTo>
                    <a:pt x="58" y="6246"/>
                  </a:lnTo>
                  <a:lnTo>
                    <a:pt x="0" y="6706"/>
                  </a:lnTo>
                  <a:lnTo>
                    <a:pt x="589" y="6918"/>
                  </a:lnTo>
                  <a:lnTo>
                    <a:pt x="583" y="7207"/>
                  </a:lnTo>
                  <a:lnTo>
                    <a:pt x="754" y="7438"/>
                  </a:lnTo>
                  <a:lnTo>
                    <a:pt x="1250" y="7424"/>
                  </a:lnTo>
                  <a:lnTo>
                    <a:pt x="1540" y="7509"/>
                  </a:lnTo>
                  <a:lnTo>
                    <a:pt x="1414" y="7736"/>
                  </a:lnTo>
                  <a:lnTo>
                    <a:pt x="1679" y="7846"/>
                  </a:lnTo>
                  <a:lnTo>
                    <a:pt x="1983" y="7701"/>
                  </a:lnTo>
                  <a:lnTo>
                    <a:pt x="2224" y="7954"/>
                  </a:lnTo>
                  <a:lnTo>
                    <a:pt x="2245" y="8369"/>
                  </a:lnTo>
                  <a:lnTo>
                    <a:pt x="2522" y="8724"/>
                  </a:lnTo>
                  <a:lnTo>
                    <a:pt x="2867" y="8557"/>
                  </a:lnTo>
                  <a:lnTo>
                    <a:pt x="3280" y="8669"/>
                  </a:lnTo>
                  <a:lnTo>
                    <a:pt x="3656" y="8846"/>
                  </a:lnTo>
                  <a:lnTo>
                    <a:pt x="4035" y="9014"/>
                  </a:lnTo>
                  <a:lnTo>
                    <a:pt x="4454" y="8840"/>
                  </a:lnTo>
                  <a:lnTo>
                    <a:pt x="4768" y="9191"/>
                  </a:lnTo>
                  <a:lnTo>
                    <a:pt x="5096" y="9166"/>
                  </a:lnTo>
                  <a:lnTo>
                    <a:pt x="5368" y="9084"/>
                  </a:lnTo>
                  <a:lnTo>
                    <a:pt x="5489" y="8429"/>
                  </a:lnTo>
                  <a:lnTo>
                    <a:pt x="5728" y="8405"/>
                  </a:lnTo>
                  <a:lnTo>
                    <a:pt x="5881" y="7586"/>
                  </a:lnTo>
                  <a:lnTo>
                    <a:pt x="5793" y="7253"/>
                  </a:lnTo>
                  <a:lnTo>
                    <a:pt x="6059" y="7221"/>
                  </a:lnTo>
                  <a:lnTo>
                    <a:pt x="6487" y="7508"/>
                  </a:lnTo>
                  <a:lnTo>
                    <a:pt x="6899" y="8015"/>
                  </a:lnTo>
                  <a:lnTo>
                    <a:pt x="7251" y="8378"/>
                  </a:lnTo>
                  <a:lnTo>
                    <a:pt x="7608" y="7887"/>
                  </a:lnTo>
                  <a:lnTo>
                    <a:pt x="7799" y="8141"/>
                  </a:lnTo>
                  <a:lnTo>
                    <a:pt x="8109" y="7989"/>
                  </a:lnTo>
                  <a:lnTo>
                    <a:pt x="8378" y="7815"/>
                  </a:lnTo>
                  <a:lnTo>
                    <a:pt x="8587" y="8224"/>
                  </a:lnTo>
                  <a:lnTo>
                    <a:pt x="9025" y="8800"/>
                  </a:lnTo>
                  <a:lnTo>
                    <a:pt x="9288" y="9277"/>
                  </a:lnTo>
                  <a:lnTo>
                    <a:pt x="9647" y="9542"/>
                  </a:lnTo>
                  <a:lnTo>
                    <a:pt x="9940" y="9698"/>
                  </a:lnTo>
                  <a:lnTo>
                    <a:pt x="9955" y="9258"/>
                  </a:lnTo>
                  <a:lnTo>
                    <a:pt x="10297" y="9602"/>
                  </a:lnTo>
                  <a:lnTo>
                    <a:pt x="10512" y="9891"/>
                  </a:lnTo>
                  <a:lnTo>
                    <a:pt x="10604" y="10261"/>
                  </a:lnTo>
                  <a:lnTo>
                    <a:pt x="10990" y="10509"/>
                  </a:lnTo>
                  <a:lnTo>
                    <a:pt x="11521" y="10826"/>
                  </a:lnTo>
                  <a:lnTo>
                    <a:pt x="11892" y="11335"/>
                  </a:lnTo>
                  <a:lnTo>
                    <a:pt x="12319" y="11034"/>
                  </a:lnTo>
                  <a:lnTo>
                    <a:pt x="12533" y="11273"/>
                  </a:lnTo>
                  <a:lnTo>
                    <a:pt x="12503" y="11628"/>
                  </a:lnTo>
                  <a:lnTo>
                    <a:pt x="12861" y="12014"/>
                  </a:lnTo>
                  <a:lnTo>
                    <a:pt x="13135" y="12421"/>
                  </a:lnTo>
                  <a:lnTo>
                    <a:pt x="13036" y="12749"/>
                  </a:lnTo>
                  <a:lnTo>
                    <a:pt x="13244" y="13157"/>
                  </a:lnTo>
                  <a:lnTo>
                    <a:pt x="13189" y="13453"/>
                  </a:lnTo>
                  <a:lnTo>
                    <a:pt x="13458" y="13961"/>
                  </a:lnTo>
                  <a:lnTo>
                    <a:pt x="13716" y="14240"/>
                  </a:lnTo>
                  <a:lnTo>
                    <a:pt x="13531" y="14674"/>
                  </a:lnTo>
                  <a:lnTo>
                    <a:pt x="13323" y="14944"/>
                  </a:lnTo>
                  <a:lnTo>
                    <a:pt x="13114" y="15028"/>
                  </a:lnTo>
                  <a:lnTo>
                    <a:pt x="13080" y="15369"/>
                  </a:lnTo>
                  <a:lnTo>
                    <a:pt x="12808" y="15587"/>
                  </a:lnTo>
                  <a:lnTo>
                    <a:pt x="12491" y="15863"/>
                  </a:lnTo>
                  <a:lnTo>
                    <a:pt x="12479" y="16178"/>
                  </a:lnTo>
                  <a:lnTo>
                    <a:pt x="12265" y="16450"/>
                  </a:lnTo>
                  <a:lnTo>
                    <a:pt x="11828" y="16827"/>
                  </a:lnTo>
                  <a:lnTo>
                    <a:pt x="11629" y="17085"/>
                  </a:lnTo>
                  <a:lnTo>
                    <a:pt x="11846" y="17262"/>
                  </a:lnTo>
                  <a:lnTo>
                    <a:pt x="12047" y="17552"/>
                  </a:lnTo>
                  <a:lnTo>
                    <a:pt x="12268" y="17844"/>
                  </a:lnTo>
                  <a:lnTo>
                    <a:pt x="11974" y="18052"/>
                  </a:lnTo>
                  <a:lnTo>
                    <a:pt x="11625" y="18310"/>
                  </a:lnTo>
                  <a:lnTo>
                    <a:pt x="11153" y="18131"/>
                  </a:lnTo>
                  <a:lnTo>
                    <a:pt x="10636" y="17796"/>
                  </a:lnTo>
                  <a:lnTo>
                    <a:pt x="10371" y="17603"/>
                  </a:lnTo>
                  <a:lnTo>
                    <a:pt x="10207" y="17807"/>
                  </a:lnTo>
                  <a:lnTo>
                    <a:pt x="10274" y="18165"/>
                  </a:lnTo>
                  <a:lnTo>
                    <a:pt x="10484" y="18602"/>
                  </a:lnTo>
                  <a:lnTo>
                    <a:pt x="10680" y="18959"/>
                  </a:lnTo>
                  <a:lnTo>
                    <a:pt x="11174" y="19126"/>
                  </a:lnTo>
                  <a:lnTo>
                    <a:pt x="11354" y="19491"/>
                  </a:lnTo>
                  <a:lnTo>
                    <a:pt x="11604" y="19411"/>
                  </a:lnTo>
                  <a:lnTo>
                    <a:pt x="11658" y="19672"/>
                  </a:lnTo>
                  <a:lnTo>
                    <a:pt x="11470" y="20067"/>
                  </a:lnTo>
                  <a:lnTo>
                    <a:pt x="11753" y="20198"/>
                  </a:lnTo>
                  <a:lnTo>
                    <a:pt x="12022" y="19854"/>
                  </a:lnTo>
                  <a:lnTo>
                    <a:pt x="12296" y="19853"/>
                  </a:lnTo>
                  <a:lnTo>
                    <a:pt x="12445" y="19373"/>
                  </a:lnTo>
                  <a:lnTo>
                    <a:pt x="12187" y="19057"/>
                  </a:lnTo>
                  <a:lnTo>
                    <a:pt x="12153" y="18696"/>
                  </a:lnTo>
                  <a:lnTo>
                    <a:pt x="12457" y="18483"/>
                  </a:lnTo>
                  <a:lnTo>
                    <a:pt x="12796" y="18262"/>
                  </a:lnTo>
                  <a:lnTo>
                    <a:pt x="13059" y="17951"/>
                  </a:lnTo>
                  <a:lnTo>
                    <a:pt x="13338" y="18189"/>
                  </a:lnTo>
                  <a:lnTo>
                    <a:pt x="13507" y="18419"/>
                  </a:lnTo>
                  <a:lnTo>
                    <a:pt x="13508" y="18736"/>
                  </a:lnTo>
                  <a:lnTo>
                    <a:pt x="13538" y="19012"/>
                  </a:lnTo>
                  <a:lnTo>
                    <a:pt x="13872" y="19218"/>
                  </a:lnTo>
                  <a:lnTo>
                    <a:pt x="14306" y="19371"/>
                  </a:lnTo>
                  <a:lnTo>
                    <a:pt x="14585" y="19423"/>
                  </a:lnTo>
                  <a:lnTo>
                    <a:pt x="14815" y="19592"/>
                  </a:lnTo>
                  <a:lnTo>
                    <a:pt x="15026" y="19992"/>
                  </a:lnTo>
                  <a:lnTo>
                    <a:pt x="15239" y="20485"/>
                  </a:lnTo>
                  <a:lnTo>
                    <a:pt x="15200" y="20796"/>
                  </a:lnTo>
                  <a:lnTo>
                    <a:pt x="15020" y="21069"/>
                  </a:lnTo>
                  <a:lnTo>
                    <a:pt x="15374" y="21304"/>
                  </a:lnTo>
                  <a:lnTo>
                    <a:pt x="15995" y="21590"/>
                  </a:lnTo>
                  <a:lnTo>
                    <a:pt x="16357" y="21600"/>
                  </a:lnTo>
                  <a:lnTo>
                    <a:pt x="16668" y="21384"/>
                  </a:lnTo>
                  <a:lnTo>
                    <a:pt x="16757" y="21079"/>
                  </a:lnTo>
                  <a:lnTo>
                    <a:pt x="17053" y="21108"/>
                  </a:lnTo>
                  <a:lnTo>
                    <a:pt x="17327" y="20972"/>
                  </a:lnTo>
                  <a:lnTo>
                    <a:pt x="17375" y="20683"/>
                  </a:lnTo>
                  <a:lnTo>
                    <a:pt x="17423" y="20479"/>
                  </a:lnTo>
                  <a:lnTo>
                    <a:pt x="17219" y="20314"/>
                  </a:lnTo>
                  <a:lnTo>
                    <a:pt x="17330" y="19906"/>
                  </a:lnTo>
                  <a:lnTo>
                    <a:pt x="17495" y="19713"/>
                  </a:lnTo>
                  <a:lnTo>
                    <a:pt x="17873" y="19794"/>
                  </a:lnTo>
                  <a:lnTo>
                    <a:pt x="18230" y="19893"/>
                  </a:lnTo>
                  <a:lnTo>
                    <a:pt x="18471" y="19814"/>
                  </a:lnTo>
                  <a:lnTo>
                    <a:pt x="18341" y="19527"/>
                  </a:lnTo>
                  <a:lnTo>
                    <a:pt x="18234" y="19208"/>
                  </a:lnTo>
                  <a:lnTo>
                    <a:pt x="18253" y="18746"/>
                  </a:lnTo>
                  <a:lnTo>
                    <a:pt x="18375" y="18435"/>
                  </a:lnTo>
                  <a:lnTo>
                    <a:pt x="18629" y="18473"/>
                  </a:lnTo>
                  <a:lnTo>
                    <a:pt x="18594" y="18188"/>
                  </a:lnTo>
                  <a:lnTo>
                    <a:pt x="18373" y="18020"/>
                  </a:lnTo>
                  <a:lnTo>
                    <a:pt x="18082" y="17950"/>
                  </a:lnTo>
                  <a:lnTo>
                    <a:pt x="18185" y="17627"/>
                  </a:lnTo>
                  <a:lnTo>
                    <a:pt x="18372" y="17418"/>
                  </a:lnTo>
                  <a:lnTo>
                    <a:pt x="18369" y="17127"/>
                  </a:lnTo>
                  <a:lnTo>
                    <a:pt x="18313" y="16885"/>
                  </a:lnTo>
                  <a:lnTo>
                    <a:pt x="18651" y="16806"/>
                  </a:lnTo>
                  <a:lnTo>
                    <a:pt x="18927" y="16891"/>
                  </a:lnTo>
                  <a:lnTo>
                    <a:pt x="19164" y="17164"/>
                  </a:lnTo>
                  <a:lnTo>
                    <a:pt x="19659" y="17195"/>
                  </a:lnTo>
                  <a:lnTo>
                    <a:pt x="19968" y="17094"/>
                  </a:lnTo>
                  <a:lnTo>
                    <a:pt x="20248" y="16965"/>
                  </a:lnTo>
                  <a:lnTo>
                    <a:pt x="20114" y="16678"/>
                  </a:lnTo>
                  <a:lnTo>
                    <a:pt x="20123" y="16426"/>
                  </a:lnTo>
                  <a:lnTo>
                    <a:pt x="20469" y="16483"/>
                  </a:lnTo>
                  <a:lnTo>
                    <a:pt x="20934" y="16505"/>
                  </a:lnTo>
                  <a:lnTo>
                    <a:pt x="21315" y="16360"/>
                  </a:lnTo>
                  <a:lnTo>
                    <a:pt x="21470" y="16022"/>
                  </a:lnTo>
                  <a:lnTo>
                    <a:pt x="21348" y="15682"/>
                  </a:lnTo>
                  <a:lnTo>
                    <a:pt x="21328" y="15315"/>
                  </a:lnTo>
                  <a:lnTo>
                    <a:pt x="21600" y="15052"/>
                  </a:lnTo>
                  <a:lnTo>
                    <a:pt x="21481" y="14252"/>
                  </a:lnTo>
                  <a:lnTo>
                    <a:pt x="21153" y="14021"/>
                  </a:lnTo>
                  <a:lnTo>
                    <a:pt x="20110" y="13372"/>
                  </a:lnTo>
                  <a:lnTo>
                    <a:pt x="19567" y="13004"/>
                  </a:lnTo>
                  <a:lnTo>
                    <a:pt x="19537" y="12691"/>
                  </a:lnTo>
                  <a:lnTo>
                    <a:pt x="18732" y="12622"/>
                  </a:lnTo>
                  <a:lnTo>
                    <a:pt x="18655" y="12914"/>
                  </a:lnTo>
                  <a:lnTo>
                    <a:pt x="18563" y="13179"/>
                  </a:lnTo>
                  <a:lnTo>
                    <a:pt x="18529" y="13533"/>
                  </a:lnTo>
                  <a:lnTo>
                    <a:pt x="18339" y="13714"/>
                  </a:lnTo>
                  <a:lnTo>
                    <a:pt x="18476" y="14066"/>
                  </a:lnTo>
                  <a:lnTo>
                    <a:pt x="18395" y="14314"/>
                  </a:lnTo>
                  <a:lnTo>
                    <a:pt x="18800" y="14447"/>
                  </a:lnTo>
                  <a:lnTo>
                    <a:pt x="18974" y="14642"/>
                  </a:lnTo>
                  <a:lnTo>
                    <a:pt x="19000" y="14978"/>
                  </a:lnTo>
                  <a:lnTo>
                    <a:pt x="18924" y="15360"/>
                  </a:lnTo>
                  <a:lnTo>
                    <a:pt x="18533" y="15357"/>
                  </a:lnTo>
                  <a:lnTo>
                    <a:pt x="18302" y="15457"/>
                  </a:lnTo>
                  <a:lnTo>
                    <a:pt x="18298" y="15805"/>
                  </a:lnTo>
                  <a:lnTo>
                    <a:pt x="18326" y="16157"/>
                  </a:lnTo>
                  <a:lnTo>
                    <a:pt x="17989" y="16159"/>
                  </a:lnTo>
                  <a:lnTo>
                    <a:pt x="17829" y="16029"/>
                  </a:lnTo>
                  <a:lnTo>
                    <a:pt x="17579" y="15865"/>
                  </a:lnTo>
                  <a:lnTo>
                    <a:pt x="17544" y="15618"/>
                  </a:lnTo>
                  <a:lnTo>
                    <a:pt x="17382" y="15455"/>
                  </a:lnTo>
                  <a:lnTo>
                    <a:pt x="17074" y="15170"/>
                  </a:lnTo>
                  <a:lnTo>
                    <a:pt x="16853" y="14974"/>
                  </a:lnTo>
                  <a:lnTo>
                    <a:pt x="16970" y="14728"/>
                  </a:lnTo>
                  <a:lnTo>
                    <a:pt x="17085" y="14542"/>
                  </a:lnTo>
                  <a:lnTo>
                    <a:pt x="17116" y="14191"/>
                  </a:lnTo>
                  <a:lnTo>
                    <a:pt x="16933" y="13889"/>
                  </a:lnTo>
                  <a:lnTo>
                    <a:pt x="16695" y="13658"/>
                  </a:lnTo>
                  <a:lnTo>
                    <a:pt x="16794" y="13391"/>
                  </a:lnTo>
                  <a:lnTo>
                    <a:pt x="17011" y="13213"/>
                  </a:lnTo>
                  <a:lnTo>
                    <a:pt x="16764" y="12861"/>
                  </a:lnTo>
                  <a:lnTo>
                    <a:pt x="16435" y="12552"/>
                  </a:lnTo>
                  <a:lnTo>
                    <a:pt x="16176" y="12296"/>
                  </a:lnTo>
                  <a:lnTo>
                    <a:pt x="15940" y="12328"/>
                  </a:lnTo>
                  <a:lnTo>
                    <a:pt x="16097" y="11992"/>
                  </a:lnTo>
                  <a:lnTo>
                    <a:pt x="15740" y="11846"/>
                  </a:lnTo>
                  <a:lnTo>
                    <a:pt x="15329" y="11750"/>
                  </a:lnTo>
                  <a:lnTo>
                    <a:pt x="15107" y="11762"/>
                  </a:lnTo>
                  <a:lnTo>
                    <a:pt x="14792" y="11374"/>
                  </a:lnTo>
                  <a:lnTo>
                    <a:pt x="14400" y="10973"/>
                  </a:lnTo>
                  <a:lnTo>
                    <a:pt x="14363" y="10503"/>
                  </a:lnTo>
                  <a:lnTo>
                    <a:pt x="14502" y="10229"/>
                  </a:lnTo>
                  <a:lnTo>
                    <a:pt x="14491" y="9838"/>
                  </a:lnTo>
                  <a:lnTo>
                    <a:pt x="14841" y="9619"/>
                  </a:lnTo>
                  <a:lnTo>
                    <a:pt x="15138" y="9374"/>
                  </a:lnTo>
                  <a:lnTo>
                    <a:pt x="15525" y="8735"/>
                  </a:lnTo>
                  <a:lnTo>
                    <a:pt x="15487" y="8422"/>
                  </a:lnTo>
                  <a:lnTo>
                    <a:pt x="15349" y="8222"/>
                  </a:lnTo>
                  <a:lnTo>
                    <a:pt x="15339" y="7861"/>
                  </a:lnTo>
                  <a:lnTo>
                    <a:pt x="15038" y="7835"/>
                  </a:lnTo>
                  <a:lnTo>
                    <a:pt x="14592" y="8058"/>
                  </a:lnTo>
                  <a:lnTo>
                    <a:pt x="14190" y="8387"/>
                  </a:lnTo>
                  <a:lnTo>
                    <a:pt x="13876" y="8570"/>
                  </a:lnTo>
                  <a:lnTo>
                    <a:pt x="13506" y="8337"/>
                  </a:lnTo>
                  <a:lnTo>
                    <a:pt x="13193" y="8186"/>
                  </a:lnTo>
                  <a:lnTo>
                    <a:pt x="12963" y="8313"/>
                  </a:lnTo>
                  <a:lnTo>
                    <a:pt x="12691" y="8240"/>
                  </a:lnTo>
                  <a:lnTo>
                    <a:pt x="12440" y="8300"/>
                  </a:lnTo>
                  <a:lnTo>
                    <a:pt x="12573" y="8618"/>
                  </a:lnTo>
                  <a:lnTo>
                    <a:pt x="12727" y="8877"/>
                  </a:lnTo>
                  <a:lnTo>
                    <a:pt x="12488" y="9040"/>
                  </a:lnTo>
                  <a:lnTo>
                    <a:pt x="12158" y="9256"/>
                  </a:lnTo>
                  <a:lnTo>
                    <a:pt x="11818" y="9040"/>
                  </a:lnTo>
                  <a:lnTo>
                    <a:pt x="11309" y="8446"/>
                  </a:lnTo>
                  <a:lnTo>
                    <a:pt x="11020" y="8390"/>
                  </a:lnTo>
                  <a:lnTo>
                    <a:pt x="11060" y="7853"/>
                  </a:lnTo>
                  <a:lnTo>
                    <a:pt x="10880" y="7549"/>
                  </a:lnTo>
                  <a:lnTo>
                    <a:pt x="10594" y="7517"/>
                  </a:lnTo>
                  <a:lnTo>
                    <a:pt x="10637" y="7157"/>
                  </a:lnTo>
                  <a:lnTo>
                    <a:pt x="10396" y="7272"/>
                  </a:lnTo>
                  <a:lnTo>
                    <a:pt x="10345" y="6950"/>
                  </a:lnTo>
                  <a:lnTo>
                    <a:pt x="9930" y="6585"/>
                  </a:lnTo>
                  <a:lnTo>
                    <a:pt x="9468" y="6479"/>
                  </a:lnTo>
                  <a:lnTo>
                    <a:pt x="9315" y="6279"/>
                  </a:lnTo>
                  <a:lnTo>
                    <a:pt x="9731" y="5893"/>
                  </a:lnTo>
                  <a:lnTo>
                    <a:pt x="10231" y="5379"/>
                  </a:lnTo>
                  <a:lnTo>
                    <a:pt x="10546" y="5045"/>
                  </a:lnTo>
                  <a:lnTo>
                    <a:pt x="10470" y="4757"/>
                  </a:lnTo>
                  <a:lnTo>
                    <a:pt x="10181" y="4433"/>
                  </a:lnTo>
                  <a:lnTo>
                    <a:pt x="9751" y="4391"/>
                  </a:lnTo>
                  <a:lnTo>
                    <a:pt x="9202" y="4328"/>
                  </a:lnTo>
                  <a:lnTo>
                    <a:pt x="8425" y="4406"/>
                  </a:lnTo>
                  <a:lnTo>
                    <a:pt x="8356" y="4698"/>
                  </a:lnTo>
                  <a:lnTo>
                    <a:pt x="8400" y="5046"/>
                  </a:lnTo>
                  <a:lnTo>
                    <a:pt x="8122" y="4972"/>
                  </a:lnTo>
                  <a:lnTo>
                    <a:pt x="7934" y="4832"/>
                  </a:lnTo>
                  <a:lnTo>
                    <a:pt x="8007" y="4405"/>
                  </a:lnTo>
                  <a:lnTo>
                    <a:pt x="7648" y="3692"/>
                  </a:lnTo>
                  <a:lnTo>
                    <a:pt x="7108" y="3029"/>
                  </a:lnTo>
                  <a:lnTo>
                    <a:pt x="7522" y="2478"/>
                  </a:lnTo>
                  <a:lnTo>
                    <a:pt x="6927" y="43"/>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17" name="Shape 176"/>
            <p:cNvSpPr/>
            <p:nvPr/>
          </p:nvSpPr>
          <p:spPr>
            <a:xfrm>
              <a:off x="6680695" y="118103"/>
              <a:ext cx="7295066" cy="6009589"/>
            </a:xfrm>
            <a:custGeom>
              <a:avLst/>
              <a:gdLst/>
              <a:ahLst/>
              <a:cxnLst>
                <a:cxn ang="0">
                  <a:pos x="wd2" y="hd2"/>
                </a:cxn>
                <a:cxn ang="5400000">
                  <a:pos x="wd2" y="hd2"/>
                </a:cxn>
                <a:cxn ang="10800000">
                  <a:pos x="wd2" y="hd2"/>
                </a:cxn>
                <a:cxn ang="16200000">
                  <a:pos x="wd2" y="hd2"/>
                </a:cxn>
              </a:cxnLst>
              <a:rect l="0" t="0" r="r" b="b"/>
              <a:pathLst>
                <a:path w="21600" h="21600" extrusionOk="0">
                  <a:moveTo>
                    <a:pt x="0" y="13890"/>
                  </a:moveTo>
                  <a:lnTo>
                    <a:pt x="524" y="13986"/>
                  </a:lnTo>
                  <a:lnTo>
                    <a:pt x="1125" y="14233"/>
                  </a:lnTo>
                  <a:lnTo>
                    <a:pt x="1768" y="14392"/>
                  </a:lnTo>
                  <a:lnTo>
                    <a:pt x="2407" y="14486"/>
                  </a:lnTo>
                  <a:lnTo>
                    <a:pt x="2913" y="14500"/>
                  </a:lnTo>
                  <a:lnTo>
                    <a:pt x="3358" y="14604"/>
                  </a:lnTo>
                  <a:lnTo>
                    <a:pt x="3629" y="14705"/>
                  </a:lnTo>
                  <a:lnTo>
                    <a:pt x="3777" y="14883"/>
                  </a:lnTo>
                  <a:lnTo>
                    <a:pt x="3870" y="15144"/>
                  </a:lnTo>
                  <a:lnTo>
                    <a:pt x="4016" y="15246"/>
                  </a:lnTo>
                  <a:lnTo>
                    <a:pt x="4388" y="15321"/>
                  </a:lnTo>
                  <a:lnTo>
                    <a:pt x="4695" y="15566"/>
                  </a:lnTo>
                  <a:lnTo>
                    <a:pt x="4909" y="15689"/>
                  </a:lnTo>
                  <a:lnTo>
                    <a:pt x="5225" y="15789"/>
                  </a:lnTo>
                  <a:lnTo>
                    <a:pt x="5431" y="15860"/>
                  </a:lnTo>
                  <a:lnTo>
                    <a:pt x="5746" y="15864"/>
                  </a:lnTo>
                  <a:lnTo>
                    <a:pt x="5910" y="15862"/>
                  </a:lnTo>
                  <a:lnTo>
                    <a:pt x="5911" y="16107"/>
                  </a:lnTo>
                  <a:lnTo>
                    <a:pt x="6259" y="16149"/>
                  </a:lnTo>
                  <a:lnTo>
                    <a:pt x="6567" y="15986"/>
                  </a:lnTo>
                  <a:lnTo>
                    <a:pt x="7082" y="15723"/>
                  </a:lnTo>
                  <a:lnTo>
                    <a:pt x="7682" y="15390"/>
                  </a:lnTo>
                  <a:lnTo>
                    <a:pt x="8210" y="15214"/>
                  </a:lnTo>
                  <a:lnTo>
                    <a:pt x="8475" y="15198"/>
                  </a:lnTo>
                  <a:lnTo>
                    <a:pt x="9281" y="15217"/>
                  </a:lnTo>
                  <a:lnTo>
                    <a:pt x="9892" y="15205"/>
                  </a:lnTo>
                  <a:lnTo>
                    <a:pt x="10137" y="14954"/>
                  </a:lnTo>
                  <a:lnTo>
                    <a:pt x="10453" y="14828"/>
                  </a:lnTo>
                  <a:lnTo>
                    <a:pt x="10647" y="14782"/>
                  </a:lnTo>
                  <a:lnTo>
                    <a:pt x="10891" y="14264"/>
                  </a:lnTo>
                  <a:lnTo>
                    <a:pt x="11100" y="13955"/>
                  </a:lnTo>
                  <a:lnTo>
                    <a:pt x="11376" y="13893"/>
                  </a:lnTo>
                  <a:lnTo>
                    <a:pt x="11582" y="13686"/>
                  </a:lnTo>
                  <a:lnTo>
                    <a:pt x="11815" y="13475"/>
                  </a:lnTo>
                  <a:lnTo>
                    <a:pt x="11657" y="13218"/>
                  </a:lnTo>
                  <a:lnTo>
                    <a:pt x="11489" y="12856"/>
                  </a:lnTo>
                  <a:lnTo>
                    <a:pt x="11368" y="12579"/>
                  </a:lnTo>
                  <a:lnTo>
                    <a:pt x="11438" y="12282"/>
                  </a:lnTo>
                  <a:lnTo>
                    <a:pt x="11537" y="12025"/>
                  </a:lnTo>
                  <a:lnTo>
                    <a:pt x="11619" y="11728"/>
                  </a:lnTo>
                  <a:lnTo>
                    <a:pt x="11771" y="11620"/>
                  </a:lnTo>
                  <a:lnTo>
                    <a:pt x="11961" y="11666"/>
                  </a:lnTo>
                  <a:lnTo>
                    <a:pt x="12163" y="11742"/>
                  </a:lnTo>
                  <a:lnTo>
                    <a:pt x="12382" y="11890"/>
                  </a:lnTo>
                  <a:lnTo>
                    <a:pt x="12646" y="12017"/>
                  </a:lnTo>
                  <a:lnTo>
                    <a:pt x="13014" y="11991"/>
                  </a:lnTo>
                  <a:lnTo>
                    <a:pt x="13368" y="11790"/>
                  </a:lnTo>
                  <a:lnTo>
                    <a:pt x="13711" y="11514"/>
                  </a:lnTo>
                  <a:lnTo>
                    <a:pt x="13902" y="11100"/>
                  </a:lnTo>
                  <a:lnTo>
                    <a:pt x="14315" y="11130"/>
                  </a:lnTo>
                  <a:lnTo>
                    <a:pt x="14603" y="11018"/>
                  </a:lnTo>
                  <a:lnTo>
                    <a:pt x="14954" y="10810"/>
                  </a:lnTo>
                  <a:lnTo>
                    <a:pt x="15048" y="10635"/>
                  </a:lnTo>
                  <a:lnTo>
                    <a:pt x="15035" y="10268"/>
                  </a:lnTo>
                  <a:lnTo>
                    <a:pt x="15180" y="9954"/>
                  </a:lnTo>
                  <a:lnTo>
                    <a:pt x="15484" y="9753"/>
                  </a:lnTo>
                  <a:lnTo>
                    <a:pt x="15734" y="9796"/>
                  </a:lnTo>
                  <a:lnTo>
                    <a:pt x="15848" y="9639"/>
                  </a:lnTo>
                  <a:lnTo>
                    <a:pt x="15852" y="9409"/>
                  </a:lnTo>
                  <a:lnTo>
                    <a:pt x="16006" y="9392"/>
                  </a:lnTo>
                  <a:lnTo>
                    <a:pt x="16158" y="9498"/>
                  </a:lnTo>
                  <a:lnTo>
                    <a:pt x="16384" y="9274"/>
                  </a:lnTo>
                  <a:lnTo>
                    <a:pt x="16503" y="9139"/>
                  </a:lnTo>
                  <a:lnTo>
                    <a:pt x="16669" y="9179"/>
                  </a:lnTo>
                  <a:lnTo>
                    <a:pt x="16826" y="9240"/>
                  </a:lnTo>
                  <a:lnTo>
                    <a:pt x="16907" y="9118"/>
                  </a:lnTo>
                  <a:lnTo>
                    <a:pt x="17054" y="9117"/>
                  </a:lnTo>
                  <a:lnTo>
                    <a:pt x="17324" y="9205"/>
                  </a:lnTo>
                  <a:lnTo>
                    <a:pt x="17584" y="9178"/>
                  </a:lnTo>
                  <a:lnTo>
                    <a:pt x="17686" y="9043"/>
                  </a:lnTo>
                  <a:lnTo>
                    <a:pt x="17759" y="8788"/>
                  </a:lnTo>
                  <a:lnTo>
                    <a:pt x="17590" y="8573"/>
                  </a:lnTo>
                  <a:lnTo>
                    <a:pt x="17337" y="8294"/>
                  </a:lnTo>
                  <a:lnTo>
                    <a:pt x="17128" y="8015"/>
                  </a:lnTo>
                  <a:lnTo>
                    <a:pt x="17050" y="7834"/>
                  </a:lnTo>
                  <a:lnTo>
                    <a:pt x="16918" y="7816"/>
                  </a:lnTo>
                  <a:lnTo>
                    <a:pt x="16778" y="7684"/>
                  </a:lnTo>
                  <a:lnTo>
                    <a:pt x="16601" y="7544"/>
                  </a:lnTo>
                  <a:lnTo>
                    <a:pt x="16355" y="7543"/>
                  </a:lnTo>
                  <a:lnTo>
                    <a:pt x="16057" y="7535"/>
                  </a:lnTo>
                  <a:lnTo>
                    <a:pt x="15917" y="7764"/>
                  </a:lnTo>
                  <a:lnTo>
                    <a:pt x="15776" y="7994"/>
                  </a:lnTo>
                  <a:lnTo>
                    <a:pt x="15590" y="7801"/>
                  </a:lnTo>
                  <a:lnTo>
                    <a:pt x="15384" y="7741"/>
                  </a:lnTo>
                  <a:lnTo>
                    <a:pt x="14950" y="7863"/>
                  </a:lnTo>
                  <a:lnTo>
                    <a:pt x="14785" y="7966"/>
                  </a:lnTo>
                  <a:lnTo>
                    <a:pt x="14622" y="8050"/>
                  </a:lnTo>
                  <a:lnTo>
                    <a:pt x="14442" y="7877"/>
                  </a:lnTo>
                  <a:lnTo>
                    <a:pt x="14297" y="7557"/>
                  </a:lnTo>
                  <a:lnTo>
                    <a:pt x="14438" y="7309"/>
                  </a:lnTo>
                  <a:lnTo>
                    <a:pt x="14566" y="7098"/>
                  </a:lnTo>
                  <a:lnTo>
                    <a:pt x="14567" y="6743"/>
                  </a:lnTo>
                  <a:lnTo>
                    <a:pt x="14748" y="6255"/>
                  </a:lnTo>
                  <a:lnTo>
                    <a:pt x="14998" y="5543"/>
                  </a:lnTo>
                  <a:lnTo>
                    <a:pt x="15146" y="5147"/>
                  </a:lnTo>
                  <a:lnTo>
                    <a:pt x="15338" y="5337"/>
                  </a:lnTo>
                  <a:lnTo>
                    <a:pt x="15562" y="5374"/>
                  </a:lnTo>
                  <a:lnTo>
                    <a:pt x="15819" y="5375"/>
                  </a:lnTo>
                  <a:lnTo>
                    <a:pt x="16018" y="5375"/>
                  </a:lnTo>
                  <a:lnTo>
                    <a:pt x="16175" y="5150"/>
                  </a:lnTo>
                  <a:lnTo>
                    <a:pt x="16392" y="4998"/>
                  </a:lnTo>
                  <a:lnTo>
                    <a:pt x="16565" y="4853"/>
                  </a:lnTo>
                  <a:lnTo>
                    <a:pt x="16761" y="4701"/>
                  </a:lnTo>
                  <a:lnTo>
                    <a:pt x="16925" y="4542"/>
                  </a:lnTo>
                  <a:lnTo>
                    <a:pt x="16967" y="4335"/>
                  </a:lnTo>
                  <a:lnTo>
                    <a:pt x="16870" y="4241"/>
                  </a:lnTo>
                  <a:lnTo>
                    <a:pt x="16748" y="4202"/>
                  </a:lnTo>
                  <a:lnTo>
                    <a:pt x="16869" y="3947"/>
                  </a:lnTo>
                  <a:lnTo>
                    <a:pt x="17247" y="2754"/>
                  </a:lnTo>
                  <a:lnTo>
                    <a:pt x="17254" y="2458"/>
                  </a:lnTo>
                  <a:lnTo>
                    <a:pt x="17424" y="2189"/>
                  </a:lnTo>
                  <a:lnTo>
                    <a:pt x="17608" y="1868"/>
                  </a:lnTo>
                  <a:lnTo>
                    <a:pt x="17729" y="1682"/>
                  </a:lnTo>
                  <a:lnTo>
                    <a:pt x="17646" y="1529"/>
                  </a:lnTo>
                  <a:lnTo>
                    <a:pt x="17576" y="1355"/>
                  </a:lnTo>
                  <a:lnTo>
                    <a:pt x="17609" y="1194"/>
                  </a:lnTo>
                  <a:lnTo>
                    <a:pt x="17498" y="1104"/>
                  </a:lnTo>
                  <a:lnTo>
                    <a:pt x="17281" y="1180"/>
                  </a:lnTo>
                  <a:lnTo>
                    <a:pt x="17135" y="1137"/>
                  </a:lnTo>
                  <a:lnTo>
                    <a:pt x="17147" y="869"/>
                  </a:lnTo>
                  <a:lnTo>
                    <a:pt x="17303" y="578"/>
                  </a:lnTo>
                  <a:lnTo>
                    <a:pt x="17433" y="367"/>
                  </a:lnTo>
                  <a:lnTo>
                    <a:pt x="17616" y="237"/>
                  </a:lnTo>
                  <a:lnTo>
                    <a:pt x="17756" y="199"/>
                  </a:lnTo>
                  <a:lnTo>
                    <a:pt x="17911" y="115"/>
                  </a:lnTo>
                  <a:lnTo>
                    <a:pt x="18004" y="0"/>
                  </a:lnTo>
                  <a:lnTo>
                    <a:pt x="18166" y="35"/>
                  </a:lnTo>
                  <a:lnTo>
                    <a:pt x="18304" y="277"/>
                  </a:lnTo>
                  <a:lnTo>
                    <a:pt x="18421" y="481"/>
                  </a:lnTo>
                  <a:lnTo>
                    <a:pt x="18271" y="754"/>
                  </a:lnTo>
                  <a:lnTo>
                    <a:pt x="18111" y="1040"/>
                  </a:lnTo>
                  <a:lnTo>
                    <a:pt x="18222" y="1228"/>
                  </a:lnTo>
                  <a:lnTo>
                    <a:pt x="18501" y="1372"/>
                  </a:lnTo>
                  <a:lnTo>
                    <a:pt x="18647" y="1267"/>
                  </a:lnTo>
                  <a:lnTo>
                    <a:pt x="18775" y="1187"/>
                  </a:lnTo>
                  <a:lnTo>
                    <a:pt x="18965" y="1318"/>
                  </a:lnTo>
                  <a:lnTo>
                    <a:pt x="19106" y="1442"/>
                  </a:lnTo>
                  <a:lnTo>
                    <a:pt x="19135" y="1787"/>
                  </a:lnTo>
                  <a:lnTo>
                    <a:pt x="19263" y="2231"/>
                  </a:lnTo>
                  <a:lnTo>
                    <a:pt x="19441" y="2560"/>
                  </a:lnTo>
                  <a:lnTo>
                    <a:pt x="19669" y="2743"/>
                  </a:lnTo>
                  <a:lnTo>
                    <a:pt x="19812" y="2589"/>
                  </a:lnTo>
                  <a:lnTo>
                    <a:pt x="19955" y="2524"/>
                  </a:lnTo>
                  <a:lnTo>
                    <a:pt x="20216" y="2540"/>
                  </a:lnTo>
                  <a:lnTo>
                    <a:pt x="20428" y="2515"/>
                  </a:lnTo>
                  <a:lnTo>
                    <a:pt x="20492" y="2377"/>
                  </a:lnTo>
                  <a:lnTo>
                    <a:pt x="20622" y="2406"/>
                  </a:lnTo>
                  <a:lnTo>
                    <a:pt x="20726" y="2187"/>
                  </a:lnTo>
                  <a:lnTo>
                    <a:pt x="20835" y="1988"/>
                  </a:lnTo>
                  <a:lnTo>
                    <a:pt x="20940" y="1882"/>
                  </a:lnTo>
                  <a:lnTo>
                    <a:pt x="21164" y="2169"/>
                  </a:lnTo>
                  <a:lnTo>
                    <a:pt x="21436" y="2392"/>
                  </a:lnTo>
                  <a:lnTo>
                    <a:pt x="21558" y="2610"/>
                  </a:lnTo>
                  <a:lnTo>
                    <a:pt x="21600" y="2896"/>
                  </a:lnTo>
                  <a:lnTo>
                    <a:pt x="21508" y="3157"/>
                  </a:lnTo>
                  <a:lnTo>
                    <a:pt x="21473" y="3355"/>
                  </a:lnTo>
                  <a:lnTo>
                    <a:pt x="21355" y="3589"/>
                  </a:lnTo>
                  <a:lnTo>
                    <a:pt x="21288" y="3839"/>
                  </a:lnTo>
                  <a:lnTo>
                    <a:pt x="21248" y="4164"/>
                  </a:lnTo>
                  <a:lnTo>
                    <a:pt x="21240" y="4502"/>
                  </a:lnTo>
                  <a:lnTo>
                    <a:pt x="21275" y="4802"/>
                  </a:lnTo>
                  <a:lnTo>
                    <a:pt x="21296" y="5090"/>
                  </a:lnTo>
                  <a:lnTo>
                    <a:pt x="21245" y="5287"/>
                  </a:lnTo>
                  <a:lnTo>
                    <a:pt x="21059" y="5346"/>
                  </a:lnTo>
                  <a:lnTo>
                    <a:pt x="21001" y="5588"/>
                  </a:lnTo>
                  <a:lnTo>
                    <a:pt x="20948" y="5930"/>
                  </a:lnTo>
                  <a:lnTo>
                    <a:pt x="20928" y="6250"/>
                  </a:lnTo>
                  <a:lnTo>
                    <a:pt x="21000" y="6473"/>
                  </a:lnTo>
                  <a:lnTo>
                    <a:pt x="20979" y="6646"/>
                  </a:lnTo>
                  <a:lnTo>
                    <a:pt x="20830" y="6632"/>
                  </a:lnTo>
                  <a:lnTo>
                    <a:pt x="20784" y="6398"/>
                  </a:lnTo>
                  <a:lnTo>
                    <a:pt x="20749" y="6256"/>
                  </a:lnTo>
                  <a:lnTo>
                    <a:pt x="20633" y="6341"/>
                  </a:lnTo>
                  <a:lnTo>
                    <a:pt x="20463" y="6694"/>
                  </a:lnTo>
                  <a:lnTo>
                    <a:pt x="20329" y="6920"/>
                  </a:lnTo>
                  <a:lnTo>
                    <a:pt x="20155" y="7183"/>
                  </a:lnTo>
                  <a:lnTo>
                    <a:pt x="19948" y="7336"/>
                  </a:lnTo>
                  <a:lnTo>
                    <a:pt x="19765" y="7581"/>
                  </a:lnTo>
                  <a:lnTo>
                    <a:pt x="19674" y="7825"/>
                  </a:lnTo>
                  <a:lnTo>
                    <a:pt x="19650" y="8023"/>
                  </a:lnTo>
                  <a:lnTo>
                    <a:pt x="19724" y="8171"/>
                  </a:lnTo>
                  <a:lnTo>
                    <a:pt x="19859" y="8285"/>
                  </a:lnTo>
                  <a:lnTo>
                    <a:pt x="19975" y="8580"/>
                  </a:lnTo>
                  <a:lnTo>
                    <a:pt x="20096" y="8695"/>
                  </a:lnTo>
                  <a:lnTo>
                    <a:pt x="20279" y="8435"/>
                  </a:lnTo>
                  <a:lnTo>
                    <a:pt x="20367" y="8318"/>
                  </a:lnTo>
                  <a:lnTo>
                    <a:pt x="20429" y="8534"/>
                  </a:lnTo>
                  <a:lnTo>
                    <a:pt x="20552" y="8538"/>
                  </a:lnTo>
                  <a:lnTo>
                    <a:pt x="20486" y="8751"/>
                  </a:lnTo>
                  <a:lnTo>
                    <a:pt x="20333" y="8811"/>
                  </a:lnTo>
                  <a:lnTo>
                    <a:pt x="20189" y="8933"/>
                  </a:lnTo>
                  <a:lnTo>
                    <a:pt x="20255" y="9269"/>
                  </a:lnTo>
                  <a:lnTo>
                    <a:pt x="20233" y="9532"/>
                  </a:lnTo>
                  <a:lnTo>
                    <a:pt x="20052" y="9630"/>
                  </a:lnTo>
                  <a:lnTo>
                    <a:pt x="20074" y="9838"/>
                  </a:lnTo>
                  <a:lnTo>
                    <a:pt x="20069" y="10061"/>
                  </a:lnTo>
                  <a:lnTo>
                    <a:pt x="19925" y="10108"/>
                  </a:lnTo>
                  <a:lnTo>
                    <a:pt x="19814" y="9986"/>
                  </a:lnTo>
                  <a:lnTo>
                    <a:pt x="19728" y="9891"/>
                  </a:lnTo>
                  <a:lnTo>
                    <a:pt x="19637" y="10046"/>
                  </a:lnTo>
                  <a:lnTo>
                    <a:pt x="19517" y="9866"/>
                  </a:lnTo>
                  <a:lnTo>
                    <a:pt x="19373" y="9790"/>
                  </a:lnTo>
                  <a:lnTo>
                    <a:pt x="19327" y="10067"/>
                  </a:lnTo>
                  <a:lnTo>
                    <a:pt x="19264" y="10228"/>
                  </a:lnTo>
                  <a:lnTo>
                    <a:pt x="19469" y="10309"/>
                  </a:lnTo>
                  <a:lnTo>
                    <a:pt x="19539" y="10472"/>
                  </a:lnTo>
                  <a:lnTo>
                    <a:pt x="19662" y="10650"/>
                  </a:lnTo>
                  <a:lnTo>
                    <a:pt x="19706" y="10847"/>
                  </a:lnTo>
                  <a:lnTo>
                    <a:pt x="19669" y="11092"/>
                  </a:lnTo>
                  <a:lnTo>
                    <a:pt x="19701" y="11371"/>
                  </a:lnTo>
                  <a:lnTo>
                    <a:pt x="19770" y="11614"/>
                  </a:lnTo>
                  <a:lnTo>
                    <a:pt x="19875" y="11726"/>
                  </a:lnTo>
                  <a:lnTo>
                    <a:pt x="19942" y="11937"/>
                  </a:lnTo>
                  <a:lnTo>
                    <a:pt x="20076" y="12051"/>
                  </a:lnTo>
                  <a:lnTo>
                    <a:pt x="20170" y="11969"/>
                  </a:lnTo>
                  <a:lnTo>
                    <a:pt x="20328" y="11791"/>
                  </a:lnTo>
                  <a:lnTo>
                    <a:pt x="20508" y="11607"/>
                  </a:lnTo>
                  <a:lnTo>
                    <a:pt x="20633" y="11813"/>
                  </a:lnTo>
                  <a:lnTo>
                    <a:pt x="20739" y="12000"/>
                  </a:lnTo>
                  <a:lnTo>
                    <a:pt x="20800" y="12227"/>
                  </a:lnTo>
                  <a:lnTo>
                    <a:pt x="20895" y="12398"/>
                  </a:lnTo>
                  <a:lnTo>
                    <a:pt x="20969" y="12599"/>
                  </a:lnTo>
                  <a:lnTo>
                    <a:pt x="20939" y="12790"/>
                  </a:lnTo>
                  <a:lnTo>
                    <a:pt x="20827" y="12913"/>
                  </a:lnTo>
                  <a:lnTo>
                    <a:pt x="20975" y="13008"/>
                  </a:lnTo>
                  <a:lnTo>
                    <a:pt x="21138" y="13064"/>
                  </a:lnTo>
                  <a:lnTo>
                    <a:pt x="21121" y="13421"/>
                  </a:lnTo>
                  <a:lnTo>
                    <a:pt x="20963" y="13497"/>
                  </a:lnTo>
                  <a:lnTo>
                    <a:pt x="20842" y="13573"/>
                  </a:lnTo>
                  <a:lnTo>
                    <a:pt x="20796" y="13740"/>
                  </a:lnTo>
                  <a:lnTo>
                    <a:pt x="20661" y="13831"/>
                  </a:lnTo>
                  <a:lnTo>
                    <a:pt x="20463" y="13879"/>
                  </a:lnTo>
                  <a:lnTo>
                    <a:pt x="20288" y="13881"/>
                  </a:lnTo>
                  <a:lnTo>
                    <a:pt x="20164" y="13872"/>
                  </a:lnTo>
                  <a:lnTo>
                    <a:pt x="20103" y="14056"/>
                  </a:lnTo>
                  <a:lnTo>
                    <a:pt x="19881" y="14027"/>
                  </a:lnTo>
                  <a:lnTo>
                    <a:pt x="19805" y="14161"/>
                  </a:lnTo>
                  <a:lnTo>
                    <a:pt x="19749" y="14322"/>
                  </a:lnTo>
                  <a:lnTo>
                    <a:pt x="19558" y="14396"/>
                  </a:lnTo>
                  <a:lnTo>
                    <a:pt x="19328" y="14566"/>
                  </a:lnTo>
                  <a:lnTo>
                    <a:pt x="18911" y="14929"/>
                  </a:lnTo>
                  <a:lnTo>
                    <a:pt x="18627" y="15239"/>
                  </a:lnTo>
                  <a:lnTo>
                    <a:pt x="18504" y="15539"/>
                  </a:lnTo>
                  <a:lnTo>
                    <a:pt x="18257" y="15081"/>
                  </a:lnTo>
                  <a:lnTo>
                    <a:pt x="18178" y="14948"/>
                  </a:lnTo>
                  <a:lnTo>
                    <a:pt x="18053" y="14952"/>
                  </a:lnTo>
                  <a:lnTo>
                    <a:pt x="17940" y="14829"/>
                  </a:lnTo>
                  <a:lnTo>
                    <a:pt x="17776" y="14928"/>
                  </a:lnTo>
                  <a:lnTo>
                    <a:pt x="17795" y="15132"/>
                  </a:lnTo>
                  <a:lnTo>
                    <a:pt x="17865" y="15324"/>
                  </a:lnTo>
                  <a:lnTo>
                    <a:pt x="17867" y="15521"/>
                  </a:lnTo>
                  <a:lnTo>
                    <a:pt x="17931" y="15768"/>
                  </a:lnTo>
                  <a:lnTo>
                    <a:pt x="17962" y="15946"/>
                  </a:lnTo>
                  <a:lnTo>
                    <a:pt x="17871" y="16145"/>
                  </a:lnTo>
                  <a:lnTo>
                    <a:pt x="17636" y="16150"/>
                  </a:lnTo>
                  <a:lnTo>
                    <a:pt x="17416" y="16168"/>
                  </a:lnTo>
                  <a:lnTo>
                    <a:pt x="17142" y="16277"/>
                  </a:lnTo>
                  <a:lnTo>
                    <a:pt x="17047" y="16043"/>
                  </a:lnTo>
                  <a:lnTo>
                    <a:pt x="16920" y="15874"/>
                  </a:lnTo>
                  <a:lnTo>
                    <a:pt x="16910" y="15677"/>
                  </a:lnTo>
                  <a:lnTo>
                    <a:pt x="17046" y="15591"/>
                  </a:lnTo>
                  <a:lnTo>
                    <a:pt x="16914" y="15337"/>
                  </a:lnTo>
                  <a:lnTo>
                    <a:pt x="16704" y="14870"/>
                  </a:lnTo>
                  <a:lnTo>
                    <a:pt x="16536" y="14567"/>
                  </a:lnTo>
                  <a:lnTo>
                    <a:pt x="16326" y="14618"/>
                  </a:lnTo>
                  <a:lnTo>
                    <a:pt x="16198" y="14762"/>
                  </a:lnTo>
                  <a:lnTo>
                    <a:pt x="15942" y="14798"/>
                  </a:lnTo>
                  <a:lnTo>
                    <a:pt x="15826" y="14957"/>
                  </a:lnTo>
                  <a:lnTo>
                    <a:pt x="15831" y="15232"/>
                  </a:lnTo>
                  <a:lnTo>
                    <a:pt x="15821" y="15441"/>
                  </a:lnTo>
                  <a:lnTo>
                    <a:pt x="15747" y="15611"/>
                  </a:lnTo>
                  <a:lnTo>
                    <a:pt x="15523" y="15570"/>
                  </a:lnTo>
                  <a:lnTo>
                    <a:pt x="15346" y="15548"/>
                  </a:lnTo>
                  <a:lnTo>
                    <a:pt x="15172" y="15842"/>
                  </a:lnTo>
                  <a:lnTo>
                    <a:pt x="15067" y="15601"/>
                  </a:lnTo>
                  <a:lnTo>
                    <a:pt x="14904" y="15640"/>
                  </a:lnTo>
                  <a:lnTo>
                    <a:pt x="14789" y="15807"/>
                  </a:lnTo>
                  <a:lnTo>
                    <a:pt x="14617" y="15892"/>
                  </a:lnTo>
                  <a:lnTo>
                    <a:pt x="14497" y="16065"/>
                  </a:lnTo>
                  <a:lnTo>
                    <a:pt x="14312" y="16182"/>
                  </a:lnTo>
                  <a:lnTo>
                    <a:pt x="14205" y="16078"/>
                  </a:lnTo>
                  <a:lnTo>
                    <a:pt x="14219" y="15833"/>
                  </a:lnTo>
                  <a:lnTo>
                    <a:pt x="14204" y="15597"/>
                  </a:lnTo>
                  <a:lnTo>
                    <a:pt x="14078" y="15442"/>
                  </a:lnTo>
                  <a:lnTo>
                    <a:pt x="13951" y="15543"/>
                  </a:lnTo>
                  <a:lnTo>
                    <a:pt x="13834" y="15789"/>
                  </a:lnTo>
                  <a:lnTo>
                    <a:pt x="13736" y="16029"/>
                  </a:lnTo>
                  <a:lnTo>
                    <a:pt x="13666" y="16202"/>
                  </a:lnTo>
                  <a:lnTo>
                    <a:pt x="13461" y="16288"/>
                  </a:lnTo>
                  <a:lnTo>
                    <a:pt x="13451" y="16500"/>
                  </a:lnTo>
                  <a:lnTo>
                    <a:pt x="13481" y="16691"/>
                  </a:lnTo>
                  <a:lnTo>
                    <a:pt x="13432" y="16870"/>
                  </a:lnTo>
                  <a:lnTo>
                    <a:pt x="13505" y="17024"/>
                  </a:lnTo>
                  <a:lnTo>
                    <a:pt x="13570" y="17337"/>
                  </a:lnTo>
                  <a:lnTo>
                    <a:pt x="13547" y="17525"/>
                  </a:lnTo>
                  <a:lnTo>
                    <a:pt x="13345" y="17707"/>
                  </a:lnTo>
                  <a:lnTo>
                    <a:pt x="13193" y="17865"/>
                  </a:lnTo>
                  <a:lnTo>
                    <a:pt x="12976" y="17869"/>
                  </a:lnTo>
                  <a:lnTo>
                    <a:pt x="12761" y="17864"/>
                  </a:lnTo>
                  <a:lnTo>
                    <a:pt x="12613" y="18041"/>
                  </a:lnTo>
                  <a:lnTo>
                    <a:pt x="12355" y="18047"/>
                  </a:lnTo>
                  <a:lnTo>
                    <a:pt x="12176" y="18040"/>
                  </a:lnTo>
                  <a:lnTo>
                    <a:pt x="12063" y="18255"/>
                  </a:lnTo>
                  <a:lnTo>
                    <a:pt x="11994" y="18519"/>
                  </a:lnTo>
                  <a:lnTo>
                    <a:pt x="11911" y="18800"/>
                  </a:lnTo>
                  <a:lnTo>
                    <a:pt x="11792" y="18928"/>
                  </a:lnTo>
                  <a:lnTo>
                    <a:pt x="11596" y="18852"/>
                  </a:lnTo>
                  <a:lnTo>
                    <a:pt x="11437" y="19018"/>
                  </a:lnTo>
                  <a:lnTo>
                    <a:pt x="11266" y="19197"/>
                  </a:lnTo>
                  <a:lnTo>
                    <a:pt x="11175" y="19052"/>
                  </a:lnTo>
                  <a:lnTo>
                    <a:pt x="11081" y="18927"/>
                  </a:lnTo>
                  <a:lnTo>
                    <a:pt x="10929" y="19096"/>
                  </a:lnTo>
                  <a:lnTo>
                    <a:pt x="10791" y="19344"/>
                  </a:lnTo>
                  <a:lnTo>
                    <a:pt x="10654" y="19238"/>
                  </a:lnTo>
                  <a:lnTo>
                    <a:pt x="10517" y="19239"/>
                  </a:lnTo>
                  <a:lnTo>
                    <a:pt x="10417" y="19070"/>
                  </a:lnTo>
                  <a:lnTo>
                    <a:pt x="10227" y="19135"/>
                  </a:lnTo>
                  <a:cubicBezTo>
                    <a:pt x="10253" y="19168"/>
                    <a:pt x="10280" y="19202"/>
                    <a:pt x="10306" y="19235"/>
                  </a:cubicBezTo>
                  <a:cubicBezTo>
                    <a:pt x="10333" y="19269"/>
                    <a:pt x="10359" y="19302"/>
                    <a:pt x="10386" y="19336"/>
                  </a:cubicBezTo>
                  <a:lnTo>
                    <a:pt x="10187" y="19381"/>
                  </a:lnTo>
                  <a:lnTo>
                    <a:pt x="10065" y="19591"/>
                  </a:lnTo>
                  <a:lnTo>
                    <a:pt x="9935" y="19795"/>
                  </a:lnTo>
                  <a:lnTo>
                    <a:pt x="9821" y="19945"/>
                  </a:lnTo>
                  <a:lnTo>
                    <a:pt x="9697" y="20076"/>
                  </a:lnTo>
                  <a:lnTo>
                    <a:pt x="9488" y="20339"/>
                  </a:lnTo>
                  <a:lnTo>
                    <a:pt x="9366" y="20574"/>
                  </a:lnTo>
                  <a:lnTo>
                    <a:pt x="9315" y="20755"/>
                  </a:lnTo>
                  <a:lnTo>
                    <a:pt x="9466" y="20991"/>
                  </a:lnTo>
                  <a:lnTo>
                    <a:pt x="9319" y="21054"/>
                  </a:lnTo>
                  <a:lnTo>
                    <a:pt x="9185" y="21018"/>
                  </a:lnTo>
                  <a:lnTo>
                    <a:pt x="9155" y="21213"/>
                  </a:lnTo>
                  <a:lnTo>
                    <a:pt x="9172" y="21399"/>
                  </a:lnTo>
                  <a:lnTo>
                    <a:pt x="8912" y="21429"/>
                  </a:lnTo>
                  <a:lnTo>
                    <a:pt x="8736" y="21436"/>
                  </a:lnTo>
                  <a:lnTo>
                    <a:pt x="8417" y="21317"/>
                  </a:lnTo>
                  <a:lnTo>
                    <a:pt x="8245" y="21199"/>
                  </a:lnTo>
                  <a:lnTo>
                    <a:pt x="8064" y="21101"/>
                  </a:lnTo>
                  <a:lnTo>
                    <a:pt x="7827" y="20964"/>
                  </a:lnTo>
                  <a:lnTo>
                    <a:pt x="7614" y="20858"/>
                  </a:lnTo>
                  <a:lnTo>
                    <a:pt x="7374" y="20790"/>
                  </a:lnTo>
                  <a:lnTo>
                    <a:pt x="7268" y="20561"/>
                  </a:lnTo>
                  <a:lnTo>
                    <a:pt x="7496" y="20077"/>
                  </a:lnTo>
                  <a:lnTo>
                    <a:pt x="7632" y="19801"/>
                  </a:lnTo>
                  <a:lnTo>
                    <a:pt x="7656" y="19575"/>
                  </a:lnTo>
                  <a:lnTo>
                    <a:pt x="7525" y="19453"/>
                  </a:lnTo>
                  <a:lnTo>
                    <a:pt x="7515" y="19275"/>
                  </a:lnTo>
                  <a:lnTo>
                    <a:pt x="7348" y="19258"/>
                  </a:lnTo>
                  <a:lnTo>
                    <a:pt x="7225" y="19361"/>
                  </a:lnTo>
                  <a:lnTo>
                    <a:pt x="7061" y="19516"/>
                  </a:lnTo>
                  <a:lnTo>
                    <a:pt x="6972" y="19641"/>
                  </a:lnTo>
                  <a:lnTo>
                    <a:pt x="6831" y="19816"/>
                  </a:lnTo>
                  <a:lnTo>
                    <a:pt x="6741" y="20013"/>
                  </a:lnTo>
                  <a:lnTo>
                    <a:pt x="6693" y="20227"/>
                  </a:lnTo>
                  <a:lnTo>
                    <a:pt x="6742" y="20439"/>
                  </a:lnTo>
                  <a:lnTo>
                    <a:pt x="6690" y="20649"/>
                  </a:lnTo>
                  <a:lnTo>
                    <a:pt x="6645" y="20919"/>
                  </a:lnTo>
                  <a:lnTo>
                    <a:pt x="6543" y="21211"/>
                  </a:lnTo>
                  <a:lnTo>
                    <a:pt x="6336" y="21350"/>
                  </a:lnTo>
                  <a:lnTo>
                    <a:pt x="5380" y="21583"/>
                  </a:lnTo>
                  <a:lnTo>
                    <a:pt x="5096" y="21600"/>
                  </a:lnTo>
                  <a:lnTo>
                    <a:pt x="4714" y="21127"/>
                  </a:lnTo>
                  <a:lnTo>
                    <a:pt x="4603" y="21030"/>
                  </a:lnTo>
                  <a:lnTo>
                    <a:pt x="4589" y="20686"/>
                  </a:lnTo>
                  <a:lnTo>
                    <a:pt x="4701" y="20495"/>
                  </a:lnTo>
                  <a:lnTo>
                    <a:pt x="4701" y="20241"/>
                  </a:lnTo>
                  <a:lnTo>
                    <a:pt x="5104" y="19933"/>
                  </a:lnTo>
                  <a:lnTo>
                    <a:pt x="5344" y="19571"/>
                  </a:lnTo>
                  <a:lnTo>
                    <a:pt x="5315" y="19411"/>
                  </a:lnTo>
                  <a:lnTo>
                    <a:pt x="5209" y="19225"/>
                  </a:lnTo>
                  <a:lnTo>
                    <a:pt x="5212" y="19039"/>
                  </a:lnTo>
                  <a:lnTo>
                    <a:pt x="5017" y="19037"/>
                  </a:lnTo>
                  <a:lnTo>
                    <a:pt x="4326" y="19508"/>
                  </a:lnTo>
                  <a:lnTo>
                    <a:pt x="3915" y="19263"/>
                  </a:lnTo>
                  <a:lnTo>
                    <a:pt x="3785" y="19344"/>
                  </a:lnTo>
                  <a:lnTo>
                    <a:pt x="3580" y="19275"/>
                  </a:lnTo>
                  <a:lnTo>
                    <a:pt x="3696" y="19708"/>
                  </a:lnTo>
                  <a:lnTo>
                    <a:pt x="3279" y="19942"/>
                  </a:lnTo>
                  <a:lnTo>
                    <a:pt x="3062" y="19805"/>
                  </a:lnTo>
                  <a:lnTo>
                    <a:pt x="2721" y="19381"/>
                  </a:lnTo>
                  <a:lnTo>
                    <a:pt x="2540" y="19405"/>
                  </a:lnTo>
                  <a:lnTo>
                    <a:pt x="2539" y="18970"/>
                  </a:lnTo>
                  <a:lnTo>
                    <a:pt x="2454" y="18831"/>
                  </a:lnTo>
                  <a:lnTo>
                    <a:pt x="2292" y="18845"/>
                  </a:lnTo>
                  <a:lnTo>
                    <a:pt x="2290" y="18601"/>
                  </a:lnTo>
                  <a:lnTo>
                    <a:pt x="2175" y="18669"/>
                  </a:lnTo>
                  <a:lnTo>
                    <a:pt x="2121" y="18403"/>
                  </a:lnTo>
                  <a:lnTo>
                    <a:pt x="1882" y="18224"/>
                  </a:lnTo>
                  <a:lnTo>
                    <a:pt x="1617" y="18133"/>
                  </a:lnTo>
                  <a:lnTo>
                    <a:pt x="1463" y="17924"/>
                  </a:lnTo>
                  <a:lnTo>
                    <a:pt x="2264" y="17120"/>
                  </a:lnTo>
                  <a:lnTo>
                    <a:pt x="2193" y="16975"/>
                  </a:lnTo>
                  <a:lnTo>
                    <a:pt x="2037" y="16783"/>
                  </a:lnTo>
                  <a:lnTo>
                    <a:pt x="1419" y="16730"/>
                  </a:lnTo>
                  <a:lnTo>
                    <a:pt x="996" y="16758"/>
                  </a:lnTo>
                  <a:lnTo>
                    <a:pt x="968" y="16936"/>
                  </a:lnTo>
                  <a:lnTo>
                    <a:pt x="1008" y="17215"/>
                  </a:lnTo>
                  <a:lnTo>
                    <a:pt x="776" y="17151"/>
                  </a:lnTo>
                  <a:lnTo>
                    <a:pt x="595" y="17030"/>
                  </a:lnTo>
                  <a:lnTo>
                    <a:pt x="685" y="16743"/>
                  </a:lnTo>
                  <a:lnTo>
                    <a:pt x="450" y="16274"/>
                  </a:lnTo>
                  <a:lnTo>
                    <a:pt x="86" y="15794"/>
                  </a:lnTo>
                  <a:lnTo>
                    <a:pt x="372" y="15447"/>
                  </a:lnTo>
                  <a:lnTo>
                    <a:pt x="0" y="13890"/>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18" name="Shape 177"/>
            <p:cNvSpPr/>
            <p:nvPr/>
          </p:nvSpPr>
          <p:spPr>
            <a:xfrm>
              <a:off x="8502663" y="5449651"/>
              <a:ext cx="975023" cy="1473897"/>
            </a:xfrm>
            <a:custGeom>
              <a:avLst/>
              <a:gdLst/>
              <a:ahLst/>
              <a:cxnLst>
                <a:cxn ang="0">
                  <a:pos x="wd2" y="hd2"/>
                </a:cxn>
                <a:cxn ang="5400000">
                  <a:pos x="wd2" y="hd2"/>
                </a:cxn>
                <a:cxn ang="10800000">
                  <a:pos x="wd2" y="hd2"/>
                </a:cxn>
                <a:cxn ang="16200000">
                  <a:pos x="wd2" y="hd2"/>
                </a:cxn>
              </a:cxnLst>
              <a:rect l="0" t="0" r="r" b="b"/>
              <a:pathLst>
                <a:path w="21600" h="21600" extrusionOk="0">
                  <a:moveTo>
                    <a:pt x="0" y="9710"/>
                  </a:moveTo>
                  <a:lnTo>
                    <a:pt x="4740" y="8975"/>
                  </a:lnTo>
                  <a:lnTo>
                    <a:pt x="6871" y="8797"/>
                  </a:lnTo>
                  <a:lnTo>
                    <a:pt x="8384" y="8231"/>
                  </a:lnTo>
                  <a:lnTo>
                    <a:pt x="9844" y="5112"/>
                  </a:lnTo>
                  <a:lnTo>
                    <a:pt x="9221" y="4268"/>
                  </a:lnTo>
                  <a:lnTo>
                    <a:pt x="10159" y="2524"/>
                  </a:lnTo>
                  <a:lnTo>
                    <a:pt x="14465" y="0"/>
                  </a:lnTo>
                  <a:lnTo>
                    <a:pt x="16311" y="115"/>
                  </a:lnTo>
                  <a:lnTo>
                    <a:pt x="16323" y="1029"/>
                  </a:lnTo>
                  <a:lnTo>
                    <a:pt x="17377" y="1565"/>
                  </a:lnTo>
                  <a:lnTo>
                    <a:pt x="17181" y="2689"/>
                  </a:lnTo>
                  <a:lnTo>
                    <a:pt x="14483" y="5581"/>
                  </a:lnTo>
                  <a:lnTo>
                    <a:pt x="14967" y="6465"/>
                  </a:lnTo>
                  <a:lnTo>
                    <a:pt x="19131" y="7375"/>
                  </a:lnTo>
                  <a:lnTo>
                    <a:pt x="21600" y="8160"/>
                  </a:lnTo>
                  <a:lnTo>
                    <a:pt x="19816" y="9033"/>
                  </a:lnTo>
                  <a:lnTo>
                    <a:pt x="18926" y="10237"/>
                  </a:lnTo>
                  <a:lnTo>
                    <a:pt x="18573" y="11443"/>
                  </a:lnTo>
                  <a:lnTo>
                    <a:pt x="18442" y="12327"/>
                  </a:lnTo>
                  <a:lnTo>
                    <a:pt x="15062" y="12175"/>
                  </a:lnTo>
                  <a:lnTo>
                    <a:pt x="14341" y="13444"/>
                  </a:lnTo>
                  <a:lnTo>
                    <a:pt x="14237" y="14359"/>
                  </a:lnTo>
                  <a:lnTo>
                    <a:pt x="13308" y="14922"/>
                  </a:lnTo>
                  <a:lnTo>
                    <a:pt x="13946" y="15618"/>
                  </a:lnTo>
                  <a:lnTo>
                    <a:pt x="13643" y="16338"/>
                  </a:lnTo>
                  <a:lnTo>
                    <a:pt x="15053" y="16543"/>
                  </a:lnTo>
                  <a:lnTo>
                    <a:pt x="16581" y="17393"/>
                  </a:lnTo>
                  <a:lnTo>
                    <a:pt x="16584" y="18064"/>
                  </a:lnTo>
                  <a:lnTo>
                    <a:pt x="15952" y="19484"/>
                  </a:lnTo>
                  <a:lnTo>
                    <a:pt x="14139" y="19514"/>
                  </a:lnTo>
                  <a:lnTo>
                    <a:pt x="13064" y="19716"/>
                  </a:lnTo>
                  <a:lnTo>
                    <a:pt x="13148" y="21600"/>
                  </a:lnTo>
                  <a:lnTo>
                    <a:pt x="11388" y="21577"/>
                  </a:lnTo>
                  <a:lnTo>
                    <a:pt x="9165" y="20711"/>
                  </a:lnTo>
                  <a:lnTo>
                    <a:pt x="8948" y="19968"/>
                  </a:lnTo>
                  <a:lnTo>
                    <a:pt x="5571" y="18155"/>
                  </a:lnTo>
                  <a:lnTo>
                    <a:pt x="6838" y="17057"/>
                  </a:lnTo>
                  <a:lnTo>
                    <a:pt x="6826" y="16134"/>
                  </a:lnTo>
                  <a:lnTo>
                    <a:pt x="5057" y="14655"/>
                  </a:lnTo>
                  <a:lnTo>
                    <a:pt x="5425" y="13882"/>
                  </a:lnTo>
                  <a:lnTo>
                    <a:pt x="6363" y="13437"/>
                  </a:lnTo>
                  <a:lnTo>
                    <a:pt x="4719" y="12372"/>
                  </a:lnTo>
                  <a:lnTo>
                    <a:pt x="2846" y="11333"/>
                  </a:lnTo>
                  <a:lnTo>
                    <a:pt x="1217" y="11330"/>
                  </a:lnTo>
                  <a:lnTo>
                    <a:pt x="2119" y="10379"/>
                  </a:lnTo>
                  <a:lnTo>
                    <a:pt x="0" y="9710"/>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19" name="Shape 178"/>
            <p:cNvSpPr/>
            <p:nvPr/>
          </p:nvSpPr>
          <p:spPr>
            <a:xfrm>
              <a:off x="8729901" y="5370641"/>
              <a:ext cx="1739323" cy="2897077"/>
            </a:xfrm>
            <a:custGeom>
              <a:avLst/>
              <a:gdLst/>
              <a:ahLst/>
              <a:cxnLst>
                <a:cxn ang="0">
                  <a:pos x="wd2" y="hd2"/>
                </a:cxn>
                <a:cxn ang="5400000">
                  <a:pos x="wd2" y="hd2"/>
                </a:cxn>
                <a:cxn ang="10800000">
                  <a:pos x="wd2" y="hd2"/>
                </a:cxn>
                <a:cxn ang="16200000">
                  <a:pos x="wd2" y="hd2"/>
                </a:cxn>
              </a:cxnLst>
              <a:rect l="0" t="0" r="r" b="b"/>
              <a:pathLst>
                <a:path w="21600" h="21600" extrusionOk="0">
                  <a:moveTo>
                    <a:pt x="21200" y="83"/>
                  </a:moveTo>
                  <a:lnTo>
                    <a:pt x="20830" y="0"/>
                  </a:lnTo>
                  <a:lnTo>
                    <a:pt x="20084" y="446"/>
                  </a:lnTo>
                  <a:lnTo>
                    <a:pt x="19822" y="840"/>
                  </a:lnTo>
                  <a:lnTo>
                    <a:pt x="19465" y="632"/>
                  </a:lnTo>
                  <a:lnTo>
                    <a:pt x="18809" y="652"/>
                  </a:lnTo>
                  <a:lnTo>
                    <a:pt x="18344" y="322"/>
                  </a:lnTo>
                  <a:lnTo>
                    <a:pt x="17213" y="479"/>
                  </a:lnTo>
                  <a:lnTo>
                    <a:pt x="17834" y="926"/>
                  </a:lnTo>
                  <a:lnTo>
                    <a:pt x="17220" y="942"/>
                  </a:lnTo>
                  <a:lnTo>
                    <a:pt x="16480" y="1575"/>
                  </a:lnTo>
                  <a:lnTo>
                    <a:pt x="15193" y="2429"/>
                  </a:lnTo>
                  <a:lnTo>
                    <a:pt x="14157" y="2947"/>
                  </a:lnTo>
                  <a:lnTo>
                    <a:pt x="13377" y="3899"/>
                  </a:lnTo>
                  <a:lnTo>
                    <a:pt x="14036" y="4365"/>
                  </a:lnTo>
                  <a:lnTo>
                    <a:pt x="13599" y="4433"/>
                  </a:lnTo>
                  <a:lnTo>
                    <a:pt x="13043" y="4289"/>
                  </a:lnTo>
                  <a:lnTo>
                    <a:pt x="12811" y="4772"/>
                  </a:lnTo>
                  <a:lnTo>
                    <a:pt x="12907" y="5149"/>
                  </a:lnTo>
                  <a:lnTo>
                    <a:pt x="11183" y="5204"/>
                  </a:lnTo>
                  <a:lnTo>
                    <a:pt x="8908" y="4692"/>
                  </a:lnTo>
                  <a:lnTo>
                    <a:pt x="8050" y="5088"/>
                  </a:lnTo>
                  <a:lnTo>
                    <a:pt x="7568" y="5882"/>
                  </a:lnTo>
                  <a:lnTo>
                    <a:pt x="7367" y="6654"/>
                  </a:lnTo>
                  <a:lnTo>
                    <a:pt x="7478" y="7267"/>
                  </a:lnTo>
                  <a:lnTo>
                    <a:pt x="12441" y="8946"/>
                  </a:lnTo>
                  <a:lnTo>
                    <a:pt x="12674" y="9858"/>
                  </a:lnTo>
                  <a:lnTo>
                    <a:pt x="12035" y="10268"/>
                  </a:lnTo>
                  <a:lnTo>
                    <a:pt x="12010" y="10814"/>
                  </a:lnTo>
                  <a:lnTo>
                    <a:pt x="12423" y="11282"/>
                  </a:lnTo>
                  <a:lnTo>
                    <a:pt x="12075" y="11599"/>
                  </a:lnTo>
                  <a:lnTo>
                    <a:pt x="11282" y="11824"/>
                  </a:lnTo>
                  <a:lnTo>
                    <a:pt x="9064" y="11730"/>
                  </a:lnTo>
                  <a:lnTo>
                    <a:pt x="8997" y="12135"/>
                  </a:lnTo>
                  <a:lnTo>
                    <a:pt x="9084" y="12487"/>
                  </a:lnTo>
                  <a:lnTo>
                    <a:pt x="8066" y="12752"/>
                  </a:lnTo>
                  <a:lnTo>
                    <a:pt x="6610" y="12716"/>
                  </a:lnTo>
                  <a:lnTo>
                    <a:pt x="6031" y="12311"/>
                  </a:lnTo>
                  <a:lnTo>
                    <a:pt x="4781" y="12228"/>
                  </a:lnTo>
                  <a:lnTo>
                    <a:pt x="4183" y="12444"/>
                  </a:lnTo>
                  <a:lnTo>
                    <a:pt x="4411" y="13089"/>
                  </a:lnTo>
                  <a:lnTo>
                    <a:pt x="3867" y="13402"/>
                  </a:lnTo>
                  <a:lnTo>
                    <a:pt x="3609" y="13904"/>
                  </a:lnTo>
                  <a:lnTo>
                    <a:pt x="4525" y="14118"/>
                  </a:lnTo>
                  <a:lnTo>
                    <a:pt x="5020" y="14291"/>
                  </a:lnTo>
                  <a:lnTo>
                    <a:pt x="4878" y="14529"/>
                  </a:lnTo>
                  <a:lnTo>
                    <a:pt x="4338" y="14440"/>
                  </a:lnTo>
                  <a:lnTo>
                    <a:pt x="4135" y="14833"/>
                  </a:lnTo>
                  <a:lnTo>
                    <a:pt x="3998" y="15528"/>
                  </a:lnTo>
                  <a:lnTo>
                    <a:pt x="4138" y="15851"/>
                  </a:lnTo>
                  <a:lnTo>
                    <a:pt x="4587" y="16271"/>
                  </a:lnTo>
                  <a:lnTo>
                    <a:pt x="4125" y="16440"/>
                  </a:lnTo>
                  <a:lnTo>
                    <a:pt x="2258" y="16144"/>
                  </a:lnTo>
                  <a:lnTo>
                    <a:pt x="1639" y="16472"/>
                  </a:lnTo>
                  <a:lnTo>
                    <a:pt x="1328" y="17108"/>
                  </a:lnTo>
                  <a:lnTo>
                    <a:pt x="1938" y="17338"/>
                  </a:lnTo>
                  <a:lnTo>
                    <a:pt x="1601" y="17896"/>
                  </a:lnTo>
                  <a:lnTo>
                    <a:pt x="1115" y="18031"/>
                  </a:lnTo>
                  <a:lnTo>
                    <a:pt x="211" y="18019"/>
                  </a:lnTo>
                  <a:lnTo>
                    <a:pt x="0" y="18395"/>
                  </a:lnTo>
                  <a:lnTo>
                    <a:pt x="766" y="18773"/>
                  </a:lnTo>
                  <a:lnTo>
                    <a:pt x="1569" y="18520"/>
                  </a:lnTo>
                  <a:lnTo>
                    <a:pt x="2213" y="18416"/>
                  </a:lnTo>
                  <a:lnTo>
                    <a:pt x="2620" y="18625"/>
                  </a:lnTo>
                  <a:lnTo>
                    <a:pt x="3271" y="18931"/>
                  </a:lnTo>
                  <a:lnTo>
                    <a:pt x="4277" y="18759"/>
                  </a:lnTo>
                  <a:lnTo>
                    <a:pt x="5031" y="18714"/>
                  </a:lnTo>
                  <a:lnTo>
                    <a:pt x="5650" y="18809"/>
                  </a:lnTo>
                  <a:lnTo>
                    <a:pt x="6146" y="19276"/>
                  </a:lnTo>
                  <a:lnTo>
                    <a:pt x="6908" y="19811"/>
                  </a:lnTo>
                  <a:lnTo>
                    <a:pt x="7319" y="19454"/>
                  </a:lnTo>
                  <a:lnTo>
                    <a:pt x="7949" y="19592"/>
                  </a:lnTo>
                  <a:lnTo>
                    <a:pt x="8508" y="19848"/>
                  </a:lnTo>
                  <a:lnTo>
                    <a:pt x="9014" y="20147"/>
                  </a:lnTo>
                  <a:lnTo>
                    <a:pt x="9405" y="20316"/>
                  </a:lnTo>
                  <a:lnTo>
                    <a:pt x="10293" y="20285"/>
                  </a:lnTo>
                  <a:lnTo>
                    <a:pt x="10794" y="20080"/>
                  </a:lnTo>
                  <a:lnTo>
                    <a:pt x="11521" y="20211"/>
                  </a:lnTo>
                  <a:lnTo>
                    <a:pt x="12220" y="20414"/>
                  </a:lnTo>
                  <a:lnTo>
                    <a:pt x="12902" y="20622"/>
                  </a:lnTo>
                  <a:lnTo>
                    <a:pt x="13516" y="20872"/>
                  </a:lnTo>
                  <a:lnTo>
                    <a:pt x="14048" y="21126"/>
                  </a:lnTo>
                  <a:lnTo>
                    <a:pt x="14569" y="21322"/>
                  </a:lnTo>
                  <a:lnTo>
                    <a:pt x="14940" y="21572"/>
                  </a:lnTo>
                  <a:lnTo>
                    <a:pt x="15564" y="21579"/>
                  </a:lnTo>
                  <a:lnTo>
                    <a:pt x="16070" y="21600"/>
                  </a:lnTo>
                  <a:lnTo>
                    <a:pt x="16038" y="20929"/>
                  </a:lnTo>
                  <a:lnTo>
                    <a:pt x="16065" y="20258"/>
                  </a:lnTo>
                  <a:lnTo>
                    <a:pt x="15765" y="19786"/>
                  </a:lnTo>
                  <a:lnTo>
                    <a:pt x="15967" y="19477"/>
                  </a:lnTo>
                  <a:lnTo>
                    <a:pt x="16562" y="19326"/>
                  </a:lnTo>
                  <a:lnTo>
                    <a:pt x="17115" y="19337"/>
                  </a:lnTo>
                  <a:lnTo>
                    <a:pt x="17680" y="19376"/>
                  </a:lnTo>
                  <a:lnTo>
                    <a:pt x="17967" y="19215"/>
                  </a:lnTo>
                  <a:lnTo>
                    <a:pt x="18530" y="19018"/>
                  </a:lnTo>
                  <a:lnTo>
                    <a:pt x="18389" y="18684"/>
                  </a:lnTo>
                  <a:lnTo>
                    <a:pt x="17860" y="18409"/>
                  </a:lnTo>
                  <a:lnTo>
                    <a:pt x="17083" y="18458"/>
                  </a:lnTo>
                  <a:lnTo>
                    <a:pt x="16619" y="18381"/>
                  </a:lnTo>
                  <a:lnTo>
                    <a:pt x="16863" y="18088"/>
                  </a:lnTo>
                  <a:lnTo>
                    <a:pt x="16624" y="17881"/>
                  </a:lnTo>
                  <a:lnTo>
                    <a:pt x="16120" y="17871"/>
                  </a:lnTo>
                  <a:lnTo>
                    <a:pt x="15689" y="17769"/>
                  </a:lnTo>
                  <a:lnTo>
                    <a:pt x="15641" y="17567"/>
                  </a:lnTo>
                  <a:lnTo>
                    <a:pt x="16082" y="17410"/>
                  </a:lnTo>
                  <a:lnTo>
                    <a:pt x="16907" y="17519"/>
                  </a:lnTo>
                  <a:lnTo>
                    <a:pt x="17734" y="17494"/>
                  </a:lnTo>
                  <a:lnTo>
                    <a:pt x="18459" y="17574"/>
                  </a:lnTo>
                  <a:lnTo>
                    <a:pt x="19144" y="17549"/>
                  </a:lnTo>
                  <a:lnTo>
                    <a:pt x="19708" y="17372"/>
                  </a:lnTo>
                  <a:lnTo>
                    <a:pt x="20045" y="17808"/>
                  </a:lnTo>
                  <a:lnTo>
                    <a:pt x="20727" y="17792"/>
                  </a:lnTo>
                  <a:lnTo>
                    <a:pt x="21094" y="17599"/>
                  </a:lnTo>
                  <a:lnTo>
                    <a:pt x="21425" y="17362"/>
                  </a:lnTo>
                  <a:lnTo>
                    <a:pt x="21552" y="17059"/>
                  </a:lnTo>
                  <a:lnTo>
                    <a:pt x="21467" y="16615"/>
                  </a:lnTo>
                  <a:lnTo>
                    <a:pt x="21196" y="16366"/>
                  </a:lnTo>
                  <a:lnTo>
                    <a:pt x="20592" y="16007"/>
                  </a:lnTo>
                  <a:lnTo>
                    <a:pt x="20111" y="15727"/>
                  </a:lnTo>
                  <a:lnTo>
                    <a:pt x="20116" y="15350"/>
                  </a:lnTo>
                  <a:lnTo>
                    <a:pt x="19870" y="15112"/>
                  </a:lnTo>
                  <a:lnTo>
                    <a:pt x="19668" y="14895"/>
                  </a:lnTo>
                  <a:lnTo>
                    <a:pt x="19510" y="14743"/>
                  </a:lnTo>
                  <a:lnTo>
                    <a:pt x="19196" y="14682"/>
                  </a:lnTo>
                  <a:lnTo>
                    <a:pt x="19459" y="14376"/>
                  </a:lnTo>
                  <a:lnTo>
                    <a:pt x="19106" y="14193"/>
                  </a:lnTo>
                  <a:lnTo>
                    <a:pt x="18748" y="13783"/>
                  </a:lnTo>
                  <a:lnTo>
                    <a:pt x="18481" y="13373"/>
                  </a:lnTo>
                  <a:lnTo>
                    <a:pt x="18549" y="12877"/>
                  </a:lnTo>
                  <a:lnTo>
                    <a:pt x="18680" y="12465"/>
                  </a:lnTo>
                  <a:lnTo>
                    <a:pt x="19005" y="11928"/>
                  </a:lnTo>
                  <a:lnTo>
                    <a:pt x="19356" y="11447"/>
                  </a:lnTo>
                  <a:lnTo>
                    <a:pt x="19549" y="10887"/>
                  </a:lnTo>
                  <a:lnTo>
                    <a:pt x="19628" y="10455"/>
                  </a:lnTo>
                  <a:lnTo>
                    <a:pt x="19432" y="10055"/>
                  </a:lnTo>
                  <a:lnTo>
                    <a:pt x="19223" y="9705"/>
                  </a:lnTo>
                  <a:lnTo>
                    <a:pt x="19311" y="9118"/>
                  </a:lnTo>
                  <a:lnTo>
                    <a:pt x="19324" y="8883"/>
                  </a:lnTo>
                  <a:lnTo>
                    <a:pt x="19248" y="8601"/>
                  </a:lnTo>
                  <a:lnTo>
                    <a:pt x="19098" y="8330"/>
                  </a:lnTo>
                  <a:lnTo>
                    <a:pt x="18832" y="8129"/>
                  </a:lnTo>
                  <a:lnTo>
                    <a:pt x="18798" y="7724"/>
                  </a:lnTo>
                  <a:lnTo>
                    <a:pt x="18933" y="7453"/>
                  </a:lnTo>
                  <a:lnTo>
                    <a:pt x="19376" y="6924"/>
                  </a:lnTo>
                  <a:lnTo>
                    <a:pt x="19570" y="6638"/>
                  </a:lnTo>
                  <a:lnTo>
                    <a:pt x="19765" y="6295"/>
                  </a:lnTo>
                  <a:lnTo>
                    <a:pt x="19885" y="5898"/>
                  </a:lnTo>
                  <a:lnTo>
                    <a:pt x="20359" y="5706"/>
                  </a:lnTo>
                  <a:lnTo>
                    <a:pt x="20284" y="5410"/>
                  </a:lnTo>
                  <a:lnTo>
                    <a:pt x="19920" y="5072"/>
                  </a:lnTo>
                  <a:lnTo>
                    <a:pt x="19585" y="4858"/>
                  </a:lnTo>
                  <a:lnTo>
                    <a:pt x="19409" y="4441"/>
                  </a:lnTo>
                  <a:lnTo>
                    <a:pt x="19279" y="4090"/>
                  </a:lnTo>
                  <a:lnTo>
                    <a:pt x="19429" y="3734"/>
                  </a:lnTo>
                  <a:lnTo>
                    <a:pt x="19737" y="3443"/>
                  </a:lnTo>
                  <a:lnTo>
                    <a:pt x="20421" y="3099"/>
                  </a:lnTo>
                  <a:lnTo>
                    <a:pt x="20579" y="2852"/>
                  </a:lnTo>
                  <a:lnTo>
                    <a:pt x="20657" y="2587"/>
                  </a:lnTo>
                  <a:lnTo>
                    <a:pt x="20936" y="2186"/>
                  </a:lnTo>
                  <a:lnTo>
                    <a:pt x="21171" y="1896"/>
                  </a:lnTo>
                  <a:lnTo>
                    <a:pt x="21430" y="1461"/>
                  </a:lnTo>
                  <a:lnTo>
                    <a:pt x="21467" y="1262"/>
                  </a:lnTo>
                  <a:lnTo>
                    <a:pt x="21540" y="1037"/>
                  </a:lnTo>
                  <a:lnTo>
                    <a:pt x="21600" y="762"/>
                  </a:lnTo>
                  <a:lnTo>
                    <a:pt x="21395" y="462"/>
                  </a:lnTo>
                  <a:lnTo>
                    <a:pt x="21200" y="83"/>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20" name="Shape 179"/>
            <p:cNvSpPr/>
            <p:nvPr/>
          </p:nvSpPr>
          <p:spPr>
            <a:xfrm>
              <a:off x="10202500" y="4833569"/>
              <a:ext cx="1243842" cy="2410355"/>
            </a:xfrm>
            <a:custGeom>
              <a:avLst/>
              <a:gdLst/>
              <a:ahLst/>
              <a:cxnLst>
                <a:cxn ang="0">
                  <a:pos x="wd2" y="hd2"/>
                </a:cxn>
                <a:cxn ang="5400000">
                  <a:pos x="wd2" y="hd2"/>
                </a:cxn>
                <a:cxn ang="10800000">
                  <a:pos x="wd2" y="hd2"/>
                </a:cxn>
                <a:cxn ang="16200000">
                  <a:pos x="wd2" y="hd2"/>
                </a:cxn>
              </a:cxnLst>
              <a:rect l="0" t="0" r="r" b="b"/>
              <a:pathLst>
                <a:path w="21600" h="21600" extrusionOk="0">
                  <a:moveTo>
                    <a:pt x="17695" y="0"/>
                  </a:moveTo>
                  <a:lnTo>
                    <a:pt x="18710" y="556"/>
                  </a:lnTo>
                  <a:lnTo>
                    <a:pt x="19569" y="1220"/>
                  </a:lnTo>
                  <a:lnTo>
                    <a:pt x="19906" y="1838"/>
                  </a:lnTo>
                  <a:lnTo>
                    <a:pt x="20674" y="2054"/>
                  </a:lnTo>
                  <a:lnTo>
                    <a:pt x="20609" y="2435"/>
                  </a:lnTo>
                  <a:lnTo>
                    <a:pt x="19046" y="2744"/>
                  </a:lnTo>
                  <a:lnTo>
                    <a:pt x="18103" y="3129"/>
                  </a:lnTo>
                  <a:lnTo>
                    <a:pt x="19022" y="3507"/>
                  </a:lnTo>
                  <a:lnTo>
                    <a:pt x="19720" y="3581"/>
                  </a:lnTo>
                  <a:lnTo>
                    <a:pt x="20304" y="3843"/>
                  </a:lnTo>
                  <a:lnTo>
                    <a:pt x="20628" y="4235"/>
                  </a:lnTo>
                  <a:lnTo>
                    <a:pt x="21049" y="4604"/>
                  </a:lnTo>
                  <a:lnTo>
                    <a:pt x="21600" y="4926"/>
                  </a:lnTo>
                  <a:lnTo>
                    <a:pt x="21186" y="5243"/>
                  </a:lnTo>
                  <a:lnTo>
                    <a:pt x="21095" y="5851"/>
                  </a:lnTo>
                  <a:lnTo>
                    <a:pt x="20709" y="6128"/>
                  </a:lnTo>
                  <a:lnTo>
                    <a:pt x="20071" y="6382"/>
                  </a:lnTo>
                  <a:lnTo>
                    <a:pt x="19464" y="6471"/>
                  </a:lnTo>
                  <a:lnTo>
                    <a:pt x="19215" y="6189"/>
                  </a:lnTo>
                  <a:lnTo>
                    <a:pt x="18480" y="6359"/>
                  </a:lnTo>
                  <a:lnTo>
                    <a:pt x="17889" y="6591"/>
                  </a:lnTo>
                  <a:lnTo>
                    <a:pt x="17615" y="7076"/>
                  </a:lnTo>
                  <a:lnTo>
                    <a:pt x="18076" y="7363"/>
                  </a:lnTo>
                  <a:lnTo>
                    <a:pt x="17634" y="7743"/>
                  </a:lnTo>
                  <a:lnTo>
                    <a:pt x="17194" y="7965"/>
                  </a:lnTo>
                  <a:lnTo>
                    <a:pt x="16900" y="8273"/>
                  </a:lnTo>
                  <a:lnTo>
                    <a:pt x="16761" y="8656"/>
                  </a:lnTo>
                  <a:lnTo>
                    <a:pt x="17159" y="9100"/>
                  </a:lnTo>
                  <a:lnTo>
                    <a:pt x="17738" y="9356"/>
                  </a:lnTo>
                  <a:lnTo>
                    <a:pt x="18096" y="9670"/>
                  </a:lnTo>
                  <a:lnTo>
                    <a:pt x="18645" y="10202"/>
                  </a:lnTo>
                  <a:lnTo>
                    <a:pt x="19683" y="10933"/>
                  </a:lnTo>
                  <a:lnTo>
                    <a:pt x="19706" y="11394"/>
                  </a:lnTo>
                  <a:lnTo>
                    <a:pt x="19555" y="11748"/>
                  </a:lnTo>
                  <a:lnTo>
                    <a:pt x="19178" y="12079"/>
                  </a:lnTo>
                  <a:lnTo>
                    <a:pt x="18827" y="12394"/>
                  </a:lnTo>
                  <a:lnTo>
                    <a:pt x="18541" y="12830"/>
                  </a:lnTo>
                  <a:lnTo>
                    <a:pt x="18324" y="13143"/>
                  </a:lnTo>
                  <a:lnTo>
                    <a:pt x="18024" y="13392"/>
                  </a:lnTo>
                  <a:lnTo>
                    <a:pt x="17657" y="13878"/>
                  </a:lnTo>
                  <a:lnTo>
                    <a:pt x="17103" y="14030"/>
                  </a:lnTo>
                  <a:lnTo>
                    <a:pt x="16628" y="14268"/>
                  </a:lnTo>
                  <a:lnTo>
                    <a:pt x="17335" y="14871"/>
                  </a:lnTo>
                  <a:lnTo>
                    <a:pt x="17915" y="15297"/>
                  </a:lnTo>
                  <a:lnTo>
                    <a:pt x="18275" y="15649"/>
                  </a:lnTo>
                  <a:lnTo>
                    <a:pt x="17989" y="16073"/>
                  </a:lnTo>
                  <a:lnTo>
                    <a:pt x="18187" y="16644"/>
                  </a:lnTo>
                  <a:lnTo>
                    <a:pt x="17989" y="17059"/>
                  </a:lnTo>
                  <a:lnTo>
                    <a:pt x="17773" y="17315"/>
                  </a:lnTo>
                  <a:lnTo>
                    <a:pt x="17731" y="17772"/>
                  </a:lnTo>
                  <a:lnTo>
                    <a:pt x="17296" y="18036"/>
                  </a:lnTo>
                  <a:lnTo>
                    <a:pt x="16726" y="18404"/>
                  </a:lnTo>
                  <a:lnTo>
                    <a:pt x="15756" y="18775"/>
                  </a:lnTo>
                  <a:lnTo>
                    <a:pt x="14652" y="19108"/>
                  </a:lnTo>
                  <a:lnTo>
                    <a:pt x="13242" y="19182"/>
                  </a:lnTo>
                  <a:lnTo>
                    <a:pt x="12178" y="19248"/>
                  </a:lnTo>
                  <a:lnTo>
                    <a:pt x="10844" y="19195"/>
                  </a:lnTo>
                  <a:lnTo>
                    <a:pt x="9947" y="19108"/>
                  </a:lnTo>
                  <a:lnTo>
                    <a:pt x="9577" y="19472"/>
                  </a:lnTo>
                  <a:lnTo>
                    <a:pt x="8587" y="19804"/>
                  </a:lnTo>
                  <a:lnTo>
                    <a:pt x="7934" y="19965"/>
                  </a:lnTo>
                  <a:lnTo>
                    <a:pt x="7180" y="20356"/>
                  </a:lnTo>
                  <a:lnTo>
                    <a:pt x="6111" y="20678"/>
                  </a:lnTo>
                  <a:lnTo>
                    <a:pt x="5011" y="20705"/>
                  </a:lnTo>
                  <a:lnTo>
                    <a:pt x="4199" y="20955"/>
                  </a:lnTo>
                  <a:lnTo>
                    <a:pt x="3310" y="21296"/>
                  </a:lnTo>
                  <a:lnTo>
                    <a:pt x="2329" y="21360"/>
                  </a:lnTo>
                  <a:lnTo>
                    <a:pt x="1106" y="21600"/>
                  </a:lnTo>
                  <a:lnTo>
                    <a:pt x="476" y="21563"/>
                  </a:lnTo>
                  <a:lnTo>
                    <a:pt x="0" y="20948"/>
                  </a:lnTo>
                  <a:lnTo>
                    <a:pt x="297" y="19488"/>
                  </a:lnTo>
                  <a:lnTo>
                    <a:pt x="1346" y="18346"/>
                  </a:lnTo>
                  <a:lnTo>
                    <a:pt x="1579" y="17369"/>
                  </a:lnTo>
                  <a:lnTo>
                    <a:pt x="992" y="16562"/>
                  </a:lnTo>
                  <a:lnTo>
                    <a:pt x="1113" y="15167"/>
                  </a:lnTo>
                  <a:lnTo>
                    <a:pt x="569" y="14623"/>
                  </a:lnTo>
                  <a:lnTo>
                    <a:pt x="457" y="13915"/>
                  </a:lnTo>
                  <a:lnTo>
                    <a:pt x="1565" y="12665"/>
                  </a:lnTo>
                  <a:lnTo>
                    <a:pt x="2034" y="11753"/>
                  </a:lnTo>
                  <a:lnTo>
                    <a:pt x="2753" y="11494"/>
                  </a:lnTo>
                  <a:lnTo>
                    <a:pt x="2123" y="11050"/>
                  </a:lnTo>
                  <a:lnTo>
                    <a:pt x="1444" y="10639"/>
                  </a:lnTo>
                  <a:lnTo>
                    <a:pt x="1118" y="9760"/>
                  </a:lnTo>
                  <a:lnTo>
                    <a:pt x="1553" y="8971"/>
                  </a:lnTo>
                  <a:lnTo>
                    <a:pt x="2794" y="8439"/>
                  </a:lnTo>
                  <a:lnTo>
                    <a:pt x="3263" y="7625"/>
                  </a:lnTo>
                  <a:lnTo>
                    <a:pt x="4115" y="6734"/>
                  </a:lnTo>
                  <a:lnTo>
                    <a:pt x="4345" y="5710"/>
                  </a:lnTo>
                  <a:lnTo>
                    <a:pt x="3868" y="4907"/>
                  </a:lnTo>
                  <a:lnTo>
                    <a:pt x="4952" y="5385"/>
                  </a:lnTo>
                  <a:lnTo>
                    <a:pt x="6893" y="4519"/>
                  </a:lnTo>
                  <a:lnTo>
                    <a:pt x="8014" y="4778"/>
                  </a:lnTo>
                  <a:lnTo>
                    <a:pt x="8661" y="4466"/>
                  </a:lnTo>
                  <a:lnTo>
                    <a:pt x="9529" y="3085"/>
                  </a:lnTo>
                  <a:lnTo>
                    <a:pt x="10129" y="2556"/>
                  </a:lnTo>
                  <a:lnTo>
                    <a:pt x="12916" y="2628"/>
                  </a:lnTo>
                  <a:lnTo>
                    <a:pt x="13611" y="2144"/>
                  </a:lnTo>
                  <a:lnTo>
                    <a:pt x="16378" y="2151"/>
                  </a:lnTo>
                  <a:lnTo>
                    <a:pt x="18183" y="1376"/>
                  </a:lnTo>
                  <a:lnTo>
                    <a:pt x="18278" y="869"/>
                  </a:lnTo>
                  <a:lnTo>
                    <a:pt x="17695" y="0"/>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21" name="Shape 180"/>
            <p:cNvSpPr/>
            <p:nvPr/>
          </p:nvSpPr>
          <p:spPr>
            <a:xfrm>
              <a:off x="10229112" y="6550183"/>
              <a:ext cx="1944369" cy="1804850"/>
            </a:xfrm>
            <a:custGeom>
              <a:avLst/>
              <a:gdLst/>
              <a:ahLst/>
              <a:cxnLst>
                <a:cxn ang="0">
                  <a:pos x="wd2" y="hd2"/>
                </a:cxn>
                <a:cxn ang="5400000">
                  <a:pos x="wd2" y="hd2"/>
                </a:cxn>
                <a:cxn ang="10800000">
                  <a:pos x="wd2" y="hd2"/>
                </a:cxn>
                <a:cxn ang="16200000">
                  <a:pos x="wd2" y="hd2"/>
                </a:cxn>
              </a:cxnLst>
              <a:rect l="0" t="0" r="r" b="b"/>
              <a:pathLst>
                <a:path w="21600" h="21600" extrusionOk="0">
                  <a:moveTo>
                    <a:pt x="17212" y="397"/>
                  </a:moveTo>
                  <a:lnTo>
                    <a:pt x="16599" y="836"/>
                  </a:lnTo>
                  <a:lnTo>
                    <a:pt x="16201" y="352"/>
                  </a:lnTo>
                  <a:lnTo>
                    <a:pt x="15791" y="445"/>
                  </a:lnTo>
                  <a:lnTo>
                    <a:pt x="15409" y="1029"/>
                  </a:lnTo>
                  <a:lnTo>
                    <a:pt x="14701" y="706"/>
                  </a:lnTo>
                  <a:lnTo>
                    <a:pt x="13941" y="668"/>
                  </a:lnTo>
                  <a:lnTo>
                    <a:pt x="12866" y="372"/>
                  </a:lnTo>
                  <a:lnTo>
                    <a:pt x="12046" y="80"/>
                  </a:lnTo>
                  <a:lnTo>
                    <a:pt x="11168" y="0"/>
                  </a:lnTo>
                  <a:lnTo>
                    <a:pt x="11048" y="964"/>
                  </a:lnTo>
                  <a:lnTo>
                    <a:pt x="11201" y="1699"/>
                  </a:lnTo>
                  <a:lnTo>
                    <a:pt x="10921" y="2590"/>
                  </a:lnTo>
                  <a:lnTo>
                    <a:pt x="10837" y="3238"/>
                  </a:lnTo>
                  <a:lnTo>
                    <a:pt x="9952" y="4172"/>
                  </a:lnTo>
                  <a:lnTo>
                    <a:pt x="9066" y="4710"/>
                  </a:lnTo>
                  <a:lnTo>
                    <a:pt x="7488" y="4990"/>
                  </a:lnTo>
                  <a:lnTo>
                    <a:pt x="5956" y="4795"/>
                  </a:lnTo>
                  <a:lnTo>
                    <a:pt x="5740" y="5318"/>
                  </a:lnTo>
                  <a:lnTo>
                    <a:pt x="4645" y="5901"/>
                  </a:lnTo>
                  <a:lnTo>
                    <a:pt x="4171" y="6493"/>
                  </a:lnTo>
                  <a:lnTo>
                    <a:pt x="3590" y="6946"/>
                  </a:lnTo>
                  <a:lnTo>
                    <a:pt x="2825" y="6997"/>
                  </a:lnTo>
                  <a:lnTo>
                    <a:pt x="1742" y="7729"/>
                  </a:lnTo>
                  <a:lnTo>
                    <a:pt x="961" y="7864"/>
                  </a:lnTo>
                  <a:lnTo>
                    <a:pt x="0" y="8367"/>
                  </a:lnTo>
                  <a:lnTo>
                    <a:pt x="421" y="8824"/>
                  </a:lnTo>
                  <a:lnTo>
                    <a:pt x="547" y="9096"/>
                  </a:lnTo>
                  <a:lnTo>
                    <a:pt x="254" y="9642"/>
                  </a:lnTo>
                  <a:lnTo>
                    <a:pt x="788" y="9838"/>
                  </a:lnTo>
                  <a:lnTo>
                    <a:pt x="1145" y="10571"/>
                  </a:lnTo>
                  <a:lnTo>
                    <a:pt x="1122" y="11291"/>
                  </a:lnTo>
                  <a:lnTo>
                    <a:pt x="1967" y="11951"/>
                  </a:lnTo>
                  <a:lnTo>
                    <a:pt x="2416" y="12627"/>
                  </a:lnTo>
                  <a:lnTo>
                    <a:pt x="2448" y="13705"/>
                  </a:lnTo>
                  <a:lnTo>
                    <a:pt x="2951" y="14202"/>
                  </a:lnTo>
                  <a:lnTo>
                    <a:pt x="3562" y="15173"/>
                  </a:lnTo>
                  <a:lnTo>
                    <a:pt x="3939" y="16041"/>
                  </a:lnTo>
                  <a:lnTo>
                    <a:pt x="4861" y="16529"/>
                  </a:lnTo>
                  <a:lnTo>
                    <a:pt x="5829" y="17017"/>
                  </a:lnTo>
                  <a:lnTo>
                    <a:pt x="6738" y="17564"/>
                  </a:lnTo>
                  <a:lnTo>
                    <a:pt x="7420" y="17809"/>
                  </a:lnTo>
                  <a:lnTo>
                    <a:pt x="8127" y="17310"/>
                  </a:lnTo>
                  <a:lnTo>
                    <a:pt x="8578" y="17714"/>
                  </a:lnTo>
                  <a:lnTo>
                    <a:pt x="9521" y="17363"/>
                  </a:lnTo>
                  <a:lnTo>
                    <a:pt x="10231" y="17191"/>
                  </a:lnTo>
                  <a:lnTo>
                    <a:pt x="10562" y="17744"/>
                  </a:lnTo>
                  <a:lnTo>
                    <a:pt x="11236" y="17860"/>
                  </a:lnTo>
                  <a:lnTo>
                    <a:pt x="11559" y="17461"/>
                  </a:lnTo>
                  <a:lnTo>
                    <a:pt x="11888" y="17056"/>
                  </a:lnTo>
                  <a:lnTo>
                    <a:pt x="12339" y="17321"/>
                  </a:lnTo>
                  <a:lnTo>
                    <a:pt x="12205" y="17879"/>
                  </a:lnTo>
                  <a:lnTo>
                    <a:pt x="11871" y="18518"/>
                  </a:lnTo>
                  <a:lnTo>
                    <a:pt x="12147" y="19097"/>
                  </a:lnTo>
                  <a:lnTo>
                    <a:pt x="12458" y="19570"/>
                  </a:lnTo>
                  <a:lnTo>
                    <a:pt x="12952" y="19683"/>
                  </a:lnTo>
                  <a:lnTo>
                    <a:pt x="13032" y="20285"/>
                  </a:lnTo>
                  <a:lnTo>
                    <a:pt x="13776" y="19752"/>
                  </a:lnTo>
                  <a:lnTo>
                    <a:pt x="14766" y="20151"/>
                  </a:lnTo>
                  <a:lnTo>
                    <a:pt x="15178" y="19993"/>
                  </a:lnTo>
                  <a:lnTo>
                    <a:pt x="15116" y="20787"/>
                  </a:lnTo>
                  <a:lnTo>
                    <a:pt x="15613" y="21079"/>
                  </a:lnTo>
                  <a:lnTo>
                    <a:pt x="16311" y="21170"/>
                  </a:lnTo>
                  <a:lnTo>
                    <a:pt x="16905" y="21054"/>
                  </a:lnTo>
                  <a:lnTo>
                    <a:pt x="17622" y="20510"/>
                  </a:lnTo>
                  <a:lnTo>
                    <a:pt x="17516" y="21477"/>
                  </a:lnTo>
                  <a:lnTo>
                    <a:pt x="18046" y="21600"/>
                  </a:lnTo>
                  <a:lnTo>
                    <a:pt x="18134" y="20545"/>
                  </a:lnTo>
                  <a:lnTo>
                    <a:pt x="18869" y="19619"/>
                  </a:lnTo>
                  <a:lnTo>
                    <a:pt x="19484" y="19651"/>
                  </a:lnTo>
                  <a:lnTo>
                    <a:pt x="19854" y="19195"/>
                  </a:lnTo>
                  <a:lnTo>
                    <a:pt x="19683" y="18176"/>
                  </a:lnTo>
                  <a:lnTo>
                    <a:pt x="19747" y="17129"/>
                  </a:lnTo>
                  <a:lnTo>
                    <a:pt x="19551" y="16637"/>
                  </a:lnTo>
                  <a:lnTo>
                    <a:pt x="19289" y="16376"/>
                  </a:lnTo>
                  <a:lnTo>
                    <a:pt x="18707" y="16612"/>
                  </a:lnTo>
                  <a:lnTo>
                    <a:pt x="18336" y="17070"/>
                  </a:lnTo>
                  <a:lnTo>
                    <a:pt x="17937" y="16562"/>
                  </a:lnTo>
                  <a:lnTo>
                    <a:pt x="17501" y="16208"/>
                  </a:lnTo>
                  <a:lnTo>
                    <a:pt x="16976" y="16113"/>
                  </a:lnTo>
                  <a:lnTo>
                    <a:pt x="17043" y="15508"/>
                  </a:lnTo>
                  <a:lnTo>
                    <a:pt x="16836" y="15139"/>
                  </a:lnTo>
                  <a:lnTo>
                    <a:pt x="16357" y="14716"/>
                  </a:lnTo>
                  <a:lnTo>
                    <a:pt x="15869" y="14528"/>
                  </a:lnTo>
                  <a:lnTo>
                    <a:pt x="16027" y="14044"/>
                  </a:lnTo>
                  <a:lnTo>
                    <a:pt x="16492" y="14118"/>
                  </a:lnTo>
                  <a:lnTo>
                    <a:pt x="17001" y="14177"/>
                  </a:lnTo>
                  <a:lnTo>
                    <a:pt x="17287" y="13789"/>
                  </a:lnTo>
                  <a:lnTo>
                    <a:pt x="17400" y="13258"/>
                  </a:lnTo>
                  <a:lnTo>
                    <a:pt x="17412" y="12598"/>
                  </a:lnTo>
                  <a:lnTo>
                    <a:pt x="17559" y="12084"/>
                  </a:lnTo>
                  <a:lnTo>
                    <a:pt x="18006" y="12002"/>
                  </a:lnTo>
                  <a:lnTo>
                    <a:pt x="18182" y="11476"/>
                  </a:lnTo>
                  <a:lnTo>
                    <a:pt x="18024" y="10392"/>
                  </a:lnTo>
                  <a:lnTo>
                    <a:pt x="18107" y="9862"/>
                  </a:lnTo>
                  <a:lnTo>
                    <a:pt x="18470" y="9556"/>
                  </a:lnTo>
                  <a:lnTo>
                    <a:pt x="18970" y="9789"/>
                  </a:lnTo>
                  <a:lnTo>
                    <a:pt x="19391" y="10044"/>
                  </a:lnTo>
                  <a:lnTo>
                    <a:pt x="19432" y="10544"/>
                  </a:lnTo>
                  <a:lnTo>
                    <a:pt x="19676" y="11010"/>
                  </a:lnTo>
                  <a:lnTo>
                    <a:pt x="20320" y="10864"/>
                  </a:lnTo>
                  <a:lnTo>
                    <a:pt x="20820" y="10538"/>
                  </a:lnTo>
                  <a:lnTo>
                    <a:pt x="21600" y="10138"/>
                  </a:lnTo>
                  <a:lnTo>
                    <a:pt x="21575" y="9588"/>
                  </a:lnTo>
                  <a:lnTo>
                    <a:pt x="21280" y="9133"/>
                  </a:lnTo>
                  <a:lnTo>
                    <a:pt x="21329" y="8640"/>
                  </a:lnTo>
                  <a:lnTo>
                    <a:pt x="20735" y="8503"/>
                  </a:lnTo>
                  <a:lnTo>
                    <a:pt x="20098" y="8276"/>
                  </a:lnTo>
                  <a:lnTo>
                    <a:pt x="20112" y="7683"/>
                  </a:lnTo>
                  <a:lnTo>
                    <a:pt x="20072" y="7252"/>
                  </a:lnTo>
                  <a:lnTo>
                    <a:pt x="19356" y="7369"/>
                  </a:lnTo>
                  <a:lnTo>
                    <a:pt x="18394" y="7376"/>
                  </a:lnTo>
                  <a:lnTo>
                    <a:pt x="17689" y="7185"/>
                  </a:lnTo>
                  <a:lnTo>
                    <a:pt x="17475" y="6577"/>
                  </a:lnTo>
                  <a:lnTo>
                    <a:pt x="17164" y="6278"/>
                  </a:lnTo>
                  <a:lnTo>
                    <a:pt x="16815" y="6304"/>
                  </a:lnTo>
                  <a:lnTo>
                    <a:pt x="16488" y="5932"/>
                  </a:lnTo>
                  <a:lnTo>
                    <a:pt x="16021" y="5689"/>
                  </a:lnTo>
                  <a:lnTo>
                    <a:pt x="15431" y="5747"/>
                  </a:lnTo>
                  <a:lnTo>
                    <a:pt x="15276" y="5162"/>
                  </a:lnTo>
                  <a:lnTo>
                    <a:pt x="15763" y="4433"/>
                  </a:lnTo>
                  <a:lnTo>
                    <a:pt x="16469" y="3999"/>
                  </a:lnTo>
                  <a:lnTo>
                    <a:pt x="17038" y="3400"/>
                  </a:lnTo>
                  <a:lnTo>
                    <a:pt x="17172" y="2666"/>
                  </a:lnTo>
                  <a:lnTo>
                    <a:pt x="17805" y="2351"/>
                  </a:lnTo>
                  <a:lnTo>
                    <a:pt x="18359" y="1859"/>
                  </a:lnTo>
                  <a:lnTo>
                    <a:pt x="18683" y="1524"/>
                  </a:lnTo>
                  <a:lnTo>
                    <a:pt x="19039" y="1266"/>
                  </a:lnTo>
                  <a:lnTo>
                    <a:pt x="19384" y="729"/>
                  </a:lnTo>
                  <a:lnTo>
                    <a:pt x="18784" y="653"/>
                  </a:lnTo>
                  <a:lnTo>
                    <a:pt x="18088" y="1386"/>
                  </a:lnTo>
                  <a:lnTo>
                    <a:pt x="17512" y="1524"/>
                  </a:lnTo>
                  <a:lnTo>
                    <a:pt x="17059" y="2022"/>
                  </a:lnTo>
                  <a:lnTo>
                    <a:pt x="16797" y="2239"/>
                  </a:lnTo>
                  <a:lnTo>
                    <a:pt x="16829" y="1692"/>
                  </a:lnTo>
                  <a:lnTo>
                    <a:pt x="17306" y="951"/>
                  </a:lnTo>
                  <a:lnTo>
                    <a:pt x="17212" y="397"/>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22" name="Shape 181"/>
            <p:cNvSpPr/>
            <p:nvPr/>
          </p:nvSpPr>
          <p:spPr>
            <a:xfrm>
              <a:off x="11142558" y="4151453"/>
              <a:ext cx="1790207" cy="2509157"/>
            </a:xfrm>
            <a:custGeom>
              <a:avLst/>
              <a:gdLst/>
              <a:ahLst/>
              <a:cxnLst>
                <a:cxn ang="0">
                  <a:pos x="wd2" y="hd2"/>
                </a:cxn>
                <a:cxn ang="5400000">
                  <a:pos x="wd2" y="hd2"/>
                </a:cxn>
                <a:cxn ang="10800000">
                  <a:pos x="wd2" y="hd2"/>
                </a:cxn>
                <a:cxn ang="16200000">
                  <a:pos x="wd2" y="hd2"/>
                </a:cxn>
              </a:cxnLst>
              <a:rect l="0" t="0" r="r" b="b"/>
              <a:pathLst>
                <a:path w="21600" h="21600" extrusionOk="0">
                  <a:moveTo>
                    <a:pt x="14124" y="12956"/>
                  </a:moveTo>
                  <a:lnTo>
                    <a:pt x="14603" y="13447"/>
                  </a:lnTo>
                  <a:lnTo>
                    <a:pt x="14942" y="13802"/>
                  </a:lnTo>
                  <a:lnTo>
                    <a:pt x="15057" y="14170"/>
                  </a:lnTo>
                  <a:lnTo>
                    <a:pt x="14777" y="14590"/>
                  </a:lnTo>
                  <a:lnTo>
                    <a:pt x="14224" y="14839"/>
                  </a:lnTo>
                  <a:lnTo>
                    <a:pt x="13996" y="15184"/>
                  </a:lnTo>
                  <a:lnTo>
                    <a:pt x="13776" y="15438"/>
                  </a:lnTo>
                  <a:lnTo>
                    <a:pt x="12881" y="15587"/>
                  </a:lnTo>
                  <a:lnTo>
                    <a:pt x="11920" y="15573"/>
                  </a:lnTo>
                  <a:lnTo>
                    <a:pt x="11522" y="15880"/>
                  </a:lnTo>
                  <a:lnTo>
                    <a:pt x="10750" y="16642"/>
                  </a:lnTo>
                  <a:lnTo>
                    <a:pt x="10289" y="16628"/>
                  </a:lnTo>
                  <a:lnTo>
                    <a:pt x="9956" y="16510"/>
                  </a:lnTo>
                  <a:lnTo>
                    <a:pt x="9886" y="16830"/>
                  </a:lnTo>
                  <a:lnTo>
                    <a:pt x="10055" y="17141"/>
                  </a:lnTo>
                  <a:lnTo>
                    <a:pt x="9633" y="17211"/>
                  </a:lnTo>
                  <a:lnTo>
                    <a:pt x="9160" y="17268"/>
                  </a:lnTo>
                  <a:lnTo>
                    <a:pt x="8843" y="17770"/>
                  </a:lnTo>
                  <a:lnTo>
                    <a:pt x="8510" y="18570"/>
                  </a:lnTo>
                  <a:lnTo>
                    <a:pt x="8041" y="18901"/>
                  </a:lnTo>
                  <a:lnTo>
                    <a:pt x="7496" y="19325"/>
                  </a:lnTo>
                  <a:lnTo>
                    <a:pt x="7109" y="19680"/>
                  </a:lnTo>
                  <a:lnTo>
                    <a:pt x="6978" y="20083"/>
                  </a:lnTo>
                  <a:lnTo>
                    <a:pt x="7205" y="20528"/>
                  </a:lnTo>
                  <a:lnTo>
                    <a:pt x="7675" y="20865"/>
                  </a:lnTo>
                  <a:lnTo>
                    <a:pt x="7528" y="21212"/>
                  </a:lnTo>
                  <a:lnTo>
                    <a:pt x="7001" y="21387"/>
                  </a:lnTo>
                  <a:lnTo>
                    <a:pt x="6560" y="21001"/>
                  </a:lnTo>
                  <a:lnTo>
                    <a:pt x="6214" y="21058"/>
                  </a:lnTo>
                  <a:lnTo>
                    <a:pt x="5751" y="21600"/>
                  </a:lnTo>
                  <a:lnTo>
                    <a:pt x="4717" y="21367"/>
                  </a:lnTo>
                  <a:lnTo>
                    <a:pt x="3552" y="21190"/>
                  </a:lnTo>
                  <a:lnTo>
                    <a:pt x="1792" y="20803"/>
                  </a:lnTo>
                  <a:lnTo>
                    <a:pt x="1161" y="20879"/>
                  </a:lnTo>
                  <a:lnTo>
                    <a:pt x="0" y="19546"/>
                  </a:lnTo>
                  <a:lnTo>
                    <a:pt x="531" y="19134"/>
                  </a:lnTo>
                  <a:lnTo>
                    <a:pt x="974" y="18965"/>
                  </a:lnTo>
                  <a:lnTo>
                    <a:pt x="1238" y="18517"/>
                  </a:lnTo>
                  <a:lnTo>
                    <a:pt x="1516" y="17925"/>
                  </a:lnTo>
                  <a:lnTo>
                    <a:pt x="1878" y="17362"/>
                  </a:lnTo>
                  <a:lnTo>
                    <a:pt x="2164" y="16774"/>
                  </a:lnTo>
                  <a:lnTo>
                    <a:pt x="2132" y="16325"/>
                  </a:lnTo>
                  <a:lnTo>
                    <a:pt x="1354" y="15474"/>
                  </a:lnTo>
                  <a:lnTo>
                    <a:pt x="869" y="14891"/>
                  </a:lnTo>
                  <a:lnTo>
                    <a:pt x="441" y="14687"/>
                  </a:lnTo>
                  <a:lnTo>
                    <a:pt x="92" y="14168"/>
                  </a:lnTo>
                  <a:lnTo>
                    <a:pt x="447" y="13425"/>
                  </a:lnTo>
                  <a:lnTo>
                    <a:pt x="1083" y="12975"/>
                  </a:lnTo>
                  <a:lnTo>
                    <a:pt x="708" y="12668"/>
                  </a:lnTo>
                  <a:lnTo>
                    <a:pt x="1005" y="12063"/>
                  </a:lnTo>
                  <a:lnTo>
                    <a:pt x="2116" y="11614"/>
                  </a:lnTo>
                  <a:lnTo>
                    <a:pt x="2389" y="11995"/>
                  </a:lnTo>
                  <a:lnTo>
                    <a:pt x="3085" y="11569"/>
                  </a:lnTo>
                  <a:lnTo>
                    <a:pt x="3307" y="11263"/>
                  </a:lnTo>
                  <a:lnTo>
                    <a:pt x="3362" y="10837"/>
                  </a:lnTo>
                  <a:lnTo>
                    <a:pt x="3295" y="10425"/>
                  </a:lnTo>
                  <a:lnTo>
                    <a:pt x="2628" y="9657"/>
                  </a:lnTo>
                  <a:lnTo>
                    <a:pt x="2148" y="9381"/>
                  </a:lnTo>
                  <a:lnTo>
                    <a:pt x="1639" y="9292"/>
                  </a:lnTo>
                  <a:lnTo>
                    <a:pt x="1008" y="8875"/>
                  </a:lnTo>
                  <a:lnTo>
                    <a:pt x="1870" y="8407"/>
                  </a:lnTo>
                  <a:lnTo>
                    <a:pt x="2920" y="8119"/>
                  </a:lnTo>
                  <a:lnTo>
                    <a:pt x="2775" y="7852"/>
                  </a:lnTo>
                  <a:lnTo>
                    <a:pt x="2432" y="7731"/>
                  </a:lnTo>
                  <a:lnTo>
                    <a:pt x="2067" y="7052"/>
                  </a:lnTo>
                  <a:lnTo>
                    <a:pt x="1673" y="6493"/>
                  </a:lnTo>
                  <a:lnTo>
                    <a:pt x="850" y="5870"/>
                  </a:lnTo>
                  <a:lnTo>
                    <a:pt x="958" y="5175"/>
                  </a:lnTo>
                  <a:lnTo>
                    <a:pt x="937" y="4084"/>
                  </a:lnTo>
                  <a:lnTo>
                    <a:pt x="1766" y="3877"/>
                  </a:lnTo>
                  <a:lnTo>
                    <a:pt x="2859" y="2414"/>
                  </a:lnTo>
                  <a:lnTo>
                    <a:pt x="3685" y="2069"/>
                  </a:lnTo>
                  <a:lnTo>
                    <a:pt x="4388" y="2560"/>
                  </a:lnTo>
                  <a:lnTo>
                    <a:pt x="4366" y="3458"/>
                  </a:lnTo>
                  <a:lnTo>
                    <a:pt x="4542" y="3894"/>
                  </a:lnTo>
                  <a:lnTo>
                    <a:pt x="5151" y="3651"/>
                  </a:lnTo>
                  <a:lnTo>
                    <a:pt x="5714" y="3195"/>
                  </a:lnTo>
                  <a:lnTo>
                    <a:pt x="6428" y="3001"/>
                  </a:lnTo>
                  <a:lnTo>
                    <a:pt x="6921" y="2571"/>
                  </a:lnTo>
                  <a:lnTo>
                    <a:pt x="7807" y="2499"/>
                  </a:lnTo>
                  <a:lnTo>
                    <a:pt x="8062" y="2964"/>
                  </a:lnTo>
                  <a:lnTo>
                    <a:pt x="8683" y="2399"/>
                  </a:lnTo>
                  <a:lnTo>
                    <a:pt x="10393" y="2516"/>
                  </a:lnTo>
                  <a:lnTo>
                    <a:pt x="10534" y="2167"/>
                  </a:lnTo>
                  <a:lnTo>
                    <a:pt x="10498" y="1087"/>
                  </a:lnTo>
                  <a:lnTo>
                    <a:pt x="11066" y="530"/>
                  </a:lnTo>
                  <a:lnTo>
                    <a:pt x="12205" y="570"/>
                  </a:lnTo>
                  <a:lnTo>
                    <a:pt x="12639" y="118"/>
                  </a:lnTo>
                  <a:lnTo>
                    <a:pt x="13799" y="0"/>
                  </a:lnTo>
                  <a:lnTo>
                    <a:pt x="15896" y="2663"/>
                  </a:lnTo>
                  <a:lnTo>
                    <a:pt x="15285" y="2885"/>
                  </a:lnTo>
                  <a:lnTo>
                    <a:pt x="15338" y="3207"/>
                  </a:lnTo>
                  <a:lnTo>
                    <a:pt x="15857" y="3643"/>
                  </a:lnTo>
                  <a:lnTo>
                    <a:pt x="16136" y="4159"/>
                  </a:lnTo>
                  <a:lnTo>
                    <a:pt x="17096" y="3887"/>
                  </a:lnTo>
                  <a:lnTo>
                    <a:pt x="18947" y="3872"/>
                  </a:lnTo>
                  <a:lnTo>
                    <a:pt x="18721" y="4455"/>
                  </a:lnTo>
                  <a:lnTo>
                    <a:pt x="18062" y="4794"/>
                  </a:lnTo>
                  <a:lnTo>
                    <a:pt x="18108" y="5139"/>
                  </a:lnTo>
                  <a:lnTo>
                    <a:pt x="17782" y="5431"/>
                  </a:lnTo>
                  <a:lnTo>
                    <a:pt x="18159" y="5751"/>
                  </a:lnTo>
                  <a:lnTo>
                    <a:pt x="18823" y="6032"/>
                  </a:lnTo>
                  <a:lnTo>
                    <a:pt x="19230" y="6372"/>
                  </a:lnTo>
                  <a:lnTo>
                    <a:pt x="20124" y="6217"/>
                  </a:lnTo>
                  <a:lnTo>
                    <a:pt x="20401" y="6577"/>
                  </a:lnTo>
                  <a:lnTo>
                    <a:pt x="20850" y="7158"/>
                  </a:lnTo>
                  <a:lnTo>
                    <a:pt x="21345" y="7839"/>
                  </a:lnTo>
                  <a:lnTo>
                    <a:pt x="21600" y="8120"/>
                  </a:lnTo>
                  <a:lnTo>
                    <a:pt x="20924" y="8432"/>
                  </a:lnTo>
                  <a:lnTo>
                    <a:pt x="19975" y="8948"/>
                  </a:lnTo>
                  <a:lnTo>
                    <a:pt x="19744" y="9425"/>
                  </a:lnTo>
                  <a:lnTo>
                    <a:pt x="19861" y="9918"/>
                  </a:lnTo>
                  <a:lnTo>
                    <a:pt x="19699" y="10321"/>
                  </a:lnTo>
                  <a:lnTo>
                    <a:pt x="19180" y="10623"/>
                  </a:lnTo>
                  <a:lnTo>
                    <a:pt x="18463" y="10946"/>
                  </a:lnTo>
                  <a:lnTo>
                    <a:pt x="17730" y="11021"/>
                  </a:lnTo>
                  <a:lnTo>
                    <a:pt x="17026" y="11284"/>
                  </a:lnTo>
                  <a:lnTo>
                    <a:pt x="16512" y="11398"/>
                  </a:lnTo>
                  <a:lnTo>
                    <a:pt x="16096" y="10898"/>
                  </a:lnTo>
                  <a:lnTo>
                    <a:pt x="15498" y="10931"/>
                  </a:lnTo>
                  <a:lnTo>
                    <a:pt x="15024" y="10476"/>
                  </a:lnTo>
                  <a:lnTo>
                    <a:pt x="15079" y="9742"/>
                  </a:lnTo>
                  <a:lnTo>
                    <a:pt x="14635" y="9805"/>
                  </a:lnTo>
                  <a:lnTo>
                    <a:pt x="14258" y="9721"/>
                  </a:lnTo>
                  <a:lnTo>
                    <a:pt x="13817" y="9267"/>
                  </a:lnTo>
                  <a:lnTo>
                    <a:pt x="13599" y="8714"/>
                  </a:lnTo>
                  <a:lnTo>
                    <a:pt x="14483" y="8502"/>
                  </a:lnTo>
                  <a:lnTo>
                    <a:pt x="14219" y="8249"/>
                  </a:lnTo>
                  <a:lnTo>
                    <a:pt x="13452" y="7902"/>
                  </a:lnTo>
                  <a:lnTo>
                    <a:pt x="13077" y="7776"/>
                  </a:lnTo>
                  <a:lnTo>
                    <a:pt x="12579" y="7601"/>
                  </a:lnTo>
                  <a:lnTo>
                    <a:pt x="12367" y="7229"/>
                  </a:lnTo>
                  <a:lnTo>
                    <a:pt x="12527" y="6831"/>
                  </a:lnTo>
                  <a:lnTo>
                    <a:pt x="12931" y="6736"/>
                  </a:lnTo>
                  <a:lnTo>
                    <a:pt x="13093" y="6378"/>
                  </a:lnTo>
                  <a:lnTo>
                    <a:pt x="12556" y="6348"/>
                  </a:lnTo>
                  <a:lnTo>
                    <a:pt x="11546" y="6407"/>
                  </a:lnTo>
                  <a:lnTo>
                    <a:pt x="10812" y="5858"/>
                  </a:lnTo>
                  <a:lnTo>
                    <a:pt x="10141" y="5420"/>
                  </a:lnTo>
                  <a:lnTo>
                    <a:pt x="9441" y="5853"/>
                  </a:lnTo>
                  <a:lnTo>
                    <a:pt x="9634" y="6223"/>
                  </a:lnTo>
                  <a:lnTo>
                    <a:pt x="7282" y="7232"/>
                  </a:lnTo>
                  <a:lnTo>
                    <a:pt x="7917" y="7689"/>
                  </a:lnTo>
                  <a:lnTo>
                    <a:pt x="7980" y="8119"/>
                  </a:lnTo>
                  <a:lnTo>
                    <a:pt x="7485" y="8302"/>
                  </a:lnTo>
                  <a:lnTo>
                    <a:pt x="6953" y="8448"/>
                  </a:lnTo>
                  <a:lnTo>
                    <a:pt x="6406" y="8711"/>
                  </a:lnTo>
                  <a:lnTo>
                    <a:pt x="6229" y="8999"/>
                  </a:lnTo>
                  <a:lnTo>
                    <a:pt x="6621" y="9317"/>
                  </a:lnTo>
                  <a:lnTo>
                    <a:pt x="6473" y="9773"/>
                  </a:lnTo>
                  <a:lnTo>
                    <a:pt x="6751" y="10151"/>
                  </a:lnTo>
                  <a:lnTo>
                    <a:pt x="7493" y="10317"/>
                  </a:lnTo>
                  <a:lnTo>
                    <a:pt x="8117" y="10252"/>
                  </a:lnTo>
                  <a:lnTo>
                    <a:pt x="8951" y="10178"/>
                  </a:lnTo>
                  <a:lnTo>
                    <a:pt x="9446" y="10496"/>
                  </a:lnTo>
                  <a:lnTo>
                    <a:pt x="10022" y="10580"/>
                  </a:lnTo>
                  <a:lnTo>
                    <a:pt x="10460" y="10074"/>
                  </a:lnTo>
                  <a:lnTo>
                    <a:pt x="11171" y="10007"/>
                  </a:lnTo>
                  <a:lnTo>
                    <a:pt x="11648" y="9640"/>
                  </a:lnTo>
                  <a:lnTo>
                    <a:pt x="11800" y="9251"/>
                  </a:lnTo>
                  <a:lnTo>
                    <a:pt x="11231" y="9082"/>
                  </a:lnTo>
                  <a:lnTo>
                    <a:pt x="10936" y="8767"/>
                  </a:lnTo>
                  <a:lnTo>
                    <a:pt x="11381" y="8499"/>
                  </a:lnTo>
                  <a:lnTo>
                    <a:pt x="12042" y="8433"/>
                  </a:lnTo>
                  <a:lnTo>
                    <a:pt x="12386" y="8676"/>
                  </a:lnTo>
                  <a:lnTo>
                    <a:pt x="12540" y="9137"/>
                  </a:lnTo>
                  <a:lnTo>
                    <a:pt x="12624" y="9659"/>
                  </a:lnTo>
                  <a:lnTo>
                    <a:pt x="11319" y="10345"/>
                  </a:lnTo>
                  <a:lnTo>
                    <a:pt x="11667" y="11018"/>
                  </a:lnTo>
                  <a:lnTo>
                    <a:pt x="11783" y="11459"/>
                  </a:lnTo>
                  <a:lnTo>
                    <a:pt x="11345" y="11689"/>
                  </a:lnTo>
                  <a:lnTo>
                    <a:pt x="11210" y="12131"/>
                  </a:lnTo>
                  <a:lnTo>
                    <a:pt x="11355" y="12579"/>
                  </a:lnTo>
                  <a:lnTo>
                    <a:pt x="12049" y="12706"/>
                  </a:lnTo>
                  <a:lnTo>
                    <a:pt x="12655" y="13033"/>
                  </a:lnTo>
                  <a:lnTo>
                    <a:pt x="14124" y="12956"/>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23" name="Shape 182"/>
            <p:cNvSpPr/>
            <p:nvPr/>
          </p:nvSpPr>
          <p:spPr>
            <a:xfrm>
              <a:off x="11653649" y="4766144"/>
              <a:ext cx="594342" cy="618813"/>
            </a:xfrm>
            <a:custGeom>
              <a:avLst/>
              <a:gdLst/>
              <a:ahLst/>
              <a:cxnLst>
                <a:cxn ang="0">
                  <a:pos x="wd2" y="hd2"/>
                </a:cxn>
                <a:cxn ang="5400000">
                  <a:pos x="wd2" y="hd2"/>
                </a:cxn>
                <a:cxn ang="10800000">
                  <a:pos x="wd2" y="hd2"/>
                </a:cxn>
                <a:cxn ang="16200000">
                  <a:pos x="wd2" y="hd2"/>
                </a:cxn>
              </a:cxnLst>
              <a:rect l="0" t="0" r="r" b="b"/>
              <a:pathLst>
                <a:path w="21600" h="21600" extrusionOk="0">
                  <a:moveTo>
                    <a:pt x="21406" y="9796"/>
                  </a:moveTo>
                  <a:lnTo>
                    <a:pt x="17788" y="13454"/>
                  </a:lnTo>
                  <a:lnTo>
                    <a:pt x="16086" y="13600"/>
                  </a:lnTo>
                  <a:lnTo>
                    <a:pt x="15111" y="14362"/>
                  </a:lnTo>
                  <a:lnTo>
                    <a:pt x="17418" y="15630"/>
                  </a:lnTo>
                  <a:lnTo>
                    <a:pt x="17484" y="17546"/>
                  </a:lnTo>
                  <a:lnTo>
                    <a:pt x="15361" y="19436"/>
                  </a:lnTo>
                  <a:lnTo>
                    <a:pt x="13555" y="19781"/>
                  </a:lnTo>
                  <a:lnTo>
                    <a:pt x="12013" y="21587"/>
                  </a:lnTo>
                  <a:lnTo>
                    <a:pt x="9535" y="21600"/>
                  </a:lnTo>
                  <a:lnTo>
                    <a:pt x="8129" y="20379"/>
                  </a:lnTo>
                  <a:lnTo>
                    <a:pt x="4264" y="21015"/>
                  </a:lnTo>
                  <a:lnTo>
                    <a:pt x="1687" y="20383"/>
                  </a:lnTo>
                  <a:lnTo>
                    <a:pt x="273" y="18489"/>
                  </a:lnTo>
                  <a:lnTo>
                    <a:pt x="847" y="16712"/>
                  </a:lnTo>
                  <a:lnTo>
                    <a:pt x="0" y="15259"/>
                  </a:lnTo>
                  <a:lnTo>
                    <a:pt x="389" y="13520"/>
                  </a:lnTo>
                  <a:lnTo>
                    <a:pt x="2242" y="12325"/>
                  </a:lnTo>
                  <a:lnTo>
                    <a:pt x="5148" y="11251"/>
                  </a:lnTo>
                  <a:lnTo>
                    <a:pt x="4880" y="10034"/>
                  </a:lnTo>
                  <a:lnTo>
                    <a:pt x="2767" y="7929"/>
                  </a:lnTo>
                  <a:lnTo>
                    <a:pt x="10148" y="3341"/>
                  </a:lnTo>
                  <a:lnTo>
                    <a:pt x="9462" y="2202"/>
                  </a:lnTo>
                  <a:lnTo>
                    <a:pt x="12071" y="0"/>
                  </a:lnTo>
                  <a:lnTo>
                    <a:pt x="16624" y="4057"/>
                  </a:lnTo>
                  <a:lnTo>
                    <a:pt x="19234" y="3771"/>
                  </a:lnTo>
                  <a:lnTo>
                    <a:pt x="21600" y="4256"/>
                  </a:lnTo>
                  <a:lnTo>
                    <a:pt x="21108" y="6256"/>
                  </a:lnTo>
                  <a:lnTo>
                    <a:pt x="19808" y="6799"/>
                  </a:lnTo>
                  <a:lnTo>
                    <a:pt x="19555" y="8146"/>
                  </a:lnTo>
                  <a:lnTo>
                    <a:pt x="21406" y="9796"/>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24" name="Shape 183"/>
            <p:cNvSpPr/>
            <p:nvPr/>
          </p:nvSpPr>
          <p:spPr>
            <a:xfrm>
              <a:off x="12053045" y="5043997"/>
              <a:ext cx="383323" cy="637213"/>
            </a:xfrm>
            <a:custGeom>
              <a:avLst/>
              <a:gdLst/>
              <a:ahLst/>
              <a:cxnLst>
                <a:cxn ang="0">
                  <a:pos x="wd2" y="hd2"/>
                </a:cxn>
                <a:cxn ang="5400000">
                  <a:pos x="wd2" y="hd2"/>
                </a:cxn>
                <a:cxn ang="10800000">
                  <a:pos x="wd2" y="hd2"/>
                </a:cxn>
                <a:cxn ang="16200000">
                  <a:pos x="wd2" y="hd2"/>
                </a:cxn>
              </a:cxnLst>
              <a:rect l="0" t="0" r="r" b="b"/>
              <a:pathLst>
                <a:path w="21600" h="21600" extrusionOk="0">
                  <a:moveTo>
                    <a:pt x="12465" y="339"/>
                  </a:moveTo>
                  <a:lnTo>
                    <a:pt x="9997" y="0"/>
                  </a:lnTo>
                  <a:lnTo>
                    <a:pt x="4960" y="3287"/>
                  </a:lnTo>
                  <a:lnTo>
                    <a:pt x="6461" y="4652"/>
                  </a:lnTo>
                  <a:lnTo>
                    <a:pt x="7289" y="7437"/>
                  </a:lnTo>
                  <a:lnTo>
                    <a:pt x="992" y="10593"/>
                  </a:lnTo>
                  <a:lnTo>
                    <a:pt x="2299" y="12916"/>
                  </a:lnTo>
                  <a:lnTo>
                    <a:pt x="3155" y="14711"/>
                  </a:lnTo>
                  <a:lnTo>
                    <a:pt x="1238" y="15377"/>
                  </a:lnTo>
                  <a:lnTo>
                    <a:pt x="0" y="16955"/>
                  </a:lnTo>
                  <a:lnTo>
                    <a:pt x="1274" y="19838"/>
                  </a:lnTo>
                  <a:lnTo>
                    <a:pt x="5067" y="20488"/>
                  </a:lnTo>
                  <a:lnTo>
                    <a:pt x="7717" y="21600"/>
                  </a:lnTo>
                  <a:lnTo>
                    <a:pt x="14843" y="21200"/>
                  </a:lnTo>
                  <a:lnTo>
                    <a:pt x="15847" y="17851"/>
                  </a:lnTo>
                  <a:lnTo>
                    <a:pt x="17183" y="15165"/>
                  </a:lnTo>
                  <a:lnTo>
                    <a:pt x="19018" y="13132"/>
                  </a:lnTo>
                  <a:lnTo>
                    <a:pt x="21600" y="12233"/>
                  </a:lnTo>
                  <a:lnTo>
                    <a:pt x="20317" y="11076"/>
                  </a:lnTo>
                  <a:lnTo>
                    <a:pt x="20120" y="7568"/>
                  </a:lnTo>
                  <a:lnTo>
                    <a:pt x="17387" y="7841"/>
                  </a:lnTo>
                  <a:lnTo>
                    <a:pt x="15696" y="7306"/>
                  </a:lnTo>
                  <a:lnTo>
                    <a:pt x="13251" y="4554"/>
                  </a:lnTo>
                  <a:lnTo>
                    <a:pt x="17909" y="3650"/>
                  </a:lnTo>
                  <a:lnTo>
                    <a:pt x="15538" y="1761"/>
                  </a:lnTo>
                  <a:lnTo>
                    <a:pt x="12465" y="339"/>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25" name="Shape 184"/>
            <p:cNvSpPr/>
            <p:nvPr/>
          </p:nvSpPr>
          <p:spPr>
            <a:xfrm>
              <a:off x="11582140" y="5788483"/>
              <a:ext cx="2245852" cy="1403691"/>
            </a:xfrm>
            <a:custGeom>
              <a:avLst/>
              <a:gdLst/>
              <a:ahLst/>
              <a:cxnLst>
                <a:cxn ang="0">
                  <a:pos x="wd2" y="hd2"/>
                </a:cxn>
                <a:cxn ang="5400000">
                  <a:pos x="wd2" y="hd2"/>
                </a:cxn>
                <a:cxn ang="10800000">
                  <a:pos x="wd2" y="hd2"/>
                </a:cxn>
                <a:cxn ang="16200000">
                  <a:pos x="wd2" y="hd2"/>
                </a:cxn>
              </a:cxnLst>
              <a:rect l="0" t="0" r="r" b="b"/>
              <a:pathLst>
                <a:path w="21600" h="21600" extrusionOk="0">
                  <a:moveTo>
                    <a:pt x="8682" y="1634"/>
                  </a:moveTo>
                  <a:lnTo>
                    <a:pt x="8328" y="676"/>
                  </a:lnTo>
                  <a:lnTo>
                    <a:pt x="7752" y="0"/>
                  </a:lnTo>
                  <a:lnTo>
                    <a:pt x="7449" y="706"/>
                  </a:lnTo>
                  <a:lnTo>
                    <a:pt x="7000" y="1149"/>
                  </a:lnTo>
                  <a:lnTo>
                    <a:pt x="6727" y="2183"/>
                  </a:lnTo>
                  <a:lnTo>
                    <a:pt x="6185" y="2471"/>
                  </a:lnTo>
                  <a:lnTo>
                    <a:pt x="5300" y="2404"/>
                  </a:lnTo>
                  <a:lnTo>
                    <a:pt x="4812" y="3237"/>
                  </a:lnTo>
                  <a:lnTo>
                    <a:pt x="4325" y="4384"/>
                  </a:lnTo>
                  <a:lnTo>
                    <a:pt x="3984" y="4294"/>
                  </a:lnTo>
                  <a:lnTo>
                    <a:pt x="3670" y="4017"/>
                  </a:lnTo>
                  <a:lnTo>
                    <a:pt x="3541" y="4887"/>
                  </a:lnTo>
                  <a:lnTo>
                    <a:pt x="3376" y="5457"/>
                  </a:lnTo>
                  <a:lnTo>
                    <a:pt x="2985" y="5520"/>
                  </a:lnTo>
                  <a:lnTo>
                    <a:pt x="2662" y="6591"/>
                  </a:lnTo>
                  <a:lnTo>
                    <a:pt x="2440" y="7913"/>
                  </a:lnTo>
                  <a:lnTo>
                    <a:pt x="1667" y="9068"/>
                  </a:lnTo>
                  <a:lnTo>
                    <a:pt x="1301" y="9854"/>
                  </a:lnTo>
                  <a:lnTo>
                    <a:pt x="1134" y="10816"/>
                  </a:lnTo>
                  <a:lnTo>
                    <a:pt x="1384" y="11677"/>
                  </a:lnTo>
                  <a:lnTo>
                    <a:pt x="1847" y="12470"/>
                  </a:lnTo>
                  <a:lnTo>
                    <a:pt x="1679" y="13093"/>
                  </a:lnTo>
                  <a:lnTo>
                    <a:pt x="1411" y="13786"/>
                  </a:lnTo>
                  <a:lnTo>
                    <a:pt x="1432" y="15005"/>
                  </a:lnTo>
                  <a:lnTo>
                    <a:pt x="2297" y="13901"/>
                  </a:lnTo>
                  <a:lnTo>
                    <a:pt x="2737" y="13838"/>
                  </a:lnTo>
                  <a:lnTo>
                    <a:pt x="3343" y="12772"/>
                  </a:lnTo>
                  <a:lnTo>
                    <a:pt x="3567" y="12843"/>
                  </a:lnTo>
                  <a:lnTo>
                    <a:pt x="3075" y="13689"/>
                  </a:lnTo>
                  <a:lnTo>
                    <a:pt x="2215" y="14677"/>
                  </a:lnTo>
                  <a:lnTo>
                    <a:pt x="1677" y="15052"/>
                  </a:lnTo>
                  <a:lnTo>
                    <a:pt x="1536" y="16089"/>
                  </a:lnTo>
                  <a:lnTo>
                    <a:pt x="931" y="16835"/>
                  </a:lnTo>
                  <a:lnTo>
                    <a:pt x="401" y="17264"/>
                  </a:lnTo>
                  <a:lnTo>
                    <a:pt x="0" y="18268"/>
                  </a:lnTo>
                  <a:lnTo>
                    <a:pt x="219" y="19575"/>
                  </a:lnTo>
                  <a:lnTo>
                    <a:pt x="903" y="19404"/>
                  </a:lnTo>
                  <a:lnTo>
                    <a:pt x="1581" y="20210"/>
                  </a:lnTo>
                  <a:lnTo>
                    <a:pt x="2015" y="20355"/>
                  </a:lnTo>
                  <a:lnTo>
                    <a:pt x="2278" y="21381"/>
                  </a:lnTo>
                  <a:lnTo>
                    <a:pt x="2866" y="21589"/>
                  </a:lnTo>
                  <a:lnTo>
                    <a:pt x="4327" y="21325"/>
                  </a:lnTo>
                  <a:lnTo>
                    <a:pt x="4908" y="20518"/>
                  </a:lnTo>
                  <a:lnTo>
                    <a:pt x="4984" y="19219"/>
                  </a:lnTo>
                  <a:lnTo>
                    <a:pt x="5787" y="18849"/>
                  </a:lnTo>
                  <a:lnTo>
                    <a:pt x="6393" y="19191"/>
                  </a:lnTo>
                  <a:lnTo>
                    <a:pt x="6505" y="20280"/>
                  </a:lnTo>
                  <a:lnTo>
                    <a:pt x="6960" y="20984"/>
                  </a:lnTo>
                  <a:lnTo>
                    <a:pt x="7276" y="21600"/>
                  </a:lnTo>
                  <a:lnTo>
                    <a:pt x="7476" y="20982"/>
                  </a:lnTo>
                  <a:lnTo>
                    <a:pt x="7885" y="20848"/>
                  </a:lnTo>
                  <a:lnTo>
                    <a:pt x="8286" y="21314"/>
                  </a:lnTo>
                  <a:lnTo>
                    <a:pt x="8852" y="20596"/>
                  </a:lnTo>
                  <a:lnTo>
                    <a:pt x="9348" y="19725"/>
                  </a:lnTo>
                  <a:lnTo>
                    <a:pt x="9671" y="20174"/>
                  </a:lnTo>
                  <a:lnTo>
                    <a:pt x="9877" y="20843"/>
                  </a:lnTo>
                  <a:lnTo>
                    <a:pt x="10258" y="21392"/>
                  </a:lnTo>
                  <a:lnTo>
                    <a:pt x="10833" y="20963"/>
                  </a:lnTo>
                  <a:lnTo>
                    <a:pt x="10796" y="19883"/>
                  </a:lnTo>
                  <a:lnTo>
                    <a:pt x="11086" y="19258"/>
                  </a:lnTo>
                  <a:lnTo>
                    <a:pt x="11420" y="19675"/>
                  </a:lnTo>
                  <a:lnTo>
                    <a:pt x="11694" y="19081"/>
                  </a:lnTo>
                  <a:lnTo>
                    <a:pt x="11942" y="17858"/>
                  </a:lnTo>
                  <a:lnTo>
                    <a:pt x="12417" y="17251"/>
                  </a:lnTo>
                  <a:lnTo>
                    <a:pt x="13273" y="16856"/>
                  </a:lnTo>
                  <a:lnTo>
                    <a:pt x="13730" y="15380"/>
                  </a:lnTo>
                  <a:lnTo>
                    <a:pt x="13972" y="14231"/>
                  </a:lnTo>
                  <a:lnTo>
                    <a:pt x="14436" y="13129"/>
                  </a:lnTo>
                  <a:lnTo>
                    <a:pt x="14913" y="12460"/>
                  </a:lnTo>
                  <a:lnTo>
                    <a:pt x="15391" y="11720"/>
                  </a:lnTo>
                  <a:lnTo>
                    <a:pt x="15409" y="11319"/>
                  </a:lnTo>
                  <a:lnTo>
                    <a:pt x="14999" y="11078"/>
                  </a:lnTo>
                  <a:lnTo>
                    <a:pt x="14990" y="10564"/>
                  </a:lnTo>
                  <a:lnTo>
                    <a:pt x="15457" y="10116"/>
                  </a:lnTo>
                  <a:lnTo>
                    <a:pt x="15783" y="11118"/>
                  </a:lnTo>
                  <a:lnTo>
                    <a:pt x="16424" y="10786"/>
                  </a:lnTo>
                  <a:lnTo>
                    <a:pt x="16437" y="10022"/>
                  </a:lnTo>
                  <a:lnTo>
                    <a:pt x="16509" y="9364"/>
                  </a:lnTo>
                  <a:lnTo>
                    <a:pt x="16629" y="8763"/>
                  </a:lnTo>
                  <a:lnTo>
                    <a:pt x="16928" y="9184"/>
                  </a:lnTo>
                  <a:lnTo>
                    <a:pt x="17231" y="8919"/>
                  </a:lnTo>
                  <a:lnTo>
                    <a:pt x="17264" y="8277"/>
                  </a:lnTo>
                  <a:lnTo>
                    <a:pt x="16865" y="8305"/>
                  </a:lnTo>
                  <a:lnTo>
                    <a:pt x="16514" y="8048"/>
                  </a:lnTo>
                  <a:lnTo>
                    <a:pt x="17003" y="7633"/>
                  </a:lnTo>
                  <a:lnTo>
                    <a:pt x="17463" y="7926"/>
                  </a:lnTo>
                  <a:lnTo>
                    <a:pt x="18014" y="7091"/>
                  </a:lnTo>
                  <a:lnTo>
                    <a:pt x="18465" y="6153"/>
                  </a:lnTo>
                  <a:lnTo>
                    <a:pt x="18749" y="6768"/>
                  </a:lnTo>
                  <a:lnTo>
                    <a:pt x="19111" y="6161"/>
                  </a:lnTo>
                  <a:lnTo>
                    <a:pt x="19511" y="5370"/>
                  </a:lnTo>
                  <a:lnTo>
                    <a:pt x="20277" y="5277"/>
                  </a:lnTo>
                  <a:lnTo>
                    <a:pt x="20510" y="5962"/>
                  </a:lnTo>
                  <a:lnTo>
                    <a:pt x="21009" y="5745"/>
                  </a:lnTo>
                  <a:lnTo>
                    <a:pt x="21239" y="5131"/>
                  </a:lnTo>
                  <a:lnTo>
                    <a:pt x="21314" y="4735"/>
                  </a:lnTo>
                  <a:lnTo>
                    <a:pt x="20988" y="4483"/>
                  </a:lnTo>
                  <a:lnTo>
                    <a:pt x="21315" y="3885"/>
                  </a:lnTo>
                  <a:lnTo>
                    <a:pt x="21329" y="3154"/>
                  </a:lnTo>
                  <a:lnTo>
                    <a:pt x="21600" y="2545"/>
                  </a:lnTo>
                  <a:lnTo>
                    <a:pt x="21163" y="2363"/>
                  </a:lnTo>
                  <a:lnTo>
                    <a:pt x="20437" y="2395"/>
                  </a:lnTo>
                  <a:lnTo>
                    <a:pt x="20031" y="2358"/>
                  </a:lnTo>
                  <a:lnTo>
                    <a:pt x="19921" y="1793"/>
                  </a:lnTo>
                  <a:lnTo>
                    <a:pt x="19376" y="2387"/>
                  </a:lnTo>
                  <a:lnTo>
                    <a:pt x="18915" y="2532"/>
                  </a:lnTo>
                  <a:lnTo>
                    <a:pt x="18608" y="2571"/>
                  </a:lnTo>
                  <a:lnTo>
                    <a:pt x="18352" y="2903"/>
                  </a:lnTo>
                  <a:lnTo>
                    <a:pt x="17946" y="2339"/>
                  </a:lnTo>
                  <a:lnTo>
                    <a:pt x="17463" y="2307"/>
                  </a:lnTo>
                  <a:lnTo>
                    <a:pt x="17244" y="1894"/>
                  </a:lnTo>
                  <a:lnTo>
                    <a:pt x="17116" y="1400"/>
                  </a:lnTo>
                  <a:lnTo>
                    <a:pt x="16563" y="1446"/>
                  </a:lnTo>
                  <a:lnTo>
                    <a:pt x="16312" y="1067"/>
                  </a:lnTo>
                  <a:lnTo>
                    <a:pt x="16054" y="913"/>
                  </a:lnTo>
                  <a:lnTo>
                    <a:pt x="15960" y="104"/>
                  </a:lnTo>
                  <a:lnTo>
                    <a:pt x="15777" y="919"/>
                  </a:lnTo>
                  <a:lnTo>
                    <a:pt x="15527" y="1619"/>
                  </a:lnTo>
                  <a:lnTo>
                    <a:pt x="15079" y="2326"/>
                  </a:lnTo>
                  <a:lnTo>
                    <a:pt x="14517" y="3083"/>
                  </a:lnTo>
                  <a:lnTo>
                    <a:pt x="14220" y="3573"/>
                  </a:lnTo>
                  <a:lnTo>
                    <a:pt x="13770" y="4245"/>
                  </a:lnTo>
                  <a:lnTo>
                    <a:pt x="13949" y="5023"/>
                  </a:lnTo>
                  <a:lnTo>
                    <a:pt x="13553" y="5505"/>
                  </a:lnTo>
                  <a:lnTo>
                    <a:pt x="13242" y="5756"/>
                  </a:lnTo>
                  <a:lnTo>
                    <a:pt x="12885" y="5953"/>
                  </a:lnTo>
                  <a:lnTo>
                    <a:pt x="12472" y="5902"/>
                  </a:lnTo>
                  <a:lnTo>
                    <a:pt x="12143" y="5815"/>
                  </a:lnTo>
                  <a:lnTo>
                    <a:pt x="11751" y="5583"/>
                  </a:lnTo>
                  <a:lnTo>
                    <a:pt x="11171" y="5195"/>
                  </a:lnTo>
                  <a:lnTo>
                    <a:pt x="11104" y="4594"/>
                  </a:lnTo>
                  <a:lnTo>
                    <a:pt x="11219" y="4015"/>
                  </a:lnTo>
                  <a:lnTo>
                    <a:pt x="11417" y="3443"/>
                  </a:lnTo>
                  <a:lnTo>
                    <a:pt x="11559" y="2710"/>
                  </a:lnTo>
                  <a:lnTo>
                    <a:pt x="11201" y="2547"/>
                  </a:lnTo>
                  <a:lnTo>
                    <a:pt x="10875" y="2331"/>
                  </a:lnTo>
                  <a:lnTo>
                    <a:pt x="11140" y="1754"/>
                  </a:lnTo>
                  <a:lnTo>
                    <a:pt x="11141" y="919"/>
                  </a:lnTo>
                  <a:lnTo>
                    <a:pt x="10862" y="573"/>
                  </a:lnTo>
                  <a:lnTo>
                    <a:pt x="10605" y="338"/>
                  </a:lnTo>
                  <a:lnTo>
                    <a:pt x="10307" y="1084"/>
                  </a:lnTo>
                  <a:lnTo>
                    <a:pt x="9923" y="1329"/>
                  </a:lnTo>
                  <a:lnTo>
                    <a:pt x="9648" y="865"/>
                  </a:lnTo>
                  <a:lnTo>
                    <a:pt x="9314" y="783"/>
                  </a:lnTo>
                  <a:lnTo>
                    <a:pt x="8682" y="1634"/>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26" name="Shape 185"/>
            <p:cNvSpPr/>
            <p:nvPr/>
          </p:nvSpPr>
          <p:spPr>
            <a:xfrm>
              <a:off x="12591298" y="3693237"/>
              <a:ext cx="1905947" cy="1822484"/>
            </a:xfrm>
            <a:custGeom>
              <a:avLst/>
              <a:gdLst/>
              <a:ahLst/>
              <a:cxnLst>
                <a:cxn ang="0">
                  <a:pos x="wd2" y="hd2"/>
                </a:cxn>
                <a:cxn ang="5400000">
                  <a:pos x="wd2" y="hd2"/>
                </a:cxn>
                <a:cxn ang="10800000">
                  <a:pos x="wd2" y="hd2"/>
                </a:cxn>
                <a:cxn ang="16200000">
                  <a:pos x="wd2" y="hd2"/>
                </a:cxn>
              </a:cxnLst>
              <a:rect l="0" t="0" r="r" b="b"/>
              <a:pathLst>
                <a:path w="21600" h="21600" extrusionOk="0">
                  <a:moveTo>
                    <a:pt x="13675" y="864"/>
                  </a:moveTo>
                  <a:lnTo>
                    <a:pt x="14031" y="0"/>
                  </a:lnTo>
                  <a:lnTo>
                    <a:pt x="15018" y="588"/>
                  </a:lnTo>
                  <a:lnTo>
                    <a:pt x="16110" y="1174"/>
                  </a:lnTo>
                  <a:lnTo>
                    <a:pt x="16098" y="2037"/>
                  </a:lnTo>
                  <a:lnTo>
                    <a:pt x="16752" y="2405"/>
                  </a:lnTo>
                  <a:lnTo>
                    <a:pt x="16984" y="1577"/>
                  </a:lnTo>
                  <a:lnTo>
                    <a:pt x="17267" y="927"/>
                  </a:lnTo>
                  <a:lnTo>
                    <a:pt x="17841" y="1157"/>
                  </a:lnTo>
                  <a:lnTo>
                    <a:pt x="17633" y="1731"/>
                  </a:lnTo>
                  <a:lnTo>
                    <a:pt x="17712" y="2319"/>
                  </a:lnTo>
                  <a:lnTo>
                    <a:pt x="18340" y="3057"/>
                  </a:lnTo>
                  <a:lnTo>
                    <a:pt x="18841" y="3853"/>
                  </a:lnTo>
                  <a:lnTo>
                    <a:pt x="19133" y="4648"/>
                  </a:lnTo>
                  <a:lnTo>
                    <a:pt x="19721" y="5105"/>
                  </a:lnTo>
                  <a:lnTo>
                    <a:pt x="19602" y="5837"/>
                  </a:lnTo>
                  <a:lnTo>
                    <a:pt x="19942" y="6795"/>
                  </a:lnTo>
                  <a:lnTo>
                    <a:pt x="20325" y="7348"/>
                  </a:lnTo>
                  <a:lnTo>
                    <a:pt x="20873" y="7836"/>
                  </a:lnTo>
                  <a:lnTo>
                    <a:pt x="21459" y="8947"/>
                  </a:lnTo>
                  <a:lnTo>
                    <a:pt x="21152" y="9673"/>
                  </a:lnTo>
                  <a:lnTo>
                    <a:pt x="21600" y="10076"/>
                  </a:lnTo>
                  <a:lnTo>
                    <a:pt x="21394" y="10728"/>
                  </a:lnTo>
                  <a:lnTo>
                    <a:pt x="20692" y="11145"/>
                  </a:lnTo>
                  <a:lnTo>
                    <a:pt x="20062" y="11669"/>
                  </a:lnTo>
                  <a:lnTo>
                    <a:pt x="19666" y="12288"/>
                  </a:lnTo>
                  <a:lnTo>
                    <a:pt x="18740" y="13064"/>
                  </a:lnTo>
                  <a:lnTo>
                    <a:pt x="18034" y="13663"/>
                  </a:lnTo>
                  <a:lnTo>
                    <a:pt x="17435" y="14566"/>
                  </a:lnTo>
                  <a:lnTo>
                    <a:pt x="17153" y="15147"/>
                  </a:lnTo>
                  <a:lnTo>
                    <a:pt x="16699" y="15443"/>
                  </a:lnTo>
                  <a:lnTo>
                    <a:pt x="16028" y="15594"/>
                  </a:lnTo>
                  <a:lnTo>
                    <a:pt x="15541" y="15660"/>
                  </a:lnTo>
                  <a:lnTo>
                    <a:pt x="15059" y="16055"/>
                  </a:lnTo>
                  <a:lnTo>
                    <a:pt x="14522" y="15992"/>
                  </a:lnTo>
                  <a:lnTo>
                    <a:pt x="14247" y="16453"/>
                  </a:lnTo>
                  <a:lnTo>
                    <a:pt x="13521" y="16991"/>
                  </a:lnTo>
                  <a:lnTo>
                    <a:pt x="12896" y="17439"/>
                  </a:lnTo>
                  <a:lnTo>
                    <a:pt x="12444" y="17810"/>
                  </a:lnTo>
                  <a:lnTo>
                    <a:pt x="11927" y="18326"/>
                  </a:lnTo>
                  <a:lnTo>
                    <a:pt x="11498" y="18765"/>
                  </a:lnTo>
                  <a:lnTo>
                    <a:pt x="11035" y="19404"/>
                  </a:lnTo>
                  <a:lnTo>
                    <a:pt x="10692" y="19749"/>
                  </a:lnTo>
                  <a:lnTo>
                    <a:pt x="10376" y="20146"/>
                  </a:lnTo>
                  <a:lnTo>
                    <a:pt x="9944" y="20037"/>
                  </a:lnTo>
                  <a:lnTo>
                    <a:pt x="9652" y="20516"/>
                  </a:lnTo>
                  <a:lnTo>
                    <a:pt x="9093" y="20957"/>
                  </a:lnTo>
                  <a:lnTo>
                    <a:pt x="8619" y="21486"/>
                  </a:lnTo>
                  <a:lnTo>
                    <a:pt x="8196" y="21600"/>
                  </a:lnTo>
                  <a:lnTo>
                    <a:pt x="8152" y="20778"/>
                  </a:lnTo>
                  <a:lnTo>
                    <a:pt x="8262" y="20269"/>
                  </a:lnTo>
                  <a:lnTo>
                    <a:pt x="9235" y="19973"/>
                  </a:lnTo>
                  <a:lnTo>
                    <a:pt x="9886" y="19746"/>
                  </a:lnTo>
                  <a:lnTo>
                    <a:pt x="9815" y="19175"/>
                  </a:lnTo>
                  <a:lnTo>
                    <a:pt x="9560" y="19018"/>
                  </a:lnTo>
                  <a:lnTo>
                    <a:pt x="9996" y="18442"/>
                  </a:lnTo>
                  <a:lnTo>
                    <a:pt x="9505" y="18455"/>
                  </a:lnTo>
                  <a:lnTo>
                    <a:pt x="8995" y="18586"/>
                  </a:lnTo>
                  <a:lnTo>
                    <a:pt x="8496" y="18578"/>
                  </a:lnTo>
                  <a:lnTo>
                    <a:pt x="8426" y="18190"/>
                  </a:lnTo>
                  <a:lnTo>
                    <a:pt x="8864" y="17614"/>
                  </a:lnTo>
                  <a:lnTo>
                    <a:pt x="9252" y="17377"/>
                  </a:lnTo>
                  <a:lnTo>
                    <a:pt x="9138" y="17060"/>
                  </a:lnTo>
                  <a:lnTo>
                    <a:pt x="8743" y="16762"/>
                  </a:lnTo>
                  <a:lnTo>
                    <a:pt x="9021" y="16438"/>
                  </a:lnTo>
                  <a:lnTo>
                    <a:pt x="9558" y="16000"/>
                  </a:lnTo>
                  <a:lnTo>
                    <a:pt x="10037" y="15533"/>
                  </a:lnTo>
                  <a:lnTo>
                    <a:pt x="10486" y="14795"/>
                  </a:lnTo>
                  <a:lnTo>
                    <a:pt x="10717" y="14299"/>
                  </a:lnTo>
                  <a:lnTo>
                    <a:pt x="10970" y="13843"/>
                  </a:lnTo>
                  <a:lnTo>
                    <a:pt x="11083" y="13504"/>
                  </a:lnTo>
                  <a:lnTo>
                    <a:pt x="10867" y="13122"/>
                  </a:lnTo>
                  <a:lnTo>
                    <a:pt x="10609" y="12768"/>
                  </a:lnTo>
                  <a:lnTo>
                    <a:pt x="10232" y="12328"/>
                  </a:lnTo>
                  <a:lnTo>
                    <a:pt x="9880" y="11945"/>
                  </a:lnTo>
                  <a:lnTo>
                    <a:pt x="9753" y="11407"/>
                  </a:lnTo>
                  <a:lnTo>
                    <a:pt x="9268" y="11407"/>
                  </a:lnTo>
                  <a:lnTo>
                    <a:pt x="8942" y="11804"/>
                  </a:lnTo>
                  <a:lnTo>
                    <a:pt x="7870" y="11796"/>
                  </a:lnTo>
                  <a:lnTo>
                    <a:pt x="7169" y="12330"/>
                  </a:lnTo>
                  <a:lnTo>
                    <a:pt x="6796" y="12727"/>
                  </a:lnTo>
                  <a:lnTo>
                    <a:pt x="6655" y="13268"/>
                  </a:lnTo>
                  <a:lnTo>
                    <a:pt x="6253" y="13724"/>
                  </a:lnTo>
                  <a:lnTo>
                    <a:pt x="5987" y="14303"/>
                  </a:lnTo>
                  <a:lnTo>
                    <a:pt x="5698" y="14788"/>
                  </a:lnTo>
                  <a:lnTo>
                    <a:pt x="5290" y="15358"/>
                  </a:lnTo>
                  <a:lnTo>
                    <a:pt x="4576" y="16299"/>
                  </a:lnTo>
                  <a:lnTo>
                    <a:pt x="3620" y="16718"/>
                  </a:lnTo>
                  <a:lnTo>
                    <a:pt x="2393" y="14280"/>
                  </a:lnTo>
                  <a:lnTo>
                    <a:pt x="1493" y="14433"/>
                  </a:lnTo>
                  <a:lnTo>
                    <a:pt x="1095" y="13863"/>
                  </a:lnTo>
                  <a:lnTo>
                    <a:pt x="481" y="13468"/>
                  </a:lnTo>
                  <a:lnTo>
                    <a:pt x="0" y="12971"/>
                  </a:lnTo>
                  <a:lnTo>
                    <a:pt x="447" y="12466"/>
                  </a:lnTo>
                  <a:lnTo>
                    <a:pt x="498" y="11816"/>
                  </a:lnTo>
                  <a:lnTo>
                    <a:pt x="1045" y="11430"/>
                  </a:lnTo>
                  <a:lnTo>
                    <a:pt x="1344" y="10543"/>
                  </a:lnTo>
                  <a:lnTo>
                    <a:pt x="1614" y="10127"/>
                  </a:lnTo>
                  <a:lnTo>
                    <a:pt x="1286" y="8908"/>
                  </a:lnTo>
                  <a:lnTo>
                    <a:pt x="1285" y="8223"/>
                  </a:lnTo>
                  <a:lnTo>
                    <a:pt x="992" y="7644"/>
                  </a:lnTo>
                  <a:lnTo>
                    <a:pt x="924" y="6717"/>
                  </a:lnTo>
                  <a:lnTo>
                    <a:pt x="1828" y="6318"/>
                  </a:lnTo>
                  <a:lnTo>
                    <a:pt x="2243" y="6819"/>
                  </a:lnTo>
                  <a:lnTo>
                    <a:pt x="2862" y="6769"/>
                  </a:lnTo>
                  <a:lnTo>
                    <a:pt x="3830" y="8556"/>
                  </a:lnTo>
                  <a:lnTo>
                    <a:pt x="4174" y="7757"/>
                  </a:lnTo>
                  <a:lnTo>
                    <a:pt x="5580" y="6399"/>
                  </a:lnTo>
                  <a:lnTo>
                    <a:pt x="7326" y="5115"/>
                  </a:lnTo>
                  <a:lnTo>
                    <a:pt x="8521" y="4656"/>
                  </a:lnTo>
                  <a:lnTo>
                    <a:pt x="8987" y="3643"/>
                  </a:lnTo>
                  <a:lnTo>
                    <a:pt x="9849" y="3774"/>
                  </a:lnTo>
                  <a:lnTo>
                    <a:pt x="10152" y="3084"/>
                  </a:lnTo>
                  <a:lnTo>
                    <a:pt x="11204" y="3261"/>
                  </a:lnTo>
                  <a:lnTo>
                    <a:pt x="12519" y="2845"/>
                  </a:lnTo>
                  <a:lnTo>
                    <a:pt x="12690" y="2183"/>
                  </a:lnTo>
                  <a:lnTo>
                    <a:pt x="13735" y="1733"/>
                  </a:lnTo>
                  <a:lnTo>
                    <a:pt x="13675" y="864"/>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27" name="Shape 186"/>
            <p:cNvSpPr/>
            <p:nvPr/>
          </p:nvSpPr>
          <p:spPr>
            <a:xfrm>
              <a:off x="3989994" y="5112336"/>
              <a:ext cx="4149758" cy="2955104"/>
            </a:xfrm>
            <a:custGeom>
              <a:avLst/>
              <a:gdLst/>
              <a:ahLst/>
              <a:cxnLst>
                <a:cxn ang="0">
                  <a:pos x="wd2" y="hd2"/>
                </a:cxn>
                <a:cxn ang="5400000">
                  <a:pos x="wd2" y="hd2"/>
                </a:cxn>
                <a:cxn ang="10800000">
                  <a:pos x="wd2" y="hd2"/>
                </a:cxn>
                <a:cxn ang="16200000">
                  <a:pos x="wd2" y="hd2"/>
                </a:cxn>
              </a:cxnLst>
              <a:rect l="0" t="0" r="r" b="b"/>
              <a:pathLst>
                <a:path w="21600" h="21600" extrusionOk="0">
                  <a:moveTo>
                    <a:pt x="12214" y="15808"/>
                  </a:moveTo>
                  <a:lnTo>
                    <a:pt x="12135" y="16141"/>
                  </a:lnTo>
                  <a:lnTo>
                    <a:pt x="12451" y="16559"/>
                  </a:lnTo>
                  <a:lnTo>
                    <a:pt x="12668" y="16838"/>
                  </a:lnTo>
                  <a:lnTo>
                    <a:pt x="12443" y="17072"/>
                  </a:lnTo>
                  <a:lnTo>
                    <a:pt x="12244" y="17437"/>
                  </a:lnTo>
                  <a:lnTo>
                    <a:pt x="11996" y="17952"/>
                  </a:lnTo>
                  <a:lnTo>
                    <a:pt x="11869" y="18385"/>
                  </a:lnTo>
                  <a:lnTo>
                    <a:pt x="12021" y="18737"/>
                  </a:lnTo>
                  <a:lnTo>
                    <a:pt x="12429" y="19187"/>
                  </a:lnTo>
                  <a:lnTo>
                    <a:pt x="11975" y="19306"/>
                  </a:lnTo>
                  <a:lnTo>
                    <a:pt x="11497" y="20250"/>
                  </a:lnTo>
                  <a:lnTo>
                    <a:pt x="11052" y="20473"/>
                  </a:lnTo>
                  <a:lnTo>
                    <a:pt x="10770" y="20352"/>
                  </a:lnTo>
                  <a:lnTo>
                    <a:pt x="10742" y="21338"/>
                  </a:lnTo>
                  <a:lnTo>
                    <a:pt x="10445" y="21234"/>
                  </a:lnTo>
                  <a:lnTo>
                    <a:pt x="9929" y="20471"/>
                  </a:lnTo>
                  <a:lnTo>
                    <a:pt x="9828" y="20644"/>
                  </a:lnTo>
                  <a:lnTo>
                    <a:pt x="9896" y="21116"/>
                  </a:lnTo>
                  <a:lnTo>
                    <a:pt x="9756" y="21600"/>
                  </a:lnTo>
                  <a:lnTo>
                    <a:pt x="9458" y="20966"/>
                  </a:lnTo>
                  <a:lnTo>
                    <a:pt x="8530" y="20784"/>
                  </a:lnTo>
                  <a:lnTo>
                    <a:pt x="8319" y="20120"/>
                  </a:lnTo>
                  <a:lnTo>
                    <a:pt x="8578" y="19658"/>
                  </a:lnTo>
                  <a:lnTo>
                    <a:pt x="8342" y="19289"/>
                  </a:lnTo>
                  <a:lnTo>
                    <a:pt x="7902" y="19083"/>
                  </a:lnTo>
                  <a:lnTo>
                    <a:pt x="7685" y="18392"/>
                  </a:lnTo>
                  <a:lnTo>
                    <a:pt x="7390" y="18005"/>
                  </a:lnTo>
                  <a:lnTo>
                    <a:pt x="6641" y="18343"/>
                  </a:lnTo>
                  <a:lnTo>
                    <a:pt x="6091" y="18097"/>
                  </a:lnTo>
                  <a:lnTo>
                    <a:pt x="5875" y="17830"/>
                  </a:lnTo>
                  <a:lnTo>
                    <a:pt x="5659" y="18114"/>
                  </a:lnTo>
                  <a:lnTo>
                    <a:pt x="5259" y="17463"/>
                  </a:lnTo>
                  <a:lnTo>
                    <a:pt x="4921" y="17441"/>
                  </a:lnTo>
                  <a:lnTo>
                    <a:pt x="4667" y="17089"/>
                  </a:lnTo>
                  <a:lnTo>
                    <a:pt x="3875" y="16811"/>
                  </a:lnTo>
                  <a:lnTo>
                    <a:pt x="3181" y="16376"/>
                  </a:lnTo>
                  <a:lnTo>
                    <a:pt x="2780" y="15865"/>
                  </a:lnTo>
                  <a:lnTo>
                    <a:pt x="2499" y="15401"/>
                  </a:lnTo>
                  <a:lnTo>
                    <a:pt x="2419" y="14847"/>
                  </a:lnTo>
                  <a:lnTo>
                    <a:pt x="2243" y="14834"/>
                  </a:lnTo>
                  <a:lnTo>
                    <a:pt x="1863" y="15128"/>
                  </a:lnTo>
                  <a:lnTo>
                    <a:pt x="1380" y="15066"/>
                  </a:lnTo>
                  <a:lnTo>
                    <a:pt x="809" y="14496"/>
                  </a:lnTo>
                  <a:lnTo>
                    <a:pt x="474" y="13248"/>
                  </a:lnTo>
                  <a:lnTo>
                    <a:pt x="124" y="12734"/>
                  </a:lnTo>
                  <a:lnTo>
                    <a:pt x="0" y="12122"/>
                  </a:lnTo>
                  <a:lnTo>
                    <a:pt x="375" y="11645"/>
                  </a:lnTo>
                  <a:lnTo>
                    <a:pt x="458" y="10857"/>
                  </a:lnTo>
                  <a:lnTo>
                    <a:pt x="311" y="10508"/>
                  </a:lnTo>
                  <a:lnTo>
                    <a:pt x="612" y="10155"/>
                  </a:lnTo>
                  <a:lnTo>
                    <a:pt x="460" y="10057"/>
                  </a:lnTo>
                  <a:lnTo>
                    <a:pt x="205" y="10166"/>
                  </a:lnTo>
                  <a:lnTo>
                    <a:pt x="312" y="9513"/>
                  </a:lnTo>
                  <a:lnTo>
                    <a:pt x="237" y="9004"/>
                  </a:lnTo>
                  <a:lnTo>
                    <a:pt x="345" y="8505"/>
                  </a:lnTo>
                  <a:lnTo>
                    <a:pt x="702" y="8272"/>
                  </a:lnTo>
                  <a:lnTo>
                    <a:pt x="867" y="7931"/>
                  </a:lnTo>
                  <a:lnTo>
                    <a:pt x="949" y="7537"/>
                  </a:lnTo>
                  <a:lnTo>
                    <a:pt x="434" y="7300"/>
                  </a:lnTo>
                  <a:lnTo>
                    <a:pt x="430" y="6657"/>
                  </a:lnTo>
                  <a:lnTo>
                    <a:pt x="1018" y="6561"/>
                  </a:lnTo>
                  <a:lnTo>
                    <a:pt x="1352" y="6778"/>
                  </a:lnTo>
                  <a:lnTo>
                    <a:pt x="1578" y="6678"/>
                  </a:lnTo>
                  <a:lnTo>
                    <a:pt x="1753" y="6429"/>
                  </a:lnTo>
                  <a:lnTo>
                    <a:pt x="2789" y="7094"/>
                  </a:lnTo>
                  <a:lnTo>
                    <a:pt x="3178" y="7193"/>
                  </a:lnTo>
                  <a:lnTo>
                    <a:pt x="3230" y="6871"/>
                  </a:lnTo>
                  <a:lnTo>
                    <a:pt x="3172" y="6405"/>
                  </a:lnTo>
                  <a:lnTo>
                    <a:pt x="2877" y="6184"/>
                  </a:lnTo>
                  <a:lnTo>
                    <a:pt x="2591" y="5704"/>
                  </a:lnTo>
                  <a:lnTo>
                    <a:pt x="2861" y="5214"/>
                  </a:lnTo>
                  <a:lnTo>
                    <a:pt x="3845" y="5049"/>
                  </a:lnTo>
                  <a:lnTo>
                    <a:pt x="3807" y="4755"/>
                  </a:lnTo>
                  <a:lnTo>
                    <a:pt x="3547" y="4434"/>
                  </a:lnTo>
                  <a:lnTo>
                    <a:pt x="3631" y="4022"/>
                  </a:lnTo>
                  <a:lnTo>
                    <a:pt x="3511" y="3655"/>
                  </a:lnTo>
                  <a:lnTo>
                    <a:pt x="2789" y="2778"/>
                  </a:lnTo>
                  <a:lnTo>
                    <a:pt x="2885" y="1450"/>
                  </a:lnTo>
                  <a:lnTo>
                    <a:pt x="2608" y="1341"/>
                  </a:lnTo>
                  <a:lnTo>
                    <a:pt x="2628" y="727"/>
                  </a:lnTo>
                  <a:lnTo>
                    <a:pt x="3284" y="367"/>
                  </a:lnTo>
                  <a:lnTo>
                    <a:pt x="4650" y="74"/>
                  </a:lnTo>
                  <a:lnTo>
                    <a:pt x="5520" y="0"/>
                  </a:lnTo>
                  <a:lnTo>
                    <a:pt x="6691" y="414"/>
                  </a:lnTo>
                  <a:lnTo>
                    <a:pt x="7334" y="752"/>
                  </a:lnTo>
                  <a:lnTo>
                    <a:pt x="7290" y="1153"/>
                  </a:lnTo>
                  <a:lnTo>
                    <a:pt x="7459" y="1464"/>
                  </a:lnTo>
                  <a:lnTo>
                    <a:pt x="7955" y="1402"/>
                  </a:lnTo>
                  <a:lnTo>
                    <a:pt x="8346" y="1555"/>
                  </a:lnTo>
                  <a:lnTo>
                    <a:pt x="8189" y="1871"/>
                  </a:lnTo>
                  <a:lnTo>
                    <a:pt x="8414" y="1948"/>
                  </a:lnTo>
                  <a:lnTo>
                    <a:pt x="8709" y="1705"/>
                  </a:lnTo>
                  <a:lnTo>
                    <a:pt x="9130" y="2275"/>
                  </a:lnTo>
                  <a:lnTo>
                    <a:pt x="9056" y="2748"/>
                  </a:lnTo>
                  <a:lnTo>
                    <a:pt x="9279" y="3061"/>
                  </a:lnTo>
                  <a:lnTo>
                    <a:pt x="9688" y="2860"/>
                  </a:lnTo>
                  <a:lnTo>
                    <a:pt x="10093" y="3001"/>
                  </a:lnTo>
                  <a:lnTo>
                    <a:pt x="10964" y="3495"/>
                  </a:lnTo>
                  <a:lnTo>
                    <a:pt x="11360" y="3256"/>
                  </a:lnTo>
                  <a:lnTo>
                    <a:pt x="11786" y="3764"/>
                  </a:lnTo>
                  <a:lnTo>
                    <a:pt x="12086" y="3726"/>
                  </a:lnTo>
                  <a:lnTo>
                    <a:pt x="12347" y="3596"/>
                  </a:lnTo>
                  <a:lnTo>
                    <a:pt x="12472" y="2725"/>
                  </a:lnTo>
                  <a:lnTo>
                    <a:pt x="12748" y="2691"/>
                  </a:lnTo>
                  <a:lnTo>
                    <a:pt x="12854" y="1815"/>
                  </a:lnTo>
                  <a:lnTo>
                    <a:pt x="12760" y="1205"/>
                  </a:lnTo>
                  <a:lnTo>
                    <a:pt x="13197" y="1113"/>
                  </a:lnTo>
                  <a:lnTo>
                    <a:pt x="13722" y="1562"/>
                  </a:lnTo>
                  <a:lnTo>
                    <a:pt x="14457" y="2609"/>
                  </a:lnTo>
                  <a:lnTo>
                    <a:pt x="14862" y="2009"/>
                  </a:lnTo>
                  <a:lnTo>
                    <a:pt x="15075" y="2363"/>
                  </a:lnTo>
                  <a:lnTo>
                    <a:pt x="15645" y="1935"/>
                  </a:lnTo>
                  <a:lnTo>
                    <a:pt x="15981" y="2435"/>
                  </a:lnTo>
                  <a:lnTo>
                    <a:pt x="16233" y="2857"/>
                  </a:lnTo>
                  <a:lnTo>
                    <a:pt x="16736" y="3923"/>
                  </a:lnTo>
                  <a:lnTo>
                    <a:pt x="17292" y="4396"/>
                  </a:lnTo>
                  <a:lnTo>
                    <a:pt x="17309" y="3752"/>
                  </a:lnTo>
                  <a:lnTo>
                    <a:pt x="17799" y="4326"/>
                  </a:lnTo>
                  <a:lnTo>
                    <a:pt x="18113" y="4770"/>
                  </a:lnTo>
                  <a:lnTo>
                    <a:pt x="18189" y="5243"/>
                  </a:lnTo>
                  <a:lnTo>
                    <a:pt x="19155" y="5933"/>
                  </a:lnTo>
                  <a:lnTo>
                    <a:pt x="19535" y="6658"/>
                  </a:lnTo>
                  <a:lnTo>
                    <a:pt x="19972" y="6168"/>
                  </a:lnTo>
                  <a:lnTo>
                    <a:pt x="20305" y="6568"/>
                  </a:lnTo>
                  <a:lnTo>
                    <a:pt x="20252" y="7076"/>
                  </a:lnTo>
                  <a:lnTo>
                    <a:pt x="20581" y="7495"/>
                  </a:lnTo>
                  <a:lnTo>
                    <a:pt x="20961" y="8174"/>
                  </a:lnTo>
                  <a:lnTo>
                    <a:pt x="20871" y="8570"/>
                  </a:lnTo>
                  <a:lnTo>
                    <a:pt x="21058" y="9114"/>
                  </a:lnTo>
                  <a:lnTo>
                    <a:pt x="21036" y="9546"/>
                  </a:lnTo>
                  <a:lnTo>
                    <a:pt x="21276" y="10201"/>
                  </a:lnTo>
                  <a:lnTo>
                    <a:pt x="21600" y="10612"/>
                  </a:lnTo>
                  <a:lnTo>
                    <a:pt x="21380" y="11226"/>
                  </a:lnTo>
                  <a:lnTo>
                    <a:pt x="21143" y="11625"/>
                  </a:lnTo>
                  <a:lnTo>
                    <a:pt x="20915" y="11733"/>
                  </a:lnTo>
                  <a:lnTo>
                    <a:pt x="20924" y="12127"/>
                  </a:lnTo>
                  <a:lnTo>
                    <a:pt x="20276" y="12745"/>
                  </a:lnTo>
                  <a:lnTo>
                    <a:pt x="20249" y="13199"/>
                  </a:lnTo>
                  <a:lnTo>
                    <a:pt x="19931" y="13644"/>
                  </a:lnTo>
                  <a:lnTo>
                    <a:pt x="19516" y="14071"/>
                  </a:lnTo>
                  <a:lnTo>
                    <a:pt x="19340" y="14315"/>
                  </a:lnTo>
                  <a:lnTo>
                    <a:pt x="19542" y="14523"/>
                  </a:lnTo>
                  <a:lnTo>
                    <a:pt x="20058" y="15388"/>
                  </a:lnTo>
                  <a:lnTo>
                    <a:pt x="19247" y="16084"/>
                  </a:lnTo>
                  <a:lnTo>
                    <a:pt x="18600" y="15773"/>
                  </a:lnTo>
                  <a:lnTo>
                    <a:pt x="17873" y="15179"/>
                  </a:lnTo>
                  <a:lnTo>
                    <a:pt x="17758" y="15399"/>
                  </a:lnTo>
                  <a:lnTo>
                    <a:pt x="17880" y="15892"/>
                  </a:lnTo>
                  <a:lnTo>
                    <a:pt x="18245" y="16642"/>
                  </a:lnTo>
                  <a:lnTo>
                    <a:pt x="18742" y="16949"/>
                  </a:lnTo>
                  <a:lnTo>
                    <a:pt x="18976" y="17494"/>
                  </a:lnTo>
                  <a:lnTo>
                    <a:pt x="18881" y="17805"/>
                  </a:lnTo>
                  <a:lnTo>
                    <a:pt x="18838" y="18157"/>
                  </a:lnTo>
                  <a:lnTo>
                    <a:pt x="18769" y="18513"/>
                  </a:lnTo>
                  <a:lnTo>
                    <a:pt x="18451" y="18373"/>
                  </a:lnTo>
                  <a:lnTo>
                    <a:pt x="18087" y="18454"/>
                  </a:lnTo>
                  <a:lnTo>
                    <a:pt x="17944" y="18804"/>
                  </a:lnTo>
                  <a:lnTo>
                    <a:pt x="18055" y="19271"/>
                  </a:lnTo>
                  <a:lnTo>
                    <a:pt x="17962" y="19653"/>
                  </a:lnTo>
                  <a:lnTo>
                    <a:pt x="17739" y="19686"/>
                  </a:lnTo>
                  <a:lnTo>
                    <a:pt x="17594" y="19652"/>
                  </a:lnTo>
                  <a:lnTo>
                    <a:pt x="17431" y="19822"/>
                  </a:lnTo>
                  <a:lnTo>
                    <a:pt x="17265" y="19620"/>
                  </a:lnTo>
                  <a:lnTo>
                    <a:pt x="17047" y="19991"/>
                  </a:lnTo>
                  <a:lnTo>
                    <a:pt x="16823" y="20190"/>
                  </a:lnTo>
                  <a:lnTo>
                    <a:pt x="16688" y="19987"/>
                  </a:lnTo>
                  <a:lnTo>
                    <a:pt x="16854" y="19691"/>
                  </a:lnTo>
                  <a:lnTo>
                    <a:pt x="16714" y="19287"/>
                  </a:lnTo>
                  <a:lnTo>
                    <a:pt x="16559" y="19162"/>
                  </a:lnTo>
                  <a:lnTo>
                    <a:pt x="16437" y="19484"/>
                  </a:lnTo>
                  <a:lnTo>
                    <a:pt x="16195" y="19548"/>
                  </a:lnTo>
                  <a:lnTo>
                    <a:pt x="16135" y="19239"/>
                  </a:lnTo>
                  <a:lnTo>
                    <a:pt x="16352" y="18944"/>
                  </a:lnTo>
                  <a:lnTo>
                    <a:pt x="16123" y="18686"/>
                  </a:lnTo>
                  <a:lnTo>
                    <a:pt x="15882" y="18497"/>
                  </a:lnTo>
                  <a:lnTo>
                    <a:pt x="15716" y="18746"/>
                  </a:lnTo>
                  <a:lnTo>
                    <a:pt x="15635" y="19023"/>
                  </a:lnTo>
                  <a:lnTo>
                    <a:pt x="15271" y="18909"/>
                  </a:lnTo>
                  <a:lnTo>
                    <a:pt x="14955" y="18695"/>
                  </a:lnTo>
                  <a:lnTo>
                    <a:pt x="14850" y="18354"/>
                  </a:lnTo>
                  <a:lnTo>
                    <a:pt x="14601" y="18202"/>
                  </a:lnTo>
                  <a:lnTo>
                    <a:pt x="14349" y="18045"/>
                  </a:lnTo>
                  <a:lnTo>
                    <a:pt x="14179" y="17082"/>
                  </a:lnTo>
                  <a:lnTo>
                    <a:pt x="13924" y="16415"/>
                  </a:lnTo>
                  <a:lnTo>
                    <a:pt x="13726" y="15659"/>
                  </a:lnTo>
                  <a:lnTo>
                    <a:pt x="13467" y="15599"/>
                  </a:lnTo>
                  <a:lnTo>
                    <a:pt x="13100" y="15535"/>
                  </a:lnTo>
                  <a:lnTo>
                    <a:pt x="12882" y="15323"/>
                  </a:lnTo>
                  <a:lnTo>
                    <a:pt x="12673" y="15248"/>
                  </a:lnTo>
                  <a:lnTo>
                    <a:pt x="12496" y="15482"/>
                  </a:lnTo>
                  <a:lnTo>
                    <a:pt x="12214" y="15808"/>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35" name="Shape 187"/>
            <p:cNvSpPr/>
            <p:nvPr/>
          </p:nvSpPr>
          <p:spPr>
            <a:xfrm>
              <a:off x="6255049" y="7181034"/>
              <a:ext cx="3418138" cy="3059990"/>
            </a:xfrm>
            <a:custGeom>
              <a:avLst/>
              <a:gdLst/>
              <a:ahLst/>
              <a:cxnLst>
                <a:cxn ang="0">
                  <a:pos x="wd2" y="hd2"/>
                </a:cxn>
                <a:cxn ang="5400000">
                  <a:pos x="wd2" y="hd2"/>
                </a:cxn>
                <a:cxn ang="10800000">
                  <a:pos x="wd2" y="hd2"/>
                </a:cxn>
                <a:cxn ang="16200000">
                  <a:pos x="wd2" y="hd2"/>
                </a:cxn>
              </a:cxnLst>
              <a:rect l="0" t="0" r="r" b="b"/>
              <a:pathLst>
                <a:path w="21600" h="21600" extrusionOk="0">
                  <a:moveTo>
                    <a:pt x="8958" y="2053"/>
                  </a:moveTo>
                  <a:lnTo>
                    <a:pt x="8485" y="2276"/>
                  </a:lnTo>
                  <a:lnTo>
                    <a:pt x="8414" y="3098"/>
                  </a:lnTo>
                  <a:lnTo>
                    <a:pt x="8168" y="3001"/>
                  </a:lnTo>
                  <a:lnTo>
                    <a:pt x="7594" y="3092"/>
                  </a:lnTo>
                  <a:lnTo>
                    <a:pt x="7338" y="3512"/>
                  </a:lnTo>
                  <a:lnTo>
                    <a:pt x="7530" y="4052"/>
                  </a:lnTo>
                  <a:lnTo>
                    <a:pt x="7372" y="4273"/>
                  </a:lnTo>
                  <a:lnTo>
                    <a:pt x="7125" y="4162"/>
                  </a:lnTo>
                  <a:lnTo>
                    <a:pt x="6867" y="4353"/>
                  </a:lnTo>
                  <a:lnTo>
                    <a:pt x="6652" y="4195"/>
                  </a:lnTo>
                  <a:cubicBezTo>
                    <a:pt x="6581" y="4277"/>
                    <a:pt x="6511" y="4359"/>
                    <a:pt x="6440" y="4441"/>
                  </a:cubicBezTo>
                  <a:cubicBezTo>
                    <a:pt x="6370" y="4523"/>
                    <a:pt x="6299" y="4605"/>
                    <a:pt x="6229" y="4687"/>
                  </a:cubicBezTo>
                  <a:lnTo>
                    <a:pt x="6271" y="4244"/>
                  </a:lnTo>
                  <a:lnTo>
                    <a:pt x="5968" y="3747"/>
                  </a:lnTo>
                  <a:lnTo>
                    <a:pt x="5604" y="4073"/>
                  </a:lnTo>
                  <a:lnTo>
                    <a:pt x="5752" y="3661"/>
                  </a:lnTo>
                  <a:lnTo>
                    <a:pt x="4970" y="3093"/>
                  </a:lnTo>
                  <a:lnTo>
                    <a:pt x="4595" y="3442"/>
                  </a:lnTo>
                  <a:lnTo>
                    <a:pt x="4382" y="3543"/>
                  </a:lnTo>
                  <a:lnTo>
                    <a:pt x="3977" y="3424"/>
                  </a:lnTo>
                  <a:lnTo>
                    <a:pt x="3823" y="3018"/>
                  </a:lnTo>
                  <a:lnTo>
                    <a:pt x="3204" y="2773"/>
                  </a:lnTo>
                  <a:lnTo>
                    <a:pt x="3027" y="1753"/>
                  </a:lnTo>
                  <a:lnTo>
                    <a:pt x="2749" y="1187"/>
                  </a:lnTo>
                  <a:lnTo>
                    <a:pt x="2484" y="353"/>
                  </a:lnTo>
                  <a:lnTo>
                    <a:pt x="1654" y="310"/>
                  </a:lnTo>
                  <a:lnTo>
                    <a:pt x="1401" y="51"/>
                  </a:lnTo>
                  <a:lnTo>
                    <a:pt x="1036" y="0"/>
                  </a:lnTo>
                  <a:lnTo>
                    <a:pt x="393" y="544"/>
                  </a:lnTo>
                  <a:lnTo>
                    <a:pt x="289" y="1057"/>
                  </a:lnTo>
                  <a:lnTo>
                    <a:pt x="979" y="1657"/>
                  </a:lnTo>
                  <a:lnTo>
                    <a:pt x="655" y="1825"/>
                  </a:lnTo>
                  <a:lnTo>
                    <a:pt x="194" y="2670"/>
                  </a:lnTo>
                  <a:lnTo>
                    <a:pt x="0" y="3204"/>
                  </a:lnTo>
                  <a:lnTo>
                    <a:pt x="265" y="3593"/>
                  </a:lnTo>
                  <a:lnTo>
                    <a:pt x="814" y="4093"/>
                  </a:lnTo>
                  <a:lnTo>
                    <a:pt x="1409" y="4442"/>
                  </a:lnTo>
                  <a:lnTo>
                    <a:pt x="1763" y="5224"/>
                  </a:lnTo>
                  <a:lnTo>
                    <a:pt x="2092" y="6577"/>
                  </a:lnTo>
                  <a:cubicBezTo>
                    <a:pt x="2160" y="6701"/>
                    <a:pt x="2239" y="6817"/>
                    <a:pt x="2328" y="6923"/>
                  </a:cubicBezTo>
                  <a:cubicBezTo>
                    <a:pt x="2415" y="7029"/>
                    <a:pt x="2511" y="7125"/>
                    <a:pt x="2614" y="7210"/>
                  </a:cubicBezTo>
                  <a:lnTo>
                    <a:pt x="2485" y="7447"/>
                  </a:lnTo>
                  <a:lnTo>
                    <a:pt x="2177" y="7105"/>
                  </a:lnTo>
                  <a:lnTo>
                    <a:pt x="2053" y="7644"/>
                  </a:lnTo>
                  <a:lnTo>
                    <a:pt x="2640" y="9215"/>
                  </a:lnTo>
                  <a:lnTo>
                    <a:pt x="2537" y="12979"/>
                  </a:lnTo>
                  <a:lnTo>
                    <a:pt x="2449" y="13895"/>
                  </a:lnTo>
                  <a:lnTo>
                    <a:pt x="2421" y="14833"/>
                  </a:lnTo>
                  <a:lnTo>
                    <a:pt x="2673" y="15388"/>
                  </a:lnTo>
                  <a:lnTo>
                    <a:pt x="2994" y="15574"/>
                  </a:lnTo>
                  <a:lnTo>
                    <a:pt x="2995" y="15090"/>
                  </a:lnTo>
                  <a:lnTo>
                    <a:pt x="2882" y="14729"/>
                  </a:lnTo>
                  <a:lnTo>
                    <a:pt x="3239" y="14471"/>
                  </a:lnTo>
                  <a:lnTo>
                    <a:pt x="3566" y="14037"/>
                  </a:lnTo>
                  <a:lnTo>
                    <a:pt x="3894" y="14422"/>
                  </a:lnTo>
                  <a:lnTo>
                    <a:pt x="4071" y="14955"/>
                  </a:lnTo>
                  <a:lnTo>
                    <a:pt x="4439" y="15322"/>
                  </a:lnTo>
                  <a:lnTo>
                    <a:pt x="4330" y="15727"/>
                  </a:lnTo>
                  <a:lnTo>
                    <a:pt x="4063" y="15940"/>
                  </a:lnTo>
                  <a:lnTo>
                    <a:pt x="4325" y="16292"/>
                  </a:lnTo>
                  <a:lnTo>
                    <a:pt x="4589" y="16729"/>
                  </a:lnTo>
                  <a:lnTo>
                    <a:pt x="4651" y="17082"/>
                  </a:lnTo>
                  <a:lnTo>
                    <a:pt x="5044" y="16811"/>
                  </a:lnTo>
                  <a:lnTo>
                    <a:pt x="5461" y="16626"/>
                  </a:lnTo>
                  <a:lnTo>
                    <a:pt x="5780" y="17391"/>
                  </a:lnTo>
                  <a:lnTo>
                    <a:pt x="5848" y="17927"/>
                  </a:lnTo>
                  <a:lnTo>
                    <a:pt x="6119" y="18331"/>
                  </a:lnTo>
                  <a:lnTo>
                    <a:pt x="6156" y="18672"/>
                  </a:lnTo>
                  <a:lnTo>
                    <a:pt x="6289" y="19061"/>
                  </a:lnTo>
                  <a:lnTo>
                    <a:pt x="6527" y="19464"/>
                  </a:lnTo>
                  <a:lnTo>
                    <a:pt x="6703" y="19789"/>
                  </a:lnTo>
                  <a:lnTo>
                    <a:pt x="6961" y="19795"/>
                  </a:lnTo>
                  <a:lnTo>
                    <a:pt x="6588" y="20187"/>
                  </a:lnTo>
                  <a:lnTo>
                    <a:pt x="6806" y="20519"/>
                  </a:lnTo>
                  <a:lnTo>
                    <a:pt x="7128" y="20678"/>
                  </a:lnTo>
                  <a:lnTo>
                    <a:pt x="7051" y="21139"/>
                  </a:lnTo>
                  <a:lnTo>
                    <a:pt x="7355" y="21345"/>
                  </a:lnTo>
                  <a:lnTo>
                    <a:pt x="7552" y="21600"/>
                  </a:lnTo>
                  <a:lnTo>
                    <a:pt x="7901" y="21571"/>
                  </a:lnTo>
                  <a:lnTo>
                    <a:pt x="8204" y="21592"/>
                  </a:lnTo>
                  <a:lnTo>
                    <a:pt x="8431" y="21234"/>
                  </a:lnTo>
                  <a:lnTo>
                    <a:pt x="8771" y="21015"/>
                  </a:lnTo>
                  <a:lnTo>
                    <a:pt x="9070" y="21024"/>
                  </a:lnTo>
                  <a:lnTo>
                    <a:pt x="9009" y="21440"/>
                  </a:lnTo>
                  <a:lnTo>
                    <a:pt x="9341" y="21402"/>
                  </a:lnTo>
                  <a:lnTo>
                    <a:pt x="9481" y="21127"/>
                  </a:lnTo>
                  <a:lnTo>
                    <a:pt x="9822" y="21033"/>
                  </a:lnTo>
                  <a:lnTo>
                    <a:pt x="9982" y="20629"/>
                  </a:lnTo>
                  <a:lnTo>
                    <a:pt x="9906" y="19901"/>
                  </a:lnTo>
                  <a:lnTo>
                    <a:pt x="9747" y="19200"/>
                  </a:lnTo>
                  <a:lnTo>
                    <a:pt x="9777" y="18582"/>
                  </a:lnTo>
                  <a:lnTo>
                    <a:pt x="10107" y="18211"/>
                  </a:lnTo>
                  <a:lnTo>
                    <a:pt x="10527" y="17991"/>
                  </a:lnTo>
                  <a:lnTo>
                    <a:pt x="11075" y="17442"/>
                  </a:lnTo>
                  <a:lnTo>
                    <a:pt x="11315" y="16928"/>
                  </a:lnTo>
                  <a:lnTo>
                    <a:pt x="11046" y="16764"/>
                  </a:lnTo>
                  <a:lnTo>
                    <a:pt x="11196" y="16381"/>
                  </a:lnTo>
                  <a:lnTo>
                    <a:pt x="11528" y="16089"/>
                  </a:lnTo>
                  <a:lnTo>
                    <a:pt x="11718" y="16401"/>
                  </a:lnTo>
                  <a:lnTo>
                    <a:pt x="11952" y="16048"/>
                  </a:lnTo>
                  <a:lnTo>
                    <a:pt x="11802" y="15725"/>
                  </a:lnTo>
                  <a:lnTo>
                    <a:pt x="11787" y="15360"/>
                  </a:lnTo>
                  <a:lnTo>
                    <a:pt x="12228" y="15206"/>
                  </a:lnTo>
                  <a:lnTo>
                    <a:pt x="12747" y="15255"/>
                  </a:lnTo>
                  <a:lnTo>
                    <a:pt x="13049" y="15426"/>
                  </a:lnTo>
                  <a:lnTo>
                    <a:pt x="12777" y="15788"/>
                  </a:lnTo>
                  <a:lnTo>
                    <a:pt x="12751" y="16163"/>
                  </a:lnTo>
                  <a:lnTo>
                    <a:pt x="13119" y="16334"/>
                  </a:lnTo>
                  <a:lnTo>
                    <a:pt x="13042" y="16775"/>
                  </a:lnTo>
                  <a:lnTo>
                    <a:pt x="12889" y="17152"/>
                  </a:lnTo>
                  <a:lnTo>
                    <a:pt x="13281" y="17380"/>
                  </a:lnTo>
                  <a:lnTo>
                    <a:pt x="13748" y="17460"/>
                  </a:lnTo>
                  <a:lnTo>
                    <a:pt x="14157" y="17144"/>
                  </a:lnTo>
                  <a:lnTo>
                    <a:pt x="14513" y="16761"/>
                  </a:lnTo>
                  <a:lnTo>
                    <a:pt x="14826" y="17041"/>
                  </a:lnTo>
                  <a:lnTo>
                    <a:pt x="14672" y="17524"/>
                  </a:lnTo>
                  <a:lnTo>
                    <a:pt x="14855" y="18049"/>
                  </a:lnTo>
                  <a:lnTo>
                    <a:pt x="15289" y="17860"/>
                  </a:lnTo>
                  <a:lnTo>
                    <a:pt x="15650" y="18080"/>
                  </a:lnTo>
                  <a:lnTo>
                    <a:pt x="16316" y="17951"/>
                  </a:lnTo>
                  <a:lnTo>
                    <a:pt x="16842" y="17792"/>
                  </a:lnTo>
                  <a:lnTo>
                    <a:pt x="16997" y="17405"/>
                  </a:lnTo>
                  <a:lnTo>
                    <a:pt x="16765" y="16943"/>
                  </a:lnTo>
                  <a:lnTo>
                    <a:pt x="16425" y="16917"/>
                  </a:lnTo>
                  <a:lnTo>
                    <a:pt x="16066" y="16733"/>
                  </a:lnTo>
                  <a:lnTo>
                    <a:pt x="15967" y="16485"/>
                  </a:lnTo>
                  <a:lnTo>
                    <a:pt x="15716" y="16596"/>
                  </a:lnTo>
                  <a:lnTo>
                    <a:pt x="15460" y="16251"/>
                  </a:lnTo>
                  <a:lnTo>
                    <a:pt x="15574" y="15885"/>
                  </a:lnTo>
                  <a:lnTo>
                    <a:pt x="15982" y="15656"/>
                  </a:lnTo>
                  <a:lnTo>
                    <a:pt x="16323" y="15519"/>
                  </a:lnTo>
                  <a:lnTo>
                    <a:pt x="16761" y="15730"/>
                  </a:lnTo>
                  <a:lnTo>
                    <a:pt x="17079" y="15747"/>
                  </a:lnTo>
                  <a:lnTo>
                    <a:pt x="16913" y="15157"/>
                  </a:lnTo>
                  <a:lnTo>
                    <a:pt x="16898" y="14780"/>
                  </a:lnTo>
                  <a:lnTo>
                    <a:pt x="16460" y="14723"/>
                  </a:lnTo>
                  <a:lnTo>
                    <a:pt x="15975" y="14714"/>
                  </a:lnTo>
                  <a:lnTo>
                    <a:pt x="15757" y="14386"/>
                  </a:lnTo>
                  <a:lnTo>
                    <a:pt x="15911" y="13919"/>
                  </a:lnTo>
                  <a:lnTo>
                    <a:pt x="15633" y="13762"/>
                  </a:lnTo>
                  <a:lnTo>
                    <a:pt x="15396" y="13777"/>
                  </a:lnTo>
                  <a:lnTo>
                    <a:pt x="15133" y="13340"/>
                  </a:lnTo>
                  <a:lnTo>
                    <a:pt x="14966" y="12964"/>
                  </a:lnTo>
                  <a:lnTo>
                    <a:pt x="15579" y="12558"/>
                  </a:lnTo>
                  <a:lnTo>
                    <a:pt x="15968" y="12188"/>
                  </a:lnTo>
                  <a:lnTo>
                    <a:pt x="15892" y="11799"/>
                  </a:lnTo>
                  <a:lnTo>
                    <a:pt x="15623" y="11664"/>
                  </a:lnTo>
                  <a:lnTo>
                    <a:pt x="15893" y="11211"/>
                  </a:lnTo>
                  <a:lnTo>
                    <a:pt x="16147" y="10843"/>
                  </a:lnTo>
                  <a:lnTo>
                    <a:pt x="16577" y="10966"/>
                  </a:lnTo>
                  <a:lnTo>
                    <a:pt x="16679" y="11403"/>
                  </a:lnTo>
                  <a:lnTo>
                    <a:pt x="17003" y="11510"/>
                  </a:lnTo>
                  <a:lnTo>
                    <a:pt x="17298" y="11190"/>
                  </a:lnTo>
                  <a:lnTo>
                    <a:pt x="17610" y="11210"/>
                  </a:lnTo>
                  <a:lnTo>
                    <a:pt x="17775" y="11515"/>
                  </a:lnTo>
                  <a:lnTo>
                    <a:pt x="17939" y="11938"/>
                  </a:lnTo>
                  <a:lnTo>
                    <a:pt x="18360" y="11970"/>
                  </a:lnTo>
                  <a:lnTo>
                    <a:pt x="18895" y="11647"/>
                  </a:lnTo>
                  <a:lnTo>
                    <a:pt x="19294" y="11078"/>
                  </a:lnTo>
                  <a:lnTo>
                    <a:pt x="19504" y="10462"/>
                  </a:lnTo>
                  <a:lnTo>
                    <a:pt x="19437" y="10038"/>
                  </a:lnTo>
                  <a:lnTo>
                    <a:pt x="19765" y="9912"/>
                  </a:lnTo>
                  <a:lnTo>
                    <a:pt x="20045" y="9965"/>
                  </a:lnTo>
                  <a:lnTo>
                    <a:pt x="20346" y="9653"/>
                  </a:lnTo>
                  <a:lnTo>
                    <a:pt x="20578" y="9199"/>
                  </a:lnTo>
                  <a:lnTo>
                    <a:pt x="20805" y="8702"/>
                  </a:lnTo>
                  <a:lnTo>
                    <a:pt x="21033" y="8230"/>
                  </a:lnTo>
                  <a:lnTo>
                    <a:pt x="21371" y="7836"/>
                  </a:lnTo>
                  <a:lnTo>
                    <a:pt x="21600" y="7584"/>
                  </a:lnTo>
                  <a:lnTo>
                    <a:pt x="21311" y="7383"/>
                  </a:lnTo>
                  <a:lnTo>
                    <a:pt x="21099" y="7195"/>
                  </a:lnTo>
                  <a:lnTo>
                    <a:pt x="21337" y="6896"/>
                  </a:lnTo>
                  <a:lnTo>
                    <a:pt x="21395" y="6702"/>
                  </a:lnTo>
                  <a:lnTo>
                    <a:pt x="21377" y="6384"/>
                  </a:lnTo>
                  <a:lnTo>
                    <a:pt x="21091" y="6070"/>
                  </a:lnTo>
                  <a:lnTo>
                    <a:pt x="20813" y="6370"/>
                  </a:lnTo>
                  <a:lnTo>
                    <a:pt x="20514" y="6345"/>
                  </a:lnTo>
                  <a:lnTo>
                    <a:pt x="19923" y="5837"/>
                  </a:lnTo>
                  <a:lnTo>
                    <a:pt x="19441" y="5544"/>
                  </a:lnTo>
                  <a:lnTo>
                    <a:pt x="19180" y="5813"/>
                  </a:lnTo>
                  <a:lnTo>
                    <a:pt x="18818" y="5317"/>
                  </a:lnTo>
                  <a:lnTo>
                    <a:pt x="18587" y="4931"/>
                  </a:lnTo>
                  <a:lnTo>
                    <a:pt x="18138" y="4812"/>
                  </a:lnTo>
                  <a:lnTo>
                    <a:pt x="17600" y="4854"/>
                  </a:lnTo>
                  <a:lnTo>
                    <a:pt x="17353" y="5005"/>
                  </a:lnTo>
                  <a:lnTo>
                    <a:pt x="16859" y="4556"/>
                  </a:lnTo>
                  <a:lnTo>
                    <a:pt x="16394" y="4661"/>
                  </a:lnTo>
                  <a:lnTo>
                    <a:pt x="16096" y="4824"/>
                  </a:lnTo>
                  <a:lnTo>
                    <a:pt x="15682" y="4533"/>
                  </a:lnTo>
                  <a:lnTo>
                    <a:pt x="15246" y="4887"/>
                  </a:lnTo>
                  <a:lnTo>
                    <a:pt x="14861" y="4937"/>
                  </a:lnTo>
                  <a:lnTo>
                    <a:pt x="13661" y="4403"/>
                  </a:lnTo>
                  <a:lnTo>
                    <a:pt x="13843" y="4081"/>
                  </a:lnTo>
                  <a:lnTo>
                    <a:pt x="13905" y="3601"/>
                  </a:lnTo>
                  <a:lnTo>
                    <a:pt x="13314" y="2410"/>
                  </a:lnTo>
                  <a:lnTo>
                    <a:pt x="12966" y="2169"/>
                  </a:lnTo>
                  <a:lnTo>
                    <a:pt x="12372" y="2044"/>
                  </a:lnTo>
                  <a:lnTo>
                    <a:pt x="11609" y="1696"/>
                  </a:lnTo>
                  <a:lnTo>
                    <a:pt x="11623" y="993"/>
                  </a:lnTo>
                  <a:lnTo>
                    <a:pt x="11346" y="588"/>
                  </a:lnTo>
                  <a:lnTo>
                    <a:pt x="10875" y="219"/>
                  </a:lnTo>
                  <a:lnTo>
                    <a:pt x="10539" y="626"/>
                  </a:lnTo>
                  <a:lnTo>
                    <a:pt x="9997" y="1004"/>
                  </a:lnTo>
                  <a:lnTo>
                    <a:pt x="9568" y="1276"/>
                  </a:lnTo>
                  <a:lnTo>
                    <a:pt x="9632" y="1858"/>
                  </a:lnTo>
                  <a:lnTo>
                    <a:pt x="10010" y="2248"/>
                  </a:lnTo>
                  <a:lnTo>
                    <a:pt x="9829" y="2700"/>
                  </a:lnTo>
                  <a:lnTo>
                    <a:pt x="9541" y="2701"/>
                  </a:lnTo>
                  <a:lnTo>
                    <a:pt x="9147" y="3200"/>
                  </a:lnTo>
                  <a:lnTo>
                    <a:pt x="8957" y="3012"/>
                  </a:lnTo>
                  <a:lnTo>
                    <a:pt x="9119" y="2618"/>
                  </a:lnTo>
                  <a:lnTo>
                    <a:pt x="8958" y="2053"/>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36" name="Shape 188"/>
            <p:cNvSpPr/>
            <p:nvPr/>
          </p:nvSpPr>
          <p:spPr>
            <a:xfrm>
              <a:off x="8601051" y="8056213"/>
              <a:ext cx="1585444" cy="1545768"/>
            </a:xfrm>
            <a:custGeom>
              <a:avLst/>
              <a:gdLst/>
              <a:ahLst/>
              <a:cxnLst>
                <a:cxn ang="0">
                  <a:pos x="wd2" y="hd2"/>
                </a:cxn>
                <a:cxn ang="5400000">
                  <a:pos x="wd2" y="hd2"/>
                </a:cxn>
                <a:cxn ang="10800000">
                  <a:pos x="wd2" y="hd2"/>
                </a:cxn>
                <a:cxn ang="16200000">
                  <a:pos x="wd2" y="hd2"/>
                </a:cxn>
              </a:cxnLst>
              <a:rect l="0" t="0" r="r" b="b"/>
              <a:pathLst>
                <a:path w="21600" h="21600" extrusionOk="0">
                  <a:moveTo>
                    <a:pt x="19203" y="2687"/>
                  </a:moveTo>
                  <a:lnTo>
                    <a:pt x="19674" y="2718"/>
                  </a:lnTo>
                  <a:lnTo>
                    <a:pt x="19725" y="3511"/>
                  </a:lnTo>
                  <a:lnTo>
                    <a:pt x="20333" y="3934"/>
                  </a:lnTo>
                  <a:lnTo>
                    <a:pt x="21076" y="4342"/>
                  </a:lnTo>
                  <a:lnTo>
                    <a:pt x="21496" y="4876"/>
                  </a:lnTo>
                  <a:lnTo>
                    <a:pt x="21600" y="5783"/>
                  </a:lnTo>
                  <a:lnTo>
                    <a:pt x="21481" y="6788"/>
                  </a:lnTo>
                  <a:lnTo>
                    <a:pt x="21344" y="7882"/>
                  </a:lnTo>
                  <a:lnTo>
                    <a:pt x="20686" y="7656"/>
                  </a:lnTo>
                  <a:lnTo>
                    <a:pt x="20251" y="7312"/>
                  </a:lnTo>
                  <a:lnTo>
                    <a:pt x="19618" y="7853"/>
                  </a:lnTo>
                  <a:lnTo>
                    <a:pt x="19070" y="8441"/>
                  </a:lnTo>
                  <a:lnTo>
                    <a:pt x="18419" y="9083"/>
                  </a:lnTo>
                  <a:lnTo>
                    <a:pt x="17935" y="9355"/>
                  </a:lnTo>
                  <a:lnTo>
                    <a:pt x="17699" y="8748"/>
                  </a:lnTo>
                  <a:lnTo>
                    <a:pt x="17306" y="9147"/>
                  </a:lnTo>
                  <a:lnTo>
                    <a:pt x="16839" y="9031"/>
                  </a:lnTo>
                  <a:lnTo>
                    <a:pt x="16515" y="8547"/>
                  </a:lnTo>
                  <a:lnTo>
                    <a:pt x="16049" y="8861"/>
                  </a:lnTo>
                  <a:lnTo>
                    <a:pt x="15703" y="9129"/>
                  </a:lnTo>
                  <a:lnTo>
                    <a:pt x="14575" y="9243"/>
                  </a:lnTo>
                  <a:lnTo>
                    <a:pt x="13874" y="9650"/>
                  </a:lnTo>
                  <a:lnTo>
                    <a:pt x="14615" y="10280"/>
                  </a:lnTo>
                  <a:lnTo>
                    <a:pt x="14703" y="11334"/>
                  </a:lnTo>
                  <a:lnTo>
                    <a:pt x="14325" y="12075"/>
                  </a:lnTo>
                  <a:lnTo>
                    <a:pt x="13834" y="12564"/>
                  </a:lnTo>
                  <a:lnTo>
                    <a:pt x="14315" y="13390"/>
                  </a:lnTo>
                  <a:lnTo>
                    <a:pt x="14704" y="12741"/>
                  </a:lnTo>
                  <a:lnTo>
                    <a:pt x="15246" y="12525"/>
                  </a:lnTo>
                  <a:lnTo>
                    <a:pt x="15349" y="13371"/>
                  </a:lnTo>
                  <a:lnTo>
                    <a:pt x="16037" y="13686"/>
                  </a:lnTo>
                  <a:lnTo>
                    <a:pt x="16082" y="14482"/>
                  </a:lnTo>
                  <a:lnTo>
                    <a:pt x="16438" y="15251"/>
                  </a:lnTo>
                  <a:lnTo>
                    <a:pt x="17019" y="15011"/>
                  </a:lnTo>
                  <a:lnTo>
                    <a:pt x="17068" y="15859"/>
                  </a:lnTo>
                  <a:lnTo>
                    <a:pt x="17703" y="16235"/>
                  </a:lnTo>
                  <a:lnTo>
                    <a:pt x="17807" y="16973"/>
                  </a:lnTo>
                  <a:lnTo>
                    <a:pt x="17415" y="17582"/>
                  </a:lnTo>
                  <a:lnTo>
                    <a:pt x="17886" y="18158"/>
                  </a:lnTo>
                  <a:lnTo>
                    <a:pt x="17542" y="18800"/>
                  </a:lnTo>
                  <a:lnTo>
                    <a:pt x="17305" y="19367"/>
                  </a:lnTo>
                  <a:lnTo>
                    <a:pt x="17710" y="19773"/>
                  </a:lnTo>
                  <a:lnTo>
                    <a:pt x="17115" y="20214"/>
                  </a:lnTo>
                  <a:lnTo>
                    <a:pt x="17026" y="21088"/>
                  </a:lnTo>
                  <a:lnTo>
                    <a:pt x="16608" y="21600"/>
                  </a:lnTo>
                  <a:lnTo>
                    <a:pt x="16075" y="21221"/>
                  </a:lnTo>
                  <a:lnTo>
                    <a:pt x="15913" y="20784"/>
                  </a:lnTo>
                  <a:lnTo>
                    <a:pt x="15444" y="21061"/>
                  </a:lnTo>
                  <a:lnTo>
                    <a:pt x="15427" y="20188"/>
                  </a:lnTo>
                  <a:lnTo>
                    <a:pt x="15383" y="19331"/>
                  </a:lnTo>
                  <a:lnTo>
                    <a:pt x="14949" y="19732"/>
                  </a:lnTo>
                  <a:lnTo>
                    <a:pt x="14651" y="20422"/>
                  </a:lnTo>
                  <a:lnTo>
                    <a:pt x="14412" y="20016"/>
                  </a:lnTo>
                  <a:lnTo>
                    <a:pt x="14723" y="19308"/>
                  </a:lnTo>
                  <a:lnTo>
                    <a:pt x="14655" y="18883"/>
                  </a:lnTo>
                  <a:lnTo>
                    <a:pt x="14038" y="18922"/>
                  </a:lnTo>
                  <a:lnTo>
                    <a:pt x="13626" y="18340"/>
                  </a:lnTo>
                  <a:lnTo>
                    <a:pt x="13661" y="17412"/>
                  </a:lnTo>
                  <a:lnTo>
                    <a:pt x="13460" y="16680"/>
                  </a:lnTo>
                  <a:lnTo>
                    <a:pt x="12714" y="16943"/>
                  </a:lnTo>
                  <a:lnTo>
                    <a:pt x="12047" y="16975"/>
                  </a:lnTo>
                  <a:lnTo>
                    <a:pt x="11464" y="17175"/>
                  </a:lnTo>
                  <a:lnTo>
                    <a:pt x="10999" y="16549"/>
                  </a:lnTo>
                  <a:lnTo>
                    <a:pt x="10770" y="16139"/>
                  </a:lnTo>
                  <a:lnTo>
                    <a:pt x="9975" y="16110"/>
                  </a:lnTo>
                  <a:lnTo>
                    <a:pt x="9169" y="16186"/>
                  </a:lnTo>
                  <a:lnTo>
                    <a:pt x="9373" y="16970"/>
                  </a:lnTo>
                  <a:lnTo>
                    <a:pt x="9669" y="17590"/>
                  </a:lnTo>
                  <a:lnTo>
                    <a:pt x="9158" y="17784"/>
                  </a:lnTo>
                  <a:lnTo>
                    <a:pt x="8686" y="17855"/>
                  </a:lnTo>
                  <a:lnTo>
                    <a:pt x="8135" y="17398"/>
                  </a:lnTo>
                  <a:lnTo>
                    <a:pt x="7730" y="17718"/>
                  </a:lnTo>
                  <a:lnTo>
                    <a:pt x="7513" y="18258"/>
                  </a:lnTo>
                  <a:lnTo>
                    <a:pt x="6800" y="17688"/>
                  </a:lnTo>
                  <a:lnTo>
                    <a:pt x="6667" y="18342"/>
                  </a:lnTo>
                  <a:lnTo>
                    <a:pt x="6838" y="18945"/>
                  </a:lnTo>
                  <a:lnTo>
                    <a:pt x="6455" y="19441"/>
                  </a:lnTo>
                  <a:lnTo>
                    <a:pt x="5957" y="19439"/>
                  </a:lnTo>
                  <a:lnTo>
                    <a:pt x="6027" y="18468"/>
                  </a:lnTo>
                  <a:lnTo>
                    <a:pt x="5674" y="17710"/>
                  </a:lnTo>
                  <a:lnTo>
                    <a:pt x="5497" y="18485"/>
                  </a:lnTo>
                  <a:lnTo>
                    <a:pt x="5405" y="19144"/>
                  </a:lnTo>
                  <a:lnTo>
                    <a:pt x="4594" y="18780"/>
                  </a:lnTo>
                  <a:lnTo>
                    <a:pt x="4337" y="17915"/>
                  </a:lnTo>
                  <a:lnTo>
                    <a:pt x="4350" y="17315"/>
                  </a:lnTo>
                  <a:lnTo>
                    <a:pt x="2402" y="17120"/>
                  </a:lnTo>
                  <a:lnTo>
                    <a:pt x="1742" y="16343"/>
                  </a:lnTo>
                  <a:lnTo>
                    <a:pt x="2093" y="15475"/>
                  </a:lnTo>
                  <a:lnTo>
                    <a:pt x="1741" y="15259"/>
                  </a:lnTo>
                  <a:lnTo>
                    <a:pt x="1143" y="15288"/>
                  </a:lnTo>
                  <a:lnTo>
                    <a:pt x="0" y="13307"/>
                  </a:lnTo>
                  <a:lnTo>
                    <a:pt x="1454" y="12638"/>
                  </a:lnTo>
                  <a:lnTo>
                    <a:pt x="2353" y="11821"/>
                  </a:lnTo>
                  <a:lnTo>
                    <a:pt x="2192" y="11313"/>
                  </a:lnTo>
                  <a:lnTo>
                    <a:pt x="1503" y="10980"/>
                  </a:lnTo>
                  <a:lnTo>
                    <a:pt x="2800" y="8964"/>
                  </a:lnTo>
                  <a:lnTo>
                    <a:pt x="4164" y="9223"/>
                  </a:lnTo>
                  <a:lnTo>
                    <a:pt x="4224" y="10187"/>
                  </a:lnTo>
                  <a:lnTo>
                    <a:pt x="4779" y="10287"/>
                  </a:lnTo>
                  <a:lnTo>
                    <a:pt x="5286" y="9806"/>
                  </a:lnTo>
                  <a:lnTo>
                    <a:pt x="6250" y="9830"/>
                  </a:lnTo>
                  <a:lnTo>
                    <a:pt x="6900" y="11210"/>
                  </a:lnTo>
                  <a:lnTo>
                    <a:pt x="7584" y="11355"/>
                  </a:lnTo>
                  <a:lnTo>
                    <a:pt x="8668" y="10686"/>
                  </a:lnTo>
                  <a:lnTo>
                    <a:pt x="9725" y="9107"/>
                  </a:lnTo>
                  <a:lnTo>
                    <a:pt x="9873" y="7561"/>
                  </a:lnTo>
                  <a:lnTo>
                    <a:pt x="10700" y="7116"/>
                  </a:lnTo>
                  <a:lnTo>
                    <a:pt x="11402" y="7157"/>
                  </a:lnTo>
                  <a:lnTo>
                    <a:pt x="12058" y="6321"/>
                  </a:lnTo>
                  <a:lnTo>
                    <a:pt x="13189" y="4027"/>
                  </a:lnTo>
                  <a:lnTo>
                    <a:pt x="14350" y="2847"/>
                  </a:lnTo>
                  <a:lnTo>
                    <a:pt x="13344" y="2107"/>
                  </a:lnTo>
                  <a:lnTo>
                    <a:pt x="13839" y="1360"/>
                  </a:lnTo>
                  <a:lnTo>
                    <a:pt x="14005" y="376"/>
                  </a:lnTo>
                  <a:lnTo>
                    <a:pt x="14335" y="0"/>
                  </a:lnTo>
                  <a:lnTo>
                    <a:pt x="15391" y="510"/>
                  </a:lnTo>
                  <a:lnTo>
                    <a:pt x="17168" y="1734"/>
                  </a:lnTo>
                  <a:lnTo>
                    <a:pt x="18203" y="2454"/>
                  </a:lnTo>
                  <a:lnTo>
                    <a:pt x="19203" y="2687"/>
                  </a:lnTo>
                  <a:close/>
                </a:path>
              </a:pathLst>
            </a:custGeom>
            <a:solidFill>
              <a:srgbClr val="0326A0"/>
            </a:solid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37" name="Shape 189"/>
            <p:cNvSpPr/>
            <p:nvPr/>
          </p:nvSpPr>
          <p:spPr>
            <a:xfrm>
              <a:off x="9593787" y="7685790"/>
              <a:ext cx="2527793" cy="1543429"/>
            </a:xfrm>
            <a:custGeom>
              <a:avLst/>
              <a:gdLst/>
              <a:ahLst/>
              <a:cxnLst>
                <a:cxn ang="0">
                  <a:pos x="wd2" y="hd2"/>
                </a:cxn>
                <a:cxn ang="5400000">
                  <a:pos x="wd2" y="hd2"/>
                </a:cxn>
                <a:cxn ang="10800000">
                  <a:pos x="wd2" y="hd2"/>
                </a:cxn>
                <a:cxn ang="16200000">
                  <a:pos x="wd2" y="hd2"/>
                </a:cxn>
              </a:cxnLst>
              <a:rect l="0" t="0" r="r" b="b"/>
              <a:pathLst>
                <a:path w="21600" h="21600" extrusionOk="0">
                  <a:moveTo>
                    <a:pt x="7229" y="2"/>
                  </a:moveTo>
                  <a:lnTo>
                    <a:pt x="6913" y="672"/>
                  </a:lnTo>
                  <a:lnTo>
                    <a:pt x="6585" y="795"/>
                  </a:lnTo>
                  <a:lnTo>
                    <a:pt x="6236" y="0"/>
                  </a:lnTo>
                  <a:lnTo>
                    <a:pt x="5820" y="273"/>
                  </a:lnTo>
                  <a:lnTo>
                    <a:pt x="5048" y="310"/>
                  </a:lnTo>
                  <a:lnTo>
                    <a:pt x="4578" y="329"/>
                  </a:lnTo>
                  <a:lnTo>
                    <a:pt x="4064" y="325"/>
                  </a:lnTo>
                  <a:lnTo>
                    <a:pt x="3627" y="48"/>
                  </a:lnTo>
                  <a:lnTo>
                    <a:pt x="3294" y="460"/>
                  </a:lnTo>
                  <a:lnTo>
                    <a:pt x="3281" y="1157"/>
                  </a:lnTo>
                  <a:lnTo>
                    <a:pt x="3847" y="1490"/>
                  </a:lnTo>
                  <a:lnTo>
                    <a:pt x="3986" y="2202"/>
                  </a:lnTo>
                  <a:lnTo>
                    <a:pt x="4457" y="2474"/>
                  </a:lnTo>
                  <a:lnTo>
                    <a:pt x="4911" y="2437"/>
                  </a:lnTo>
                  <a:lnTo>
                    <a:pt x="5213" y="2815"/>
                  </a:lnTo>
                  <a:lnTo>
                    <a:pt x="5180" y="3376"/>
                  </a:lnTo>
                  <a:lnTo>
                    <a:pt x="4820" y="3624"/>
                  </a:lnTo>
                  <a:lnTo>
                    <a:pt x="4234" y="3752"/>
                  </a:lnTo>
                  <a:lnTo>
                    <a:pt x="3789" y="3679"/>
                  </a:lnTo>
                  <a:lnTo>
                    <a:pt x="3433" y="4211"/>
                  </a:lnTo>
                  <a:lnTo>
                    <a:pt x="3368" y="4922"/>
                  </a:lnTo>
                  <a:lnTo>
                    <a:pt x="3484" y="5751"/>
                  </a:lnTo>
                  <a:lnTo>
                    <a:pt x="3508" y="6836"/>
                  </a:lnTo>
                  <a:lnTo>
                    <a:pt x="3529" y="8112"/>
                  </a:lnTo>
                  <a:lnTo>
                    <a:pt x="3812" y="8686"/>
                  </a:lnTo>
                  <a:lnTo>
                    <a:pt x="3981" y="9174"/>
                  </a:lnTo>
                  <a:lnTo>
                    <a:pt x="4527" y="9665"/>
                  </a:lnTo>
                  <a:lnTo>
                    <a:pt x="4867" y="10263"/>
                  </a:lnTo>
                  <a:lnTo>
                    <a:pt x="4958" y="10894"/>
                  </a:lnTo>
                  <a:lnTo>
                    <a:pt x="4841" y="12834"/>
                  </a:lnTo>
                  <a:lnTo>
                    <a:pt x="4520" y="12689"/>
                  </a:lnTo>
                  <a:lnTo>
                    <a:pt x="4274" y="12213"/>
                  </a:lnTo>
                  <a:lnTo>
                    <a:pt x="3583" y="13109"/>
                  </a:lnTo>
                  <a:lnTo>
                    <a:pt x="2904" y="14333"/>
                  </a:lnTo>
                  <a:lnTo>
                    <a:pt x="2715" y="13713"/>
                  </a:lnTo>
                  <a:lnTo>
                    <a:pt x="2344" y="14152"/>
                  </a:lnTo>
                  <a:lnTo>
                    <a:pt x="2124" y="13978"/>
                  </a:lnTo>
                  <a:lnTo>
                    <a:pt x="1971" y="13447"/>
                  </a:lnTo>
                  <a:lnTo>
                    <a:pt x="1382" y="14112"/>
                  </a:lnTo>
                  <a:lnTo>
                    <a:pt x="663" y="14248"/>
                  </a:lnTo>
                  <a:lnTo>
                    <a:pt x="0" y="14917"/>
                  </a:lnTo>
                  <a:lnTo>
                    <a:pt x="632" y="15709"/>
                  </a:lnTo>
                  <a:lnTo>
                    <a:pt x="667" y="16564"/>
                  </a:lnTo>
                  <a:lnTo>
                    <a:pt x="66" y="17785"/>
                  </a:lnTo>
                  <a:lnTo>
                    <a:pt x="605" y="19147"/>
                  </a:lnTo>
                  <a:lnTo>
                    <a:pt x="968" y="18219"/>
                  </a:lnTo>
                  <a:lnTo>
                    <a:pt x="1023" y="18776"/>
                  </a:lnTo>
                  <a:lnTo>
                    <a:pt x="1369" y="19110"/>
                  </a:lnTo>
                  <a:lnTo>
                    <a:pt x="1427" y="19849"/>
                  </a:lnTo>
                  <a:lnTo>
                    <a:pt x="1647" y="20546"/>
                  </a:lnTo>
                  <a:cubicBezTo>
                    <a:pt x="1546" y="20779"/>
                    <a:pt x="1733" y="21054"/>
                    <a:pt x="1864" y="20865"/>
                  </a:cubicBezTo>
                  <a:cubicBezTo>
                    <a:pt x="1939" y="20755"/>
                    <a:pt x="1974" y="20471"/>
                    <a:pt x="2066" y="20592"/>
                  </a:cubicBezTo>
                  <a:cubicBezTo>
                    <a:pt x="2108" y="20646"/>
                    <a:pt x="2082" y="20744"/>
                    <a:pt x="2064" y="20831"/>
                  </a:cubicBezTo>
                  <a:cubicBezTo>
                    <a:pt x="2040" y="20947"/>
                    <a:pt x="2046" y="21075"/>
                    <a:pt x="2081" y="21183"/>
                  </a:cubicBezTo>
                  <a:lnTo>
                    <a:pt x="2652" y="21495"/>
                  </a:lnTo>
                  <a:lnTo>
                    <a:pt x="2825" y="20520"/>
                  </a:lnTo>
                  <a:lnTo>
                    <a:pt x="3070" y="19385"/>
                  </a:lnTo>
                  <a:lnTo>
                    <a:pt x="3514" y="18966"/>
                  </a:lnTo>
                  <a:lnTo>
                    <a:pt x="3893" y="18762"/>
                  </a:lnTo>
                  <a:lnTo>
                    <a:pt x="4238" y="18231"/>
                  </a:lnTo>
                  <a:lnTo>
                    <a:pt x="5184" y="18578"/>
                  </a:lnTo>
                  <a:lnTo>
                    <a:pt x="6028" y="18882"/>
                  </a:lnTo>
                  <a:lnTo>
                    <a:pt x="6684" y="17969"/>
                  </a:lnTo>
                  <a:lnTo>
                    <a:pt x="6024" y="17365"/>
                  </a:lnTo>
                  <a:lnTo>
                    <a:pt x="6300" y="16553"/>
                  </a:lnTo>
                  <a:lnTo>
                    <a:pt x="6895" y="16792"/>
                  </a:lnTo>
                  <a:lnTo>
                    <a:pt x="7692" y="16475"/>
                  </a:lnTo>
                  <a:lnTo>
                    <a:pt x="8159" y="17010"/>
                  </a:lnTo>
                  <a:lnTo>
                    <a:pt x="8628" y="17378"/>
                  </a:lnTo>
                  <a:lnTo>
                    <a:pt x="9200" y="17380"/>
                  </a:lnTo>
                  <a:lnTo>
                    <a:pt x="9949" y="17576"/>
                  </a:lnTo>
                  <a:lnTo>
                    <a:pt x="10408" y="18283"/>
                  </a:lnTo>
                  <a:lnTo>
                    <a:pt x="10732" y="18997"/>
                  </a:lnTo>
                  <a:lnTo>
                    <a:pt x="11162" y="19407"/>
                  </a:lnTo>
                  <a:lnTo>
                    <a:pt x="11480" y="19081"/>
                  </a:lnTo>
                  <a:lnTo>
                    <a:pt x="11779" y="18934"/>
                  </a:lnTo>
                  <a:lnTo>
                    <a:pt x="12261" y="18565"/>
                  </a:lnTo>
                  <a:lnTo>
                    <a:pt x="12448" y="18013"/>
                  </a:lnTo>
                  <a:lnTo>
                    <a:pt x="12991" y="18085"/>
                  </a:lnTo>
                  <a:lnTo>
                    <a:pt x="12916" y="18864"/>
                  </a:lnTo>
                  <a:lnTo>
                    <a:pt x="12736" y="19385"/>
                  </a:lnTo>
                  <a:lnTo>
                    <a:pt x="13237" y="19686"/>
                  </a:lnTo>
                  <a:lnTo>
                    <a:pt x="13616" y="19356"/>
                  </a:lnTo>
                  <a:lnTo>
                    <a:pt x="13838" y="18436"/>
                  </a:lnTo>
                  <a:lnTo>
                    <a:pt x="14063" y="18052"/>
                  </a:lnTo>
                  <a:lnTo>
                    <a:pt x="14375" y="17311"/>
                  </a:lnTo>
                  <a:lnTo>
                    <a:pt x="14719" y="17432"/>
                  </a:lnTo>
                  <a:lnTo>
                    <a:pt x="14443" y="18305"/>
                  </a:lnTo>
                  <a:lnTo>
                    <a:pt x="14886" y="18673"/>
                  </a:lnTo>
                  <a:lnTo>
                    <a:pt x="15217" y="19086"/>
                  </a:lnTo>
                  <a:lnTo>
                    <a:pt x="15027" y="19669"/>
                  </a:lnTo>
                  <a:lnTo>
                    <a:pt x="14794" y="20305"/>
                  </a:lnTo>
                  <a:lnTo>
                    <a:pt x="14903" y="21058"/>
                  </a:lnTo>
                  <a:lnTo>
                    <a:pt x="15094" y="21600"/>
                  </a:lnTo>
                  <a:lnTo>
                    <a:pt x="15616" y="21595"/>
                  </a:lnTo>
                  <a:lnTo>
                    <a:pt x="15884" y="20957"/>
                  </a:lnTo>
                  <a:lnTo>
                    <a:pt x="16289" y="20636"/>
                  </a:lnTo>
                  <a:lnTo>
                    <a:pt x="16667" y="19974"/>
                  </a:lnTo>
                  <a:lnTo>
                    <a:pt x="17163" y="20003"/>
                  </a:lnTo>
                  <a:lnTo>
                    <a:pt x="17711" y="19551"/>
                  </a:lnTo>
                  <a:lnTo>
                    <a:pt x="18114" y="19378"/>
                  </a:lnTo>
                  <a:lnTo>
                    <a:pt x="18407" y="18585"/>
                  </a:lnTo>
                  <a:lnTo>
                    <a:pt x="18845" y="18865"/>
                  </a:lnTo>
                  <a:lnTo>
                    <a:pt x="19092" y="18185"/>
                  </a:lnTo>
                  <a:lnTo>
                    <a:pt x="19609" y="17989"/>
                  </a:lnTo>
                  <a:lnTo>
                    <a:pt x="19865" y="17324"/>
                  </a:lnTo>
                  <a:lnTo>
                    <a:pt x="20503" y="17140"/>
                  </a:lnTo>
                  <a:lnTo>
                    <a:pt x="21176" y="17283"/>
                  </a:lnTo>
                  <a:lnTo>
                    <a:pt x="21600" y="16970"/>
                  </a:lnTo>
                  <a:lnTo>
                    <a:pt x="21484" y="16205"/>
                  </a:lnTo>
                  <a:lnTo>
                    <a:pt x="21426" y="15405"/>
                  </a:lnTo>
                  <a:lnTo>
                    <a:pt x="21182" y="14868"/>
                  </a:lnTo>
                  <a:lnTo>
                    <a:pt x="20835" y="14829"/>
                  </a:lnTo>
                  <a:lnTo>
                    <a:pt x="21033" y="14130"/>
                  </a:lnTo>
                  <a:lnTo>
                    <a:pt x="20806" y="13583"/>
                  </a:lnTo>
                  <a:lnTo>
                    <a:pt x="20505" y="13116"/>
                  </a:lnTo>
                  <a:lnTo>
                    <a:pt x="20404" y="12510"/>
                  </a:lnTo>
                  <a:lnTo>
                    <a:pt x="20691" y="12061"/>
                  </a:lnTo>
                  <a:lnTo>
                    <a:pt x="20970" y="11605"/>
                  </a:lnTo>
                  <a:lnTo>
                    <a:pt x="21230" y="10948"/>
                  </a:lnTo>
                  <a:lnTo>
                    <a:pt x="20749" y="10580"/>
                  </a:lnTo>
                  <a:lnTo>
                    <a:pt x="20248" y="10320"/>
                  </a:lnTo>
                  <a:lnTo>
                    <a:pt x="19732" y="10401"/>
                  </a:lnTo>
                  <a:lnTo>
                    <a:pt x="19376" y="9270"/>
                  </a:lnTo>
                  <a:lnTo>
                    <a:pt x="19129" y="9144"/>
                  </a:lnTo>
                  <a:lnTo>
                    <a:pt x="19169" y="7729"/>
                  </a:lnTo>
                  <a:lnTo>
                    <a:pt x="18325" y="8679"/>
                  </a:lnTo>
                  <a:lnTo>
                    <a:pt x="17744" y="8575"/>
                  </a:lnTo>
                  <a:lnTo>
                    <a:pt x="17336" y="8426"/>
                  </a:lnTo>
                  <a:lnTo>
                    <a:pt x="17395" y="7158"/>
                  </a:lnTo>
                  <a:lnTo>
                    <a:pt x="16864" y="7393"/>
                  </a:lnTo>
                  <a:lnTo>
                    <a:pt x="16118" y="6991"/>
                  </a:lnTo>
                  <a:lnTo>
                    <a:pt x="15651" y="7548"/>
                  </a:lnTo>
                  <a:lnTo>
                    <a:pt x="15558" y="6931"/>
                  </a:lnTo>
                  <a:lnTo>
                    <a:pt x="15177" y="6738"/>
                  </a:lnTo>
                  <a:lnTo>
                    <a:pt x="14804" y="5870"/>
                  </a:lnTo>
                  <a:lnTo>
                    <a:pt x="15133" y="4275"/>
                  </a:lnTo>
                  <a:lnTo>
                    <a:pt x="14592" y="3804"/>
                  </a:lnTo>
                  <a:lnTo>
                    <a:pt x="14110" y="4696"/>
                  </a:lnTo>
                  <a:lnTo>
                    <a:pt x="13801" y="4631"/>
                  </a:lnTo>
                  <a:lnTo>
                    <a:pt x="13382" y="4027"/>
                  </a:lnTo>
                  <a:lnTo>
                    <a:pt x="12066" y="4544"/>
                  </a:lnTo>
                  <a:lnTo>
                    <a:pt x="11729" y="4157"/>
                  </a:lnTo>
                  <a:lnTo>
                    <a:pt x="11141" y="4679"/>
                  </a:lnTo>
                  <a:lnTo>
                    <a:pt x="9786" y="3657"/>
                  </a:lnTo>
                  <a:lnTo>
                    <a:pt x="8658" y="2736"/>
                  </a:lnTo>
                  <a:lnTo>
                    <a:pt x="8148" y="1264"/>
                  </a:lnTo>
                  <a:cubicBezTo>
                    <a:pt x="8051" y="927"/>
                    <a:pt x="7906" y="634"/>
                    <a:pt x="7726" y="407"/>
                  </a:cubicBezTo>
                  <a:cubicBezTo>
                    <a:pt x="7578" y="220"/>
                    <a:pt x="7409" y="83"/>
                    <a:pt x="7229" y="2"/>
                  </a:cubicBez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38" name="Shape 190"/>
            <p:cNvSpPr/>
            <p:nvPr/>
          </p:nvSpPr>
          <p:spPr>
            <a:xfrm>
              <a:off x="12785612" y="0"/>
              <a:ext cx="3520702" cy="3440217"/>
            </a:xfrm>
            <a:custGeom>
              <a:avLst/>
              <a:gdLst/>
              <a:ahLst/>
              <a:cxnLst>
                <a:cxn ang="0">
                  <a:pos x="wd2" y="hd2"/>
                </a:cxn>
                <a:cxn ang="5400000">
                  <a:pos x="wd2" y="hd2"/>
                </a:cxn>
                <a:cxn ang="10800000">
                  <a:pos x="wd2" y="hd2"/>
                </a:cxn>
                <a:cxn ang="16200000">
                  <a:pos x="wd2" y="hd2"/>
                </a:cxn>
              </a:cxnLst>
              <a:rect l="0" t="0" r="r" b="b"/>
              <a:pathLst>
                <a:path w="21600" h="21600" extrusionOk="0">
                  <a:moveTo>
                    <a:pt x="2412" y="54"/>
                  </a:moveTo>
                  <a:lnTo>
                    <a:pt x="1804" y="346"/>
                  </a:lnTo>
                  <a:lnTo>
                    <a:pt x="1373" y="449"/>
                  </a:lnTo>
                  <a:lnTo>
                    <a:pt x="1095" y="393"/>
                  </a:lnTo>
                  <a:lnTo>
                    <a:pt x="775" y="632"/>
                  </a:lnTo>
                  <a:lnTo>
                    <a:pt x="108" y="781"/>
                  </a:lnTo>
                  <a:lnTo>
                    <a:pt x="591" y="1571"/>
                  </a:lnTo>
                  <a:lnTo>
                    <a:pt x="0" y="2520"/>
                  </a:lnTo>
                  <a:lnTo>
                    <a:pt x="217" y="2972"/>
                  </a:lnTo>
                  <a:lnTo>
                    <a:pt x="886" y="3250"/>
                  </a:lnTo>
                  <a:lnTo>
                    <a:pt x="1507" y="2928"/>
                  </a:lnTo>
                  <a:lnTo>
                    <a:pt x="2081" y="3302"/>
                  </a:lnTo>
                  <a:lnTo>
                    <a:pt x="2119" y="3838"/>
                  </a:lnTo>
                  <a:lnTo>
                    <a:pt x="2397" y="4688"/>
                  </a:lnTo>
                  <a:lnTo>
                    <a:pt x="2815" y="5338"/>
                  </a:lnTo>
                  <a:lnTo>
                    <a:pt x="3371" y="5719"/>
                  </a:lnTo>
                  <a:lnTo>
                    <a:pt x="3654" y="5375"/>
                  </a:lnTo>
                  <a:lnTo>
                    <a:pt x="4051" y="5314"/>
                  </a:lnTo>
                  <a:lnTo>
                    <a:pt x="4831" y="5306"/>
                  </a:lnTo>
                  <a:lnTo>
                    <a:pt x="5087" y="5039"/>
                  </a:lnTo>
                  <a:lnTo>
                    <a:pt x="5407" y="5017"/>
                  </a:lnTo>
                  <a:lnTo>
                    <a:pt x="5851" y="4213"/>
                  </a:lnTo>
                  <a:lnTo>
                    <a:pt x="6095" y="4286"/>
                  </a:lnTo>
                  <a:lnTo>
                    <a:pt x="6401" y="4702"/>
                  </a:lnTo>
                  <a:lnTo>
                    <a:pt x="6860" y="5005"/>
                  </a:lnTo>
                  <a:lnTo>
                    <a:pt x="7162" y="5400"/>
                  </a:lnTo>
                  <a:lnTo>
                    <a:pt x="7208" y="5806"/>
                  </a:lnTo>
                  <a:lnTo>
                    <a:pt x="7014" y="6231"/>
                  </a:lnTo>
                  <a:lnTo>
                    <a:pt x="6907" y="6608"/>
                  </a:lnTo>
                  <a:lnTo>
                    <a:pt x="6639" y="7080"/>
                  </a:lnTo>
                  <a:lnTo>
                    <a:pt x="6470" y="7981"/>
                  </a:lnTo>
                  <a:lnTo>
                    <a:pt x="6465" y="8607"/>
                  </a:lnTo>
                  <a:lnTo>
                    <a:pt x="6533" y="9235"/>
                  </a:lnTo>
                  <a:lnTo>
                    <a:pt x="6604" y="9573"/>
                  </a:lnTo>
                  <a:lnTo>
                    <a:pt x="6492" y="9850"/>
                  </a:lnTo>
                  <a:lnTo>
                    <a:pt x="6120" y="10022"/>
                  </a:lnTo>
                  <a:lnTo>
                    <a:pt x="5860" y="10786"/>
                  </a:lnTo>
                  <a:lnTo>
                    <a:pt x="5833" y="11671"/>
                  </a:lnTo>
                  <a:lnTo>
                    <a:pt x="5950" y="12119"/>
                  </a:lnTo>
                  <a:lnTo>
                    <a:pt x="5809" y="12263"/>
                  </a:lnTo>
                  <a:lnTo>
                    <a:pt x="5559" y="11521"/>
                  </a:lnTo>
                  <a:lnTo>
                    <a:pt x="5261" y="11712"/>
                  </a:lnTo>
                  <a:lnTo>
                    <a:pt x="4990" y="12233"/>
                  </a:lnTo>
                  <a:lnTo>
                    <a:pt x="4427" y="12946"/>
                  </a:lnTo>
                  <a:lnTo>
                    <a:pt x="4042" y="13294"/>
                  </a:lnTo>
                  <a:lnTo>
                    <a:pt x="3518" y="13849"/>
                  </a:lnTo>
                  <a:lnTo>
                    <a:pt x="3327" y="14178"/>
                  </a:lnTo>
                  <a:lnTo>
                    <a:pt x="3183" y="14808"/>
                  </a:lnTo>
                  <a:lnTo>
                    <a:pt x="3432" y="15169"/>
                  </a:lnTo>
                  <a:lnTo>
                    <a:pt x="3664" y="15366"/>
                  </a:lnTo>
                  <a:lnTo>
                    <a:pt x="3914" y="15832"/>
                  </a:lnTo>
                  <a:lnTo>
                    <a:pt x="4190" y="16053"/>
                  </a:lnTo>
                  <a:lnTo>
                    <a:pt x="4747" y="15471"/>
                  </a:lnTo>
                  <a:lnTo>
                    <a:pt x="4796" y="15719"/>
                  </a:lnTo>
                  <a:lnTo>
                    <a:pt x="5018" y="15798"/>
                  </a:lnTo>
                  <a:lnTo>
                    <a:pt x="4792" y="15981"/>
                  </a:lnTo>
                  <a:lnTo>
                    <a:pt x="4297" y="16299"/>
                  </a:lnTo>
                  <a:lnTo>
                    <a:pt x="4471" y="17043"/>
                  </a:lnTo>
                  <a:lnTo>
                    <a:pt x="4917" y="17076"/>
                  </a:lnTo>
                  <a:lnTo>
                    <a:pt x="5639" y="16798"/>
                  </a:lnTo>
                  <a:lnTo>
                    <a:pt x="5929" y="17093"/>
                  </a:lnTo>
                  <a:lnTo>
                    <a:pt x="5964" y="17494"/>
                  </a:lnTo>
                  <a:lnTo>
                    <a:pt x="6128" y="17858"/>
                  </a:lnTo>
                  <a:lnTo>
                    <a:pt x="6317" y="18158"/>
                  </a:lnTo>
                  <a:lnTo>
                    <a:pt x="6495" y="18390"/>
                  </a:lnTo>
                  <a:lnTo>
                    <a:pt x="6690" y="18568"/>
                  </a:lnTo>
                  <a:lnTo>
                    <a:pt x="7029" y="18625"/>
                  </a:lnTo>
                  <a:lnTo>
                    <a:pt x="7347" y="18512"/>
                  </a:lnTo>
                  <a:lnTo>
                    <a:pt x="7587" y="18404"/>
                  </a:lnTo>
                  <a:lnTo>
                    <a:pt x="7905" y="18570"/>
                  </a:lnTo>
                  <a:lnTo>
                    <a:pt x="8316" y="18393"/>
                  </a:lnTo>
                  <a:lnTo>
                    <a:pt x="8759" y="18247"/>
                  </a:lnTo>
                  <a:lnTo>
                    <a:pt x="8942" y="18517"/>
                  </a:lnTo>
                  <a:lnTo>
                    <a:pt x="9322" y="18749"/>
                  </a:lnTo>
                  <a:lnTo>
                    <a:pt x="9622" y="19000"/>
                  </a:lnTo>
                  <a:lnTo>
                    <a:pt x="9830" y="18777"/>
                  </a:lnTo>
                  <a:lnTo>
                    <a:pt x="10109" y="18649"/>
                  </a:lnTo>
                  <a:lnTo>
                    <a:pt x="10466" y="18583"/>
                  </a:lnTo>
                  <a:lnTo>
                    <a:pt x="10871" y="18728"/>
                  </a:lnTo>
                  <a:lnTo>
                    <a:pt x="11066" y="18893"/>
                  </a:lnTo>
                  <a:lnTo>
                    <a:pt x="11104" y="19272"/>
                  </a:lnTo>
                  <a:lnTo>
                    <a:pt x="11286" y="19695"/>
                  </a:lnTo>
                  <a:lnTo>
                    <a:pt x="11550" y="19779"/>
                  </a:lnTo>
                  <a:lnTo>
                    <a:pt x="11937" y="19731"/>
                  </a:lnTo>
                  <a:lnTo>
                    <a:pt x="12106" y="20139"/>
                  </a:lnTo>
                  <a:lnTo>
                    <a:pt x="12373" y="20520"/>
                  </a:lnTo>
                  <a:lnTo>
                    <a:pt x="12783" y="20769"/>
                  </a:lnTo>
                  <a:lnTo>
                    <a:pt x="13111" y="20619"/>
                  </a:lnTo>
                  <a:lnTo>
                    <a:pt x="13007" y="20315"/>
                  </a:lnTo>
                  <a:lnTo>
                    <a:pt x="12981" y="19957"/>
                  </a:lnTo>
                  <a:lnTo>
                    <a:pt x="13137" y="19649"/>
                  </a:lnTo>
                  <a:lnTo>
                    <a:pt x="13325" y="19481"/>
                  </a:lnTo>
                  <a:lnTo>
                    <a:pt x="13721" y="19948"/>
                  </a:lnTo>
                  <a:lnTo>
                    <a:pt x="13695" y="20420"/>
                  </a:lnTo>
                  <a:lnTo>
                    <a:pt x="13896" y="20628"/>
                  </a:lnTo>
                  <a:lnTo>
                    <a:pt x="14249" y="20976"/>
                  </a:lnTo>
                  <a:lnTo>
                    <a:pt x="14509" y="21378"/>
                  </a:lnTo>
                  <a:lnTo>
                    <a:pt x="14628" y="21600"/>
                  </a:lnTo>
                  <a:lnTo>
                    <a:pt x="14941" y="21495"/>
                  </a:lnTo>
                  <a:lnTo>
                    <a:pt x="14985" y="21294"/>
                  </a:lnTo>
                  <a:lnTo>
                    <a:pt x="14950" y="21001"/>
                  </a:lnTo>
                  <a:lnTo>
                    <a:pt x="15281" y="20790"/>
                  </a:lnTo>
                  <a:lnTo>
                    <a:pt x="15624" y="20645"/>
                  </a:lnTo>
                  <a:lnTo>
                    <a:pt x="15870" y="20440"/>
                  </a:lnTo>
                  <a:lnTo>
                    <a:pt x="15892" y="20148"/>
                  </a:lnTo>
                  <a:lnTo>
                    <a:pt x="16199" y="20202"/>
                  </a:lnTo>
                  <a:lnTo>
                    <a:pt x="16248" y="20536"/>
                  </a:lnTo>
                  <a:lnTo>
                    <a:pt x="16626" y="20288"/>
                  </a:lnTo>
                  <a:lnTo>
                    <a:pt x="16879" y="20100"/>
                  </a:lnTo>
                  <a:lnTo>
                    <a:pt x="17167" y="20708"/>
                  </a:lnTo>
                  <a:lnTo>
                    <a:pt x="17445" y="20971"/>
                  </a:lnTo>
                  <a:lnTo>
                    <a:pt x="17920" y="21125"/>
                  </a:lnTo>
                  <a:lnTo>
                    <a:pt x="18228" y="21100"/>
                  </a:lnTo>
                  <a:lnTo>
                    <a:pt x="18408" y="20902"/>
                  </a:lnTo>
                  <a:lnTo>
                    <a:pt x="18128" y="19387"/>
                  </a:lnTo>
                  <a:lnTo>
                    <a:pt x="17756" y="18611"/>
                  </a:lnTo>
                  <a:lnTo>
                    <a:pt x="17279" y="17954"/>
                  </a:lnTo>
                  <a:lnTo>
                    <a:pt x="17541" y="17695"/>
                  </a:lnTo>
                  <a:lnTo>
                    <a:pt x="17983" y="17514"/>
                  </a:lnTo>
                  <a:lnTo>
                    <a:pt x="18162" y="17250"/>
                  </a:lnTo>
                  <a:lnTo>
                    <a:pt x="18191" y="16930"/>
                  </a:lnTo>
                  <a:lnTo>
                    <a:pt x="18464" y="16614"/>
                  </a:lnTo>
                  <a:lnTo>
                    <a:pt x="18871" y="16738"/>
                  </a:lnTo>
                  <a:lnTo>
                    <a:pt x="19380" y="16655"/>
                  </a:lnTo>
                  <a:lnTo>
                    <a:pt x="19855" y="16789"/>
                  </a:lnTo>
                  <a:lnTo>
                    <a:pt x="20332" y="16761"/>
                  </a:lnTo>
                  <a:lnTo>
                    <a:pt x="20384" y="16486"/>
                  </a:lnTo>
                  <a:lnTo>
                    <a:pt x="20358" y="16087"/>
                  </a:lnTo>
                  <a:lnTo>
                    <a:pt x="20401" y="15831"/>
                  </a:lnTo>
                  <a:lnTo>
                    <a:pt x="20573" y="15489"/>
                  </a:lnTo>
                  <a:lnTo>
                    <a:pt x="20709" y="15131"/>
                  </a:lnTo>
                  <a:lnTo>
                    <a:pt x="20607" y="14745"/>
                  </a:lnTo>
                  <a:lnTo>
                    <a:pt x="20896" y="14517"/>
                  </a:lnTo>
                  <a:lnTo>
                    <a:pt x="20929" y="14258"/>
                  </a:lnTo>
                  <a:lnTo>
                    <a:pt x="20822" y="13971"/>
                  </a:lnTo>
                  <a:lnTo>
                    <a:pt x="20981" y="13750"/>
                  </a:lnTo>
                  <a:lnTo>
                    <a:pt x="20972" y="13524"/>
                  </a:lnTo>
                  <a:lnTo>
                    <a:pt x="20906" y="13251"/>
                  </a:lnTo>
                  <a:lnTo>
                    <a:pt x="20905" y="13073"/>
                  </a:lnTo>
                  <a:lnTo>
                    <a:pt x="20951" y="12870"/>
                  </a:lnTo>
                  <a:lnTo>
                    <a:pt x="20948" y="12676"/>
                  </a:lnTo>
                  <a:lnTo>
                    <a:pt x="20873" y="12369"/>
                  </a:lnTo>
                  <a:lnTo>
                    <a:pt x="20836" y="12055"/>
                  </a:lnTo>
                  <a:lnTo>
                    <a:pt x="20930" y="11887"/>
                  </a:lnTo>
                  <a:lnTo>
                    <a:pt x="21066" y="11705"/>
                  </a:lnTo>
                  <a:lnTo>
                    <a:pt x="21006" y="11472"/>
                  </a:lnTo>
                  <a:lnTo>
                    <a:pt x="20873" y="11288"/>
                  </a:lnTo>
                  <a:lnTo>
                    <a:pt x="21011" y="11059"/>
                  </a:lnTo>
                  <a:lnTo>
                    <a:pt x="21223" y="10840"/>
                  </a:lnTo>
                  <a:lnTo>
                    <a:pt x="21555" y="10448"/>
                  </a:lnTo>
                  <a:lnTo>
                    <a:pt x="21600" y="10187"/>
                  </a:lnTo>
                  <a:lnTo>
                    <a:pt x="21529" y="9836"/>
                  </a:lnTo>
                  <a:lnTo>
                    <a:pt x="21200" y="9687"/>
                  </a:lnTo>
                  <a:lnTo>
                    <a:pt x="21092" y="9450"/>
                  </a:lnTo>
                  <a:lnTo>
                    <a:pt x="21146" y="8940"/>
                  </a:lnTo>
                  <a:lnTo>
                    <a:pt x="21016" y="8717"/>
                  </a:lnTo>
                  <a:lnTo>
                    <a:pt x="20706" y="8689"/>
                  </a:lnTo>
                  <a:lnTo>
                    <a:pt x="20408" y="8892"/>
                  </a:lnTo>
                  <a:lnTo>
                    <a:pt x="19950" y="9233"/>
                  </a:lnTo>
                  <a:lnTo>
                    <a:pt x="19397" y="9714"/>
                  </a:lnTo>
                  <a:lnTo>
                    <a:pt x="18875" y="9899"/>
                  </a:lnTo>
                  <a:lnTo>
                    <a:pt x="18548" y="10254"/>
                  </a:lnTo>
                  <a:lnTo>
                    <a:pt x="18329" y="10647"/>
                  </a:lnTo>
                  <a:lnTo>
                    <a:pt x="18169" y="10922"/>
                  </a:lnTo>
                  <a:lnTo>
                    <a:pt x="17821" y="11124"/>
                  </a:lnTo>
                  <a:lnTo>
                    <a:pt x="17200" y="11366"/>
                  </a:lnTo>
                  <a:lnTo>
                    <a:pt x="16593" y="11450"/>
                  </a:lnTo>
                  <a:lnTo>
                    <a:pt x="16209" y="11443"/>
                  </a:lnTo>
                  <a:lnTo>
                    <a:pt x="15937" y="11536"/>
                  </a:lnTo>
                  <a:lnTo>
                    <a:pt x="15714" y="11140"/>
                  </a:lnTo>
                  <a:lnTo>
                    <a:pt x="15411" y="10981"/>
                  </a:lnTo>
                  <a:lnTo>
                    <a:pt x="15213" y="10709"/>
                  </a:lnTo>
                  <a:lnTo>
                    <a:pt x="15305" y="10414"/>
                  </a:lnTo>
                  <a:lnTo>
                    <a:pt x="15247" y="10093"/>
                  </a:lnTo>
                  <a:lnTo>
                    <a:pt x="15095" y="9817"/>
                  </a:lnTo>
                  <a:lnTo>
                    <a:pt x="14919" y="9602"/>
                  </a:lnTo>
                  <a:lnTo>
                    <a:pt x="14851" y="9285"/>
                  </a:lnTo>
                  <a:lnTo>
                    <a:pt x="14791" y="9020"/>
                  </a:lnTo>
                  <a:lnTo>
                    <a:pt x="14626" y="8874"/>
                  </a:lnTo>
                  <a:lnTo>
                    <a:pt x="14316" y="9052"/>
                  </a:lnTo>
                  <a:lnTo>
                    <a:pt x="13946" y="8968"/>
                  </a:lnTo>
                  <a:lnTo>
                    <a:pt x="13539" y="8789"/>
                  </a:lnTo>
                  <a:lnTo>
                    <a:pt x="13210" y="8552"/>
                  </a:lnTo>
                  <a:lnTo>
                    <a:pt x="13009" y="8375"/>
                  </a:lnTo>
                  <a:lnTo>
                    <a:pt x="13012" y="8196"/>
                  </a:lnTo>
                  <a:lnTo>
                    <a:pt x="12778" y="8158"/>
                  </a:lnTo>
                  <a:lnTo>
                    <a:pt x="12633" y="8366"/>
                  </a:lnTo>
                  <a:lnTo>
                    <a:pt x="12343" y="8425"/>
                  </a:lnTo>
                  <a:lnTo>
                    <a:pt x="12081" y="8183"/>
                  </a:lnTo>
                  <a:lnTo>
                    <a:pt x="11776" y="8070"/>
                  </a:lnTo>
                  <a:lnTo>
                    <a:pt x="11527" y="7944"/>
                  </a:lnTo>
                  <a:lnTo>
                    <a:pt x="10683" y="8214"/>
                  </a:lnTo>
                  <a:lnTo>
                    <a:pt x="10202" y="8077"/>
                  </a:lnTo>
                  <a:lnTo>
                    <a:pt x="9981" y="7919"/>
                  </a:lnTo>
                  <a:lnTo>
                    <a:pt x="9854" y="7647"/>
                  </a:lnTo>
                  <a:lnTo>
                    <a:pt x="9793" y="7336"/>
                  </a:lnTo>
                  <a:lnTo>
                    <a:pt x="9820" y="6974"/>
                  </a:lnTo>
                  <a:lnTo>
                    <a:pt x="9654" y="6766"/>
                  </a:lnTo>
                  <a:lnTo>
                    <a:pt x="9434" y="6683"/>
                  </a:lnTo>
                  <a:lnTo>
                    <a:pt x="9321" y="6300"/>
                  </a:lnTo>
                  <a:lnTo>
                    <a:pt x="9179" y="5965"/>
                  </a:lnTo>
                  <a:lnTo>
                    <a:pt x="9009" y="5595"/>
                  </a:lnTo>
                  <a:lnTo>
                    <a:pt x="8797" y="5294"/>
                  </a:lnTo>
                  <a:lnTo>
                    <a:pt x="8416" y="5095"/>
                  </a:lnTo>
                  <a:lnTo>
                    <a:pt x="8421" y="4747"/>
                  </a:lnTo>
                  <a:lnTo>
                    <a:pt x="8220" y="4602"/>
                  </a:lnTo>
                  <a:lnTo>
                    <a:pt x="8263" y="4328"/>
                  </a:lnTo>
                  <a:lnTo>
                    <a:pt x="8063" y="4050"/>
                  </a:lnTo>
                  <a:lnTo>
                    <a:pt x="7874" y="3625"/>
                  </a:lnTo>
                  <a:lnTo>
                    <a:pt x="7593" y="3275"/>
                  </a:lnTo>
                  <a:lnTo>
                    <a:pt x="7429" y="2986"/>
                  </a:lnTo>
                  <a:lnTo>
                    <a:pt x="7491" y="2689"/>
                  </a:lnTo>
                  <a:lnTo>
                    <a:pt x="7338" y="2545"/>
                  </a:lnTo>
                  <a:lnTo>
                    <a:pt x="7182" y="2524"/>
                  </a:lnTo>
                  <a:lnTo>
                    <a:pt x="7113" y="2220"/>
                  </a:lnTo>
                  <a:lnTo>
                    <a:pt x="6824" y="1974"/>
                  </a:lnTo>
                  <a:lnTo>
                    <a:pt x="6730" y="1652"/>
                  </a:lnTo>
                  <a:lnTo>
                    <a:pt x="6594" y="1384"/>
                  </a:lnTo>
                  <a:lnTo>
                    <a:pt x="6360" y="1123"/>
                  </a:lnTo>
                  <a:lnTo>
                    <a:pt x="6085" y="943"/>
                  </a:lnTo>
                  <a:lnTo>
                    <a:pt x="5816" y="767"/>
                  </a:lnTo>
                  <a:lnTo>
                    <a:pt x="5476" y="639"/>
                  </a:lnTo>
                  <a:lnTo>
                    <a:pt x="5244" y="568"/>
                  </a:lnTo>
                  <a:lnTo>
                    <a:pt x="4925" y="739"/>
                  </a:lnTo>
                  <a:lnTo>
                    <a:pt x="4695" y="620"/>
                  </a:lnTo>
                  <a:lnTo>
                    <a:pt x="4233" y="479"/>
                  </a:lnTo>
                  <a:lnTo>
                    <a:pt x="3578" y="116"/>
                  </a:lnTo>
                  <a:lnTo>
                    <a:pt x="3180" y="51"/>
                  </a:lnTo>
                  <a:lnTo>
                    <a:pt x="2727" y="0"/>
                  </a:lnTo>
                  <a:lnTo>
                    <a:pt x="2412" y="54"/>
                  </a:lnTo>
                  <a:close/>
                </a:path>
              </a:pathLst>
            </a:custGeom>
            <a:solidFill>
              <a:schemeClr val="accent2"/>
            </a:solid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39" name="Shape 191"/>
            <p:cNvSpPr/>
            <p:nvPr/>
          </p:nvSpPr>
          <p:spPr>
            <a:xfrm>
              <a:off x="13171785" y="2654073"/>
              <a:ext cx="2628695" cy="1900504"/>
            </a:xfrm>
            <a:custGeom>
              <a:avLst/>
              <a:gdLst/>
              <a:ahLst/>
              <a:cxnLst>
                <a:cxn ang="0">
                  <a:pos x="wd2" y="hd2"/>
                </a:cxn>
                <a:cxn ang="5400000">
                  <a:pos x="wd2" y="hd2"/>
                </a:cxn>
                <a:cxn ang="10800000">
                  <a:pos x="wd2" y="hd2"/>
                </a:cxn>
                <a:cxn ang="16200000">
                  <a:pos x="wd2" y="hd2"/>
                </a:cxn>
              </a:cxnLst>
              <a:rect l="0" t="0" r="r" b="b"/>
              <a:pathLst>
                <a:path w="21600" h="21600" extrusionOk="0">
                  <a:moveTo>
                    <a:pt x="21421" y="9436"/>
                  </a:moveTo>
                  <a:lnTo>
                    <a:pt x="21600" y="8343"/>
                  </a:lnTo>
                  <a:lnTo>
                    <a:pt x="21471" y="7584"/>
                  </a:lnTo>
                  <a:lnTo>
                    <a:pt x="21131" y="7849"/>
                  </a:lnTo>
                  <a:lnTo>
                    <a:pt x="20630" y="7782"/>
                  </a:lnTo>
                  <a:lnTo>
                    <a:pt x="20124" y="7564"/>
                  </a:lnTo>
                  <a:lnTo>
                    <a:pt x="19489" y="6063"/>
                  </a:lnTo>
                  <a:lnTo>
                    <a:pt x="18719" y="6687"/>
                  </a:lnTo>
                  <a:lnTo>
                    <a:pt x="18648" y="6237"/>
                  </a:lnTo>
                  <a:lnTo>
                    <a:pt x="18000" y="6046"/>
                  </a:lnTo>
                  <a:lnTo>
                    <a:pt x="17896" y="6765"/>
                  </a:lnTo>
                  <a:lnTo>
                    <a:pt x="16712" y="7754"/>
                  </a:lnTo>
                  <a:lnTo>
                    <a:pt x="16747" y="8595"/>
                  </a:lnTo>
                  <a:lnTo>
                    <a:pt x="16554" y="8451"/>
                  </a:lnTo>
                  <a:lnTo>
                    <a:pt x="16088" y="7811"/>
                  </a:lnTo>
                  <a:lnTo>
                    <a:pt x="15341" y="6769"/>
                  </a:lnTo>
                  <a:lnTo>
                    <a:pt x="15335" y="5813"/>
                  </a:lnTo>
                  <a:lnTo>
                    <a:pt x="14705" y="4764"/>
                  </a:lnTo>
                  <a:lnTo>
                    <a:pt x="14199" y="5281"/>
                  </a:lnTo>
                  <a:lnTo>
                    <a:pt x="14055" y="6489"/>
                  </a:lnTo>
                  <a:lnTo>
                    <a:pt x="14228" y="7122"/>
                  </a:lnTo>
                  <a:lnTo>
                    <a:pt x="13959" y="7136"/>
                  </a:lnTo>
                  <a:lnTo>
                    <a:pt x="13491" y="6832"/>
                  </a:lnTo>
                  <a:lnTo>
                    <a:pt x="12895" y="5285"/>
                  </a:lnTo>
                  <a:lnTo>
                    <a:pt x="12385" y="5400"/>
                  </a:lnTo>
                  <a:lnTo>
                    <a:pt x="12069" y="5193"/>
                  </a:lnTo>
                  <a:lnTo>
                    <a:pt x="11869" y="4590"/>
                  </a:lnTo>
                  <a:lnTo>
                    <a:pt x="11870" y="3876"/>
                  </a:lnTo>
                  <a:lnTo>
                    <a:pt x="11241" y="3214"/>
                  </a:lnTo>
                  <a:lnTo>
                    <a:pt x="10633" y="3123"/>
                  </a:lnTo>
                  <a:lnTo>
                    <a:pt x="10115" y="3413"/>
                  </a:lnTo>
                  <a:lnTo>
                    <a:pt x="9680" y="3757"/>
                  </a:lnTo>
                  <a:lnTo>
                    <a:pt x="9044" y="3324"/>
                  </a:lnTo>
                  <a:lnTo>
                    <a:pt x="8611" y="2670"/>
                  </a:lnTo>
                  <a:lnTo>
                    <a:pt x="8080" y="2778"/>
                  </a:lnTo>
                  <a:lnTo>
                    <a:pt x="7525" y="3083"/>
                  </a:lnTo>
                  <a:lnTo>
                    <a:pt x="7048" y="2936"/>
                  </a:lnTo>
                  <a:lnTo>
                    <a:pt x="6611" y="3083"/>
                  </a:lnTo>
                  <a:lnTo>
                    <a:pt x="5984" y="3258"/>
                  </a:lnTo>
                  <a:lnTo>
                    <a:pt x="5605" y="2896"/>
                  </a:lnTo>
                  <a:lnTo>
                    <a:pt x="5226" y="2270"/>
                  </a:lnTo>
                  <a:lnTo>
                    <a:pt x="5033" y="1725"/>
                  </a:lnTo>
                  <a:lnTo>
                    <a:pt x="4994" y="1089"/>
                  </a:lnTo>
                  <a:lnTo>
                    <a:pt x="4877" y="520"/>
                  </a:lnTo>
                  <a:lnTo>
                    <a:pt x="4318" y="0"/>
                  </a:lnTo>
                  <a:lnTo>
                    <a:pt x="3844" y="317"/>
                  </a:lnTo>
                  <a:lnTo>
                    <a:pt x="3197" y="594"/>
                  </a:lnTo>
                  <a:lnTo>
                    <a:pt x="2694" y="569"/>
                  </a:lnTo>
                  <a:lnTo>
                    <a:pt x="2618" y="1198"/>
                  </a:lnTo>
                  <a:lnTo>
                    <a:pt x="2211" y="1517"/>
                  </a:lnTo>
                  <a:lnTo>
                    <a:pt x="2238" y="2440"/>
                  </a:lnTo>
                  <a:lnTo>
                    <a:pt x="2189" y="2906"/>
                  </a:lnTo>
                  <a:lnTo>
                    <a:pt x="1904" y="2821"/>
                  </a:lnTo>
                  <a:lnTo>
                    <a:pt x="1367" y="2248"/>
                  </a:lnTo>
                  <a:lnTo>
                    <a:pt x="1162" y="2677"/>
                  </a:lnTo>
                  <a:lnTo>
                    <a:pt x="915" y="2174"/>
                  </a:lnTo>
                  <a:lnTo>
                    <a:pt x="365" y="1868"/>
                  </a:lnTo>
                  <a:lnTo>
                    <a:pt x="244" y="2799"/>
                  </a:lnTo>
                  <a:lnTo>
                    <a:pt x="0" y="3685"/>
                  </a:lnTo>
                  <a:lnTo>
                    <a:pt x="564" y="4062"/>
                  </a:lnTo>
                  <a:lnTo>
                    <a:pt x="1110" y="4917"/>
                  </a:lnTo>
                  <a:lnTo>
                    <a:pt x="1237" y="5384"/>
                  </a:lnTo>
                  <a:lnTo>
                    <a:pt x="1136" y="5940"/>
                  </a:lnTo>
                  <a:lnTo>
                    <a:pt x="1173" y="6650"/>
                  </a:lnTo>
                  <a:lnTo>
                    <a:pt x="1337" y="7571"/>
                  </a:lnTo>
                  <a:lnTo>
                    <a:pt x="1622" y="8262"/>
                  </a:lnTo>
                  <a:lnTo>
                    <a:pt x="1932" y="8953"/>
                  </a:lnTo>
                  <a:lnTo>
                    <a:pt x="2296" y="9499"/>
                  </a:lnTo>
                  <a:lnTo>
                    <a:pt x="2516" y="9411"/>
                  </a:lnTo>
                  <a:lnTo>
                    <a:pt x="3587" y="8173"/>
                  </a:lnTo>
                  <a:lnTo>
                    <a:pt x="4062" y="9188"/>
                  </a:lnTo>
                  <a:lnTo>
                    <a:pt x="4310" y="9972"/>
                  </a:lnTo>
                  <a:lnTo>
                    <a:pt x="4710" y="10800"/>
                  </a:lnTo>
                  <a:lnTo>
                    <a:pt x="4731" y="11391"/>
                  </a:lnTo>
                  <a:lnTo>
                    <a:pt x="4502" y="11710"/>
                  </a:lnTo>
                  <a:lnTo>
                    <a:pt x="4246" y="12047"/>
                  </a:lnTo>
                  <a:lnTo>
                    <a:pt x="5105" y="12640"/>
                  </a:lnTo>
                  <a:lnTo>
                    <a:pt x="5343" y="12567"/>
                  </a:lnTo>
                  <a:lnTo>
                    <a:pt x="5487" y="12086"/>
                  </a:lnTo>
                  <a:lnTo>
                    <a:pt x="6785" y="13058"/>
                  </a:lnTo>
                  <a:lnTo>
                    <a:pt x="6826" y="13811"/>
                  </a:lnTo>
                  <a:lnTo>
                    <a:pt x="7535" y="14382"/>
                  </a:lnTo>
                  <a:cubicBezTo>
                    <a:pt x="7534" y="14111"/>
                    <a:pt x="7560" y="13841"/>
                    <a:pt x="7610" y="13579"/>
                  </a:cubicBezTo>
                  <a:cubicBezTo>
                    <a:pt x="7654" y="13349"/>
                    <a:pt x="7716" y="13127"/>
                    <a:pt x="7797" y="12917"/>
                  </a:cubicBezTo>
                  <a:lnTo>
                    <a:pt x="8058" y="13067"/>
                  </a:lnTo>
                  <a:cubicBezTo>
                    <a:pt x="7966" y="13186"/>
                    <a:pt x="7900" y="13338"/>
                    <a:pt x="7867" y="13506"/>
                  </a:cubicBezTo>
                  <a:cubicBezTo>
                    <a:pt x="7836" y="13663"/>
                    <a:pt x="7835" y="13828"/>
                    <a:pt x="7865" y="13986"/>
                  </a:cubicBezTo>
                  <a:lnTo>
                    <a:pt x="8478" y="14884"/>
                  </a:lnTo>
                  <a:lnTo>
                    <a:pt x="8773" y="15693"/>
                  </a:lnTo>
                  <a:lnTo>
                    <a:pt x="9143" y="16552"/>
                  </a:lnTo>
                  <a:lnTo>
                    <a:pt x="9352" y="16888"/>
                  </a:lnTo>
                  <a:lnTo>
                    <a:pt x="9201" y="17408"/>
                  </a:lnTo>
                  <a:lnTo>
                    <a:pt x="9596" y="18291"/>
                  </a:lnTo>
                  <a:lnTo>
                    <a:pt x="9849" y="18907"/>
                  </a:lnTo>
                  <a:lnTo>
                    <a:pt x="10171" y="19397"/>
                  </a:lnTo>
                  <a:lnTo>
                    <a:pt x="10553" y="20100"/>
                  </a:lnTo>
                  <a:lnTo>
                    <a:pt x="10729" y="20548"/>
                  </a:lnTo>
                  <a:lnTo>
                    <a:pt x="10457" y="21009"/>
                  </a:lnTo>
                  <a:lnTo>
                    <a:pt x="10797" y="21600"/>
                  </a:lnTo>
                  <a:lnTo>
                    <a:pt x="11278" y="21312"/>
                  </a:lnTo>
                  <a:lnTo>
                    <a:pt x="11703" y="20735"/>
                  </a:lnTo>
                  <a:lnTo>
                    <a:pt x="12005" y="19911"/>
                  </a:lnTo>
                  <a:lnTo>
                    <a:pt x="12601" y="18806"/>
                  </a:lnTo>
                  <a:lnTo>
                    <a:pt x="12791" y="17600"/>
                  </a:lnTo>
                  <a:lnTo>
                    <a:pt x="13068" y="17298"/>
                  </a:lnTo>
                  <a:lnTo>
                    <a:pt x="13552" y="17587"/>
                  </a:lnTo>
                  <a:lnTo>
                    <a:pt x="13834" y="18147"/>
                  </a:lnTo>
                  <a:lnTo>
                    <a:pt x="14471" y="18110"/>
                  </a:lnTo>
                  <a:lnTo>
                    <a:pt x="14972" y="17985"/>
                  </a:lnTo>
                  <a:lnTo>
                    <a:pt x="15503" y="18140"/>
                  </a:lnTo>
                  <a:lnTo>
                    <a:pt x="15990" y="18248"/>
                  </a:lnTo>
                  <a:lnTo>
                    <a:pt x="16147" y="17527"/>
                  </a:lnTo>
                  <a:lnTo>
                    <a:pt x="16063" y="17002"/>
                  </a:lnTo>
                  <a:lnTo>
                    <a:pt x="15511" y="16769"/>
                  </a:lnTo>
                  <a:lnTo>
                    <a:pt x="15223" y="16013"/>
                  </a:lnTo>
                  <a:lnTo>
                    <a:pt x="15429" y="15377"/>
                  </a:lnTo>
                  <a:lnTo>
                    <a:pt x="16164" y="15576"/>
                  </a:lnTo>
                  <a:lnTo>
                    <a:pt x="16656" y="15220"/>
                  </a:lnTo>
                  <a:lnTo>
                    <a:pt x="17143" y="15010"/>
                  </a:lnTo>
                  <a:lnTo>
                    <a:pt x="17481" y="14244"/>
                  </a:lnTo>
                  <a:lnTo>
                    <a:pt x="17684" y="13686"/>
                  </a:lnTo>
                  <a:lnTo>
                    <a:pt x="17655" y="13091"/>
                  </a:lnTo>
                  <a:lnTo>
                    <a:pt x="18222" y="13146"/>
                  </a:lnTo>
                  <a:lnTo>
                    <a:pt x="18754" y="13014"/>
                  </a:lnTo>
                  <a:lnTo>
                    <a:pt x="18696" y="12185"/>
                  </a:lnTo>
                  <a:lnTo>
                    <a:pt x="18563" y="11587"/>
                  </a:lnTo>
                  <a:lnTo>
                    <a:pt x="18671" y="10797"/>
                  </a:lnTo>
                  <a:lnTo>
                    <a:pt x="19210" y="10423"/>
                  </a:lnTo>
                  <a:lnTo>
                    <a:pt x="19488" y="10833"/>
                  </a:lnTo>
                  <a:lnTo>
                    <a:pt x="19575" y="11575"/>
                  </a:lnTo>
                  <a:lnTo>
                    <a:pt x="19761" y="12116"/>
                  </a:lnTo>
                  <a:lnTo>
                    <a:pt x="20277" y="11990"/>
                  </a:lnTo>
                  <a:lnTo>
                    <a:pt x="20642" y="11858"/>
                  </a:lnTo>
                  <a:lnTo>
                    <a:pt x="20435" y="11462"/>
                  </a:lnTo>
                  <a:lnTo>
                    <a:pt x="20154" y="11538"/>
                  </a:lnTo>
                  <a:lnTo>
                    <a:pt x="20053" y="11123"/>
                  </a:lnTo>
                  <a:lnTo>
                    <a:pt x="20506" y="10747"/>
                  </a:lnTo>
                  <a:lnTo>
                    <a:pt x="20827" y="10593"/>
                  </a:lnTo>
                  <a:lnTo>
                    <a:pt x="21134" y="10249"/>
                  </a:lnTo>
                  <a:lnTo>
                    <a:pt x="21421" y="9436"/>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40" name="Shape 192"/>
            <p:cNvSpPr/>
            <p:nvPr/>
          </p:nvSpPr>
          <p:spPr>
            <a:xfrm>
              <a:off x="12074769" y="6875843"/>
              <a:ext cx="1797628" cy="1529773"/>
            </a:xfrm>
            <a:custGeom>
              <a:avLst/>
              <a:gdLst/>
              <a:ahLst/>
              <a:cxnLst>
                <a:cxn ang="0">
                  <a:pos x="wd2" y="hd2"/>
                </a:cxn>
                <a:cxn ang="5400000">
                  <a:pos x="wd2" y="hd2"/>
                </a:cxn>
                <a:cxn ang="10800000">
                  <a:pos x="wd2" y="hd2"/>
                </a:cxn>
                <a:cxn ang="16200000">
                  <a:pos x="wd2" y="hd2"/>
                </a:cxn>
              </a:cxnLst>
              <a:rect l="0" t="0" r="r" b="b"/>
              <a:pathLst>
                <a:path w="21600" h="21600" extrusionOk="0">
                  <a:moveTo>
                    <a:pt x="0" y="3461"/>
                  </a:moveTo>
                  <a:lnTo>
                    <a:pt x="1046" y="4275"/>
                  </a:lnTo>
                  <a:lnTo>
                    <a:pt x="1734" y="4809"/>
                  </a:lnTo>
                  <a:lnTo>
                    <a:pt x="2159" y="4976"/>
                  </a:lnTo>
                  <a:lnTo>
                    <a:pt x="2706" y="6141"/>
                  </a:lnTo>
                  <a:lnTo>
                    <a:pt x="3411" y="6292"/>
                  </a:lnTo>
                  <a:lnTo>
                    <a:pt x="4508" y="6481"/>
                  </a:lnTo>
                  <a:lnTo>
                    <a:pt x="4981" y="7002"/>
                  </a:lnTo>
                  <a:lnTo>
                    <a:pt x="5224" y="8082"/>
                  </a:lnTo>
                  <a:lnTo>
                    <a:pt x="5870" y="7791"/>
                  </a:lnTo>
                  <a:lnTo>
                    <a:pt x="6732" y="7665"/>
                  </a:lnTo>
                  <a:lnTo>
                    <a:pt x="6845" y="8540"/>
                  </a:lnTo>
                  <a:lnTo>
                    <a:pt x="6407" y="9673"/>
                  </a:lnTo>
                  <a:lnTo>
                    <a:pt x="6096" y="10540"/>
                  </a:lnTo>
                  <a:lnTo>
                    <a:pt x="6473" y="10865"/>
                  </a:lnTo>
                  <a:lnTo>
                    <a:pt x="7004" y="10625"/>
                  </a:lnTo>
                  <a:lnTo>
                    <a:pt x="7450" y="10920"/>
                  </a:lnTo>
                  <a:lnTo>
                    <a:pt x="7352" y="11689"/>
                  </a:lnTo>
                  <a:lnTo>
                    <a:pt x="7668" y="12389"/>
                  </a:lnTo>
                  <a:lnTo>
                    <a:pt x="8567" y="12590"/>
                  </a:lnTo>
                  <a:lnTo>
                    <a:pt x="9158" y="12486"/>
                  </a:lnTo>
                  <a:lnTo>
                    <a:pt x="9411" y="11727"/>
                  </a:lnTo>
                  <a:lnTo>
                    <a:pt x="9955" y="11339"/>
                  </a:lnTo>
                  <a:lnTo>
                    <a:pt x="10515" y="11587"/>
                  </a:lnTo>
                  <a:lnTo>
                    <a:pt x="10916" y="12286"/>
                  </a:lnTo>
                  <a:lnTo>
                    <a:pt x="11114" y="13033"/>
                  </a:lnTo>
                  <a:lnTo>
                    <a:pt x="10787" y="13725"/>
                  </a:lnTo>
                  <a:lnTo>
                    <a:pt x="10113" y="13544"/>
                  </a:lnTo>
                  <a:lnTo>
                    <a:pt x="9664" y="13430"/>
                  </a:lnTo>
                  <a:lnTo>
                    <a:pt x="8899" y="13614"/>
                  </a:lnTo>
                  <a:lnTo>
                    <a:pt x="8582" y="14023"/>
                  </a:lnTo>
                  <a:lnTo>
                    <a:pt x="9144" y="14338"/>
                  </a:lnTo>
                  <a:lnTo>
                    <a:pt x="9316" y="14995"/>
                  </a:lnTo>
                  <a:lnTo>
                    <a:pt x="9018" y="15494"/>
                  </a:lnTo>
                  <a:lnTo>
                    <a:pt x="8642" y="15692"/>
                  </a:lnTo>
                  <a:lnTo>
                    <a:pt x="8274" y="16244"/>
                  </a:lnTo>
                  <a:lnTo>
                    <a:pt x="8492" y="16927"/>
                  </a:lnTo>
                  <a:lnTo>
                    <a:pt x="8698" y="17625"/>
                  </a:lnTo>
                  <a:lnTo>
                    <a:pt x="9168" y="18122"/>
                  </a:lnTo>
                  <a:lnTo>
                    <a:pt x="9780" y="18568"/>
                  </a:lnTo>
                  <a:lnTo>
                    <a:pt x="10031" y="19103"/>
                  </a:lnTo>
                  <a:lnTo>
                    <a:pt x="9850" y="19616"/>
                  </a:lnTo>
                  <a:lnTo>
                    <a:pt x="9804" y="20132"/>
                  </a:lnTo>
                  <a:lnTo>
                    <a:pt x="10314" y="20498"/>
                  </a:lnTo>
                  <a:lnTo>
                    <a:pt x="10768" y="20251"/>
                  </a:lnTo>
                  <a:lnTo>
                    <a:pt x="11237" y="19878"/>
                  </a:lnTo>
                  <a:lnTo>
                    <a:pt x="11732" y="19766"/>
                  </a:lnTo>
                  <a:lnTo>
                    <a:pt x="12234" y="20394"/>
                  </a:lnTo>
                  <a:lnTo>
                    <a:pt x="13015" y="20532"/>
                  </a:lnTo>
                  <a:lnTo>
                    <a:pt x="13740" y="20186"/>
                  </a:lnTo>
                  <a:lnTo>
                    <a:pt x="14419" y="20295"/>
                  </a:lnTo>
                  <a:lnTo>
                    <a:pt x="14815" y="21261"/>
                  </a:lnTo>
                  <a:lnTo>
                    <a:pt x="15782" y="21179"/>
                  </a:lnTo>
                  <a:lnTo>
                    <a:pt x="16502" y="20963"/>
                  </a:lnTo>
                  <a:lnTo>
                    <a:pt x="16949" y="21600"/>
                  </a:lnTo>
                  <a:lnTo>
                    <a:pt x="17458" y="21268"/>
                  </a:lnTo>
                  <a:lnTo>
                    <a:pt x="17911" y="20311"/>
                  </a:lnTo>
                  <a:lnTo>
                    <a:pt x="18672" y="19858"/>
                  </a:lnTo>
                  <a:lnTo>
                    <a:pt x="18714" y="19008"/>
                  </a:lnTo>
                  <a:lnTo>
                    <a:pt x="19150" y="18040"/>
                  </a:lnTo>
                  <a:lnTo>
                    <a:pt x="19477" y="17417"/>
                  </a:lnTo>
                  <a:lnTo>
                    <a:pt x="18746" y="17148"/>
                  </a:lnTo>
                  <a:lnTo>
                    <a:pt x="17854" y="16775"/>
                  </a:lnTo>
                  <a:lnTo>
                    <a:pt x="17679" y="15923"/>
                  </a:lnTo>
                  <a:lnTo>
                    <a:pt x="16927" y="15499"/>
                  </a:lnTo>
                  <a:lnTo>
                    <a:pt x="16119" y="15322"/>
                  </a:lnTo>
                  <a:lnTo>
                    <a:pt x="17799" y="15426"/>
                  </a:lnTo>
                  <a:lnTo>
                    <a:pt x="18250" y="16136"/>
                  </a:lnTo>
                  <a:lnTo>
                    <a:pt x="18933" y="15961"/>
                  </a:lnTo>
                  <a:lnTo>
                    <a:pt x="19844" y="15973"/>
                  </a:lnTo>
                  <a:lnTo>
                    <a:pt x="20628" y="16371"/>
                  </a:lnTo>
                  <a:lnTo>
                    <a:pt x="21355" y="16697"/>
                  </a:lnTo>
                  <a:lnTo>
                    <a:pt x="21600" y="16084"/>
                  </a:lnTo>
                  <a:lnTo>
                    <a:pt x="20790" y="14723"/>
                  </a:lnTo>
                  <a:lnTo>
                    <a:pt x="20048" y="14431"/>
                  </a:lnTo>
                  <a:lnTo>
                    <a:pt x="19300" y="14242"/>
                  </a:lnTo>
                  <a:lnTo>
                    <a:pt x="19118" y="13559"/>
                  </a:lnTo>
                  <a:lnTo>
                    <a:pt x="18931" y="13004"/>
                  </a:lnTo>
                  <a:lnTo>
                    <a:pt x="18117" y="12497"/>
                  </a:lnTo>
                  <a:lnTo>
                    <a:pt x="17465" y="12166"/>
                  </a:lnTo>
                  <a:lnTo>
                    <a:pt x="17395" y="11644"/>
                  </a:lnTo>
                  <a:lnTo>
                    <a:pt x="17023" y="11299"/>
                  </a:lnTo>
                  <a:lnTo>
                    <a:pt x="17131" y="10451"/>
                  </a:lnTo>
                  <a:lnTo>
                    <a:pt x="17020" y="9882"/>
                  </a:lnTo>
                  <a:lnTo>
                    <a:pt x="16565" y="9263"/>
                  </a:lnTo>
                  <a:lnTo>
                    <a:pt x="15926" y="8775"/>
                  </a:lnTo>
                  <a:lnTo>
                    <a:pt x="15853" y="8074"/>
                  </a:lnTo>
                  <a:lnTo>
                    <a:pt x="15626" y="7501"/>
                  </a:lnTo>
                  <a:lnTo>
                    <a:pt x="15201" y="6984"/>
                  </a:lnTo>
                  <a:lnTo>
                    <a:pt x="15221" y="6440"/>
                  </a:lnTo>
                  <a:lnTo>
                    <a:pt x="14952" y="5369"/>
                  </a:lnTo>
                  <a:lnTo>
                    <a:pt x="14355" y="4228"/>
                  </a:lnTo>
                  <a:lnTo>
                    <a:pt x="13646" y="3392"/>
                  </a:lnTo>
                  <a:lnTo>
                    <a:pt x="12912" y="3201"/>
                  </a:lnTo>
                  <a:lnTo>
                    <a:pt x="11840" y="2837"/>
                  </a:lnTo>
                  <a:lnTo>
                    <a:pt x="11311" y="2400"/>
                  </a:lnTo>
                  <a:lnTo>
                    <a:pt x="11040" y="1662"/>
                  </a:lnTo>
                  <a:lnTo>
                    <a:pt x="10496" y="1924"/>
                  </a:lnTo>
                  <a:lnTo>
                    <a:pt x="10164" y="1172"/>
                  </a:lnTo>
                  <a:lnTo>
                    <a:pt x="10279" y="0"/>
                  </a:lnTo>
                  <a:lnTo>
                    <a:pt x="9456" y="219"/>
                  </a:lnTo>
                  <a:lnTo>
                    <a:pt x="8730" y="925"/>
                  </a:lnTo>
                  <a:lnTo>
                    <a:pt x="8529" y="1877"/>
                  </a:lnTo>
                  <a:lnTo>
                    <a:pt x="8138" y="2172"/>
                  </a:lnTo>
                  <a:lnTo>
                    <a:pt x="7672" y="2083"/>
                  </a:lnTo>
                  <a:lnTo>
                    <a:pt x="7268" y="2608"/>
                  </a:lnTo>
                  <a:lnTo>
                    <a:pt x="7368" y="3786"/>
                  </a:lnTo>
                  <a:lnTo>
                    <a:pt x="6955" y="3873"/>
                  </a:lnTo>
                  <a:lnTo>
                    <a:pt x="6581" y="3393"/>
                  </a:lnTo>
                  <a:lnTo>
                    <a:pt x="5960" y="2284"/>
                  </a:lnTo>
                  <a:lnTo>
                    <a:pt x="5388" y="2836"/>
                  </a:lnTo>
                  <a:lnTo>
                    <a:pt x="4558" y="3769"/>
                  </a:lnTo>
                  <a:lnTo>
                    <a:pt x="3964" y="3408"/>
                  </a:lnTo>
                  <a:lnTo>
                    <a:pt x="3358" y="3537"/>
                  </a:lnTo>
                  <a:lnTo>
                    <a:pt x="3075" y="3926"/>
                  </a:lnTo>
                  <a:lnTo>
                    <a:pt x="2460" y="3144"/>
                  </a:lnTo>
                  <a:lnTo>
                    <a:pt x="2254" y="1976"/>
                  </a:lnTo>
                  <a:lnTo>
                    <a:pt x="1290" y="1647"/>
                  </a:lnTo>
                  <a:lnTo>
                    <a:pt x="113" y="2069"/>
                  </a:lnTo>
                  <a:lnTo>
                    <a:pt x="0" y="3461"/>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41" name="Shape 193"/>
            <p:cNvSpPr/>
            <p:nvPr/>
          </p:nvSpPr>
          <p:spPr>
            <a:xfrm>
              <a:off x="11643676" y="7106853"/>
              <a:ext cx="1539254" cy="1916086"/>
            </a:xfrm>
            <a:custGeom>
              <a:avLst/>
              <a:gdLst/>
              <a:ahLst/>
              <a:cxnLst>
                <a:cxn ang="0">
                  <a:pos x="wd2" y="hd2"/>
                </a:cxn>
                <a:cxn ang="5400000">
                  <a:pos x="wd2" y="hd2"/>
                </a:cxn>
                <a:cxn ang="10800000">
                  <a:pos x="wd2" y="hd2"/>
                </a:cxn>
                <a:cxn ang="16200000">
                  <a:pos x="wd2" y="hd2"/>
                </a:cxn>
              </a:cxnLst>
              <a:rect l="0" t="0" r="r" b="b"/>
              <a:pathLst>
                <a:path w="21600" h="21600" extrusionOk="0">
                  <a:moveTo>
                    <a:pt x="5327" y="533"/>
                  </a:moveTo>
                  <a:lnTo>
                    <a:pt x="5316" y="1694"/>
                  </a:lnTo>
                  <a:lnTo>
                    <a:pt x="6929" y="2001"/>
                  </a:lnTo>
                  <a:lnTo>
                    <a:pt x="6847" y="2358"/>
                  </a:lnTo>
                  <a:lnTo>
                    <a:pt x="7200" y="2857"/>
                  </a:lnTo>
                  <a:lnTo>
                    <a:pt x="6984" y="3174"/>
                  </a:lnTo>
                  <a:lnTo>
                    <a:pt x="5914" y="3694"/>
                  </a:lnTo>
                  <a:lnTo>
                    <a:pt x="5392" y="3802"/>
                  </a:lnTo>
                  <a:lnTo>
                    <a:pt x="5091" y="3488"/>
                  </a:lnTo>
                  <a:lnTo>
                    <a:pt x="4987" y="2950"/>
                  </a:lnTo>
                  <a:lnTo>
                    <a:pt x="3471" y="2418"/>
                  </a:lnTo>
                  <a:lnTo>
                    <a:pt x="2716" y="2917"/>
                  </a:lnTo>
                  <a:lnTo>
                    <a:pt x="2690" y="3855"/>
                  </a:lnTo>
                  <a:lnTo>
                    <a:pt x="2887" y="4443"/>
                  </a:lnTo>
                  <a:lnTo>
                    <a:pt x="2737" y="4824"/>
                  </a:lnTo>
                  <a:lnTo>
                    <a:pt x="2188" y="4901"/>
                  </a:lnTo>
                  <a:lnTo>
                    <a:pt x="1876" y="5615"/>
                  </a:lnTo>
                  <a:lnTo>
                    <a:pt x="1900" y="6167"/>
                  </a:lnTo>
                  <a:lnTo>
                    <a:pt x="1616" y="6728"/>
                  </a:lnTo>
                  <a:lnTo>
                    <a:pt x="203" y="6722"/>
                  </a:lnTo>
                  <a:lnTo>
                    <a:pt x="0" y="7551"/>
                  </a:lnTo>
                  <a:lnTo>
                    <a:pt x="745" y="7814"/>
                  </a:lnTo>
                  <a:lnTo>
                    <a:pt x="1458" y="8390"/>
                  </a:lnTo>
                  <a:lnTo>
                    <a:pt x="1366" y="9088"/>
                  </a:lnTo>
                  <a:lnTo>
                    <a:pt x="2279" y="9213"/>
                  </a:lnTo>
                  <a:lnTo>
                    <a:pt x="3372" y="10135"/>
                  </a:lnTo>
                  <a:lnTo>
                    <a:pt x="3885" y="9629"/>
                  </a:lnTo>
                  <a:lnTo>
                    <a:pt x="4541" y="9315"/>
                  </a:lnTo>
                  <a:lnTo>
                    <a:pt x="4808" y="9730"/>
                  </a:lnTo>
                  <a:lnTo>
                    <a:pt x="4716" y="10707"/>
                  </a:lnTo>
                  <a:lnTo>
                    <a:pt x="5030" y="11610"/>
                  </a:lnTo>
                  <a:lnTo>
                    <a:pt x="4703" y="11916"/>
                  </a:lnTo>
                  <a:lnTo>
                    <a:pt x="3988" y="11882"/>
                  </a:lnTo>
                  <a:lnTo>
                    <a:pt x="2853" y="12729"/>
                  </a:lnTo>
                  <a:lnTo>
                    <a:pt x="2825" y="14145"/>
                  </a:lnTo>
                  <a:lnTo>
                    <a:pt x="3511" y="15141"/>
                  </a:lnTo>
                  <a:lnTo>
                    <a:pt x="4556" y="15028"/>
                  </a:lnTo>
                  <a:lnTo>
                    <a:pt x="5722" y="15358"/>
                  </a:lnTo>
                  <a:lnTo>
                    <a:pt x="5304" y="15827"/>
                  </a:lnTo>
                  <a:lnTo>
                    <a:pt x="4361" y="16481"/>
                  </a:lnTo>
                  <a:lnTo>
                    <a:pt x="4752" y="17269"/>
                  </a:lnTo>
                  <a:lnTo>
                    <a:pt x="5597" y="17874"/>
                  </a:lnTo>
                  <a:lnTo>
                    <a:pt x="5174" y="18579"/>
                  </a:lnTo>
                  <a:lnTo>
                    <a:pt x="5951" y="18679"/>
                  </a:lnTo>
                  <a:lnTo>
                    <a:pt x="6276" y="19071"/>
                  </a:lnTo>
                  <a:lnTo>
                    <a:pt x="6508" y="20111"/>
                  </a:lnTo>
                  <a:lnTo>
                    <a:pt x="7201" y="20187"/>
                  </a:lnTo>
                  <a:lnTo>
                    <a:pt x="8044" y="19798"/>
                  </a:lnTo>
                  <a:lnTo>
                    <a:pt x="8512" y="18952"/>
                  </a:lnTo>
                  <a:lnTo>
                    <a:pt x="9476" y="19275"/>
                  </a:lnTo>
                  <a:lnTo>
                    <a:pt x="9965" y="19708"/>
                  </a:lnTo>
                  <a:lnTo>
                    <a:pt x="9322" y="20195"/>
                  </a:lnTo>
                  <a:lnTo>
                    <a:pt x="8829" y="20567"/>
                  </a:lnTo>
                  <a:lnTo>
                    <a:pt x="9138" y="20993"/>
                  </a:lnTo>
                  <a:lnTo>
                    <a:pt x="9944" y="20993"/>
                  </a:lnTo>
                  <a:lnTo>
                    <a:pt x="10732" y="20437"/>
                  </a:lnTo>
                  <a:lnTo>
                    <a:pt x="10924" y="19632"/>
                  </a:lnTo>
                  <a:lnTo>
                    <a:pt x="11480" y="19248"/>
                  </a:lnTo>
                  <a:lnTo>
                    <a:pt x="11740" y="19772"/>
                  </a:lnTo>
                  <a:lnTo>
                    <a:pt x="12433" y="19959"/>
                  </a:lnTo>
                  <a:lnTo>
                    <a:pt x="12678" y="20518"/>
                  </a:lnTo>
                  <a:lnTo>
                    <a:pt x="13565" y="20788"/>
                  </a:lnTo>
                  <a:lnTo>
                    <a:pt x="14251" y="20859"/>
                  </a:lnTo>
                  <a:lnTo>
                    <a:pt x="14941" y="20893"/>
                  </a:lnTo>
                  <a:lnTo>
                    <a:pt x="15569" y="20945"/>
                  </a:lnTo>
                  <a:lnTo>
                    <a:pt x="15896" y="21600"/>
                  </a:lnTo>
                  <a:lnTo>
                    <a:pt x="17316" y="20741"/>
                  </a:lnTo>
                  <a:lnTo>
                    <a:pt x="18284" y="19965"/>
                  </a:lnTo>
                  <a:lnTo>
                    <a:pt x="18821" y="19219"/>
                  </a:lnTo>
                  <a:lnTo>
                    <a:pt x="18776" y="18112"/>
                  </a:lnTo>
                  <a:lnTo>
                    <a:pt x="18684" y="17364"/>
                  </a:lnTo>
                  <a:lnTo>
                    <a:pt x="19227" y="17200"/>
                  </a:lnTo>
                  <a:lnTo>
                    <a:pt x="20183" y="17394"/>
                  </a:lnTo>
                  <a:lnTo>
                    <a:pt x="20758" y="17061"/>
                  </a:lnTo>
                  <a:lnTo>
                    <a:pt x="20521" y="16412"/>
                  </a:lnTo>
                  <a:lnTo>
                    <a:pt x="20106" y="15960"/>
                  </a:lnTo>
                  <a:lnTo>
                    <a:pt x="20852" y="15390"/>
                  </a:lnTo>
                  <a:lnTo>
                    <a:pt x="21532" y="14729"/>
                  </a:lnTo>
                  <a:lnTo>
                    <a:pt x="21600" y="14048"/>
                  </a:lnTo>
                  <a:lnTo>
                    <a:pt x="21561" y="13508"/>
                  </a:lnTo>
                  <a:lnTo>
                    <a:pt x="20544" y="13384"/>
                  </a:lnTo>
                  <a:lnTo>
                    <a:pt x="19957" y="12900"/>
                  </a:lnTo>
                  <a:lnTo>
                    <a:pt x="19090" y="13035"/>
                  </a:lnTo>
                  <a:lnTo>
                    <a:pt x="18263" y="13492"/>
                  </a:lnTo>
                  <a:lnTo>
                    <a:pt x="17859" y="13258"/>
                  </a:lnTo>
                  <a:lnTo>
                    <a:pt x="18132" y="12513"/>
                  </a:lnTo>
                  <a:lnTo>
                    <a:pt x="17801" y="11999"/>
                  </a:lnTo>
                  <a:lnTo>
                    <a:pt x="16458" y="11555"/>
                  </a:lnTo>
                  <a:lnTo>
                    <a:pt x="16122" y="10371"/>
                  </a:lnTo>
                  <a:lnTo>
                    <a:pt x="16876" y="9867"/>
                  </a:lnTo>
                  <a:lnTo>
                    <a:pt x="17278" y="9283"/>
                  </a:lnTo>
                  <a:lnTo>
                    <a:pt x="16507" y="8478"/>
                  </a:lnTo>
                  <a:lnTo>
                    <a:pt x="17265" y="8355"/>
                  </a:lnTo>
                  <a:lnTo>
                    <a:pt x="18867" y="8650"/>
                  </a:lnTo>
                  <a:lnTo>
                    <a:pt x="19385" y="7749"/>
                  </a:lnTo>
                  <a:lnTo>
                    <a:pt x="18701" y="6478"/>
                  </a:lnTo>
                  <a:lnTo>
                    <a:pt x="17863" y="6191"/>
                  </a:lnTo>
                  <a:lnTo>
                    <a:pt x="17000" y="6455"/>
                  </a:lnTo>
                  <a:lnTo>
                    <a:pt x="16565" y="7090"/>
                  </a:lnTo>
                  <a:lnTo>
                    <a:pt x="15471" y="7129"/>
                  </a:lnTo>
                  <a:lnTo>
                    <a:pt x="14968" y="6716"/>
                  </a:lnTo>
                  <a:lnTo>
                    <a:pt x="15095" y="5979"/>
                  </a:lnTo>
                  <a:lnTo>
                    <a:pt x="14264" y="5549"/>
                  </a:lnTo>
                  <a:lnTo>
                    <a:pt x="13719" y="5868"/>
                  </a:lnTo>
                  <a:lnTo>
                    <a:pt x="13915" y="5171"/>
                  </a:lnTo>
                  <a:lnTo>
                    <a:pt x="14353" y="4309"/>
                  </a:lnTo>
                  <a:lnTo>
                    <a:pt x="14288" y="3107"/>
                  </a:lnTo>
                  <a:lnTo>
                    <a:pt x="12837" y="3285"/>
                  </a:lnTo>
                  <a:lnTo>
                    <a:pt x="12337" y="3500"/>
                  </a:lnTo>
                  <a:lnTo>
                    <a:pt x="12226" y="2868"/>
                  </a:lnTo>
                  <a:lnTo>
                    <a:pt x="11528" y="2301"/>
                  </a:lnTo>
                  <a:lnTo>
                    <a:pt x="9402" y="2014"/>
                  </a:lnTo>
                  <a:lnTo>
                    <a:pt x="8678" y="1183"/>
                  </a:lnTo>
                  <a:lnTo>
                    <a:pt x="8028" y="911"/>
                  </a:lnTo>
                  <a:lnTo>
                    <a:pt x="6174" y="0"/>
                  </a:lnTo>
                  <a:lnTo>
                    <a:pt x="5327" y="533"/>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42" name="Shape 194"/>
            <p:cNvSpPr/>
            <p:nvPr/>
          </p:nvSpPr>
          <p:spPr>
            <a:xfrm>
              <a:off x="13634846" y="8020536"/>
              <a:ext cx="276898" cy="119935"/>
            </a:xfrm>
            <a:custGeom>
              <a:avLst/>
              <a:gdLst/>
              <a:ahLst/>
              <a:cxnLst>
                <a:cxn ang="0">
                  <a:pos x="wd2" y="hd2"/>
                </a:cxn>
                <a:cxn ang="5400000">
                  <a:pos x="wd2" y="hd2"/>
                </a:cxn>
                <a:cxn ang="10800000">
                  <a:pos x="wd2" y="hd2"/>
                </a:cxn>
                <a:cxn ang="16200000">
                  <a:pos x="wd2" y="hd2"/>
                </a:cxn>
              </a:cxnLst>
              <a:rect l="0" t="0" r="r" b="b"/>
              <a:pathLst>
                <a:path w="21600" h="21600" extrusionOk="0">
                  <a:moveTo>
                    <a:pt x="7229" y="1869"/>
                  </a:moveTo>
                  <a:lnTo>
                    <a:pt x="2003" y="0"/>
                  </a:lnTo>
                  <a:lnTo>
                    <a:pt x="0" y="4611"/>
                  </a:lnTo>
                  <a:lnTo>
                    <a:pt x="7236" y="12866"/>
                  </a:lnTo>
                  <a:lnTo>
                    <a:pt x="15277" y="21600"/>
                  </a:lnTo>
                  <a:lnTo>
                    <a:pt x="21600" y="19036"/>
                  </a:lnTo>
                  <a:lnTo>
                    <a:pt x="19645" y="12344"/>
                  </a:lnTo>
                  <a:lnTo>
                    <a:pt x="12403" y="7980"/>
                  </a:lnTo>
                  <a:lnTo>
                    <a:pt x="7229" y="1869"/>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43" name="Shape 195"/>
            <p:cNvSpPr/>
            <p:nvPr/>
          </p:nvSpPr>
          <p:spPr>
            <a:xfrm>
              <a:off x="13586162" y="8101827"/>
              <a:ext cx="308468" cy="331404"/>
            </a:xfrm>
            <a:custGeom>
              <a:avLst/>
              <a:gdLst/>
              <a:ahLst/>
              <a:cxnLst>
                <a:cxn ang="0">
                  <a:pos x="wd2" y="hd2"/>
                </a:cxn>
                <a:cxn ang="5400000">
                  <a:pos x="wd2" y="hd2"/>
                </a:cxn>
                <a:cxn ang="10800000">
                  <a:pos x="wd2" y="hd2"/>
                </a:cxn>
                <a:cxn ang="16200000">
                  <a:pos x="wd2" y="hd2"/>
                </a:cxn>
              </a:cxnLst>
              <a:rect l="0" t="0" r="r" b="b"/>
              <a:pathLst>
                <a:path w="21600" h="21600" extrusionOk="0">
                  <a:moveTo>
                    <a:pt x="6173" y="0"/>
                  </a:moveTo>
                  <a:lnTo>
                    <a:pt x="9194" y="1495"/>
                  </a:lnTo>
                  <a:lnTo>
                    <a:pt x="14480" y="5161"/>
                  </a:lnTo>
                  <a:lnTo>
                    <a:pt x="19733" y="9406"/>
                  </a:lnTo>
                  <a:lnTo>
                    <a:pt x="21600" y="12912"/>
                  </a:lnTo>
                  <a:lnTo>
                    <a:pt x="21506" y="15578"/>
                  </a:lnTo>
                  <a:lnTo>
                    <a:pt x="16985" y="16819"/>
                  </a:lnTo>
                  <a:lnTo>
                    <a:pt x="12257" y="19980"/>
                  </a:lnTo>
                  <a:lnTo>
                    <a:pt x="9978" y="21600"/>
                  </a:lnTo>
                  <a:lnTo>
                    <a:pt x="7050" y="20020"/>
                  </a:lnTo>
                  <a:lnTo>
                    <a:pt x="3683" y="18274"/>
                  </a:lnTo>
                  <a:lnTo>
                    <a:pt x="2402" y="14886"/>
                  </a:lnTo>
                  <a:lnTo>
                    <a:pt x="0" y="13124"/>
                  </a:lnTo>
                  <a:lnTo>
                    <a:pt x="2361" y="10798"/>
                  </a:lnTo>
                  <a:lnTo>
                    <a:pt x="2642" y="7040"/>
                  </a:lnTo>
                  <a:lnTo>
                    <a:pt x="6173" y="0"/>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44" name="Shape 196"/>
            <p:cNvSpPr/>
            <p:nvPr/>
          </p:nvSpPr>
          <p:spPr>
            <a:xfrm>
              <a:off x="12733366" y="8279884"/>
              <a:ext cx="1392374" cy="1491435"/>
            </a:xfrm>
            <a:custGeom>
              <a:avLst/>
              <a:gdLst/>
              <a:ahLst/>
              <a:cxnLst>
                <a:cxn ang="0">
                  <a:pos x="wd2" y="hd2"/>
                </a:cxn>
                <a:cxn ang="5400000">
                  <a:pos x="wd2" y="hd2"/>
                </a:cxn>
                <a:cxn ang="10800000">
                  <a:pos x="wd2" y="hd2"/>
                </a:cxn>
                <a:cxn ang="16200000">
                  <a:pos x="wd2" y="hd2"/>
                </a:cxn>
              </a:cxnLst>
              <a:rect l="0" t="0" r="r" b="b"/>
              <a:pathLst>
                <a:path w="21600" h="21600" extrusionOk="0">
                  <a:moveTo>
                    <a:pt x="6787" y="330"/>
                  </a:moveTo>
                  <a:lnTo>
                    <a:pt x="7614" y="0"/>
                  </a:lnTo>
                  <a:lnTo>
                    <a:pt x="8631" y="230"/>
                  </a:lnTo>
                  <a:lnTo>
                    <a:pt x="9091" y="1348"/>
                  </a:lnTo>
                  <a:lnTo>
                    <a:pt x="10394" y="1091"/>
                  </a:lnTo>
                  <a:lnTo>
                    <a:pt x="11142" y="810"/>
                  </a:lnTo>
                  <a:lnTo>
                    <a:pt x="11790" y="1621"/>
                  </a:lnTo>
                  <a:lnTo>
                    <a:pt x="12564" y="365"/>
                  </a:lnTo>
                  <a:lnTo>
                    <a:pt x="13133" y="97"/>
                  </a:lnTo>
                  <a:lnTo>
                    <a:pt x="13937" y="567"/>
                  </a:lnTo>
                  <a:lnTo>
                    <a:pt x="14237" y="1441"/>
                  </a:lnTo>
                  <a:lnTo>
                    <a:pt x="15542" y="2052"/>
                  </a:lnTo>
                  <a:lnTo>
                    <a:pt x="14897" y="2681"/>
                  </a:lnTo>
                  <a:lnTo>
                    <a:pt x="14079" y="3132"/>
                  </a:lnTo>
                  <a:lnTo>
                    <a:pt x="13730" y="3811"/>
                  </a:lnTo>
                  <a:lnTo>
                    <a:pt x="13100" y="4159"/>
                  </a:lnTo>
                  <a:lnTo>
                    <a:pt x="12115" y="4168"/>
                  </a:lnTo>
                  <a:lnTo>
                    <a:pt x="11288" y="4407"/>
                  </a:lnTo>
                  <a:lnTo>
                    <a:pt x="10616" y="5006"/>
                  </a:lnTo>
                  <a:lnTo>
                    <a:pt x="10169" y="5198"/>
                  </a:lnTo>
                  <a:lnTo>
                    <a:pt x="11649" y="4839"/>
                  </a:lnTo>
                  <a:lnTo>
                    <a:pt x="12514" y="4942"/>
                  </a:lnTo>
                  <a:lnTo>
                    <a:pt x="13651" y="5193"/>
                  </a:lnTo>
                  <a:lnTo>
                    <a:pt x="14166" y="4659"/>
                  </a:lnTo>
                  <a:lnTo>
                    <a:pt x="15097" y="4115"/>
                  </a:lnTo>
                  <a:lnTo>
                    <a:pt x="15984" y="4362"/>
                  </a:lnTo>
                  <a:lnTo>
                    <a:pt x="16986" y="4819"/>
                  </a:lnTo>
                  <a:lnTo>
                    <a:pt x="17701" y="5499"/>
                  </a:lnTo>
                  <a:lnTo>
                    <a:pt x="18720" y="5799"/>
                  </a:lnTo>
                  <a:lnTo>
                    <a:pt x="19401" y="5850"/>
                  </a:lnTo>
                  <a:lnTo>
                    <a:pt x="20237" y="5806"/>
                  </a:lnTo>
                  <a:lnTo>
                    <a:pt x="20052" y="6442"/>
                  </a:lnTo>
                  <a:lnTo>
                    <a:pt x="19357" y="6799"/>
                  </a:lnTo>
                  <a:lnTo>
                    <a:pt x="20226" y="7064"/>
                  </a:lnTo>
                  <a:lnTo>
                    <a:pt x="20715" y="6343"/>
                  </a:lnTo>
                  <a:lnTo>
                    <a:pt x="20449" y="5396"/>
                  </a:lnTo>
                  <a:lnTo>
                    <a:pt x="19430" y="4989"/>
                  </a:lnTo>
                  <a:lnTo>
                    <a:pt x="19274" y="4440"/>
                  </a:lnTo>
                  <a:lnTo>
                    <a:pt x="20498" y="4655"/>
                  </a:lnTo>
                  <a:lnTo>
                    <a:pt x="20964" y="4956"/>
                  </a:lnTo>
                  <a:lnTo>
                    <a:pt x="21600" y="5508"/>
                  </a:lnTo>
                  <a:lnTo>
                    <a:pt x="21213" y="6584"/>
                  </a:lnTo>
                  <a:lnTo>
                    <a:pt x="20814" y="7331"/>
                  </a:lnTo>
                  <a:lnTo>
                    <a:pt x="19064" y="7599"/>
                  </a:lnTo>
                  <a:lnTo>
                    <a:pt x="18327" y="7358"/>
                  </a:lnTo>
                  <a:lnTo>
                    <a:pt x="17797" y="7628"/>
                  </a:lnTo>
                  <a:lnTo>
                    <a:pt x="17026" y="8123"/>
                  </a:lnTo>
                  <a:lnTo>
                    <a:pt x="16965" y="8641"/>
                  </a:lnTo>
                  <a:lnTo>
                    <a:pt x="18164" y="8530"/>
                  </a:lnTo>
                  <a:lnTo>
                    <a:pt x="18233" y="8151"/>
                  </a:lnTo>
                  <a:lnTo>
                    <a:pt x="18836" y="8158"/>
                  </a:lnTo>
                  <a:lnTo>
                    <a:pt x="19349" y="8112"/>
                  </a:lnTo>
                  <a:lnTo>
                    <a:pt x="19582" y="9017"/>
                  </a:lnTo>
                  <a:lnTo>
                    <a:pt x="19881" y="9489"/>
                  </a:lnTo>
                  <a:cubicBezTo>
                    <a:pt x="20326" y="9764"/>
                    <a:pt x="20258" y="10392"/>
                    <a:pt x="19763" y="10577"/>
                  </a:cubicBezTo>
                  <a:cubicBezTo>
                    <a:pt x="19481" y="10683"/>
                    <a:pt x="19159" y="10572"/>
                    <a:pt x="19019" y="10320"/>
                  </a:cubicBezTo>
                  <a:lnTo>
                    <a:pt x="18196" y="9896"/>
                  </a:lnTo>
                  <a:lnTo>
                    <a:pt x="17641" y="9807"/>
                  </a:lnTo>
                  <a:lnTo>
                    <a:pt x="17741" y="10540"/>
                  </a:lnTo>
                  <a:lnTo>
                    <a:pt x="18495" y="10960"/>
                  </a:lnTo>
                  <a:lnTo>
                    <a:pt x="18106" y="11603"/>
                  </a:lnTo>
                  <a:lnTo>
                    <a:pt x="18599" y="12265"/>
                  </a:lnTo>
                  <a:lnTo>
                    <a:pt x="18171" y="12677"/>
                  </a:lnTo>
                  <a:lnTo>
                    <a:pt x="17248" y="12338"/>
                  </a:lnTo>
                  <a:lnTo>
                    <a:pt x="16386" y="12628"/>
                  </a:lnTo>
                  <a:lnTo>
                    <a:pt x="17319" y="13192"/>
                  </a:lnTo>
                  <a:lnTo>
                    <a:pt x="18246" y="13477"/>
                  </a:lnTo>
                  <a:lnTo>
                    <a:pt x="18611" y="13994"/>
                  </a:lnTo>
                  <a:lnTo>
                    <a:pt x="18709" y="14696"/>
                  </a:lnTo>
                  <a:lnTo>
                    <a:pt x="17815" y="14707"/>
                  </a:lnTo>
                  <a:lnTo>
                    <a:pt x="17541" y="15215"/>
                  </a:lnTo>
                  <a:lnTo>
                    <a:pt x="17202" y="15881"/>
                  </a:lnTo>
                  <a:lnTo>
                    <a:pt x="16774" y="16368"/>
                  </a:lnTo>
                  <a:lnTo>
                    <a:pt x="16442" y="15561"/>
                  </a:lnTo>
                  <a:lnTo>
                    <a:pt x="16776" y="14943"/>
                  </a:lnTo>
                  <a:lnTo>
                    <a:pt x="16298" y="14600"/>
                  </a:lnTo>
                  <a:lnTo>
                    <a:pt x="15837" y="15536"/>
                  </a:lnTo>
                  <a:lnTo>
                    <a:pt x="15862" y="16268"/>
                  </a:lnTo>
                  <a:lnTo>
                    <a:pt x="15529" y="17007"/>
                  </a:lnTo>
                  <a:lnTo>
                    <a:pt x="14787" y="16796"/>
                  </a:lnTo>
                  <a:lnTo>
                    <a:pt x="14193" y="16330"/>
                  </a:lnTo>
                  <a:lnTo>
                    <a:pt x="13520" y="16798"/>
                  </a:lnTo>
                  <a:lnTo>
                    <a:pt x="14293" y="17345"/>
                  </a:lnTo>
                  <a:lnTo>
                    <a:pt x="14854" y="17535"/>
                  </a:lnTo>
                  <a:lnTo>
                    <a:pt x="15205" y="18014"/>
                  </a:lnTo>
                  <a:lnTo>
                    <a:pt x="14636" y="18498"/>
                  </a:lnTo>
                  <a:lnTo>
                    <a:pt x="14380" y="18997"/>
                  </a:lnTo>
                  <a:lnTo>
                    <a:pt x="14291" y="19670"/>
                  </a:lnTo>
                  <a:lnTo>
                    <a:pt x="14613" y="20164"/>
                  </a:lnTo>
                  <a:lnTo>
                    <a:pt x="14515" y="20721"/>
                  </a:lnTo>
                  <a:lnTo>
                    <a:pt x="13746" y="21092"/>
                  </a:lnTo>
                  <a:lnTo>
                    <a:pt x="13216" y="21364"/>
                  </a:lnTo>
                  <a:lnTo>
                    <a:pt x="12403" y="21177"/>
                  </a:lnTo>
                  <a:lnTo>
                    <a:pt x="11795" y="21600"/>
                  </a:lnTo>
                  <a:lnTo>
                    <a:pt x="13162" y="20762"/>
                  </a:lnTo>
                  <a:lnTo>
                    <a:pt x="12034" y="20449"/>
                  </a:lnTo>
                  <a:lnTo>
                    <a:pt x="11319" y="20648"/>
                  </a:lnTo>
                  <a:lnTo>
                    <a:pt x="10431" y="21062"/>
                  </a:lnTo>
                  <a:lnTo>
                    <a:pt x="9594" y="20676"/>
                  </a:lnTo>
                  <a:lnTo>
                    <a:pt x="9199" y="19754"/>
                  </a:lnTo>
                  <a:lnTo>
                    <a:pt x="8621" y="19296"/>
                  </a:lnTo>
                  <a:lnTo>
                    <a:pt x="7981" y="19914"/>
                  </a:lnTo>
                  <a:lnTo>
                    <a:pt x="7632" y="20349"/>
                  </a:lnTo>
                  <a:lnTo>
                    <a:pt x="6973" y="20655"/>
                  </a:lnTo>
                  <a:lnTo>
                    <a:pt x="6208" y="20348"/>
                  </a:lnTo>
                  <a:lnTo>
                    <a:pt x="5448" y="20716"/>
                  </a:lnTo>
                  <a:lnTo>
                    <a:pt x="4954" y="20246"/>
                  </a:lnTo>
                  <a:lnTo>
                    <a:pt x="4920" y="19394"/>
                  </a:lnTo>
                  <a:lnTo>
                    <a:pt x="4496" y="18602"/>
                  </a:lnTo>
                  <a:lnTo>
                    <a:pt x="4031" y="18110"/>
                  </a:lnTo>
                  <a:lnTo>
                    <a:pt x="4412" y="17448"/>
                  </a:lnTo>
                  <a:lnTo>
                    <a:pt x="4227" y="16768"/>
                  </a:lnTo>
                  <a:lnTo>
                    <a:pt x="3772" y="16506"/>
                  </a:lnTo>
                  <a:lnTo>
                    <a:pt x="3069" y="16688"/>
                  </a:lnTo>
                  <a:lnTo>
                    <a:pt x="2683" y="16407"/>
                  </a:lnTo>
                  <a:lnTo>
                    <a:pt x="2550" y="15301"/>
                  </a:lnTo>
                  <a:lnTo>
                    <a:pt x="2232" y="14324"/>
                  </a:lnTo>
                  <a:lnTo>
                    <a:pt x="1550" y="13622"/>
                  </a:lnTo>
                  <a:lnTo>
                    <a:pt x="913" y="13099"/>
                  </a:lnTo>
                  <a:lnTo>
                    <a:pt x="238" y="12605"/>
                  </a:lnTo>
                  <a:lnTo>
                    <a:pt x="0" y="11966"/>
                  </a:lnTo>
                  <a:lnTo>
                    <a:pt x="265" y="11222"/>
                  </a:lnTo>
                  <a:lnTo>
                    <a:pt x="589" y="10792"/>
                  </a:lnTo>
                  <a:lnTo>
                    <a:pt x="1048" y="10397"/>
                  </a:lnTo>
                  <a:lnTo>
                    <a:pt x="1582" y="9780"/>
                  </a:lnTo>
                  <a:lnTo>
                    <a:pt x="2139" y="9426"/>
                  </a:lnTo>
                  <a:lnTo>
                    <a:pt x="2944" y="8715"/>
                  </a:lnTo>
                  <a:lnTo>
                    <a:pt x="3438" y="8053"/>
                  </a:lnTo>
                  <a:lnTo>
                    <a:pt x="3598" y="7539"/>
                  </a:lnTo>
                  <a:lnTo>
                    <a:pt x="3509" y="4990"/>
                  </a:lnTo>
                  <a:lnTo>
                    <a:pt x="4324" y="4782"/>
                  </a:lnTo>
                  <a:lnTo>
                    <a:pt x="5354" y="5043"/>
                  </a:lnTo>
                  <a:lnTo>
                    <a:pt x="5787" y="4737"/>
                  </a:lnTo>
                  <a:lnTo>
                    <a:pt x="5030" y="3502"/>
                  </a:lnTo>
                  <a:lnTo>
                    <a:pt x="6337" y="2242"/>
                  </a:lnTo>
                  <a:lnTo>
                    <a:pt x="6787" y="330"/>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45" name="Shape 197"/>
            <p:cNvSpPr/>
            <p:nvPr/>
          </p:nvSpPr>
          <p:spPr>
            <a:xfrm>
              <a:off x="5904317" y="8979913"/>
              <a:ext cx="2930792" cy="3084007"/>
            </a:xfrm>
            <a:custGeom>
              <a:avLst/>
              <a:gdLst/>
              <a:ahLst/>
              <a:cxnLst>
                <a:cxn ang="0">
                  <a:pos x="wd2" y="hd2"/>
                </a:cxn>
                <a:cxn ang="5400000">
                  <a:pos x="wd2" y="hd2"/>
                </a:cxn>
                <a:cxn ang="10800000">
                  <a:pos x="wd2" y="hd2"/>
                </a:cxn>
                <a:cxn ang="16200000">
                  <a:pos x="wd2" y="hd2"/>
                </a:cxn>
              </a:cxnLst>
              <a:rect l="0" t="0" r="r" b="b"/>
              <a:pathLst>
                <a:path w="21600" h="21600" extrusionOk="0">
                  <a:moveTo>
                    <a:pt x="5709" y="0"/>
                  </a:moveTo>
                  <a:lnTo>
                    <a:pt x="5135" y="405"/>
                  </a:lnTo>
                  <a:lnTo>
                    <a:pt x="5158" y="888"/>
                  </a:lnTo>
                  <a:lnTo>
                    <a:pt x="4934" y="1028"/>
                  </a:lnTo>
                  <a:lnTo>
                    <a:pt x="4800" y="583"/>
                  </a:lnTo>
                  <a:lnTo>
                    <a:pt x="4299" y="777"/>
                  </a:lnTo>
                  <a:lnTo>
                    <a:pt x="4212" y="1591"/>
                  </a:lnTo>
                  <a:lnTo>
                    <a:pt x="4307" y="2549"/>
                  </a:lnTo>
                  <a:lnTo>
                    <a:pt x="3869" y="2659"/>
                  </a:lnTo>
                  <a:lnTo>
                    <a:pt x="3841" y="2386"/>
                  </a:lnTo>
                  <a:lnTo>
                    <a:pt x="3257" y="1887"/>
                  </a:lnTo>
                  <a:lnTo>
                    <a:pt x="3154" y="2317"/>
                  </a:lnTo>
                  <a:lnTo>
                    <a:pt x="2874" y="2374"/>
                  </a:lnTo>
                  <a:lnTo>
                    <a:pt x="2881" y="3042"/>
                  </a:lnTo>
                  <a:lnTo>
                    <a:pt x="2975" y="3760"/>
                  </a:lnTo>
                  <a:lnTo>
                    <a:pt x="3157" y="4291"/>
                  </a:lnTo>
                  <a:lnTo>
                    <a:pt x="3509" y="4212"/>
                  </a:lnTo>
                  <a:lnTo>
                    <a:pt x="3870" y="4253"/>
                  </a:lnTo>
                  <a:lnTo>
                    <a:pt x="4036" y="4619"/>
                  </a:lnTo>
                  <a:lnTo>
                    <a:pt x="4106" y="5063"/>
                  </a:lnTo>
                  <a:lnTo>
                    <a:pt x="3873" y="5191"/>
                  </a:lnTo>
                  <a:lnTo>
                    <a:pt x="3902" y="5546"/>
                  </a:lnTo>
                  <a:lnTo>
                    <a:pt x="4001" y="6084"/>
                  </a:lnTo>
                  <a:lnTo>
                    <a:pt x="3928" y="6794"/>
                  </a:lnTo>
                  <a:lnTo>
                    <a:pt x="3786" y="7429"/>
                  </a:lnTo>
                  <a:lnTo>
                    <a:pt x="3676" y="7785"/>
                  </a:lnTo>
                  <a:lnTo>
                    <a:pt x="3708" y="8099"/>
                  </a:lnTo>
                  <a:lnTo>
                    <a:pt x="3342" y="8034"/>
                  </a:lnTo>
                  <a:lnTo>
                    <a:pt x="3345" y="8367"/>
                  </a:lnTo>
                  <a:lnTo>
                    <a:pt x="3635" y="8645"/>
                  </a:lnTo>
                  <a:lnTo>
                    <a:pt x="3524" y="8956"/>
                  </a:lnTo>
                  <a:lnTo>
                    <a:pt x="3189" y="8704"/>
                  </a:lnTo>
                  <a:lnTo>
                    <a:pt x="2940" y="8755"/>
                  </a:lnTo>
                  <a:lnTo>
                    <a:pt x="2990" y="9122"/>
                  </a:lnTo>
                  <a:lnTo>
                    <a:pt x="2761" y="9340"/>
                  </a:lnTo>
                  <a:lnTo>
                    <a:pt x="2344" y="9308"/>
                  </a:lnTo>
                  <a:lnTo>
                    <a:pt x="2093" y="9346"/>
                  </a:lnTo>
                  <a:lnTo>
                    <a:pt x="1972" y="9601"/>
                  </a:lnTo>
                  <a:lnTo>
                    <a:pt x="1940" y="9875"/>
                  </a:lnTo>
                  <a:lnTo>
                    <a:pt x="1699" y="10161"/>
                  </a:lnTo>
                  <a:lnTo>
                    <a:pt x="1396" y="9992"/>
                  </a:lnTo>
                  <a:lnTo>
                    <a:pt x="1137" y="10120"/>
                  </a:lnTo>
                  <a:lnTo>
                    <a:pt x="922" y="10512"/>
                  </a:lnTo>
                  <a:lnTo>
                    <a:pt x="1055" y="10881"/>
                  </a:lnTo>
                  <a:lnTo>
                    <a:pt x="720" y="11069"/>
                  </a:lnTo>
                  <a:lnTo>
                    <a:pt x="537" y="11276"/>
                  </a:lnTo>
                  <a:lnTo>
                    <a:pt x="254" y="11879"/>
                  </a:lnTo>
                  <a:lnTo>
                    <a:pt x="378" y="12146"/>
                  </a:lnTo>
                  <a:lnTo>
                    <a:pt x="652" y="12129"/>
                  </a:lnTo>
                  <a:lnTo>
                    <a:pt x="719" y="12403"/>
                  </a:lnTo>
                  <a:lnTo>
                    <a:pt x="639" y="12925"/>
                  </a:lnTo>
                  <a:lnTo>
                    <a:pt x="311" y="13125"/>
                  </a:lnTo>
                  <a:lnTo>
                    <a:pt x="0" y="13323"/>
                  </a:lnTo>
                  <a:lnTo>
                    <a:pt x="270" y="13629"/>
                  </a:lnTo>
                  <a:lnTo>
                    <a:pt x="631" y="13444"/>
                  </a:lnTo>
                  <a:lnTo>
                    <a:pt x="1157" y="13179"/>
                  </a:lnTo>
                  <a:lnTo>
                    <a:pt x="1812" y="13140"/>
                  </a:lnTo>
                  <a:lnTo>
                    <a:pt x="2384" y="13099"/>
                  </a:lnTo>
                  <a:lnTo>
                    <a:pt x="3040" y="13061"/>
                  </a:lnTo>
                  <a:lnTo>
                    <a:pt x="3518" y="13158"/>
                  </a:lnTo>
                  <a:lnTo>
                    <a:pt x="3227" y="13528"/>
                  </a:lnTo>
                  <a:lnTo>
                    <a:pt x="2890" y="13737"/>
                  </a:lnTo>
                  <a:lnTo>
                    <a:pt x="2954" y="14018"/>
                  </a:lnTo>
                  <a:lnTo>
                    <a:pt x="3293" y="14221"/>
                  </a:lnTo>
                  <a:lnTo>
                    <a:pt x="3259" y="14545"/>
                  </a:lnTo>
                  <a:lnTo>
                    <a:pt x="3155" y="14752"/>
                  </a:lnTo>
                  <a:lnTo>
                    <a:pt x="3408" y="15335"/>
                  </a:lnTo>
                  <a:lnTo>
                    <a:pt x="3457" y="15619"/>
                  </a:lnTo>
                  <a:lnTo>
                    <a:pt x="3748" y="15859"/>
                  </a:lnTo>
                  <a:lnTo>
                    <a:pt x="4141" y="15956"/>
                  </a:lnTo>
                  <a:lnTo>
                    <a:pt x="4489" y="15977"/>
                  </a:lnTo>
                  <a:lnTo>
                    <a:pt x="4730" y="16373"/>
                  </a:lnTo>
                  <a:lnTo>
                    <a:pt x="4537" y="16494"/>
                  </a:lnTo>
                  <a:lnTo>
                    <a:pt x="4337" y="16647"/>
                  </a:lnTo>
                  <a:lnTo>
                    <a:pt x="4184" y="17047"/>
                  </a:lnTo>
                  <a:lnTo>
                    <a:pt x="4251" y="17367"/>
                  </a:lnTo>
                  <a:lnTo>
                    <a:pt x="4093" y="17598"/>
                  </a:lnTo>
                  <a:lnTo>
                    <a:pt x="3770" y="17771"/>
                  </a:lnTo>
                  <a:lnTo>
                    <a:pt x="3654" y="18014"/>
                  </a:lnTo>
                  <a:lnTo>
                    <a:pt x="3536" y="18209"/>
                  </a:lnTo>
                  <a:lnTo>
                    <a:pt x="3948" y="18394"/>
                  </a:lnTo>
                  <a:lnTo>
                    <a:pt x="4420" y="18521"/>
                  </a:lnTo>
                  <a:lnTo>
                    <a:pt x="4947" y="18595"/>
                  </a:lnTo>
                  <a:lnTo>
                    <a:pt x="5383" y="18624"/>
                  </a:lnTo>
                  <a:lnTo>
                    <a:pt x="5628" y="18769"/>
                  </a:lnTo>
                  <a:lnTo>
                    <a:pt x="5496" y="19078"/>
                  </a:lnTo>
                  <a:lnTo>
                    <a:pt x="5391" y="19436"/>
                  </a:lnTo>
                  <a:lnTo>
                    <a:pt x="5633" y="19696"/>
                  </a:lnTo>
                  <a:lnTo>
                    <a:pt x="5957" y="20068"/>
                  </a:lnTo>
                  <a:lnTo>
                    <a:pt x="5789" y="20345"/>
                  </a:lnTo>
                  <a:lnTo>
                    <a:pt x="6116" y="20418"/>
                  </a:lnTo>
                  <a:lnTo>
                    <a:pt x="6509" y="20339"/>
                  </a:lnTo>
                  <a:lnTo>
                    <a:pt x="6799" y="20408"/>
                  </a:lnTo>
                  <a:lnTo>
                    <a:pt x="7189" y="20578"/>
                  </a:lnTo>
                  <a:lnTo>
                    <a:pt x="7489" y="20291"/>
                  </a:lnTo>
                  <a:lnTo>
                    <a:pt x="7869" y="20060"/>
                  </a:lnTo>
                  <a:lnTo>
                    <a:pt x="8256" y="19931"/>
                  </a:lnTo>
                  <a:lnTo>
                    <a:pt x="8454" y="20324"/>
                  </a:lnTo>
                  <a:lnTo>
                    <a:pt x="8422" y="20635"/>
                  </a:lnTo>
                  <a:lnTo>
                    <a:pt x="8239" y="20954"/>
                  </a:lnTo>
                  <a:lnTo>
                    <a:pt x="8491" y="21218"/>
                  </a:lnTo>
                  <a:lnTo>
                    <a:pt x="8842" y="21296"/>
                  </a:lnTo>
                  <a:lnTo>
                    <a:pt x="9174" y="21380"/>
                  </a:lnTo>
                  <a:lnTo>
                    <a:pt x="9676" y="21488"/>
                  </a:lnTo>
                  <a:lnTo>
                    <a:pt x="9999" y="21600"/>
                  </a:lnTo>
                  <a:lnTo>
                    <a:pt x="10175" y="21347"/>
                  </a:lnTo>
                  <a:lnTo>
                    <a:pt x="9866" y="21153"/>
                  </a:lnTo>
                  <a:lnTo>
                    <a:pt x="9845" y="20897"/>
                  </a:lnTo>
                  <a:lnTo>
                    <a:pt x="10163" y="20433"/>
                  </a:lnTo>
                  <a:lnTo>
                    <a:pt x="10167" y="20124"/>
                  </a:lnTo>
                  <a:lnTo>
                    <a:pt x="10046" y="19861"/>
                  </a:lnTo>
                  <a:lnTo>
                    <a:pt x="9722" y="19452"/>
                  </a:lnTo>
                  <a:lnTo>
                    <a:pt x="9768" y="19033"/>
                  </a:lnTo>
                  <a:lnTo>
                    <a:pt x="9844" y="18569"/>
                  </a:lnTo>
                  <a:lnTo>
                    <a:pt x="10016" y="18160"/>
                  </a:lnTo>
                  <a:lnTo>
                    <a:pt x="10344" y="18366"/>
                  </a:lnTo>
                  <a:lnTo>
                    <a:pt x="10727" y="18336"/>
                  </a:lnTo>
                  <a:lnTo>
                    <a:pt x="11203" y="18492"/>
                  </a:lnTo>
                  <a:lnTo>
                    <a:pt x="11720" y="18115"/>
                  </a:lnTo>
                  <a:lnTo>
                    <a:pt x="11928" y="17489"/>
                  </a:lnTo>
                  <a:lnTo>
                    <a:pt x="12293" y="17387"/>
                  </a:lnTo>
                  <a:lnTo>
                    <a:pt x="12475" y="17724"/>
                  </a:lnTo>
                  <a:lnTo>
                    <a:pt x="12933" y="18119"/>
                  </a:lnTo>
                  <a:lnTo>
                    <a:pt x="13213" y="18392"/>
                  </a:lnTo>
                  <a:lnTo>
                    <a:pt x="13519" y="18369"/>
                  </a:lnTo>
                  <a:lnTo>
                    <a:pt x="13820" y="18005"/>
                  </a:lnTo>
                  <a:lnTo>
                    <a:pt x="14099" y="17618"/>
                  </a:lnTo>
                  <a:lnTo>
                    <a:pt x="14338" y="17478"/>
                  </a:lnTo>
                  <a:lnTo>
                    <a:pt x="14436" y="17830"/>
                  </a:lnTo>
                  <a:lnTo>
                    <a:pt x="14621" y="18190"/>
                  </a:lnTo>
                  <a:lnTo>
                    <a:pt x="14934" y="17885"/>
                  </a:lnTo>
                  <a:lnTo>
                    <a:pt x="15080" y="17558"/>
                  </a:lnTo>
                  <a:lnTo>
                    <a:pt x="15318" y="17759"/>
                  </a:lnTo>
                  <a:lnTo>
                    <a:pt x="15380" y="18149"/>
                  </a:lnTo>
                  <a:lnTo>
                    <a:pt x="15602" y="18461"/>
                  </a:lnTo>
                  <a:lnTo>
                    <a:pt x="16030" y="17999"/>
                  </a:lnTo>
                  <a:lnTo>
                    <a:pt x="16203" y="17596"/>
                  </a:lnTo>
                  <a:lnTo>
                    <a:pt x="16650" y="17907"/>
                  </a:lnTo>
                  <a:lnTo>
                    <a:pt x="16911" y="18037"/>
                  </a:lnTo>
                  <a:lnTo>
                    <a:pt x="17201" y="17803"/>
                  </a:lnTo>
                  <a:lnTo>
                    <a:pt x="17818" y="17679"/>
                  </a:lnTo>
                  <a:lnTo>
                    <a:pt x="18009" y="17389"/>
                  </a:lnTo>
                  <a:lnTo>
                    <a:pt x="18061" y="17056"/>
                  </a:lnTo>
                  <a:lnTo>
                    <a:pt x="18480" y="16807"/>
                  </a:lnTo>
                  <a:lnTo>
                    <a:pt x="18836" y="16664"/>
                  </a:lnTo>
                  <a:lnTo>
                    <a:pt x="19082" y="16529"/>
                  </a:lnTo>
                  <a:lnTo>
                    <a:pt x="19524" y="16594"/>
                  </a:lnTo>
                  <a:lnTo>
                    <a:pt x="19642" y="16829"/>
                  </a:lnTo>
                  <a:lnTo>
                    <a:pt x="20183" y="16466"/>
                  </a:lnTo>
                  <a:lnTo>
                    <a:pt x="20514" y="16046"/>
                  </a:lnTo>
                  <a:lnTo>
                    <a:pt x="20745" y="16314"/>
                  </a:lnTo>
                  <a:lnTo>
                    <a:pt x="21194" y="16367"/>
                  </a:lnTo>
                  <a:lnTo>
                    <a:pt x="21295" y="15953"/>
                  </a:lnTo>
                  <a:lnTo>
                    <a:pt x="21396" y="15704"/>
                  </a:lnTo>
                  <a:lnTo>
                    <a:pt x="21600" y="15347"/>
                  </a:lnTo>
                  <a:lnTo>
                    <a:pt x="21404" y="14850"/>
                  </a:lnTo>
                  <a:lnTo>
                    <a:pt x="21250" y="14315"/>
                  </a:lnTo>
                  <a:lnTo>
                    <a:pt x="20888" y="14470"/>
                  </a:lnTo>
                  <a:lnTo>
                    <a:pt x="20592" y="14644"/>
                  </a:lnTo>
                  <a:lnTo>
                    <a:pt x="20407" y="14662"/>
                  </a:lnTo>
                  <a:lnTo>
                    <a:pt x="20098" y="14483"/>
                  </a:lnTo>
                  <a:lnTo>
                    <a:pt x="19880" y="14472"/>
                  </a:lnTo>
                  <a:lnTo>
                    <a:pt x="19652" y="14603"/>
                  </a:lnTo>
                  <a:lnTo>
                    <a:pt x="19280" y="14496"/>
                  </a:lnTo>
                  <a:lnTo>
                    <a:pt x="19062" y="14555"/>
                  </a:lnTo>
                  <a:lnTo>
                    <a:pt x="19032" y="14342"/>
                  </a:lnTo>
                  <a:lnTo>
                    <a:pt x="19095" y="14003"/>
                  </a:lnTo>
                  <a:lnTo>
                    <a:pt x="18941" y="13746"/>
                  </a:lnTo>
                  <a:lnTo>
                    <a:pt x="18711" y="13656"/>
                  </a:lnTo>
                  <a:lnTo>
                    <a:pt x="18418" y="13645"/>
                  </a:lnTo>
                  <a:lnTo>
                    <a:pt x="18046" y="13573"/>
                  </a:lnTo>
                  <a:lnTo>
                    <a:pt x="17812" y="13754"/>
                  </a:lnTo>
                  <a:lnTo>
                    <a:pt x="17559" y="13539"/>
                  </a:lnTo>
                  <a:lnTo>
                    <a:pt x="17418" y="13312"/>
                  </a:lnTo>
                  <a:lnTo>
                    <a:pt x="17320" y="13099"/>
                  </a:lnTo>
                  <a:lnTo>
                    <a:pt x="17364" y="12677"/>
                  </a:lnTo>
                  <a:lnTo>
                    <a:pt x="17702" y="12300"/>
                  </a:lnTo>
                  <a:lnTo>
                    <a:pt x="17966" y="12101"/>
                  </a:lnTo>
                  <a:lnTo>
                    <a:pt x="18109" y="11881"/>
                  </a:lnTo>
                  <a:lnTo>
                    <a:pt x="18050" y="11684"/>
                  </a:lnTo>
                  <a:lnTo>
                    <a:pt x="18418" y="11623"/>
                  </a:lnTo>
                  <a:lnTo>
                    <a:pt x="18209" y="11419"/>
                  </a:lnTo>
                  <a:lnTo>
                    <a:pt x="17884" y="11237"/>
                  </a:lnTo>
                  <a:lnTo>
                    <a:pt x="17765" y="10976"/>
                  </a:lnTo>
                  <a:lnTo>
                    <a:pt x="17539" y="10616"/>
                  </a:lnTo>
                  <a:lnTo>
                    <a:pt x="17297" y="10499"/>
                  </a:lnTo>
                  <a:lnTo>
                    <a:pt x="17125" y="10285"/>
                  </a:lnTo>
                  <a:lnTo>
                    <a:pt x="17413" y="10002"/>
                  </a:lnTo>
                  <a:lnTo>
                    <a:pt x="17543" y="9683"/>
                  </a:lnTo>
                  <a:lnTo>
                    <a:pt x="17564" y="9370"/>
                  </a:lnTo>
                  <a:lnTo>
                    <a:pt x="17757" y="8991"/>
                  </a:lnTo>
                  <a:lnTo>
                    <a:pt x="18021" y="8765"/>
                  </a:lnTo>
                  <a:lnTo>
                    <a:pt x="18061" y="8443"/>
                  </a:lnTo>
                  <a:lnTo>
                    <a:pt x="17930" y="8137"/>
                  </a:lnTo>
                  <a:lnTo>
                    <a:pt x="17788" y="7868"/>
                  </a:lnTo>
                  <a:lnTo>
                    <a:pt x="17496" y="7700"/>
                  </a:lnTo>
                  <a:lnTo>
                    <a:pt x="17193" y="7935"/>
                  </a:lnTo>
                  <a:lnTo>
                    <a:pt x="16835" y="7801"/>
                  </a:lnTo>
                  <a:lnTo>
                    <a:pt x="16649" y="7929"/>
                  </a:lnTo>
                  <a:lnTo>
                    <a:pt x="16405" y="8086"/>
                  </a:lnTo>
                  <a:lnTo>
                    <a:pt x="16200" y="7916"/>
                  </a:lnTo>
                  <a:lnTo>
                    <a:pt x="16000" y="7678"/>
                  </a:lnTo>
                  <a:lnTo>
                    <a:pt x="15889" y="7498"/>
                  </a:lnTo>
                  <a:lnTo>
                    <a:pt x="15772" y="7285"/>
                  </a:lnTo>
                  <a:lnTo>
                    <a:pt x="16043" y="7132"/>
                  </a:lnTo>
                  <a:lnTo>
                    <a:pt x="16080" y="6887"/>
                  </a:lnTo>
                  <a:lnTo>
                    <a:pt x="15846" y="6637"/>
                  </a:lnTo>
                  <a:lnTo>
                    <a:pt x="15707" y="6422"/>
                  </a:lnTo>
                  <a:lnTo>
                    <a:pt x="16065" y="6202"/>
                  </a:lnTo>
                  <a:lnTo>
                    <a:pt x="16479" y="5886"/>
                  </a:lnTo>
                  <a:lnTo>
                    <a:pt x="16783" y="5831"/>
                  </a:lnTo>
                  <a:lnTo>
                    <a:pt x="16996" y="6155"/>
                  </a:lnTo>
                  <a:lnTo>
                    <a:pt x="17320" y="6112"/>
                  </a:lnTo>
                  <a:lnTo>
                    <a:pt x="17416" y="5860"/>
                  </a:lnTo>
                  <a:lnTo>
                    <a:pt x="17708" y="5843"/>
                  </a:lnTo>
                  <a:lnTo>
                    <a:pt x="17953" y="6163"/>
                  </a:lnTo>
                  <a:lnTo>
                    <a:pt x="18384" y="6247"/>
                  </a:lnTo>
                  <a:lnTo>
                    <a:pt x="18772" y="6122"/>
                  </a:lnTo>
                  <a:lnTo>
                    <a:pt x="19115" y="6023"/>
                  </a:lnTo>
                  <a:lnTo>
                    <a:pt x="19473" y="5965"/>
                  </a:lnTo>
                  <a:lnTo>
                    <a:pt x="19847" y="5734"/>
                  </a:lnTo>
                  <a:lnTo>
                    <a:pt x="20142" y="5137"/>
                  </a:lnTo>
                  <a:lnTo>
                    <a:pt x="19924" y="4695"/>
                  </a:lnTo>
                  <a:lnTo>
                    <a:pt x="20156" y="4236"/>
                  </a:lnTo>
                  <a:lnTo>
                    <a:pt x="19536" y="3790"/>
                  </a:lnTo>
                  <a:lnTo>
                    <a:pt x="18985" y="4276"/>
                  </a:lnTo>
                  <a:lnTo>
                    <a:pt x="18567" y="4569"/>
                  </a:lnTo>
                  <a:lnTo>
                    <a:pt x="18189" y="4474"/>
                  </a:lnTo>
                  <a:lnTo>
                    <a:pt x="17899" y="4314"/>
                  </a:lnTo>
                  <a:lnTo>
                    <a:pt x="18181" y="3503"/>
                  </a:lnTo>
                  <a:lnTo>
                    <a:pt x="17702" y="3322"/>
                  </a:lnTo>
                  <a:lnTo>
                    <a:pt x="17804" y="3007"/>
                  </a:lnTo>
                  <a:lnTo>
                    <a:pt x="18041" y="2699"/>
                  </a:lnTo>
                  <a:lnTo>
                    <a:pt x="17464" y="2356"/>
                  </a:lnTo>
                  <a:lnTo>
                    <a:pt x="16745" y="2360"/>
                  </a:lnTo>
                  <a:lnTo>
                    <a:pt x="16168" y="2508"/>
                  </a:lnTo>
                  <a:lnTo>
                    <a:pt x="16250" y="3005"/>
                  </a:lnTo>
                  <a:lnTo>
                    <a:pt x="16425" y="3303"/>
                  </a:lnTo>
                  <a:lnTo>
                    <a:pt x="16247" y="3411"/>
                  </a:lnTo>
                  <a:lnTo>
                    <a:pt x="16017" y="3226"/>
                  </a:lnTo>
                  <a:lnTo>
                    <a:pt x="15530" y="3447"/>
                  </a:lnTo>
                  <a:lnTo>
                    <a:pt x="15303" y="4047"/>
                  </a:lnTo>
                  <a:lnTo>
                    <a:pt x="15638" y="4268"/>
                  </a:lnTo>
                  <a:lnTo>
                    <a:pt x="15424" y="4553"/>
                  </a:lnTo>
                  <a:lnTo>
                    <a:pt x="14792" y="5144"/>
                  </a:lnTo>
                  <a:lnTo>
                    <a:pt x="14240" y="5376"/>
                  </a:lnTo>
                  <a:lnTo>
                    <a:pt x="13822" y="5773"/>
                  </a:lnTo>
                  <a:lnTo>
                    <a:pt x="13805" y="6474"/>
                  </a:lnTo>
                  <a:lnTo>
                    <a:pt x="14135" y="7832"/>
                  </a:lnTo>
                  <a:lnTo>
                    <a:pt x="13980" y="8100"/>
                  </a:lnTo>
                  <a:lnTo>
                    <a:pt x="13653" y="8201"/>
                  </a:lnTo>
                  <a:lnTo>
                    <a:pt x="13450" y="8509"/>
                  </a:lnTo>
                  <a:lnTo>
                    <a:pt x="13265" y="8527"/>
                  </a:lnTo>
                  <a:lnTo>
                    <a:pt x="13376" y="8160"/>
                  </a:lnTo>
                  <a:lnTo>
                    <a:pt x="12808" y="8101"/>
                  </a:lnTo>
                  <a:lnTo>
                    <a:pt x="12327" y="8369"/>
                  </a:lnTo>
                  <a:lnTo>
                    <a:pt x="12161" y="8654"/>
                  </a:lnTo>
                  <a:lnTo>
                    <a:pt x="11452" y="8696"/>
                  </a:lnTo>
                  <a:lnTo>
                    <a:pt x="11263" y="8495"/>
                  </a:lnTo>
                  <a:lnTo>
                    <a:pt x="11037" y="8329"/>
                  </a:lnTo>
                  <a:lnTo>
                    <a:pt x="11080" y="7847"/>
                  </a:lnTo>
                  <a:lnTo>
                    <a:pt x="10678" y="7690"/>
                  </a:lnTo>
                  <a:lnTo>
                    <a:pt x="10513" y="7445"/>
                  </a:lnTo>
                  <a:lnTo>
                    <a:pt x="10983" y="6943"/>
                  </a:lnTo>
                  <a:lnTo>
                    <a:pt x="10473" y="6902"/>
                  </a:lnTo>
                  <a:lnTo>
                    <a:pt x="10108" y="6283"/>
                  </a:lnTo>
                  <a:lnTo>
                    <a:pt x="9941" y="5897"/>
                  </a:lnTo>
                  <a:lnTo>
                    <a:pt x="9940" y="5566"/>
                  </a:lnTo>
                  <a:lnTo>
                    <a:pt x="9625" y="5159"/>
                  </a:lnTo>
                  <a:lnTo>
                    <a:pt x="9501" y="4604"/>
                  </a:lnTo>
                  <a:lnTo>
                    <a:pt x="9014" y="3706"/>
                  </a:lnTo>
                  <a:lnTo>
                    <a:pt x="8385" y="3960"/>
                  </a:lnTo>
                  <a:lnTo>
                    <a:pt x="8156" y="4180"/>
                  </a:lnTo>
                  <a:lnTo>
                    <a:pt x="8101" y="3895"/>
                  </a:lnTo>
                  <a:lnTo>
                    <a:pt x="7528" y="3323"/>
                  </a:lnTo>
                  <a:lnTo>
                    <a:pt x="7804" y="3143"/>
                  </a:lnTo>
                  <a:lnTo>
                    <a:pt x="7893" y="2569"/>
                  </a:lnTo>
                  <a:lnTo>
                    <a:pt x="7440" y="2136"/>
                  </a:lnTo>
                  <a:lnTo>
                    <a:pt x="7259" y="1671"/>
                  </a:lnTo>
                  <a:lnTo>
                    <a:pt x="6787" y="1132"/>
                  </a:lnTo>
                  <a:lnTo>
                    <a:pt x="6359" y="1606"/>
                  </a:lnTo>
                  <a:lnTo>
                    <a:pt x="5905" y="1836"/>
                  </a:lnTo>
                  <a:lnTo>
                    <a:pt x="5748" y="1974"/>
                  </a:lnTo>
                  <a:lnTo>
                    <a:pt x="6009" y="2349"/>
                  </a:lnTo>
                  <a:lnTo>
                    <a:pt x="5944" y="2588"/>
                  </a:lnTo>
                  <a:lnTo>
                    <a:pt x="5693" y="2318"/>
                  </a:lnTo>
                  <a:lnTo>
                    <a:pt x="5550" y="1979"/>
                  </a:lnTo>
                  <a:lnTo>
                    <a:pt x="5709" y="0"/>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46" name="Shape 198"/>
            <p:cNvSpPr/>
            <p:nvPr/>
          </p:nvSpPr>
          <p:spPr>
            <a:xfrm>
              <a:off x="8002079" y="9191472"/>
              <a:ext cx="1995950" cy="1688132"/>
            </a:xfrm>
            <a:custGeom>
              <a:avLst/>
              <a:gdLst/>
              <a:ahLst/>
              <a:cxnLst>
                <a:cxn ang="0">
                  <a:pos x="wd2" y="hd2"/>
                </a:cxn>
                <a:cxn ang="5400000">
                  <a:pos x="wd2" y="hd2"/>
                </a:cxn>
                <a:cxn ang="10800000">
                  <a:pos x="wd2" y="hd2"/>
                </a:cxn>
                <a:cxn ang="16200000">
                  <a:pos x="wd2" y="hd2"/>
                </a:cxn>
              </a:cxnLst>
              <a:rect l="0" t="0" r="r" b="b"/>
              <a:pathLst>
                <a:path w="21600" h="21600" extrusionOk="0">
                  <a:moveTo>
                    <a:pt x="10181" y="2529"/>
                  </a:moveTo>
                  <a:lnTo>
                    <a:pt x="9682" y="2523"/>
                  </a:lnTo>
                  <a:lnTo>
                    <a:pt x="8916" y="2314"/>
                  </a:lnTo>
                  <a:lnTo>
                    <a:pt x="7518" y="3038"/>
                  </a:lnTo>
                  <a:lnTo>
                    <a:pt x="7221" y="3888"/>
                  </a:lnTo>
                  <a:lnTo>
                    <a:pt x="7908" y="4873"/>
                  </a:lnTo>
                  <a:lnTo>
                    <a:pt x="8378" y="4557"/>
                  </a:lnTo>
                  <a:lnTo>
                    <a:pt x="8625" y="4992"/>
                  </a:lnTo>
                  <a:lnTo>
                    <a:pt x="9335" y="5317"/>
                  </a:lnTo>
                  <a:lnTo>
                    <a:pt x="9793" y="5391"/>
                  </a:lnTo>
                  <a:lnTo>
                    <a:pt x="9960" y="5924"/>
                  </a:lnTo>
                  <a:lnTo>
                    <a:pt x="9732" y="6294"/>
                  </a:lnTo>
                  <a:lnTo>
                    <a:pt x="7990" y="6873"/>
                  </a:lnTo>
                  <a:lnTo>
                    <a:pt x="7339" y="6413"/>
                  </a:lnTo>
                  <a:lnTo>
                    <a:pt x="6589" y="6632"/>
                  </a:lnTo>
                  <a:lnTo>
                    <a:pt x="6202" y="7603"/>
                  </a:lnTo>
                  <a:lnTo>
                    <a:pt x="5775" y="8049"/>
                  </a:lnTo>
                  <a:lnTo>
                    <a:pt x="4891" y="8274"/>
                  </a:lnTo>
                  <a:lnTo>
                    <a:pt x="4294" y="8532"/>
                  </a:lnTo>
                  <a:lnTo>
                    <a:pt x="3757" y="8376"/>
                  </a:lnTo>
                  <a:lnTo>
                    <a:pt x="3331" y="7818"/>
                  </a:lnTo>
                  <a:lnTo>
                    <a:pt x="2758" y="7737"/>
                  </a:lnTo>
                  <a:lnTo>
                    <a:pt x="2609" y="8267"/>
                  </a:lnTo>
                  <a:lnTo>
                    <a:pt x="2266" y="8282"/>
                  </a:lnTo>
                  <a:lnTo>
                    <a:pt x="2011" y="7734"/>
                  </a:lnTo>
                  <a:lnTo>
                    <a:pt x="1443" y="7821"/>
                  </a:lnTo>
                  <a:lnTo>
                    <a:pt x="0" y="9023"/>
                  </a:lnTo>
                  <a:lnTo>
                    <a:pt x="681" y="9887"/>
                  </a:lnTo>
                  <a:lnTo>
                    <a:pt x="246" y="10624"/>
                  </a:lnTo>
                  <a:lnTo>
                    <a:pt x="643" y="11610"/>
                  </a:lnTo>
                  <a:lnTo>
                    <a:pt x="1350" y="12520"/>
                  </a:lnTo>
                  <a:lnTo>
                    <a:pt x="2051" y="11969"/>
                  </a:lnTo>
                  <a:lnTo>
                    <a:pt x="2497" y="12088"/>
                  </a:lnTo>
                  <a:lnTo>
                    <a:pt x="3015" y="11752"/>
                  </a:lnTo>
                  <a:lnTo>
                    <a:pt x="3439" y="12258"/>
                  </a:lnTo>
                  <a:lnTo>
                    <a:pt x="3612" y="13170"/>
                  </a:lnTo>
                  <a:lnTo>
                    <a:pt x="3109" y="13662"/>
                  </a:lnTo>
                  <a:lnTo>
                    <a:pt x="2836" y="14360"/>
                  </a:lnTo>
                  <a:lnTo>
                    <a:pt x="2794" y="15122"/>
                  </a:lnTo>
                  <a:lnTo>
                    <a:pt x="2484" y="15666"/>
                  </a:lnTo>
                  <a:lnTo>
                    <a:pt x="2175" y="16087"/>
                  </a:lnTo>
                  <a:lnTo>
                    <a:pt x="2619" y="16899"/>
                  </a:lnTo>
                  <a:lnTo>
                    <a:pt x="3120" y="17113"/>
                  </a:lnTo>
                  <a:lnTo>
                    <a:pt x="3377" y="18005"/>
                  </a:lnTo>
                  <a:lnTo>
                    <a:pt x="4154" y="18456"/>
                  </a:lnTo>
                  <a:lnTo>
                    <a:pt x="3509" y="18510"/>
                  </a:lnTo>
                  <a:lnTo>
                    <a:pt x="3706" y="19057"/>
                  </a:lnTo>
                  <a:lnTo>
                    <a:pt x="3161" y="19691"/>
                  </a:lnTo>
                  <a:lnTo>
                    <a:pt x="2678" y="20334"/>
                  </a:lnTo>
                  <a:lnTo>
                    <a:pt x="3216" y="20876"/>
                  </a:lnTo>
                  <a:lnTo>
                    <a:pt x="3843" y="21243"/>
                  </a:lnTo>
                  <a:lnTo>
                    <a:pt x="4486" y="20655"/>
                  </a:lnTo>
                  <a:lnTo>
                    <a:pt x="4943" y="19888"/>
                  </a:lnTo>
                  <a:lnTo>
                    <a:pt x="5678" y="19385"/>
                  </a:lnTo>
                  <a:lnTo>
                    <a:pt x="5753" y="20038"/>
                  </a:lnTo>
                  <a:lnTo>
                    <a:pt x="6383" y="20077"/>
                  </a:lnTo>
                  <a:lnTo>
                    <a:pt x="6462" y="20570"/>
                  </a:lnTo>
                  <a:lnTo>
                    <a:pt x="7096" y="20722"/>
                  </a:lnTo>
                  <a:lnTo>
                    <a:pt x="7628" y="21128"/>
                  </a:lnTo>
                  <a:lnTo>
                    <a:pt x="8115" y="21247"/>
                  </a:lnTo>
                  <a:lnTo>
                    <a:pt x="8608" y="21600"/>
                  </a:lnTo>
                  <a:lnTo>
                    <a:pt x="8963" y="21183"/>
                  </a:lnTo>
                  <a:lnTo>
                    <a:pt x="9169" y="20723"/>
                  </a:lnTo>
                  <a:lnTo>
                    <a:pt x="9086" y="20091"/>
                  </a:lnTo>
                  <a:lnTo>
                    <a:pt x="9755" y="19992"/>
                  </a:lnTo>
                  <a:lnTo>
                    <a:pt x="10574" y="19419"/>
                  </a:lnTo>
                  <a:lnTo>
                    <a:pt x="11062" y="19183"/>
                  </a:lnTo>
                  <a:lnTo>
                    <a:pt x="11471" y="19038"/>
                  </a:lnTo>
                  <a:lnTo>
                    <a:pt x="12056" y="18529"/>
                  </a:lnTo>
                  <a:lnTo>
                    <a:pt x="11993" y="17967"/>
                  </a:lnTo>
                  <a:lnTo>
                    <a:pt x="12282" y="17526"/>
                  </a:lnTo>
                  <a:lnTo>
                    <a:pt x="12688" y="17004"/>
                  </a:lnTo>
                  <a:lnTo>
                    <a:pt x="13214" y="17164"/>
                  </a:lnTo>
                  <a:lnTo>
                    <a:pt x="13251" y="17794"/>
                  </a:lnTo>
                  <a:lnTo>
                    <a:pt x="13639" y="18513"/>
                  </a:lnTo>
                  <a:lnTo>
                    <a:pt x="13978" y="18978"/>
                  </a:lnTo>
                  <a:lnTo>
                    <a:pt x="14403" y="18498"/>
                  </a:lnTo>
                  <a:lnTo>
                    <a:pt x="14856" y="18972"/>
                  </a:lnTo>
                  <a:lnTo>
                    <a:pt x="15221" y="19574"/>
                  </a:lnTo>
                  <a:lnTo>
                    <a:pt x="15850" y="19373"/>
                  </a:lnTo>
                  <a:lnTo>
                    <a:pt x="16071" y="18986"/>
                  </a:lnTo>
                  <a:lnTo>
                    <a:pt x="16182" y="18459"/>
                  </a:lnTo>
                  <a:lnTo>
                    <a:pt x="16677" y="17753"/>
                  </a:lnTo>
                  <a:lnTo>
                    <a:pt x="17023" y="17445"/>
                  </a:lnTo>
                  <a:lnTo>
                    <a:pt x="17442" y="17978"/>
                  </a:lnTo>
                  <a:lnTo>
                    <a:pt x="17844" y="18442"/>
                  </a:lnTo>
                  <a:lnTo>
                    <a:pt x="18073" y="17888"/>
                  </a:lnTo>
                  <a:lnTo>
                    <a:pt x="18123" y="17449"/>
                  </a:lnTo>
                  <a:lnTo>
                    <a:pt x="18685" y="17396"/>
                  </a:lnTo>
                  <a:lnTo>
                    <a:pt x="19678" y="17428"/>
                  </a:lnTo>
                  <a:lnTo>
                    <a:pt x="19765" y="17040"/>
                  </a:lnTo>
                  <a:lnTo>
                    <a:pt x="19525" y="16736"/>
                  </a:lnTo>
                  <a:lnTo>
                    <a:pt x="19354" y="16464"/>
                  </a:lnTo>
                  <a:lnTo>
                    <a:pt x="19886" y="16111"/>
                  </a:lnTo>
                  <a:lnTo>
                    <a:pt x="20297" y="16404"/>
                  </a:lnTo>
                  <a:lnTo>
                    <a:pt x="20917" y="16019"/>
                  </a:lnTo>
                  <a:lnTo>
                    <a:pt x="21349" y="15208"/>
                  </a:lnTo>
                  <a:lnTo>
                    <a:pt x="21374" y="14075"/>
                  </a:lnTo>
                  <a:lnTo>
                    <a:pt x="20829" y="13991"/>
                  </a:lnTo>
                  <a:lnTo>
                    <a:pt x="20598" y="13562"/>
                  </a:lnTo>
                  <a:lnTo>
                    <a:pt x="20932" y="13207"/>
                  </a:lnTo>
                  <a:lnTo>
                    <a:pt x="21023" y="12747"/>
                  </a:lnTo>
                  <a:lnTo>
                    <a:pt x="20817" y="12250"/>
                  </a:lnTo>
                  <a:lnTo>
                    <a:pt x="20988" y="11888"/>
                  </a:lnTo>
                  <a:lnTo>
                    <a:pt x="21300" y="11627"/>
                  </a:lnTo>
                  <a:lnTo>
                    <a:pt x="21341" y="10965"/>
                  </a:lnTo>
                  <a:lnTo>
                    <a:pt x="21600" y="10559"/>
                  </a:lnTo>
                  <a:lnTo>
                    <a:pt x="21169" y="9715"/>
                  </a:lnTo>
                  <a:lnTo>
                    <a:pt x="20655" y="9817"/>
                  </a:lnTo>
                  <a:lnTo>
                    <a:pt x="20071" y="10239"/>
                  </a:lnTo>
                  <a:lnTo>
                    <a:pt x="19691" y="9956"/>
                  </a:lnTo>
                  <a:lnTo>
                    <a:pt x="19147" y="10420"/>
                  </a:lnTo>
                  <a:lnTo>
                    <a:pt x="18882" y="10230"/>
                  </a:lnTo>
                  <a:lnTo>
                    <a:pt x="19102" y="9641"/>
                  </a:lnTo>
                  <a:lnTo>
                    <a:pt x="19527" y="9195"/>
                  </a:lnTo>
                  <a:lnTo>
                    <a:pt x="20187" y="8471"/>
                  </a:lnTo>
                  <a:lnTo>
                    <a:pt x="20814" y="8667"/>
                  </a:lnTo>
                  <a:lnTo>
                    <a:pt x="21264" y="7927"/>
                  </a:lnTo>
                  <a:lnTo>
                    <a:pt x="21204" y="7370"/>
                  </a:lnTo>
                  <a:lnTo>
                    <a:pt x="20621" y="6815"/>
                  </a:lnTo>
                  <a:lnTo>
                    <a:pt x="20656" y="6194"/>
                  </a:lnTo>
                  <a:lnTo>
                    <a:pt x="20645" y="5072"/>
                  </a:lnTo>
                  <a:lnTo>
                    <a:pt x="20590" y="4512"/>
                  </a:lnTo>
                  <a:lnTo>
                    <a:pt x="20392" y="4108"/>
                  </a:lnTo>
                  <a:lnTo>
                    <a:pt x="20311" y="3702"/>
                  </a:lnTo>
                  <a:lnTo>
                    <a:pt x="20029" y="3770"/>
                  </a:lnTo>
                  <a:lnTo>
                    <a:pt x="19925" y="4666"/>
                  </a:lnTo>
                  <a:lnTo>
                    <a:pt x="19672" y="4970"/>
                  </a:lnTo>
                  <a:lnTo>
                    <a:pt x="19343" y="4677"/>
                  </a:lnTo>
                  <a:lnTo>
                    <a:pt x="19362" y="4146"/>
                  </a:lnTo>
                  <a:lnTo>
                    <a:pt x="19012" y="4401"/>
                  </a:lnTo>
                  <a:lnTo>
                    <a:pt x="18911" y="2787"/>
                  </a:lnTo>
                  <a:lnTo>
                    <a:pt x="18406" y="3148"/>
                  </a:lnTo>
                  <a:lnTo>
                    <a:pt x="18328" y="2504"/>
                  </a:lnTo>
                  <a:lnTo>
                    <a:pt x="17848" y="2533"/>
                  </a:lnTo>
                  <a:lnTo>
                    <a:pt x="17509" y="2166"/>
                  </a:lnTo>
                  <a:lnTo>
                    <a:pt x="17619" y="1362"/>
                  </a:lnTo>
                  <a:lnTo>
                    <a:pt x="17267" y="293"/>
                  </a:lnTo>
                  <a:lnTo>
                    <a:pt x="16545" y="719"/>
                  </a:lnTo>
                  <a:lnTo>
                    <a:pt x="15702" y="917"/>
                  </a:lnTo>
                  <a:lnTo>
                    <a:pt x="15143" y="146"/>
                  </a:lnTo>
                  <a:lnTo>
                    <a:pt x="13571" y="0"/>
                  </a:lnTo>
                  <a:lnTo>
                    <a:pt x="13990" y="1439"/>
                  </a:lnTo>
                  <a:lnTo>
                    <a:pt x="13580" y="1625"/>
                  </a:lnTo>
                  <a:lnTo>
                    <a:pt x="13071" y="1162"/>
                  </a:lnTo>
                  <a:lnTo>
                    <a:pt x="12575" y="1485"/>
                  </a:lnTo>
                  <a:lnTo>
                    <a:pt x="12375" y="1889"/>
                  </a:lnTo>
                  <a:lnTo>
                    <a:pt x="11876" y="1315"/>
                  </a:lnTo>
                  <a:lnTo>
                    <a:pt x="11743" y="2178"/>
                  </a:lnTo>
                  <a:lnTo>
                    <a:pt x="11751" y="2726"/>
                  </a:lnTo>
                  <a:lnTo>
                    <a:pt x="11537" y="3059"/>
                  </a:lnTo>
                  <a:lnTo>
                    <a:pt x="11435" y="2179"/>
                  </a:lnTo>
                  <a:lnTo>
                    <a:pt x="11034" y="1327"/>
                  </a:lnTo>
                  <a:lnTo>
                    <a:pt x="10800" y="1908"/>
                  </a:lnTo>
                  <a:lnTo>
                    <a:pt x="10695" y="2545"/>
                  </a:lnTo>
                  <a:lnTo>
                    <a:pt x="10181" y="2529"/>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47" name="Shape 199"/>
            <p:cNvSpPr/>
            <p:nvPr/>
          </p:nvSpPr>
          <p:spPr>
            <a:xfrm>
              <a:off x="9729447" y="8849225"/>
              <a:ext cx="1837288" cy="2043356"/>
            </a:xfrm>
            <a:custGeom>
              <a:avLst/>
              <a:gdLst/>
              <a:ahLst/>
              <a:cxnLst>
                <a:cxn ang="0">
                  <a:pos x="wd2" y="hd2"/>
                </a:cxn>
                <a:cxn ang="5400000">
                  <a:pos x="wd2" y="hd2"/>
                </a:cxn>
                <a:cxn ang="10800000">
                  <a:pos x="wd2" y="hd2"/>
                </a:cxn>
                <a:cxn ang="16200000">
                  <a:pos x="wd2" y="hd2"/>
                </a:cxn>
              </a:cxnLst>
              <a:rect l="0" t="0" r="r" b="b"/>
              <a:pathLst>
                <a:path w="21600" h="21579" extrusionOk="0">
                  <a:moveTo>
                    <a:pt x="19778" y="3768"/>
                  </a:moveTo>
                  <a:lnTo>
                    <a:pt x="19256" y="3689"/>
                  </a:lnTo>
                  <a:lnTo>
                    <a:pt x="19039" y="3176"/>
                  </a:lnTo>
                  <a:lnTo>
                    <a:pt x="19627" y="2048"/>
                  </a:lnTo>
                  <a:lnTo>
                    <a:pt x="18928" y="1540"/>
                  </a:lnTo>
                  <a:lnTo>
                    <a:pt x="18571" y="1408"/>
                  </a:lnTo>
                  <a:lnTo>
                    <a:pt x="18987" y="818"/>
                  </a:lnTo>
                  <a:lnTo>
                    <a:pt x="18199" y="571"/>
                  </a:lnTo>
                  <a:lnTo>
                    <a:pt x="17276" y="1434"/>
                  </a:lnTo>
                  <a:lnTo>
                    <a:pt x="16944" y="2043"/>
                  </a:lnTo>
                  <a:lnTo>
                    <a:pt x="16663" y="2334"/>
                  </a:lnTo>
                  <a:lnTo>
                    <a:pt x="16308" y="2234"/>
                  </a:lnTo>
                  <a:lnTo>
                    <a:pt x="16535" y="1318"/>
                  </a:lnTo>
                  <a:lnTo>
                    <a:pt x="15435" y="1050"/>
                  </a:lnTo>
                  <a:lnTo>
                    <a:pt x="15036" y="1576"/>
                  </a:lnTo>
                  <a:lnTo>
                    <a:pt x="14114" y="1883"/>
                  </a:lnTo>
                  <a:lnTo>
                    <a:pt x="13790" y="2085"/>
                  </a:lnTo>
                  <a:lnTo>
                    <a:pt x="13290" y="1881"/>
                  </a:lnTo>
                  <a:lnTo>
                    <a:pt x="12236" y="894"/>
                  </a:lnTo>
                  <a:lnTo>
                    <a:pt x="10788" y="656"/>
                  </a:lnTo>
                  <a:lnTo>
                    <a:pt x="10197" y="688"/>
                  </a:lnTo>
                  <a:lnTo>
                    <a:pt x="8910" y="0"/>
                  </a:lnTo>
                  <a:lnTo>
                    <a:pt x="7921" y="176"/>
                  </a:lnTo>
                  <a:lnTo>
                    <a:pt x="6916" y="73"/>
                  </a:lnTo>
                  <a:lnTo>
                    <a:pt x="6420" y="850"/>
                  </a:lnTo>
                  <a:lnTo>
                    <a:pt x="7156" y="1322"/>
                  </a:lnTo>
                  <a:lnTo>
                    <a:pt x="6721" y="1726"/>
                  </a:lnTo>
                  <a:lnTo>
                    <a:pt x="4191" y="1357"/>
                  </a:lnTo>
                  <a:lnTo>
                    <a:pt x="3567" y="1702"/>
                  </a:lnTo>
                  <a:lnTo>
                    <a:pt x="2596" y="2062"/>
                  </a:lnTo>
                  <a:lnTo>
                    <a:pt x="2225" y="2534"/>
                  </a:lnTo>
                  <a:lnTo>
                    <a:pt x="1800" y="3974"/>
                  </a:lnTo>
                  <a:lnTo>
                    <a:pt x="1884" y="4433"/>
                  </a:lnTo>
                  <a:lnTo>
                    <a:pt x="1492" y="4888"/>
                  </a:lnTo>
                  <a:lnTo>
                    <a:pt x="1913" y="5337"/>
                  </a:lnTo>
                  <a:lnTo>
                    <a:pt x="1525" y="6165"/>
                  </a:lnTo>
                  <a:lnTo>
                    <a:pt x="1732" y="7057"/>
                  </a:lnTo>
                  <a:lnTo>
                    <a:pt x="2046" y="7513"/>
                  </a:lnTo>
                  <a:lnTo>
                    <a:pt x="1925" y="9286"/>
                  </a:lnTo>
                  <a:lnTo>
                    <a:pt x="2652" y="9778"/>
                  </a:lnTo>
                  <a:lnTo>
                    <a:pt x="2608" y="10219"/>
                  </a:lnTo>
                  <a:lnTo>
                    <a:pt x="2300" y="10550"/>
                  </a:lnTo>
                  <a:lnTo>
                    <a:pt x="1565" y="10453"/>
                  </a:lnTo>
                  <a:lnTo>
                    <a:pt x="335" y="11484"/>
                  </a:lnTo>
                  <a:lnTo>
                    <a:pt x="0" y="12163"/>
                  </a:lnTo>
                  <a:lnTo>
                    <a:pt x="630" y="12467"/>
                  </a:lnTo>
                  <a:lnTo>
                    <a:pt x="1156" y="12174"/>
                  </a:lnTo>
                  <a:lnTo>
                    <a:pt x="1632" y="12382"/>
                  </a:lnTo>
                  <a:lnTo>
                    <a:pt x="2322" y="11983"/>
                  </a:lnTo>
                  <a:lnTo>
                    <a:pt x="2804" y="11967"/>
                  </a:lnTo>
                  <a:lnTo>
                    <a:pt x="2990" y="12356"/>
                  </a:lnTo>
                  <a:lnTo>
                    <a:pt x="2722" y="12532"/>
                  </a:lnTo>
                  <a:lnTo>
                    <a:pt x="2753" y="12952"/>
                  </a:lnTo>
                  <a:lnTo>
                    <a:pt x="2322" y="13290"/>
                  </a:lnTo>
                  <a:lnTo>
                    <a:pt x="2112" y="13772"/>
                  </a:lnTo>
                  <a:lnTo>
                    <a:pt x="2297" y="14268"/>
                  </a:lnTo>
                  <a:lnTo>
                    <a:pt x="1895" y="14676"/>
                  </a:lnTo>
                  <a:lnTo>
                    <a:pt x="2212" y="15361"/>
                  </a:lnTo>
                  <a:cubicBezTo>
                    <a:pt x="2288" y="15439"/>
                    <a:pt x="2416" y="15455"/>
                    <a:pt x="2514" y="15400"/>
                  </a:cubicBezTo>
                  <a:cubicBezTo>
                    <a:pt x="2589" y="15358"/>
                    <a:pt x="2669" y="15293"/>
                    <a:pt x="2727" y="15346"/>
                  </a:cubicBezTo>
                  <a:cubicBezTo>
                    <a:pt x="2779" y="15394"/>
                    <a:pt x="2734" y="15474"/>
                    <a:pt x="2661" y="15464"/>
                  </a:cubicBezTo>
                  <a:lnTo>
                    <a:pt x="2735" y="16188"/>
                  </a:lnTo>
                  <a:lnTo>
                    <a:pt x="3550" y="16417"/>
                  </a:lnTo>
                  <a:lnTo>
                    <a:pt x="3771" y="16899"/>
                  </a:lnTo>
                  <a:lnTo>
                    <a:pt x="4206" y="16712"/>
                  </a:lnTo>
                  <a:lnTo>
                    <a:pt x="4325" y="15931"/>
                  </a:lnTo>
                  <a:lnTo>
                    <a:pt x="4747" y="15464"/>
                  </a:lnTo>
                  <a:lnTo>
                    <a:pt x="5250" y="15411"/>
                  </a:lnTo>
                  <a:lnTo>
                    <a:pt x="5343" y="16021"/>
                  </a:lnTo>
                  <a:lnTo>
                    <a:pt x="5801" y="16457"/>
                  </a:lnTo>
                  <a:lnTo>
                    <a:pt x="6348" y="16402"/>
                  </a:lnTo>
                  <a:lnTo>
                    <a:pt x="6385" y="15872"/>
                  </a:lnTo>
                  <a:lnTo>
                    <a:pt x="6691" y="15349"/>
                  </a:lnTo>
                  <a:lnTo>
                    <a:pt x="7192" y="15224"/>
                  </a:lnTo>
                  <a:lnTo>
                    <a:pt x="7767" y="15249"/>
                  </a:lnTo>
                  <a:lnTo>
                    <a:pt x="8424" y="15233"/>
                  </a:lnTo>
                  <a:lnTo>
                    <a:pt x="8989" y="14955"/>
                  </a:lnTo>
                  <a:lnTo>
                    <a:pt x="9668" y="15174"/>
                  </a:lnTo>
                  <a:lnTo>
                    <a:pt x="9654" y="15628"/>
                  </a:lnTo>
                  <a:lnTo>
                    <a:pt x="9387" y="16119"/>
                  </a:lnTo>
                  <a:lnTo>
                    <a:pt x="9683" y="16582"/>
                  </a:lnTo>
                  <a:lnTo>
                    <a:pt x="10353" y="16510"/>
                  </a:lnTo>
                  <a:lnTo>
                    <a:pt x="10161" y="17424"/>
                  </a:lnTo>
                  <a:lnTo>
                    <a:pt x="9803" y="17764"/>
                  </a:lnTo>
                  <a:lnTo>
                    <a:pt x="9765" y="18310"/>
                  </a:lnTo>
                  <a:lnTo>
                    <a:pt x="9674" y="18881"/>
                  </a:lnTo>
                  <a:lnTo>
                    <a:pt x="8874" y="19387"/>
                  </a:lnTo>
                  <a:lnTo>
                    <a:pt x="8474" y="20007"/>
                  </a:lnTo>
                  <a:lnTo>
                    <a:pt x="8759" y="20552"/>
                  </a:lnTo>
                  <a:lnTo>
                    <a:pt x="9406" y="20318"/>
                  </a:lnTo>
                  <a:lnTo>
                    <a:pt x="9403" y="19908"/>
                  </a:lnTo>
                  <a:lnTo>
                    <a:pt x="10039" y="19673"/>
                  </a:lnTo>
                  <a:lnTo>
                    <a:pt x="10521" y="19911"/>
                  </a:lnTo>
                  <a:lnTo>
                    <a:pt x="10688" y="20472"/>
                  </a:lnTo>
                  <a:lnTo>
                    <a:pt x="10546" y="21504"/>
                  </a:lnTo>
                  <a:cubicBezTo>
                    <a:pt x="10763" y="21582"/>
                    <a:pt x="11002" y="21600"/>
                    <a:pt x="11230" y="21554"/>
                  </a:cubicBezTo>
                  <a:cubicBezTo>
                    <a:pt x="11523" y="21495"/>
                    <a:pt x="11780" y="21336"/>
                    <a:pt x="11945" y="21110"/>
                  </a:cubicBezTo>
                  <a:lnTo>
                    <a:pt x="12893" y="21142"/>
                  </a:lnTo>
                  <a:lnTo>
                    <a:pt x="13320" y="20880"/>
                  </a:lnTo>
                  <a:lnTo>
                    <a:pt x="13126" y="20153"/>
                  </a:lnTo>
                  <a:lnTo>
                    <a:pt x="13451" y="19599"/>
                  </a:lnTo>
                  <a:lnTo>
                    <a:pt x="14364" y="19518"/>
                  </a:lnTo>
                  <a:lnTo>
                    <a:pt x="15171" y="19537"/>
                  </a:lnTo>
                  <a:lnTo>
                    <a:pt x="15517" y="19904"/>
                  </a:lnTo>
                  <a:lnTo>
                    <a:pt x="16010" y="20436"/>
                  </a:lnTo>
                  <a:lnTo>
                    <a:pt x="16596" y="20589"/>
                  </a:lnTo>
                  <a:lnTo>
                    <a:pt x="17034" y="20153"/>
                  </a:lnTo>
                  <a:lnTo>
                    <a:pt x="16785" y="19924"/>
                  </a:lnTo>
                  <a:lnTo>
                    <a:pt x="17084" y="19420"/>
                  </a:lnTo>
                  <a:lnTo>
                    <a:pt x="16525" y="19162"/>
                  </a:lnTo>
                  <a:lnTo>
                    <a:pt x="16595" y="18768"/>
                  </a:lnTo>
                  <a:lnTo>
                    <a:pt x="17382" y="18269"/>
                  </a:lnTo>
                  <a:lnTo>
                    <a:pt x="18012" y="17970"/>
                  </a:lnTo>
                  <a:lnTo>
                    <a:pt x="18455" y="18603"/>
                  </a:lnTo>
                  <a:lnTo>
                    <a:pt x="19100" y="18730"/>
                  </a:lnTo>
                  <a:lnTo>
                    <a:pt x="19762" y="18644"/>
                  </a:lnTo>
                  <a:lnTo>
                    <a:pt x="20683" y="18435"/>
                  </a:lnTo>
                  <a:lnTo>
                    <a:pt x="20762" y="17697"/>
                  </a:lnTo>
                  <a:lnTo>
                    <a:pt x="20338" y="17188"/>
                  </a:lnTo>
                  <a:lnTo>
                    <a:pt x="20707" y="16751"/>
                  </a:lnTo>
                  <a:lnTo>
                    <a:pt x="21014" y="16467"/>
                  </a:lnTo>
                  <a:lnTo>
                    <a:pt x="20943" y="16076"/>
                  </a:lnTo>
                  <a:lnTo>
                    <a:pt x="20789" y="15764"/>
                  </a:lnTo>
                  <a:lnTo>
                    <a:pt x="21510" y="15568"/>
                  </a:lnTo>
                  <a:lnTo>
                    <a:pt x="21600" y="15216"/>
                  </a:lnTo>
                  <a:lnTo>
                    <a:pt x="21108" y="15203"/>
                  </a:lnTo>
                  <a:lnTo>
                    <a:pt x="20512" y="15371"/>
                  </a:lnTo>
                  <a:lnTo>
                    <a:pt x="20562" y="14915"/>
                  </a:lnTo>
                  <a:lnTo>
                    <a:pt x="21039" y="14529"/>
                  </a:lnTo>
                  <a:lnTo>
                    <a:pt x="21173" y="14029"/>
                  </a:lnTo>
                  <a:lnTo>
                    <a:pt x="20806" y="13703"/>
                  </a:lnTo>
                  <a:lnTo>
                    <a:pt x="20293" y="13512"/>
                  </a:lnTo>
                  <a:lnTo>
                    <a:pt x="19965" y="13270"/>
                  </a:lnTo>
                  <a:lnTo>
                    <a:pt x="19902" y="12986"/>
                  </a:lnTo>
                  <a:lnTo>
                    <a:pt x="20083" y="12676"/>
                  </a:lnTo>
                  <a:lnTo>
                    <a:pt x="20186" y="12298"/>
                  </a:lnTo>
                  <a:lnTo>
                    <a:pt x="19764" y="11896"/>
                  </a:lnTo>
                  <a:lnTo>
                    <a:pt x="19669" y="11633"/>
                  </a:lnTo>
                  <a:lnTo>
                    <a:pt x="19959" y="11075"/>
                  </a:lnTo>
                  <a:lnTo>
                    <a:pt x="19770" y="10610"/>
                  </a:lnTo>
                  <a:lnTo>
                    <a:pt x="19088" y="10730"/>
                  </a:lnTo>
                  <a:lnTo>
                    <a:pt x="18749" y="10270"/>
                  </a:lnTo>
                  <a:lnTo>
                    <a:pt x="19272" y="9409"/>
                  </a:lnTo>
                  <a:lnTo>
                    <a:pt x="19450" y="8844"/>
                  </a:lnTo>
                  <a:lnTo>
                    <a:pt x="19633" y="8228"/>
                  </a:lnTo>
                  <a:lnTo>
                    <a:pt x="20244" y="7944"/>
                  </a:lnTo>
                  <a:lnTo>
                    <a:pt x="20425" y="7669"/>
                  </a:lnTo>
                  <a:lnTo>
                    <a:pt x="20420" y="7365"/>
                  </a:lnTo>
                  <a:lnTo>
                    <a:pt x="20716" y="7079"/>
                  </a:lnTo>
                  <a:lnTo>
                    <a:pt x="21099" y="6861"/>
                  </a:lnTo>
                  <a:lnTo>
                    <a:pt x="21308" y="6592"/>
                  </a:lnTo>
                  <a:lnTo>
                    <a:pt x="21120" y="6312"/>
                  </a:lnTo>
                  <a:lnTo>
                    <a:pt x="20839" y="6185"/>
                  </a:lnTo>
                  <a:lnTo>
                    <a:pt x="20742" y="5830"/>
                  </a:lnTo>
                  <a:lnTo>
                    <a:pt x="20790" y="5176"/>
                  </a:lnTo>
                  <a:lnTo>
                    <a:pt x="20757" y="4741"/>
                  </a:lnTo>
                  <a:lnTo>
                    <a:pt x="20212" y="4428"/>
                  </a:lnTo>
                  <a:lnTo>
                    <a:pt x="19778" y="3768"/>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48" name="Shape 200"/>
            <p:cNvSpPr/>
            <p:nvPr/>
          </p:nvSpPr>
          <p:spPr>
            <a:xfrm>
              <a:off x="11303522" y="8765102"/>
              <a:ext cx="1622192" cy="2140846"/>
            </a:xfrm>
            <a:custGeom>
              <a:avLst/>
              <a:gdLst/>
              <a:ahLst/>
              <a:cxnLst>
                <a:cxn ang="0">
                  <a:pos x="wd2" y="hd2"/>
                </a:cxn>
                <a:cxn ang="5400000">
                  <a:pos x="wd2" y="hd2"/>
                </a:cxn>
                <a:cxn ang="10800000">
                  <a:pos x="wd2" y="hd2"/>
                </a:cxn>
                <a:cxn ang="16200000">
                  <a:pos x="wd2" y="hd2"/>
                </a:cxn>
              </a:cxnLst>
              <a:rect l="0" t="0" r="r" b="b"/>
              <a:pathLst>
                <a:path w="21600" h="21600" extrusionOk="0">
                  <a:moveTo>
                    <a:pt x="10783" y="1221"/>
                  </a:moveTo>
                  <a:lnTo>
                    <a:pt x="9990" y="1412"/>
                  </a:lnTo>
                  <a:lnTo>
                    <a:pt x="9027" y="1293"/>
                  </a:lnTo>
                  <a:lnTo>
                    <a:pt x="7932" y="1444"/>
                  </a:lnTo>
                  <a:lnTo>
                    <a:pt x="7694" y="1967"/>
                  </a:lnTo>
                  <a:lnTo>
                    <a:pt x="6839" y="2077"/>
                  </a:lnTo>
                  <a:lnTo>
                    <a:pt x="6525" y="2487"/>
                  </a:lnTo>
                  <a:lnTo>
                    <a:pt x="5891" y="2310"/>
                  </a:lnTo>
                  <a:lnTo>
                    <a:pt x="5362" y="2912"/>
                  </a:lnTo>
                  <a:lnTo>
                    <a:pt x="4529" y="3104"/>
                  </a:lnTo>
                  <a:lnTo>
                    <a:pt x="3885" y="3366"/>
                  </a:lnTo>
                  <a:lnTo>
                    <a:pt x="3196" y="3277"/>
                  </a:lnTo>
                  <a:lnTo>
                    <a:pt x="2429" y="3843"/>
                  </a:lnTo>
                  <a:lnTo>
                    <a:pt x="1845" y="4003"/>
                  </a:lnTo>
                  <a:lnTo>
                    <a:pt x="1318" y="4607"/>
                  </a:lnTo>
                  <a:lnTo>
                    <a:pt x="1579" y="5264"/>
                  </a:lnTo>
                  <a:lnTo>
                    <a:pt x="2255" y="5506"/>
                  </a:lnTo>
                  <a:lnTo>
                    <a:pt x="2282" y="6429"/>
                  </a:lnTo>
                  <a:lnTo>
                    <a:pt x="2528" y="6946"/>
                  </a:lnTo>
                  <a:lnTo>
                    <a:pt x="2974" y="7155"/>
                  </a:lnTo>
                  <a:lnTo>
                    <a:pt x="1855" y="7744"/>
                  </a:lnTo>
                  <a:lnTo>
                    <a:pt x="1866" y="8205"/>
                  </a:lnTo>
                  <a:lnTo>
                    <a:pt x="1012" y="8588"/>
                  </a:lnTo>
                  <a:lnTo>
                    <a:pt x="808" y="9532"/>
                  </a:lnTo>
                  <a:lnTo>
                    <a:pt x="119" y="10452"/>
                  </a:lnTo>
                  <a:lnTo>
                    <a:pt x="0" y="10817"/>
                  </a:lnTo>
                  <a:lnTo>
                    <a:pt x="537" y="11204"/>
                  </a:lnTo>
                  <a:lnTo>
                    <a:pt x="1332" y="11150"/>
                  </a:lnTo>
                  <a:lnTo>
                    <a:pt x="1409" y="11513"/>
                  </a:lnTo>
                  <a:lnTo>
                    <a:pt x="1091" y="11999"/>
                  </a:lnTo>
                  <a:lnTo>
                    <a:pt x="1366" y="12438"/>
                  </a:lnTo>
                  <a:lnTo>
                    <a:pt x="1587" y="12903"/>
                  </a:lnTo>
                  <a:lnTo>
                    <a:pt x="1368" y="13479"/>
                  </a:lnTo>
                  <a:lnTo>
                    <a:pt x="1580" y="13839"/>
                  </a:lnTo>
                  <a:lnTo>
                    <a:pt x="2495" y="14084"/>
                  </a:lnTo>
                  <a:lnTo>
                    <a:pt x="2830" y="14434"/>
                  </a:lnTo>
                  <a:lnTo>
                    <a:pt x="2566" y="14752"/>
                  </a:lnTo>
                  <a:lnTo>
                    <a:pt x="2158" y="14995"/>
                  </a:lnTo>
                  <a:lnTo>
                    <a:pt x="2070" y="15688"/>
                  </a:lnTo>
                  <a:lnTo>
                    <a:pt x="3171" y="15520"/>
                  </a:lnTo>
                  <a:lnTo>
                    <a:pt x="3116" y="15652"/>
                  </a:lnTo>
                  <a:lnTo>
                    <a:pt x="2294" y="15852"/>
                  </a:lnTo>
                  <a:lnTo>
                    <a:pt x="2677" y="16483"/>
                  </a:lnTo>
                  <a:lnTo>
                    <a:pt x="1864" y="17219"/>
                  </a:lnTo>
                  <a:lnTo>
                    <a:pt x="2383" y="17767"/>
                  </a:lnTo>
                  <a:lnTo>
                    <a:pt x="2290" y="18531"/>
                  </a:lnTo>
                  <a:lnTo>
                    <a:pt x="3096" y="18857"/>
                  </a:lnTo>
                  <a:lnTo>
                    <a:pt x="3972" y="18702"/>
                  </a:lnTo>
                  <a:lnTo>
                    <a:pt x="4677" y="18315"/>
                  </a:lnTo>
                  <a:lnTo>
                    <a:pt x="5314" y="18224"/>
                  </a:lnTo>
                  <a:lnTo>
                    <a:pt x="5349" y="18705"/>
                  </a:lnTo>
                  <a:lnTo>
                    <a:pt x="5915" y="19036"/>
                  </a:lnTo>
                  <a:lnTo>
                    <a:pt x="5645" y="19379"/>
                  </a:lnTo>
                  <a:lnTo>
                    <a:pt x="4971" y="19839"/>
                  </a:lnTo>
                  <a:lnTo>
                    <a:pt x="4559" y="20137"/>
                  </a:lnTo>
                  <a:lnTo>
                    <a:pt x="4414" y="20475"/>
                  </a:lnTo>
                  <a:lnTo>
                    <a:pt x="3979" y="20804"/>
                  </a:lnTo>
                  <a:lnTo>
                    <a:pt x="3507" y="20904"/>
                  </a:lnTo>
                  <a:lnTo>
                    <a:pt x="3883" y="21458"/>
                  </a:lnTo>
                  <a:lnTo>
                    <a:pt x="4628" y="21600"/>
                  </a:lnTo>
                  <a:lnTo>
                    <a:pt x="5517" y="21557"/>
                  </a:lnTo>
                  <a:lnTo>
                    <a:pt x="6093" y="21471"/>
                  </a:lnTo>
                  <a:lnTo>
                    <a:pt x="6616" y="21420"/>
                  </a:lnTo>
                  <a:lnTo>
                    <a:pt x="6858" y="21179"/>
                  </a:lnTo>
                  <a:lnTo>
                    <a:pt x="7809" y="20897"/>
                  </a:lnTo>
                  <a:lnTo>
                    <a:pt x="8471" y="20611"/>
                  </a:lnTo>
                  <a:lnTo>
                    <a:pt x="9047" y="20417"/>
                  </a:lnTo>
                  <a:lnTo>
                    <a:pt x="10094" y="21197"/>
                  </a:lnTo>
                  <a:lnTo>
                    <a:pt x="10640" y="21268"/>
                  </a:lnTo>
                  <a:lnTo>
                    <a:pt x="10847" y="20906"/>
                  </a:lnTo>
                  <a:lnTo>
                    <a:pt x="10745" y="20260"/>
                  </a:lnTo>
                  <a:lnTo>
                    <a:pt x="11040" y="19874"/>
                  </a:lnTo>
                  <a:lnTo>
                    <a:pt x="11541" y="19743"/>
                  </a:lnTo>
                  <a:lnTo>
                    <a:pt x="11254" y="19019"/>
                  </a:lnTo>
                  <a:lnTo>
                    <a:pt x="11425" y="18365"/>
                  </a:lnTo>
                  <a:lnTo>
                    <a:pt x="11830" y="17624"/>
                  </a:lnTo>
                  <a:lnTo>
                    <a:pt x="11855" y="16778"/>
                  </a:lnTo>
                  <a:lnTo>
                    <a:pt x="11935" y="16245"/>
                  </a:lnTo>
                  <a:lnTo>
                    <a:pt x="12970" y="15751"/>
                  </a:lnTo>
                  <a:lnTo>
                    <a:pt x="13815" y="15272"/>
                  </a:lnTo>
                  <a:lnTo>
                    <a:pt x="13168" y="14880"/>
                  </a:lnTo>
                  <a:lnTo>
                    <a:pt x="13225" y="14495"/>
                  </a:lnTo>
                  <a:lnTo>
                    <a:pt x="13582" y="14167"/>
                  </a:lnTo>
                  <a:lnTo>
                    <a:pt x="14111" y="13848"/>
                  </a:lnTo>
                  <a:lnTo>
                    <a:pt x="13605" y="13626"/>
                  </a:lnTo>
                  <a:lnTo>
                    <a:pt x="13539" y="13139"/>
                  </a:lnTo>
                  <a:lnTo>
                    <a:pt x="13639" y="12480"/>
                  </a:lnTo>
                  <a:lnTo>
                    <a:pt x="13764" y="12165"/>
                  </a:lnTo>
                  <a:lnTo>
                    <a:pt x="14193" y="11886"/>
                  </a:lnTo>
                  <a:lnTo>
                    <a:pt x="15021" y="11593"/>
                  </a:lnTo>
                  <a:lnTo>
                    <a:pt x="15319" y="11330"/>
                  </a:lnTo>
                  <a:lnTo>
                    <a:pt x="15844" y="10940"/>
                  </a:lnTo>
                  <a:lnTo>
                    <a:pt x="15988" y="10604"/>
                  </a:lnTo>
                  <a:lnTo>
                    <a:pt x="15829" y="10169"/>
                  </a:lnTo>
                  <a:lnTo>
                    <a:pt x="15549" y="9796"/>
                  </a:lnTo>
                  <a:lnTo>
                    <a:pt x="15933" y="9094"/>
                  </a:lnTo>
                  <a:lnTo>
                    <a:pt x="16402" y="8590"/>
                  </a:lnTo>
                  <a:lnTo>
                    <a:pt x="16894" y="8198"/>
                  </a:lnTo>
                  <a:lnTo>
                    <a:pt x="17330" y="8026"/>
                  </a:lnTo>
                  <a:lnTo>
                    <a:pt x="17849" y="8523"/>
                  </a:lnTo>
                  <a:lnTo>
                    <a:pt x="18814" y="8304"/>
                  </a:lnTo>
                  <a:lnTo>
                    <a:pt x="19242" y="7911"/>
                  </a:lnTo>
                  <a:lnTo>
                    <a:pt x="19911" y="7614"/>
                  </a:lnTo>
                  <a:lnTo>
                    <a:pt x="20838" y="7333"/>
                  </a:lnTo>
                  <a:lnTo>
                    <a:pt x="21061" y="6873"/>
                  </a:lnTo>
                  <a:lnTo>
                    <a:pt x="20956" y="6521"/>
                  </a:lnTo>
                  <a:lnTo>
                    <a:pt x="21600" y="6383"/>
                  </a:lnTo>
                  <a:lnTo>
                    <a:pt x="21334" y="5164"/>
                  </a:lnTo>
                  <a:lnTo>
                    <a:pt x="20576" y="4377"/>
                  </a:lnTo>
                  <a:lnTo>
                    <a:pt x="19547" y="3857"/>
                  </a:lnTo>
                  <a:lnTo>
                    <a:pt x="19327" y="3312"/>
                  </a:lnTo>
                  <a:lnTo>
                    <a:pt x="19898" y="2530"/>
                  </a:lnTo>
                  <a:lnTo>
                    <a:pt x="19368" y="1767"/>
                  </a:lnTo>
                  <a:lnTo>
                    <a:pt x="17859" y="1717"/>
                  </a:lnTo>
                  <a:lnTo>
                    <a:pt x="16776" y="1584"/>
                  </a:lnTo>
                  <a:lnTo>
                    <a:pt x="16511" y="946"/>
                  </a:lnTo>
                  <a:lnTo>
                    <a:pt x="15894" y="829"/>
                  </a:lnTo>
                  <a:lnTo>
                    <a:pt x="15651" y="320"/>
                  </a:lnTo>
                  <a:lnTo>
                    <a:pt x="14870" y="657"/>
                  </a:lnTo>
                  <a:lnTo>
                    <a:pt x="14606" y="1289"/>
                  </a:lnTo>
                  <a:lnTo>
                    <a:pt x="14074" y="1812"/>
                  </a:lnTo>
                  <a:lnTo>
                    <a:pt x="13421" y="1974"/>
                  </a:lnTo>
                  <a:lnTo>
                    <a:pt x="13307" y="1757"/>
                  </a:lnTo>
                  <a:lnTo>
                    <a:pt x="14379" y="843"/>
                  </a:lnTo>
                  <a:lnTo>
                    <a:pt x="13451" y="368"/>
                  </a:lnTo>
                  <a:lnTo>
                    <a:pt x="12533" y="0"/>
                  </a:lnTo>
                  <a:lnTo>
                    <a:pt x="12221" y="574"/>
                  </a:lnTo>
                  <a:lnTo>
                    <a:pt x="11769" y="929"/>
                  </a:lnTo>
                  <a:lnTo>
                    <a:pt x="10783" y="1221"/>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49" name="Shape 201"/>
            <p:cNvSpPr/>
            <p:nvPr/>
          </p:nvSpPr>
          <p:spPr>
            <a:xfrm>
              <a:off x="12138953" y="9371296"/>
              <a:ext cx="1470813" cy="1830837"/>
            </a:xfrm>
            <a:custGeom>
              <a:avLst/>
              <a:gdLst/>
              <a:ahLst/>
              <a:cxnLst>
                <a:cxn ang="0">
                  <a:pos x="wd2" y="hd2"/>
                </a:cxn>
                <a:cxn ang="5400000">
                  <a:pos x="wd2" y="hd2"/>
                </a:cxn>
                <a:cxn ang="10800000">
                  <a:pos x="wd2" y="hd2"/>
                </a:cxn>
                <a:cxn ang="16200000">
                  <a:pos x="wd2" y="hd2"/>
                </a:cxn>
              </a:cxnLst>
              <a:rect l="0" t="0" r="r" b="b"/>
              <a:pathLst>
                <a:path w="21600" h="21600" extrusionOk="0">
                  <a:moveTo>
                    <a:pt x="11393" y="0"/>
                  </a:moveTo>
                  <a:lnTo>
                    <a:pt x="10538" y="250"/>
                  </a:lnTo>
                  <a:lnTo>
                    <a:pt x="10671" y="1001"/>
                  </a:lnTo>
                  <a:lnTo>
                    <a:pt x="10354" y="1380"/>
                  </a:lnTo>
                  <a:lnTo>
                    <a:pt x="9367" y="1670"/>
                  </a:lnTo>
                  <a:lnTo>
                    <a:pt x="8371" y="2151"/>
                  </a:lnTo>
                  <a:lnTo>
                    <a:pt x="8080" y="2541"/>
                  </a:lnTo>
                  <a:lnTo>
                    <a:pt x="7535" y="2625"/>
                  </a:lnTo>
                  <a:lnTo>
                    <a:pt x="6982" y="2057"/>
                  </a:lnTo>
                  <a:lnTo>
                    <a:pt x="6039" y="2312"/>
                  </a:lnTo>
                  <a:lnTo>
                    <a:pt x="5328" y="3010"/>
                  </a:lnTo>
                  <a:lnTo>
                    <a:pt x="4527" y="4285"/>
                  </a:lnTo>
                  <a:lnTo>
                    <a:pt x="5021" y="5084"/>
                  </a:lnTo>
                  <a:lnTo>
                    <a:pt x="4987" y="5636"/>
                  </a:lnTo>
                  <a:lnTo>
                    <a:pt x="4346" y="6070"/>
                  </a:lnTo>
                  <a:lnTo>
                    <a:pt x="3062" y="6699"/>
                  </a:lnTo>
                  <a:lnTo>
                    <a:pt x="2497" y="7152"/>
                  </a:lnTo>
                  <a:lnTo>
                    <a:pt x="2419" y="8774"/>
                  </a:lnTo>
                  <a:lnTo>
                    <a:pt x="2890" y="9137"/>
                  </a:lnTo>
                  <a:lnTo>
                    <a:pt x="2181" y="9680"/>
                  </a:lnTo>
                  <a:lnTo>
                    <a:pt x="1905" y="10277"/>
                  </a:lnTo>
                  <a:lnTo>
                    <a:pt x="2689" y="10741"/>
                  </a:lnTo>
                  <a:lnTo>
                    <a:pt x="586" y="11647"/>
                  </a:lnTo>
                  <a:lnTo>
                    <a:pt x="599" y="13268"/>
                  </a:lnTo>
                  <a:lnTo>
                    <a:pt x="0" y="14675"/>
                  </a:lnTo>
                  <a:lnTo>
                    <a:pt x="100" y="15546"/>
                  </a:lnTo>
                  <a:lnTo>
                    <a:pt x="578" y="16101"/>
                  </a:lnTo>
                  <a:lnTo>
                    <a:pt x="1678" y="16461"/>
                  </a:lnTo>
                  <a:lnTo>
                    <a:pt x="2600" y="16252"/>
                  </a:lnTo>
                  <a:lnTo>
                    <a:pt x="3195" y="16705"/>
                  </a:lnTo>
                  <a:lnTo>
                    <a:pt x="3505" y="17099"/>
                  </a:lnTo>
                  <a:lnTo>
                    <a:pt x="4277" y="16900"/>
                  </a:lnTo>
                  <a:lnTo>
                    <a:pt x="4749" y="17255"/>
                  </a:lnTo>
                  <a:lnTo>
                    <a:pt x="4898" y="17924"/>
                  </a:lnTo>
                  <a:lnTo>
                    <a:pt x="5459" y="18623"/>
                  </a:lnTo>
                  <a:lnTo>
                    <a:pt x="5754" y="19093"/>
                  </a:lnTo>
                  <a:lnTo>
                    <a:pt x="5465" y="19571"/>
                  </a:lnTo>
                  <a:lnTo>
                    <a:pt x="5872" y="20390"/>
                  </a:lnTo>
                  <a:lnTo>
                    <a:pt x="6401" y="21051"/>
                  </a:lnTo>
                  <a:lnTo>
                    <a:pt x="7151" y="21600"/>
                  </a:lnTo>
                  <a:lnTo>
                    <a:pt x="7311" y="21068"/>
                  </a:lnTo>
                  <a:cubicBezTo>
                    <a:pt x="7345" y="20987"/>
                    <a:pt x="7380" y="20907"/>
                    <a:pt x="7415" y="20826"/>
                  </a:cubicBezTo>
                  <a:cubicBezTo>
                    <a:pt x="7450" y="20745"/>
                    <a:pt x="7484" y="20665"/>
                    <a:pt x="7519" y="20584"/>
                  </a:cubicBezTo>
                  <a:lnTo>
                    <a:pt x="7828" y="21313"/>
                  </a:lnTo>
                  <a:lnTo>
                    <a:pt x="8408" y="21155"/>
                  </a:lnTo>
                  <a:lnTo>
                    <a:pt x="8324" y="20003"/>
                  </a:lnTo>
                  <a:lnTo>
                    <a:pt x="9004" y="20059"/>
                  </a:lnTo>
                  <a:lnTo>
                    <a:pt x="9146" y="20897"/>
                  </a:lnTo>
                  <a:lnTo>
                    <a:pt x="9685" y="19854"/>
                  </a:lnTo>
                  <a:lnTo>
                    <a:pt x="10301" y="19201"/>
                  </a:lnTo>
                  <a:lnTo>
                    <a:pt x="11015" y="18592"/>
                  </a:lnTo>
                  <a:lnTo>
                    <a:pt x="11310" y="18196"/>
                  </a:lnTo>
                  <a:lnTo>
                    <a:pt x="11523" y="17799"/>
                  </a:lnTo>
                  <a:lnTo>
                    <a:pt x="10960" y="17805"/>
                  </a:lnTo>
                  <a:lnTo>
                    <a:pt x="10551" y="17685"/>
                  </a:lnTo>
                  <a:lnTo>
                    <a:pt x="11131" y="17415"/>
                  </a:lnTo>
                  <a:lnTo>
                    <a:pt x="12198" y="17553"/>
                  </a:lnTo>
                  <a:lnTo>
                    <a:pt x="12937" y="17435"/>
                  </a:lnTo>
                  <a:lnTo>
                    <a:pt x="12087" y="17255"/>
                  </a:lnTo>
                  <a:lnTo>
                    <a:pt x="11676" y="17150"/>
                  </a:lnTo>
                  <a:lnTo>
                    <a:pt x="11397" y="16860"/>
                  </a:lnTo>
                  <a:lnTo>
                    <a:pt x="11656" y="16571"/>
                  </a:lnTo>
                  <a:lnTo>
                    <a:pt x="12505" y="16786"/>
                  </a:lnTo>
                  <a:lnTo>
                    <a:pt x="13203" y="16589"/>
                  </a:lnTo>
                  <a:lnTo>
                    <a:pt x="14118" y="16643"/>
                  </a:lnTo>
                  <a:lnTo>
                    <a:pt x="14403" y="16123"/>
                  </a:lnTo>
                  <a:lnTo>
                    <a:pt x="14816" y="15662"/>
                  </a:lnTo>
                  <a:lnTo>
                    <a:pt x="14330" y="15539"/>
                  </a:lnTo>
                  <a:lnTo>
                    <a:pt x="14490" y="15141"/>
                  </a:lnTo>
                  <a:lnTo>
                    <a:pt x="15119" y="15210"/>
                  </a:lnTo>
                  <a:lnTo>
                    <a:pt x="15540" y="14697"/>
                  </a:lnTo>
                  <a:lnTo>
                    <a:pt x="15088" y="14530"/>
                  </a:lnTo>
                  <a:lnTo>
                    <a:pt x="15037" y="14176"/>
                  </a:lnTo>
                  <a:lnTo>
                    <a:pt x="15450" y="13749"/>
                  </a:lnTo>
                  <a:lnTo>
                    <a:pt x="16028" y="13595"/>
                  </a:lnTo>
                  <a:lnTo>
                    <a:pt x="16815" y="13814"/>
                  </a:lnTo>
                  <a:lnTo>
                    <a:pt x="17146" y="13288"/>
                  </a:lnTo>
                  <a:lnTo>
                    <a:pt x="16286" y="13037"/>
                  </a:lnTo>
                  <a:lnTo>
                    <a:pt x="15841" y="12976"/>
                  </a:lnTo>
                  <a:lnTo>
                    <a:pt x="16054" y="12568"/>
                  </a:lnTo>
                  <a:lnTo>
                    <a:pt x="16548" y="12354"/>
                  </a:lnTo>
                  <a:lnTo>
                    <a:pt x="17189" y="12959"/>
                  </a:lnTo>
                  <a:lnTo>
                    <a:pt x="17785" y="13044"/>
                  </a:lnTo>
                  <a:lnTo>
                    <a:pt x="18234" y="12583"/>
                  </a:lnTo>
                  <a:lnTo>
                    <a:pt x="18523" y="12286"/>
                  </a:lnTo>
                  <a:lnTo>
                    <a:pt x="19192" y="12305"/>
                  </a:lnTo>
                  <a:lnTo>
                    <a:pt x="19448" y="11828"/>
                  </a:lnTo>
                  <a:lnTo>
                    <a:pt x="19156" y="11408"/>
                  </a:lnTo>
                  <a:lnTo>
                    <a:pt x="18517" y="11120"/>
                  </a:lnTo>
                  <a:lnTo>
                    <a:pt x="18570" y="11594"/>
                  </a:lnTo>
                  <a:lnTo>
                    <a:pt x="17832" y="12071"/>
                  </a:lnTo>
                  <a:lnTo>
                    <a:pt x="17360" y="12091"/>
                  </a:lnTo>
                  <a:lnTo>
                    <a:pt x="17035" y="11738"/>
                  </a:lnTo>
                  <a:lnTo>
                    <a:pt x="17551" y="11481"/>
                  </a:lnTo>
                  <a:lnTo>
                    <a:pt x="18047" y="10961"/>
                  </a:lnTo>
                  <a:lnTo>
                    <a:pt x="18572" y="10402"/>
                  </a:lnTo>
                  <a:lnTo>
                    <a:pt x="18602" y="9966"/>
                  </a:lnTo>
                  <a:lnTo>
                    <a:pt x="18157" y="9776"/>
                  </a:lnTo>
                  <a:lnTo>
                    <a:pt x="17677" y="9779"/>
                  </a:lnTo>
                  <a:lnTo>
                    <a:pt x="17815" y="9296"/>
                  </a:lnTo>
                  <a:lnTo>
                    <a:pt x="18356" y="9137"/>
                  </a:lnTo>
                  <a:lnTo>
                    <a:pt x="19210" y="8797"/>
                  </a:lnTo>
                  <a:lnTo>
                    <a:pt x="19593" y="8553"/>
                  </a:lnTo>
                  <a:lnTo>
                    <a:pt x="19117" y="8317"/>
                  </a:lnTo>
                  <a:lnTo>
                    <a:pt x="18141" y="8536"/>
                  </a:lnTo>
                  <a:lnTo>
                    <a:pt x="17817" y="8291"/>
                  </a:lnTo>
                  <a:lnTo>
                    <a:pt x="17458" y="8030"/>
                  </a:lnTo>
                  <a:lnTo>
                    <a:pt x="18072" y="7805"/>
                  </a:lnTo>
                  <a:lnTo>
                    <a:pt x="18891" y="7769"/>
                  </a:lnTo>
                  <a:lnTo>
                    <a:pt x="18747" y="7462"/>
                  </a:lnTo>
                  <a:lnTo>
                    <a:pt x="18128" y="7345"/>
                  </a:lnTo>
                  <a:lnTo>
                    <a:pt x="17209" y="7173"/>
                  </a:lnTo>
                  <a:lnTo>
                    <a:pt x="17437" y="6740"/>
                  </a:lnTo>
                  <a:lnTo>
                    <a:pt x="17856" y="6544"/>
                  </a:lnTo>
                  <a:lnTo>
                    <a:pt x="18371" y="6696"/>
                  </a:lnTo>
                  <a:lnTo>
                    <a:pt x="18995" y="6944"/>
                  </a:lnTo>
                  <a:lnTo>
                    <a:pt x="19654" y="7244"/>
                  </a:lnTo>
                  <a:lnTo>
                    <a:pt x="20366" y="7129"/>
                  </a:lnTo>
                  <a:lnTo>
                    <a:pt x="20201" y="6742"/>
                  </a:lnTo>
                  <a:lnTo>
                    <a:pt x="19607" y="6498"/>
                  </a:lnTo>
                  <a:lnTo>
                    <a:pt x="19975" y="5899"/>
                  </a:lnTo>
                  <a:lnTo>
                    <a:pt x="20797" y="5324"/>
                  </a:lnTo>
                  <a:lnTo>
                    <a:pt x="21523" y="4312"/>
                  </a:lnTo>
                  <a:lnTo>
                    <a:pt x="21094" y="4332"/>
                  </a:lnTo>
                  <a:lnTo>
                    <a:pt x="21600" y="3859"/>
                  </a:lnTo>
                  <a:lnTo>
                    <a:pt x="20093" y="3526"/>
                  </a:lnTo>
                  <a:lnTo>
                    <a:pt x="19076" y="3765"/>
                  </a:lnTo>
                  <a:lnTo>
                    <a:pt x="18509" y="4032"/>
                  </a:lnTo>
                  <a:lnTo>
                    <a:pt x="18053" y="3816"/>
                  </a:lnTo>
                  <a:lnTo>
                    <a:pt x="17740" y="3087"/>
                  </a:lnTo>
                  <a:lnTo>
                    <a:pt x="16823" y="2541"/>
                  </a:lnTo>
                  <a:lnTo>
                    <a:pt x="15965" y="3392"/>
                  </a:lnTo>
                  <a:lnTo>
                    <a:pt x="15412" y="3732"/>
                  </a:lnTo>
                  <a:lnTo>
                    <a:pt x="14643" y="3513"/>
                  </a:lnTo>
                  <a:lnTo>
                    <a:pt x="14076" y="3713"/>
                  </a:lnTo>
                  <a:lnTo>
                    <a:pt x="13728" y="3518"/>
                  </a:lnTo>
                  <a:lnTo>
                    <a:pt x="13716" y="2855"/>
                  </a:lnTo>
                  <a:lnTo>
                    <a:pt x="13319" y="2265"/>
                  </a:lnTo>
                  <a:lnTo>
                    <a:pt x="13006" y="2000"/>
                  </a:lnTo>
                  <a:lnTo>
                    <a:pt x="13248" y="1434"/>
                  </a:lnTo>
                  <a:lnTo>
                    <a:pt x="13016" y="605"/>
                  </a:lnTo>
                  <a:lnTo>
                    <a:pt x="12225" y="354"/>
                  </a:lnTo>
                  <a:lnTo>
                    <a:pt x="11393" y="0"/>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50" name="Shape 202"/>
            <p:cNvSpPr/>
            <p:nvPr/>
          </p:nvSpPr>
          <p:spPr>
            <a:xfrm>
              <a:off x="13587567" y="10422342"/>
              <a:ext cx="662413" cy="1260777"/>
            </a:xfrm>
            <a:custGeom>
              <a:avLst/>
              <a:gdLst/>
              <a:ahLst/>
              <a:cxnLst>
                <a:cxn ang="0">
                  <a:pos x="wd2" y="hd2"/>
                </a:cxn>
                <a:cxn ang="5400000">
                  <a:pos x="wd2" y="hd2"/>
                </a:cxn>
                <a:cxn ang="10800000">
                  <a:pos x="wd2" y="hd2"/>
                </a:cxn>
                <a:cxn ang="16200000">
                  <a:pos x="wd2" y="hd2"/>
                </a:cxn>
              </a:cxnLst>
              <a:rect l="0" t="0" r="r" b="b"/>
              <a:pathLst>
                <a:path w="21600" h="21600" extrusionOk="0">
                  <a:moveTo>
                    <a:pt x="12292" y="1694"/>
                  </a:moveTo>
                  <a:lnTo>
                    <a:pt x="10855" y="1762"/>
                  </a:lnTo>
                  <a:lnTo>
                    <a:pt x="9986" y="3045"/>
                  </a:lnTo>
                  <a:lnTo>
                    <a:pt x="8189" y="4423"/>
                  </a:lnTo>
                  <a:lnTo>
                    <a:pt x="6201" y="5405"/>
                  </a:lnTo>
                  <a:lnTo>
                    <a:pt x="5385" y="6541"/>
                  </a:lnTo>
                  <a:lnTo>
                    <a:pt x="3886" y="7897"/>
                  </a:lnTo>
                  <a:lnTo>
                    <a:pt x="2289" y="9219"/>
                  </a:lnTo>
                  <a:lnTo>
                    <a:pt x="1709" y="9949"/>
                  </a:lnTo>
                  <a:lnTo>
                    <a:pt x="1306" y="11005"/>
                  </a:lnTo>
                  <a:lnTo>
                    <a:pt x="0" y="11346"/>
                  </a:lnTo>
                  <a:lnTo>
                    <a:pt x="111" y="12065"/>
                  </a:lnTo>
                  <a:lnTo>
                    <a:pt x="1321" y="11908"/>
                  </a:lnTo>
                  <a:lnTo>
                    <a:pt x="1050" y="12574"/>
                  </a:lnTo>
                  <a:lnTo>
                    <a:pt x="635" y="13417"/>
                  </a:lnTo>
                  <a:lnTo>
                    <a:pt x="487" y="14316"/>
                  </a:lnTo>
                  <a:lnTo>
                    <a:pt x="1304" y="14927"/>
                  </a:lnTo>
                  <a:lnTo>
                    <a:pt x="2169" y="15770"/>
                  </a:lnTo>
                  <a:lnTo>
                    <a:pt x="2313" y="16645"/>
                  </a:lnTo>
                  <a:lnTo>
                    <a:pt x="2934" y="17500"/>
                  </a:lnTo>
                  <a:lnTo>
                    <a:pt x="4628" y="18157"/>
                  </a:lnTo>
                  <a:lnTo>
                    <a:pt x="5865" y="18713"/>
                  </a:lnTo>
                  <a:lnTo>
                    <a:pt x="7018" y="19645"/>
                  </a:lnTo>
                  <a:lnTo>
                    <a:pt x="7690" y="20612"/>
                  </a:lnTo>
                  <a:lnTo>
                    <a:pt x="8092" y="21600"/>
                  </a:lnTo>
                  <a:lnTo>
                    <a:pt x="10111" y="21526"/>
                  </a:lnTo>
                  <a:lnTo>
                    <a:pt x="9853" y="20499"/>
                  </a:lnTo>
                  <a:lnTo>
                    <a:pt x="9045" y="19066"/>
                  </a:lnTo>
                  <a:lnTo>
                    <a:pt x="9923" y="17808"/>
                  </a:lnTo>
                  <a:lnTo>
                    <a:pt x="11448" y="16717"/>
                  </a:lnTo>
                  <a:lnTo>
                    <a:pt x="13278" y="15772"/>
                  </a:lnTo>
                  <a:lnTo>
                    <a:pt x="14846" y="14502"/>
                  </a:lnTo>
                  <a:lnTo>
                    <a:pt x="15759" y="13474"/>
                  </a:lnTo>
                  <a:lnTo>
                    <a:pt x="16157" y="11743"/>
                  </a:lnTo>
                  <a:lnTo>
                    <a:pt x="16851" y="9829"/>
                  </a:lnTo>
                  <a:lnTo>
                    <a:pt x="17834" y="8048"/>
                  </a:lnTo>
                  <a:lnTo>
                    <a:pt x="18568" y="6690"/>
                  </a:lnTo>
                  <a:lnTo>
                    <a:pt x="19931" y="5330"/>
                  </a:lnTo>
                  <a:lnTo>
                    <a:pt x="20791" y="4471"/>
                  </a:lnTo>
                  <a:lnTo>
                    <a:pt x="19953" y="3785"/>
                  </a:lnTo>
                  <a:lnTo>
                    <a:pt x="20551" y="2745"/>
                  </a:lnTo>
                  <a:lnTo>
                    <a:pt x="21600" y="2185"/>
                  </a:lnTo>
                  <a:lnTo>
                    <a:pt x="21185" y="1358"/>
                  </a:lnTo>
                  <a:lnTo>
                    <a:pt x="19289" y="1126"/>
                  </a:lnTo>
                  <a:lnTo>
                    <a:pt x="18171" y="693"/>
                  </a:lnTo>
                  <a:lnTo>
                    <a:pt x="16847" y="0"/>
                  </a:lnTo>
                  <a:lnTo>
                    <a:pt x="15851" y="364"/>
                  </a:lnTo>
                  <a:lnTo>
                    <a:pt x="14794" y="1073"/>
                  </a:lnTo>
                  <a:lnTo>
                    <a:pt x="13531" y="1319"/>
                  </a:lnTo>
                  <a:lnTo>
                    <a:pt x="12292" y="1694"/>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51" name="Shape 203"/>
            <p:cNvSpPr/>
            <p:nvPr/>
          </p:nvSpPr>
          <p:spPr>
            <a:xfrm>
              <a:off x="10012120" y="10532909"/>
              <a:ext cx="2608032" cy="2018505"/>
            </a:xfrm>
            <a:custGeom>
              <a:avLst/>
              <a:gdLst/>
              <a:ahLst/>
              <a:cxnLst>
                <a:cxn ang="0">
                  <a:pos x="wd2" y="hd2"/>
                </a:cxn>
                <a:cxn ang="5400000">
                  <a:pos x="wd2" y="hd2"/>
                </a:cxn>
                <a:cxn ang="10800000">
                  <a:pos x="wd2" y="hd2"/>
                </a:cxn>
                <a:cxn ang="16200000">
                  <a:pos x="wd2" y="hd2"/>
                </a:cxn>
              </a:cxnLst>
              <a:rect l="0" t="0" r="r" b="b"/>
              <a:pathLst>
                <a:path w="21600" h="21600" extrusionOk="0">
                  <a:moveTo>
                    <a:pt x="7132" y="1525"/>
                  </a:moveTo>
                  <a:lnTo>
                    <a:pt x="6724" y="2339"/>
                  </a:lnTo>
                  <a:lnTo>
                    <a:pt x="6953" y="3134"/>
                  </a:lnTo>
                  <a:lnTo>
                    <a:pt x="6613" y="3291"/>
                  </a:lnTo>
                  <a:lnTo>
                    <a:pt x="6482" y="3891"/>
                  </a:lnTo>
                  <a:lnTo>
                    <a:pt x="6690" y="4579"/>
                  </a:lnTo>
                  <a:lnTo>
                    <a:pt x="6730" y="5152"/>
                  </a:lnTo>
                  <a:lnTo>
                    <a:pt x="6582" y="5504"/>
                  </a:lnTo>
                  <a:lnTo>
                    <a:pt x="6306" y="5591"/>
                  </a:lnTo>
                  <a:lnTo>
                    <a:pt x="6455" y="6271"/>
                  </a:lnTo>
                  <a:lnTo>
                    <a:pt x="6486" y="6751"/>
                  </a:lnTo>
                  <a:lnTo>
                    <a:pt x="6177" y="7044"/>
                  </a:lnTo>
                  <a:lnTo>
                    <a:pt x="5685" y="7193"/>
                  </a:lnTo>
                  <a:lnTo>
                    <a:pt x="5610" y="7549"/>
                  </a:lnTo>
                  <a:lnTo>
                    <a:pt x="5614" y="7927"/>
                  </a:lnTo>
                  <a:lnTo>
                    <a:pt x="5351" y="8137"/>
                  </a:lnTo>
                  <a:lnTo>
                    <a:pt x="5039" y="8266"/>
                  </a:lnTo>
                  <a:lnTo>
                    <a:pt x="4819" y="8785"/>
                  </a:lnTo>
                  <a:lnTo>
                    <a:pt x="4938" y="9592"/>
                  </a:lnTo>
                  <a:lnTo>
                    <a:pt x="5082" y="10356"/>
                  </a:lnTo>
                  <a:lnTo>
                    <a:pt x="4725" y="10989"/>
                  </a:lnTo>
                  <a:lnTo>
                    <a:pt x="4506" y="11397"/>
                  </a:lnTo>
                  <a:lnTo>
                    <a:pt x="4256" y="11670"/>
                  </a:lnTo>
                  <a:lnTo>
                    <a:pt x="3886" y="11966"/>
                  </a:lnTo>
                  <a:lnTo>
                    <a:pt x="3603" y="12069"/>
                  </a:lnTo>
                  <a:lnTo>
                    <a:pt x="3201" y="12208"/>
                  </a:lnTo>
                  <a:lnTo>
                    <a:pt x="3094" y="12896"/>
                  </a:lnTo>
                  <a:lnTo>
                    <a:pt x="3253" y="13324"/>
                  </a:lnTo>
                  <a:lnTo>
                    <a:pt x="2934" y="13842"/>
                  </a:lnTo>
                  <a:lnTo>
                    <a:pt x="2620" y="13806"/>
                  </a:lnTo>
                  <a:lnTo>
                    <a:pt x="2322" y="13704"/>
                  </a:lnTo>
                  <a:lnTo>
                    <a:pt x="1956" y="13786"/>
                  </a:lnTo>
                  <a:lnTo>
                    <a:pt x="2003" y="14645"/>
                  </a:lnTo>
                  <a:lnTo>
                    <a:pt x="1967" y="15036"/>
                  </a:lnTo>
                  <a:lnTo>
                    <a:pt x="1506" y="14882"/>
                  </a:lnTo>
                  <a:lnTo>
                    <a:pt x="1232" y="14931"/>
                  </a:lnTo>
                  <a:lnTo>
                    <a:pt x="1024" y="15200"/>
                  </a:lnTo>
                  <a:lnTo>
                    <a:pt x="883" y="15506"/>
                  </a:lnTo>
                  <a:lnTo>
                    <a:pt x="591" y="15912"/>
                  </a:lnTo>
                  <a:lnTo>
                    <a:pt x="315" y="16170"/>
                  </a:lnTo>
                  <a:lnTo>
                    <a:pt x="341" y="16637"/>
                  </a:lnTo>
                  <a:lnTo>
                    <a:pt x="821" y="16718"/>
                  </a:lnTo>
                  <a:lnTo>
                    <a:pt x="671" y="17298"/>
                  </a:lnTo>
                  <a:lnTo>
                    <a:pt x="401" y="17415"/>
                  </a:lnTo>
                  <a:lnTo>
                    <a:pt x="244" y="17821"/>
                  </a:lnTo>
                  <a:lnTo>
                    <a:pt x="120" y="18155"/>
                  </a:lnTo>
                  <a:lnTo>
                    <a:pt x="0" y="18503"/>
                  </a:lnTo>
                  <a:lnTo>
                    <a:pt x="19" y="18962"/>
                  </a:lnTo>
                  <a:lnTo>
                    <a:pt x="67" y="19341"/>
                  </a:lnTo>
                  <a:lnTo>
                    <a:pt x="410" y="19463"/>
                  </a:lnTo>
                  <a:lnTo>
                    <a:pt x="370" y="19979"/>
                  </a:lnTo>
                  <a:lnTo>
                    <a:pt x="712" y="20267"/>
                  </a:lnTo>
                  <a:lnTo>
                    <a:pt x="1097" y="20731"/>
                  </a:lnTo>
                  <a:lnTo>
                    <a:pt x="1037" y="21103"/>
                  </a:lnTo>
                  <a:lnTo>
                    <a:pt x="661" y="21134"/>
                  </a:lnTo>
                  <a:lnTo>
                    <a:pt x="831" y="21572"/>
                  </a:lnTo>
                  <a:lnTo>
                    <a:pt x="1256" y="21453"/>
                  </a:lnTo>
                  <a:lnTo>
                    <a:pt x="1837" y="21600"/>
                  </a:lnTo>
                  <a:lnTo>
                    <a:pt x="2314" y="21321"/>
                  </a:lnTo>
                  <a:lnTo>
                    <a:pt x="2558" y="20992"/>
                  </a:lnTo>
                  <a:lnTo>
                    <a:pt x="2508" y="20424"/>
                  </a:lnTo>
                  <a:lnTo>
                    <a:pt x="2171" y="20267"/>
                  </a:lnTo>
                  <a:lnTo>
                    <a:pt x="1891" y="19849"/>
                  </a:lnTo>
                  <a:lnTo>
                    <a:pt x="2034" y="19504"/>
                  </a:lnTo>
                  <a:lnTo>
                    <a:pt x="2355" y="19528"/>
                  </a:lnTo>
                  <a:lnTo>
                    <a:pt x="2180" y="19216"/>
                  </a:lnTo>
                  <a:lnTo>
                    <a:pt x="1864" y="19226"/>
                  </a:lnTo>
                  <a:lnTo>
                    <a:pt x="1644" y="19115"/>
                  </a:lnTo>
                  <a:cubicBezTo>
                    <a:pt x="1518" y="18984"/>
                    <a:pt x="1492" y="18750"/>
                    <a:pt x="1584" y="18578"/>
                  </a:cubicBezTo>
                  <a:cubicBezTo>
                    <a:pt x="1696" y="18368"/>
                    <a:pt x="1928" y="18339"/>
                    <a:pt x="2070" y="18518"/>
                  </a:cubicBezTo>
                  <a:lnTo>
                    <a:pt x="2613" y="18523"/>
                  </a:lnTo>
                  <a:lnTo>
                    <a:pt x="2509" y="18217"/>
                  </a:lnTo>
                  <a:lnTo>
                    <a:pt x="2141" y="18159"/>
                  </a:lnTo>
                  <a:lnTo>
                    <a:pt x="2156" y="17822"/>
                  </a:lnTo>
                  <a:lnTo>
                    <a:pt x="2450" y="17659"/>
                  </a:lnTo>
                  <a:lnTo>
                    <a:pt x="3024" y="17413"/>
                  </a:lnTo>
                  <a:lnTo>
                    <a:pt x="3448" y="16882"/>
                  </a:lnTo>
                  <a:lnTo>
                    <a:pt x="3822" y="16873"/>
                  </a:lnTo>
                  <a:lnTo>
                    <a:pt x="4278" y="16489"/>
                  </a:lnTo>
                  <a:lnTo>
                    <a:pt x="4734" y="16241"/>
                  </a:lnTo>
                  <a:lnTo>
                    <a:pt x="4852" y="16642"/>
                  </a:lnTo>
                  <a:lnTo>
                    <a:pt x="5327" y="16575"/>
                  </a:lnTo>
                  <a:lnTo>
                    <a:pt x="5478" y="16289"/>
                  </a:lnTo>
                  <a:lnTo>
                    <a:pt x="5854" y="16354"/>
                  </a:lnTo>
                  <a:lnTo>
                    <a:pt x="6185" y="15922"/>
                  </a:lnTo>
                  <a:lnTo>
                    <a:pt x="6184" y="15553"/>
                  </a:lnTo>
                  <a:lnTo>
                    <a:pt x="6612" y="15865"/>
                  </a:lnTo>
                  <a:lnTo>
                    <a:pt x="6993" y="15940"/>
                  </a:lnTo>
                  <a:lnTo>
                    <a:pt x="7017" y="15505"/>
                  </a:lnTo>
                  <a:lnTo>
                    <a:pt x="6914" y="15162"/>
                  </a:lnTo>
                  <a:lnTo>
                    <a:pt x="7352" y="15197"/>
                  </a:lnTo>
                  <a:lnTo>
                    <a:pt x="7462" y="15654"/>
                  </a:lnTo>
                  <a:lnTo>
                    <a:pt x="7889" y="15589"/>
                  </a:lnTo>
                  <a:lnTo>
                    <a:pt x="8102" y="15226"/>
                  </a:lnTo>
                  <a:lnTo>
                    <a:pt x="8121" y="14718"/>
                  </a:lnTo>
                  <a:lnTo>
                    <a:pt x="8526" y="15288"/>
                  </a:lnTo>
                  <a:lnTo>
                    <a:pt x="8936" y="15688"/>
                  </a:lnTo>
                  <a:lnTo>
                    <a:pt x="8918" y="14929"/>
                  </a:lnTo>
                  <a:lnTo>
                    <a:pt x="9099" y="14620"/>
                  </a:lnTo>
                  <a:lnTo>
                    <a:pt x="9478" y="14698"/>
                  </a:lnTo>
                  <a:lnTo>
                    <a:pt x="10098" y="14829"/>
                  </a:lnTo>
                  <a:lnTo>
                    <a:pt x="9748" y="14241"/>
                  </a:lnTo>
                  <a:lnTo>
                    <a:pt x="9624" y="13590"/>
                  </a:lnTo>
                  <a:lnTo>
                    <a:pt x="9825" y="13205"/>
                  </a:lnTo>
                  <a:lnTo>
                    <a:pt x="10057" y="13790"/>
                  </a:lnTo>
                  <a:lnTo>
                    <a:pt x="10071" y="14222"/>
                  </a:lnTo>
                  <a:lnTo>
                    <a:pt x="10578" y="14257"/>
                  </a:lnTo>
                  <a:lnTo>
                    <a:pt x="10711" y="13800"/>
                  </a:lnTo>
                  <a:lnTo>
                    <a:pt x="11313" y="13686"/>
                  </a:lnTo>
                  <a:lnTo>
                    <a:pt x="11596" y="13446"/>
                  </a:lnTo>
                  <a:lnTo>
                    <a:pt x="11530" y="12918"/>
                  </a:lnTo>
                  <a:lnTo>
                    <a:pt x="11373" y="12473"/>
                  </a:lnTo>
                  <a:lnTo>
                    <a:pt x="11537" y="12194"/>
                  </a:lnTo>
                  <a:lnTo>
                    <a:pt x="11600" y="11828"/>
                  </a:lnTo>
                  <a:lnTo>
                    <a:pt x="11322" y="11511"/>
                  </a:lnTo>
                  <a:cubicBezTo>
                    <a:pt x="11207" y="11511"/>
                    <a:pt x="11114" y="11389"/>
                    <a:pt x="11116" y="11240"/>
                  </a:cubicBezTo>
                  <a:cubicBezTo>
                    <a:pt x="11119" y="10922"/>
                    <a:pt x="11440" y="10802"/>
                    <a:pt x="11574" y="11070"/>
                  </a:cubicBezTo>
                  <a:lnTo>
                    <a:pt x="12086" y="11686"/>
                  </a:lnTo>
                  <a:lnTo>
                    <a:pt x="12153" y="12319"/>
                  </a:lnTo>
                  <a:lnTo>
                    <a:pt x="12482" y="12107"/>
                  </a:lnTo>
                  <a:lnTo>
                    <a:pt x="12654" y="12554"/>
                  </a:lnTo>
                  <a:lnTo>
                    <a:pt x="12936" y="12796"/>
                  </a:lnTo>
                  <a:lnTo>
                    <a:pt x="13184" y="12458"/>
                  </a:lnTo>
                  <a:lnTo>
                    <a:pt x="13147" y="12043"/>
                  </a:lnTo>
                  <a:lnTo>
                    <a:pt x="13540" y="12387"/>
                  </a:lnTo>
                  <a:lnTo>
                    <a:pt x="13935" y="12041"/>
                  </a:lnTo>
                  <a:lnTo>
                    <a:pt x="13863" y="11691"/>
                  </a:lnTo>
                  <a:lnTo>
                    <a:pt x="14357" y="11998"/>
                  </a:lnTo>
                  <a:lnTo>
                    <a:pt x="14435" y="11683"/>
                  </a:lnTo>
                  <a:lnTo>
                    <a:pt x="14357" y="11376"/>
                  </a:lnTo>
                  <a:lnTo>
                    <a:pt x="14498" y="11054"/>
                  </a:lnTo>
                  <a:lnTo>
                    <a:pt x="14785" y="11508"/>
                  </a:lnTo>
                  <a:lnTo>
                    <a:pt x="15230" y="11678"/>
                  </a:lnTo>
                  <a:lnTo>
                    <a:pt x="15380" y="11397"/>
                  </a:lnTo>
                  <a:lnTo>
                    <a:pt x="15638" y="10933"/>
                  </a:lnTo>
                  <a:lnTo>
                    <a:pt x="15990" y="10654"/>
                  </a:lnTo>
                  <a:lnTo>
                    <a:pt x="16417" y="10974"/>
                  </a:lnTo>
                  <a:lnTo>
                    <a:pt x="16950" y="11293"/>
                  </a:lnTo>
                  <a:lnTo>
                    <a:pt x="17276" y="10942"/>
                  </a:lnTo>
                  <a:lnTo>
                    <a:pt x="17242" y="10447"/>
                  </a:lnTo>
                  <a:lnTo>
                    <a:pt x="17762" y="10610"/>
                  </a:lnTo>
                  <a:lnTo>
                    <a:pt x="18145" y="10638"/>
                  </a:lnTo>
                  <a:lnTo>
                    <a:pt x="18661" y="10312"/>
                  </a:lnTo>
                  <a:lnTo>
                    <a:pt x="19018" y="10077"/>
                  </a:lnTo>
                  <a:lnTo>
                    <a:pt x="19096" y="9588"/>
                  </a:lnTo>
                  <a:lnTo>
                    <a:pt x="19544" y="10006"/>
                  </a:lnTo>
                  <a:lnTo>
                    <a:pt x="19905" y="9840"/>
                  </a:lnTo>
                  <a:lnTo>
                    <a:pt x="19931" y="9076"/>
                  </a:lnTo>
                  <a:lnTo>
                    <a:pt x="20476" y="8656"/>
                  </a:lnTo>
                  <a:lnTo>
                    <a:pt x="20385" y="8253"/>
                  </a:lnTo>
                  <a:lnTo>
                    <a:pt x="19842" y="8155"/>
                  </a:lnTo>
                  <a:lnTo>
                    <a:pt x="20431" y="7785"/>
                  </a:lnTo>
                  <a:lnTo>
                    <a:pt x="20861" y="7841"/>
                  </a:lnTo>
                  <a:lnTo>
                    <a:pt x="21143" y="7302"/>
                  </a:lnTo>
                  <a:lnTo>
                    <a:pt x="21600" y="6876"/>
                  </a:lnTo>
                  <a:cubicBezTo>
                    <a:pt x="21482" y="6750"/>
                    <a:pt x="21378" y="6604"/>
                    <a:pt x="21291" y="6442"/>
                  </a:cubicBezTo>
                  <a:cubicBezTo>
                    <a:pt x="21188" y="6250"/>
                    <a:pt x="21110" y="6038"/>
                    <a:pt x="21060" y="5814"/>
                  </a:cubicBezTo>
                  <a:lnTo>
                    <a:pt x="20869" y="5380"/>
                  </a:lnTo>
                  <a:lnTo>
                    <a:pt x="21037" y="4772"/>
                  </a:lnTo>
                  <a:lnTo>
                    <a:pt x="20561" y="3691"/>
                  </a:lnTo>
                  <a:lnTo>
                    <a:pt x="20413" y="3076"/>
                  </a:lnTo>
                  <a:lnTo>
                    <a:pt x="20017" y="2663"/>
                  </a:lnTo>
                  <a:lnTo>
                    <a:pt x="19657" y="2850"/>
                  </a:lnTo>
                  <a:lnTo>
                    <a:pt x="19082" y="2055"/>
                  </a:lnTo>
                  <a:lnTo>
                    <a:pt x="18604" y="2320"/>
                  </a:lnTo>
                  <a:lnTo>
                    <a:pt x="17751" y="1926"/>
                  </a:lnTo>
                  <a:lnTo>
                    <a:pt x="17470" y="1978"/>
                  </a:lnTo>
                  <a:lnTo>
                    <a:pt x="17210" y="2516"/>
                  </a:lnTo>
                  <a:lnTo>
                    <a:pt x="17314" y="3167"/>
                  </a:lnTo>
                  <a:lnTo>
                    <a:pt x="16988" y="3390"/>
                  </a:lnTo>
                  <a:lnTo>
                    <a:pt x="16575" y="2866"/>
                  </a:lnTo>
                  <a:lnTo>
                    <a:pt x="16315" y="2440"/>
                  </a:lnTo>
                  <a:lnTo>
                    <a:pt x="15626" y="2987"/>
                  </a:lnTo>
                  <a:lnTo>
                    <a:pt x="14969" y="3328"/>
                  </a:lnTo>
                  <a:lnTo>
                    <a:pt x="14721" y="3655"/>
                  </a:lnTo>
                  <a:lnTo>
                    <a:pt x="13822" y="3806"/>
                  </a:lnTo>
                  <a:lnTo>
                    <a:pt x="13323" y="3718"/>
                  </a:lnTo>
                  <a:lnTo>
                    <a:pt x="13093" y="3391"/>
                  </a:lnTo>
                  <a:lnTo>
                    <a:pt x="13623" y="2937"/>
                  </a:lnTo>
                  <a:lnTo>
                    <a:pt x="13876" y="2315"/>
                  </a:lnTo>
                  <a:lnTo>
                    <a:pt x="14573" y="1330"/>
                  </a:lnTo>
                  <a:lnTo>
                    <a:pt x="14266" y="821"/>
                  </a:lnTo>
                  <a:lnTo>
                    <a:pt x="14113" y="239"/>
                  </a:lnTo>
                  <a:lnTo>
                    <a:pt x="13495" y="348"/>
                  </a:lnTo>
                  <a:lnTo>
                    <a:pt x="13097" y="785"/>
                  </a:lnTo>
                  <a:lnTo>
                    <a:pt x="12639" y="940"/>
                  </a:lnTo>
                  <a:lnTo>
                    <a:pt x="11991" y="481"/>
                  </a:lnTo>
                  <a:lnTo>
                    <a:pt x="11313" y="808"/>
                  </a:lnTo>
                  <a:lnTo>
                    <a:pt x="10842" y="778"/>
                  </a:lnTo>
                  <a:lnTo>
                    <a:pt x="10459" y="0"/>
                  </a:lnTo>
                  <a:lnTo>
                    <a:pt x="9813" y="364"/>
                  </a:lnTo>
                  <a:lnTo>
                    <a:pt x="9285" y="737"/>
                  </a:lnTo>
                  <a:lnTo>
                    <a:pt x="9156" y="1259"/>
                  </a:lnTo>
                  <a:lnTo>
                    <a:pt x="9305" y="1664"/>
                  </a:lnTo>
                  <a:lnTo>
                    <a:pt x="9605" y="1766"/>
                  </a:lnTo>
                  <a:cubicBezTo>
                    <a:pt x="9513" y="1821"/>
                    <a:pt x="9442" y="1922"/>
                    <a:pt x="9408" y="2045"/>
                  </a:cubicBezTo>
                  <a:cubicBezTo>
                    <a:pt x="9364" y="2207"/>
                    <a:pt x="9387" y="2387"/>
                    <a:pt x="9470" y="2521"/>
                  </a:cubicBezTo>
                  <a:lnTo>
                    <a:pt x="9204" y="2744"/>
                  </a:lnTo>
                  <a:lnTo>
                    <a:pt x="8768" y="2031"/>
                  </a:lnTo>
                  <a:lnTo>
                    <a:pt x="8466" y="1564"/>
                  </a:lnTo>
                  <a:lnTo>
                    <a:pt x="7132" y="1525"/>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52" name="Shape 204"/>
            <p:cNvSpPr/>
            <p:nvPr/>
          </p:nvSpPr>
          <p:spPr>
            <a:xfrm>
              <a:off x="8234633" y="10239847"/>
              <a:ext cx="2608407" cy="1869947"/>
            </a:xfrm>
            <a:custGeom>
              <a:avLst/>
              <a:gdLst/>
              <a:ahLst/>
              <a:cxnLst>
                <a:cxn ang="0">
                  <a:pos x="wd2" y="hd2"/>
                </a:cxn>
                <a:cxn ang="5400000">
                  <a:pos x="wd2" y="hd2"/>
                </a:cxn>
                <a:cxn ang="10800000">
                  <a:pos x="wd2" y="hd2"/>
                </a:cxn>
                <a:cxn ang="16200000">
                  <a:pos x="wd2" y="hd2"/>
                </a:cxn>
              </a:cxnLst>
              <a:rect l="0" t="0" r="r" b="b"/>
              <a:pathLst>
                <a:path w="21600" h="21600" extrusionOk="0">
                  <a:moveTo>
                    <a:pt x="14304" y="1585"/>
                  </a:moveTo>
                  <a:lnTo>
                    <a:pt x="14018" y="2171"/>
                  </a:lnTo>
                  <a:lnTo>
                    <a:pt x="13663" y="2466"/>
                  </a:lnTo>
                  <a:lnTo>
                    <a:pt x="13183" y="2331"/>
                  </a:lnTo>
                  <a:lnTo>
                    <a:pt x="12657" y="2666"/>
                  </a:lnTo>
                  <a:lnTo>
                    <a:pt x="13031" y="3381"/>
                  </a:lnTo>
                  <a:lnTo>
                    <a:pt x="11955" y="3438"/>
                  </a:lnTo>
                  <a:lnTo>
                    <a:pt x="11784" y="3916"/>
                  </a:lnTo>
                  <a:lnTo>
                    <a:pt x="11678" y="4265"/>
                  </a:lnTo>
                  <a:lnTo>
                    <a:pt x="11146" y="3458"/>
                  </a:lnTo>
                  <a:lnTo>
                    <a:pt x="10789" y="3614"/>
                  </a:lnTo>
                  <a:lnTo>
                    <a:pt x="10290" y="4450"/>
                  </a:lnTo>
                  <a:lnTo>
                    <a:pt x="10180" y="5049"/>
                  </a:lnTo>
                  <a:lnTo>
                    <a:pt x="9816" y="5307"/>
                  </a:lnTo>
                  <a:lnTo>
                    <a:pt x="9546" y="4903"/>
                  </a:lnTo>
                  <a:lnTo>
                    <a:pt x="9023" y="4290"/>
                  </a:lnTo>
                  <a:lnTo>
                    <a:pt x="8806" y="4748"/>
                  </a:lnTo>
                  <a:lnTo>
                    <a:pt x="8313" y="4061"/>
                  </a:lnTo>
                  <a:lnTo>
                    <a:pt x="8365" y="3253"/>
                  </a:lnTo>
                  <a:lnTo>
                    <a:pt x="7811" y="3004"/>
                  </a:lnTo>
                  <a:lnTo>
                    <a:pt x="7134" y="3991"/>
                  </a:lnTo>
                  <a:lnTo>
                    <a:pt x="7209" y="4563"/>
                  </a:lnTo>
                  <a:lnTo>
                    <a:pt x="6979" y="4809"/>
                  </a:lnTo>
                  <a:lnTo>
                    <a:pt x="6184" y="5177"/>
                  </a:lnTo>
                  <a:lnTo>
                    <a:pt x="5562" y="5842"/>
                  </a:lnTo>
                  <a:lnTo>
                    <a:pt x="4963" y="5902"/>
                  </a:lnTo>
                  <a:lnTo>
                    <a:pt x="4946" y="6559"/>
                  </a:lnTo>
                  <a:lnTo>
                    <a:pt x="4729" y="7263"/>
                  </a:lnTo>
                  <a:lnTo>
                    <a:pt x="4313" y="6934"/>
                  </a:lnTo>
                  <a:lnTo>
                    <a:pt x="3933" y="6816"/>
                  </a:lnTo>
                  <a:lnTo>
                    <a:pt x="3531" y="6426"/>
                  </a:lnTo>
                  <a:lnTo>
                    <a:pt x="3164" y="6389"/>
                  </a:lnTo>
                  <a:lnTo>
                    <a:pt x="3092" y="5902"/>
                  </a:lnTo>
                  <a:lnTo>
                    <a:pt x="2632" y="5814"/>
                  </a:lnTo>
                  <a:lnTo>
                    <a:pt x="2492" y="5275"/>
                  </a:lnTo>
                  <a:lnTo>
                    <a:pt x="1856" y="5468"/>
                  </a:lnTo>
                  <a:lnTo>
                    <a:pt x="1567" y="5956"/>
                  </a:lnTo>
                  <a:lnTo>
                    <a:pt x="1172" y="6747"/>
                  </a:lnTo>
                  <a:lnTo>
                    <a:pt x="856" y="6697"/>
                  </a:lnTo>
                  <a:lnTo>
                    <a:pt x="67" y="6242"/>
                  </a:lnTo>
                  <a:lnTo>
                    <a:pt x="0" y="6887"/>
                  </a:lnTo>
                  <a:lnTo>
                    <a:pt x="317" y="8017"/>
                  </a:lnTo>
                  <a:lnTo>
                    <a:pt x="843" y="8483"/>
                  </a:lnTo>
                  <a:lnTo>
                    <a:pt x="1124" y="8018"/>
                  </a:lnTo>
                  <a:lnTo>
                    <a:pt x="1872" y="8274"/>
                  </a:lnTo>
                  <a:lnTo>
                    <a:pt x="2003" y="8673"/>
                  </a:lnTo>
                  <a:lnTo>
                    <a:pt x="2013" y="9737"/>
                  </a:lnTo>
                  <a:lnTo>
                    <a:pt x="2431" y="9583"/>
                  </a:lnTo>
                  <a:lnTo>
                    <a:pt x="2807" y="9760"/>
                  </a:lnTo>
                  <a:lnTo>
                    <a:pt x="3177" y="9498"/>
                  </a:lnTo>
                  <a:lnTo>
                    <a:pt x="3690" y="9849"/>
                  </a:lnTo>
                  <a:lnTo>
                    <a:pt x="4119" y="9740"/>
                  </a:lnTo>
                  <a:lnTo>
                    <a:pt x="4560" y="9325"/>
                  </a:lnTo>
                  <a:lnTo>
                    <a:pt x="4834" y="10688"/>
                  </a:lnTo>
                  <a:lnTo>
                    <a:pt x="4571" y="11592"/>
                  </a:lnTo>
                  <a:lnTo>
                    <a:pt x="4423" y="12272"/>
                  </a:lnTo>
                  <a:lnTo>
                    <a:pt x="4126" y="12146"/>
                  </a:lnTo>
                  <a:lnTo>
                    <a:pt x="3824" y="11650"/>
                  </a:lnTo>
                  <a:lnTo>
                    <a:pt x="3422" y="12272"/>
                  </a:lnTo>
                  <a:lnTo>
                    <a:pt x="2768" y="13037"/>
                  </a:lnTo>
                  <a:lnTo>
                    <a:pt x="2939" y="13696"/>
                  </a:lnTo>
                  <a:lnTo>
                    <a:pt x="3347" y="14216"/>
                  </a:lnTo>
                  <a:lnTo>
                    <a:pt x="3777" y="14426"/>
                  </a:lnTo>
                  <a:lnTo>
                    <a:pt x="4307" y="14699"/>
                  </a:lnTo>
                  <a:lnTo>
                    <a:pt x="4827" y="14692"/>
                  </a:lnTo>
                  <a:lnTo>
                    <a:pt x="5158" y="15025"/>
                  </a:lnTo>
                  <a:lnTo>
                    <a:pt x="5644" y="14682"/>
                  </a:lnTo>
                  <a:lnTo>
                    <a:pt x="6165" y="14725"/>
                  </a:lnTo>
                  <a:lnTo>
                    <a:pt x="6576" y="15245"/>
                  </a:lnTo>
                  <a:lnTo>
                    <a:pt x="6437" y="15701"/>
                  </a:lnTo>
                  <a:lnTo>
                    <a:pt x="6198" y="15729"/>
                  </a:lnTo>
                  <a:lnTo>
                    <a:pt x="6191" y="16286"/>
                  </a:lnTo>
                  <a:lnTo>
                    <a:pt x="5823" y="16191"/>
                  </a:lnTo>
                  <a:lnTo>
                    <a:pt x="5777" y="16782"/>
                  </a:lnTo>
                  <a:lnTo>
                    <a:pt x="5967" y="17366"/>
                  </a:lnTo>
                  <a:lnTo>
                    <a:pt x="6042" y="17945"/>
                  </a:lnTo>
                  <a:lnTo>
                    <a:pt x="6198" y="18473"/>
                  </a:lnTo>
                  <a:lnTo>
                    <a:pt x="6519" y="18878"/>
                  </a:lnTo>
                  <a:lnTo>
                    <a:pt x="6945" y="19365"/>
                  </a:lnTo>
                  <a:lnTo>
                    <a:pt x="7160" y="19888"/>
                  </a:lnTo>
                  <a:lnTo>
                    <a:pt x="7552" y="20264"/>
                  </a:lnTo>
                  <a:lnTo>
                    <a:pt x="8217" y="20399"/>
                  </a:lnTo>
                  <a:lnTo>
                    <a:pt x="8916" y="20646"/>
                  </a:lnTo>
                  <a:lnTo>
                    <a:pt x="9584" y="20281"/>
                  </a:lnTo>
                  <a:lnTo>
                    <a:pt x="9926" y="20991"/>
                  </a:lnTo>
                  <a:lnTo>
                    <a:pt x="10441" y="21026"/>
                  </a:lnTo>
                  <a:lnTo>
                    <a:pt x="10480" y="20427"/>
                  </a:lnTo>
                  <a:lnTo>
                    <a:pt x="10878" y="20800"/>
                  </a:lnTo>
                  <a:lnTo>
                    <a:pt x="11415" y="20722"/>
                  </a:lnTo>
                  <a:lnTo>
                    <a:pt x="11422" y="20172"/>
                  </a:lnTo>
                  <a:lnTo>
                    <a:pt x="11110" y="19656"/>
                  </a:lnTo>
                  <a:lnTo>
                    <a:pt x="11418" y="19156"/>
                  </a:lnTo>
                  <a:lnTo>
                    <a:pt x="11846" y="19446"/>
                  </a:lnTo>
                  <a:lnTo>
                    <a:pt x="11817" y="19994"/>
                  </a:lnTo>
                  <a:lnTo>
                    <a:pt x="12044" y="20598"/>
                  </a:lnTo>
                  <a:lnTo>
                    <a:pt x="12395" y="20641"/>
                  </a:lnTo>
                  <a:lnTo>
                    <a:pt x="12482" y="20162"/>
                  </a:lnTo>
                  <a:lnTo>
                    <a:pt x="12866" y="20441"/>
                  </a:lnTo>
                  <a:lnTo>
                    <a:pt x="13140" y="20629"/>
                  </a:lnTo>
                  <a:lnTo>
                    <a:pt x="13040" y="21153"/>
                  </a:lnTo>
                  <a:lnTo>
                    <a:pt x="13096" y="21600"/>
                  </a:lnTo>
                  <a:lnTo>
                    <a:pt x="13701" y="21404"/>
                  </a:lnTo>
                  <a:lnTo>
                    <a:pt x="14115" y="21263"/>
                  </a:lnTo>
                  <a:lnTo>
                    <a:pt x="14416" y="20955"/>
                  </a:lnTo>
                  <a:lnTo>
                    <a:pt x="14196" y="20289"/>
                  </a:lnTo>
                  <a:lnTo>
                    <a:pt x="14526" y="20292"/>
                  </a:lnTo>
                  <a:lnTo>
                    <a:pt x="14797" y="20803"/>
                  </a:lnTo>
                  <a:lnTo>
                    <a:pt x="15227" y="21178"/>
                  </a:lnTo>
                  <a:lnTo>
                    <a:pt x="15379" y="20796"/>
                  </a:lnTo>
                  <a:lnTo>
                    <a:pt x="15933" y="19938"/>
                  </a:lnTo>
                  <a:lnTo>
                    <a:pt x="16318" y="19729"/>
                  </a:lnTo>
                  <a:lnTo>
                    <a:pt x="16882" y="19826"/>
                  </a:lnTo>
                  <a:lnTo>
                    <a:pt x="16883" y="18468"/>
                  </a:lnTo>
                  <a:lnTo>
                    <a:pt x="17218" y="18494"/>
                  </a:lnTo>
                  <a:lnTo>
                    <a:pt x="17768" y="18575"/>
                  </a:lnTo>
                  <a:lnTo>
                    <a:pt x="18237" y="17789"/>
                  </a:lnTo>
                  <a:lnTo>
                    <a:pt x="18019" y="17366"/>
                  </a:lnTo>
                  <a:lnTo>
                    <a:pt x="18122" y="16790"/>
                  </a:lnTo>
                  <a:lnTo>
                    <a:pt x="18814" y="16416"/>
                  </a:lnTo>
                  <a:lnTo>
                    <a:pt x="19396" y="15846"/>
                  </a:lnTo>
                  <a:lnTo>
                    <a:pt x="19946" y="14652"/>
                  </a:lnTo>
                  <a:lnTo>
                    <a:pt x="19744" y="12879"/>
                  </a:lnTo>
                  <a:lnTo>
                    <a:pt x="19909" y="12468"/>
                  </a:lnTo>
                  <a:lnTo>
                    <a:pt x="20509" y="12018"/>
                  </a:lnTo>
                  <a:lnTo>
                    <a:pt x="20545" y="11281"/>
                  </a:lnTo>
                  <a:lnTo>
                    <a:pt x="20975" y="11188"/>
                  </a:lnTo>
                  <a:lnTo>
                    <a:pt x="21409" y="10677"/>
                  </a:lnTo>
                  <a:lnTo>
                    <a:pt x="21274" y="9588"/>
                  </a:lnTo>
                  <a:lnTo>
                    <a:pt x="21577" y="9173"/>
                  </a:lnTo>
                  <a:lnTo>
                    <a:pt x="21600" y="8265"/>
                  </a:lnTo>
                  <a:lnTo>
                    <a:pt x="21435" y="7525"/>
                  </a:lnTo>
                  <a:lnTo>
                    <a:pt x="21458" y="6814"/>
                  </a:lnTo>
                  <a:lnTo>
                    <a:pt x="20807" y="6778"/>
                  </a:lnTo>
                  <a:lnTo>
                    <a:pt x="20440" y="7171"/>
                  </a:lnTo>
                  <a:lnTo>
                    <a:pt x="20041" y="7211"/>
                  </a:lnTo>
                  <a:lnTo>
                    <a:pt x="20096" y="6367"/>
                  </a:lnTo>
                  <a:lnTo>
                    <a:pt x="19931" y="5446"/>
                  </a:lnTo>
                  <a:lnTo>
                    <a:pt x="19584" y="5137"/>
                  </a:lnTo>
                  <a:lnTo>
                    <a:pt x="18952" y="5453"/>
                  </a:lnTo>
                  <a:lnTo>
                    <a:pt x="18865" y="5922"/>
                  </a:lnTo>
                  <a:lnTo>
                    <a:pt x="18647" y="6109"/>
                  </a:lnTo>
                  <a:lnTo>
                    <a:pt x="18626" y="5571"/>
                  </a:lnTo>
                  <a:lnTo>
                    <a:pt x="19350" y="4730"/>
                  </a:lnTo>
                  <a:lnTo>
                    <a:pt x="19462" y="3476"/>
                  </a:lnTo>
                  <a:lnTo>
                    <a:pt x="19787" y="2835"/>
                  </a:lnTo>
                  <a:lnTo>
                    <a:pt x="19849" y="1727"/>
                  </a:lnTo>
                  <a:lnTo>
                    <a:pt x="19297" y="1854"/>
                  </a:lnTo>
                  <a:lnTo>
                    <a:pt x="19164" y="1564"/>
                  </a:lnTo>
                  <a:lnTo>
                    <a:pt x="19342" y="1085"/>
                  </a:lnTo>
                  <a:lnTo>
                    <a:pt x="19359" y="281"/>
                  </a:lnTo>
                  <a:lnTo>
                    <a:pt x="18762" y="0"/>
                  </a:lnTo>
                  <a:lnTo>
                    <a:pt x="18344" y="430"/>
                  </a:lnTo>
                  <a:lnTo>
                    <a:pt x="17491" y="440"/>
                  </a:lnTo>
                  <a:lnTo>
                    <a:pt x="17042" y="546"/>
                  </a:lnTo>
                  <a:lnTo>
                    <a:pt x="16766" y="996"/>
                  </a:lnTo>
                  <a:lnTo>
                    <a:pt x="16704" y="1648"/>
                  </a:lnTo>
                  <a:lnTo>
                    <a:pt x="16442" y="1542"/>
                  </a:lnTo>
                  <a:lnTo>
                    <a:pt x="16221" y="648"/>
                  </a:lnTo>
                  <a:lnTo>
                    <a:pt x="15663" y="779"/>
                  </a:lnTo>
                  <a:lnTo>
                    <a:pt x="15347" y="1371"/>
                  </a:lnTo>
                  <a:lnTo>
                    <a:pt x="15222" y="2029"/>
                  </a:lnTo>
                  <a:lnTo>
                    <a:pt x="14933" y="1785"/>
                  </a:lnTo>
                  <a:lnTo>
                    <a:pt x="14304" y="1585"/>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6200" cap="none">
                  <a:solidFill>
                    <a:srgbClr val="000000"/>
                  </a:solidFill>
                  <a:latin typeface="+mn-lt"/>
                  <a:ea typeface="+mn-ea"/>
                  <a:cs typeface="+mn-cs"/>
                  <a:sym typeface="Helvetica Light"/>
                </a:defRPr>
              </a:pPr>
              <a:endParaRPr kumimoji="0" sz="31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sp>
          <p:nvSpPr>
            <p:cNvPr id="53" name="Shape 205"/>
            <p:cNvSpPr/>
            <p:nvPr/>
          </p:nvSpPr>
          <p:spPr>
            <a:xfrm>
              <a:off x="9641337" y="12605256"/>
              <a:ext cx="848187" cy="704304"/>
            </a:xfrm>
            <a:custGeom>
              <a:avLst/>
              <a:gdLst/>
              <a:ahLst/>
              <a:cxnLst>
                <a:cxn ang="0">
                  <a:pos x="wd2" y="hd2"/>
                </a:cxn>
                <a:cxn ang="5400000">
                  <a:pos x="wd2" y="hd2"/>
                </a:cxn>
                <a:cxn ang="10800000">
                  <a:pos x="wd2" y="hd2"/>
                </a:cxn>
                <a:cxn ang="16200000">
                  <a:pos x="wd2" y="hd2"/>
                </a:cxn>
              </a:cxnLst>
              <a:rect l="0" t="0" r="r" b="b"/>
              <a:pathLst>
                <a:path w="21600" h="21600" extrusionOk="0">
                  <a:moveTo>
                    <a:pt x="17991" y="11"/>
                  </a:moveTo>
                  <a:lnTo>
                    <a:pt x="16882" y="936"/>
                  </a:lnTo>
                  <a:lnTo>
                    <a:pt x="16138" y="218"/>
                  </a:lnTo>
                  <a:lnTo>
                    <a:pt x="14562" y="1021"/>
                  </a:lnTo>
                  <a:lnTo>
                    <a:pt x="12610" y="1291"/>
                  </a:lnTo>
                  <a:lnTo>
                    <a:pt x="11151" y="1972"/>
                  </a:lnTo>
                  <a:lnTo>
                    <a:pt x="9522" y="1017"/>
                  </a:lnTo>
                  <a:lnTo>
                    <a:pt x="8187" y="2138"/>
                  </a:lnTo>
                  <a:lnTo>
                    <a:pt x="8131" y="3662"/>
                  </a:lnTo>
                  <a:lnTo>
                    <a:pt x="6998" y="2290"/>
                  </a:lnTo>
                  <a:lnTo>
                    <a:pt x="5739" y="2730"/>
                  </a:lnTo>
                  <a:lnTo>
                    <a:pt x="4934" y="4047"/>
                  </a:lnTo>
                  <a:lnTo>
                    <a:pt x="4795" y="5286"/>
                  </a:lnTo>
                  <a:lnTo>
                    <a:pt x="3708" y="6144"/>
                  </a:lnTo>
                  <a:lnTo>
                    <a:pt x="1841" y="7835"/>
                  </a:lnTo>
                  <a:lnTo>
                    <a:pt x="680" y="8534"/>
                  </a:lnTo>
                  <a:lnTo>
                    <a:pt x="0" y="9977"/>
                  </a:lnTo>
                  <a:lnTo>
                    <a:pt x="385" y="12300"/>
                  </a:lnTo>
                  <a:lnTo>
                    <a:pt x="874" y="14405"/>
                  </a:lnTo>
                  <a:lnTo>
                    <a:pt x="751" y="16432"/>
                  </a:lnTo>
                  <a:lnTo>
                    <a:pt x="741" y="18004"/>
                  </a:lnTo>
                  <a:lnTo>
                    <a:pt x="2205" y="18925"/>
                  </a:lnTo>
                  <a:lnTo>
                    <a:pt x="4234" y="19195"/>
                  </a:lnTo>
                  <a:lnTo>
                    <a:pt x="5729" y="20220"/>
                  </a:lnTo>
                  <a:lnTo>
                    <a:pt x="7575" y="21116"/>
                  </a:lnTo>
                  <a:lnTo>
                    <a:pt x="8871" y="21600"/>
                  </a:lnTo>
                  <a:lnTo>
                    <a:pt x="9960" y="21252"/>
                  </a:lnTo>
                  <a:lnTo>
                    <a:pt x="10024" y="19961"/>
                  </a:lnTo>
                  <a:lnTo>
                    <a:pt x="10812" y="18922"/>
                  </a:lnTo>
                  <a:lnTo>
                    <a:pt x="12228" y="19218"/>
                  </a:lnTo>
                  <a:lnTo>
                    <a:pt x="13651" y="19521"/>
                  </a:lnTo>
                  <a:lnTo>
                    <a:pt x="14214" y="18174"/>
                  </a:lnTo>
                  <a:lnTo>
                    <a:pt x="14726" y="16924"/>
                  </a:lnTo>
                  <a:lnTo>
                    <a:pt x="15589" y="16225"/>
                  </a:lnTo>
                  <a:lnTo>
                    <a:pt x="16575" y="15899"/>
                  </a:lnTo>
                  <a:lnTo>
                    <a:pt x="17881" y="14827"/>
                  </a:lnTo>
                  <a:lnTo>
                    <a:pt x="17472" y="14079"/>
                  </a:lnTo>
                  <a:lnTo>
                    <a:pt x="16547" y="13850"/>
                  </a:lnTo>
                  <a:lnTo>
                    <a:pt x="17745" y="12267"/>
                  </a:lnTo>
                  <a:lnTo>
                    <a:pt x="18506" y="10358"/>
                  </a:lnTo>
                  <a:lnTo>
                    <a:pt x="19014" y="8416"/>
                  </a:lnTo>
                  <a:lnTo>
                    <a:pt x="19901" y="6647"/>
                  </a:lnTo>
                  <a:lnTo>
                    <a:pt x="21276" y="5419"/>
                  </a:lnTo>
                  <a:lnTo>
                    <a:pt x="21600" y="3677"/>
                  </a:lnTo>
                  <a:lnTo>
                    <a:pt x="21453" y="1309"/>
                  </a:lnTo>
                  <a:lnTo>
                    <a:pt x="20184" y="1014"/>
                  </a:lnTo>
                  <a:lnTo>
                    <a:pt x="19205" y="0"/>
                  </a:lnTo>
                  <a:lnTo>
                    <a:pt x="17991" y="11"/>
                  </a:lnTo>
                  <a:close/>
                </a:path>
              </a:pathLst>
            </a:custGeom>
            <a:grpFill/>
            <a:ln w="12700" cap="flat">
              <a:solidFill>
                <a:srgbClr val="FFFFFF"/>
              </a:solidFill>
              <a:prstDash val="solid"/>
              <a:miter lim="400000"/>
            </a:ln>
            <a:effectLst/>
          </p:spPr>
          <p:txBody>
            <a:bodyPr wrap="square" lIns="69453" tIns="69453" rIns="69453" bIns="69453" numCol="1" anchor="ctr">
              <a:noAutofit/>
            </a:bodyPr>
            <a:lstStyle/>
            <a:p>
              <a:pPr marL="0" marR="0" lvl="0" indent="0" algn="ctr" defTabSz="292100" rtl="0" eaLnBrk="1" fontAlgn="auto" latinLnBrk="0" hangingPunct="1">
                <a:lnSpc>
                  <a:spcPct val="100000"/>
                </a:lnSpc>
                <a:spcBef>
                  <a:spcPts val="0"/>
                </a:spcBef>
                <a:spcAft>
                  <a:spcPts val="0"/>
                </a:spcAft>
                <a:buClrTx/>
                <a:buSzTx/>
                <a:buFontTx/>
                <a:buNone/>
                <a:defRPr sz="5800" cap="none">
                  <a:solidFill>
                    <a:srgbClr val="000000"/>
                  </a:solidFill>
                  <a:latin typeface="+mn-lt"/>
                  <a:ea typeface="+mn-ea"/>
                  <a:cs typeface="+mn-cs"/>
                  <a:sym typeface="Helvetica Light"/>
                </a:defRPr>
              </a:pPr>
              <a:endParaRPr kumimoji="0" sz="2900" b="0" i="0" u="none" strike="noStrike" kern="1200" cap="none" spc="0" normalizeH="0" baseline="0" noProof="0">
                <a:ln>
                  <a:noFill/>
                </a:ln>
                <a:solidFill>
                  <a:srgbClr val="000000"/>
                </a:solidFill>
                <a:effectLst/>
                <a:uLnTx/>
                <a:uFillTx/>
                <a:latin typeface="Segoe UI Light" panose="020B0502040204020203"/>
                <a:ea typeface="微软雅黑 Light"/>
                <a:cs typeface="+mn-cs"/>
                <a:sym typeface="Helvetica Light"/>
              </a:endParaRPr>
            </a:p>
          </p:txBody>
        </p:sp>
      </p:grpSp>
      <p:grpSp>
        <p:nvGrpSpPr>
          <p:cNvPr id="54" name="组合 53"/>
          <p:cNvGrpSpPr/>
          <p:nvPr/>
        </p:nvGrpSpPr>
        <p:grpSpPr>
          <a:xfrm>
            <a:off x="1583760" y="4834324"/>
            <a:ext cx="733450" cy="1099605"/>
            <a:chOff x="1673355" y="4749703"/>
            <a:chExt cx="733450" cy="1099605"/>
          </a:xfrm>
        </p:grpSpPr>
        <p:sp>
          <p:nvSpPr>
            <p:cNvPr id="55" name="Freeform 7"/>
            <p:cNvSpPr/>
            <p:nvPr/>
          </p:nvSpPr>
          <p:spPr bwMode="auto">
            <a:xfrm>
              <a:off x="1812497" y="4920390"/>
              <a:ext cx="109849" cy="94638"/>
            </a:xfrm>
            <a:custGeom>
              <a:avLst/>
              <a:gdLst>
                <a:gd name="T0" fmla="*/ 21 w 144"/>
                <a:gd name="T1" fmla="*/ 37 h 124"/>
                <a:gd name="T2" fmla="*/ 12 w 144"/>
                <a:gd name="T3" fmla="*/ 46 h 124"/>
                <a:gd name="T4" fmla="*/ 2 w 144"/>
                <a:gd name="T5" fmla="*/ 60 h 124"/>
                <a:gd name="T6" fmla="*/ 3 w 144"/>
                <a:gd name="T7" fmla="*/ 84 h 124"/>
                <a:gd name="T8" fmla="*/ 6 w 144"/>
                <a:gd name="T9" fmla="*/ 96 h 124"/>
                <a:gd name="T10" fmla="*/ 13 w 144"/>
                <a:gd name="T11" fmla="*/ 106 h 124"/>
                <a:gd name="T12" fmla="*/ 32 w 144"/>
                <a:gd name="T13" fmla="*/ 115 h 124"/>
                <a:gd name="T14" fmla="*/ 53 w 144"/>
                <a:gd name="T15" fmla="*/ 122 h 124"/>
                <a:gd name="T16" fmla="*/ 66 w 144"/>
                <a:gd name="T17" fmla="*/ 119 h 124"/>
                <a:gd name="T18" fmla="*/ 80 w 144"/>
                <a:gd name="T19" fmla="*/ 110 h 124"/>
                <a:gd name="T20" fmla="*/ 89 w 144"/>
                <a:gd name="T21" fmla="*/ 104 h 124"/>
                <a:gd name="T22" fmla="*/ 101 w 144"/>
                <a:gd name="T23" fmla="*/ 94 h 124"/>
                <a:gd name="T24" fmla="*/ 114 w 144"/>
                <a:gd name="T25" fmla="*/ 80 h 124"/>
                <a:gd name="T26" fmla="*/ 123 w 144"/>
                <a:gd name="T27" fmla="*/ 56 h 124"/>
                <a:gd name="T28" fmla="*/ 137 w 144"/>
                <a:gd name="T29" fmla="*/ 37 h 124"/>
                <a:gd name="T30" fmla="*/ 142 w 144"/>
                <a:gd name="T31" fmla="*/ 16 h 124"/>
                <a:gd name="T32" fmla="*/ 134 w 144"/>
                <a:gd name="T33" fmla="*/ 6 h 124"/>
                <a:gd name="T34" fmla="*/ 113 w 144"/>
                <a:gd name="T35" fmla="*/ 5 h 124"/>
                <a:gd name="T36" fmla="*/ 92 w 144"/>
                <a:gd name="T37" fmla="*/ 4 h 124"/>
                <a:gd name="T38" fmla="*/ 73 w 144"/>
                <a:gd name="T39" fmla="*/ 9 h 124"/>
                <a:gd name="T40" fmla="*/ 58 w 144"/>
                <a:gd name="T41" fmla="*/ 12 h 124"/>
                <a:gd name="T42" fmla="*/ 49 w 144"/>
                <a:gd name="T43" fmla="*/ 16 h 124"/>
                <a:gd name="T44" fmla="*/ 34 w 144"/>
                <a:gd name="T45" fmla="*/ 22 h 124"/>
                <a:gd name="T46" fmla="*/ 29 w 144"/>
                <a:gd name="T47" fmla="*/ 32 h 124"/>
                <a:gd name="T48" fmla="*/ 21 w 144"/>
                <a:gd name="T49" fmla="*/ 3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4" h="124">
                  <a:moveTo>
                    <a:pt x="21" y="37"/>
                  </a:moveTo>
                  <a:cubicBezTo>
                    <a:pt x="21" y="37"/>
                    <a:pt x="19" y="40"/>
                    <a:pt x="12" y="46"/>
                  </a:cubicBezTo>
                  <a:cubicBezTo>
                    <a:pt x="4" y="51"/>
                    <a:pt x="3" y="51"/>
                    <a:pt x="2" y="60"/>
                  </a:cubicBezTo>
                  <a:cubicBezTo>
                    <a:pt x="2" y="70"/>
                    <a:pt x="0" y="77"/>
                    <a:pt x="3" y="84"/>
                  </a:cubicBezTo>
                  <a:cubicBezTo>
                    <a:pt x="6" y="91"/>
                    <a:pt x="5" y="90"/>
                    <a:pt x="6" y="96"/>
                  </a:cubicBezTo>
                  <a:cubicBezTo>
                    <a:pt x="6" y="103"/>
                    <a:pt x="5" y="103"/>
                    <a:pt x="13" y="106"/>
                  </a:cubicBezTo>
                  <a:cubicBezTo>
                    <a:pt x="20" y="108"/>
                    <a:pt x="27" y="112"/>
                    <a:pt x="32" y="115"/>
                  </a:cubicBezTo>
                  <a:cubicBezTo>
                    <a:pt x="38" y="118"/>
                    <a:pt x="44" y="119"/>
                    <a:pt x="53" y="122"/>
                  </a:cubicBezTo>
                  <a:cubicBezTo>
                    <a:pt x="61" y="124"/>
                    <a:pt x="62" y="124"/>
                    <a:pt x="66" y="119"/>
                  </a:cubicBezTo>
                  <a:cubicBezTo>
                    <a:pt x="70" y="114"/>
                    <a:pt x="73" y="112"/>
                    <a:pt x="80" y="110"/>
                  </a:cubicBezTo>
                  <a:cubicBezTo>
                    <a:pt x="86" y="109"/>
                    <a:pt x="85" y="109"/>
                    <a:pt x="89" y="104"/>
                  </a:cubicBezTo>
                  <a:cubicBezTo>
                    <a:pt x="93" y="98"/>
                    <a:pt x="95" y="96"/>
                    <a:pt x="101" y="94"/>
                  </a:cubicBezTo>
                  <a:cubicBezTo>
                    <a:pt x="108" y="92"/>
                    <a:pt x="111" y="89"/>
                    <a:pt x="114" y="80"/>
                  </a:cubicBezTo>
                  <a:cubicBezTo>
                    <a:pt x="117" y="72"/>
                    <a:pt x="118" y="65"/>
                    <a:pt x="123" y="56"/>
                  </a:cubicBezTo>
                  <a:cubicBezTo>
                    <a:pt x="127" y="46"/>
                    <a:pt x="130" y="44"/>
                    <a:pt x="137" y="37"/>
                  </a:cubicBezTo>
                  <a:cubicBezTo>
                    <a:pt x="144" y="30"/>
                    <a:pt x="144" y="23"/>
                    <a:pt x="142" y="16"/>
                  </a:cubicBezTo>
                  <a:cubicBezTo>
                    <a:pt x="140" y="10"/>
                    <a:pt x="140" y="7"/>
                    <a:pt x="134" y="6"/>
                  </a:cubicBezTo>
                  <a:cubicBezTo>
                    <a:pt x="128" y="5"/>
                    <a:pt x="121" y="7"/>
                    <a:pt x="113" y="5"/>
                  </a:cubicBezTo>
                  <a:cubicBezTo>
                    <a:pt x="105" y="2"/>
                    <a:pt x="96" y="0"/>
                    <a:pt x="92" y="4"/>
                  </a:cubicBezTo>
                  <a:cubicBezTo>
                    <a:pt x="88" y="8"/>
                    <a:pt x="85" y="13"/>
                    <a:pt x="73" y="9"/>
                  </a:cubicBezTo>
                  <a:cubicBezTo>
                    <a:pt x="61" y="6"/>
                    <a:pt x="60" y="7"/>
                    <a:pt x="58" y="12"/>
                  </a:cubicBezTo>
                  <a:cubicBezTo>
                    <a:pt x="55" y="17"/>
                    <a:pt x="58" y="17"/>
                    <a:pt x="49" y="16"/>
                  </a:cubicBezTo>
                  <a:cubicBezTo>
                    <a:pt x="39" y="14"/>
                    <a:pt x="36" y="16"/>
                    <a:pt x="34" y="22"/>
                  </a:cubicBezTo>
                  <a:cubicBezTo>
                    <a:pt x="33" y="28"/>
                    <a:pt x="33" y="29"/>
                    <a:pt x="29" y="32"/>
                  </a:cubicBezTo>
                  <a:cubicBezTo>
                    <a:pt x="25" y="34"/>
                    <a:pt x="21" y="37"/>
                    <a:pt x="21" y="37"/>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56" name="Freeform 8"/>
            <p:cNvSpPr/>
            <p:nvPr/>
          </p:nvSpPr>
          <p:spPr bwMode="auto">
            <a:xfrm>
              <a:off x="2326813" y="4749703"/>
              <a:ext cx="68726" cy="82245"/>
            </a:xfrm>
            <a:custGeom>
              <a:avLst/>
              <a:gdLst>
                <a:gd name="T0" fmla="*/ 89 w 90"/>
                <a:gd name="T1" fmla="*/ 0 h 108"/>
                <a:gd name="T2" fmla="*/ 7 w 90"/>
                <a:gd name="T3" fmla="*/ 0 h 108"/>
                <a:gd name="T4" fmla="*/ 7 w 90"/>
                <a:gd name="T5" fmla="*/ 13 h 108"/>
                <a:gd name="T6" fmla="*/ 6 w 90"/>
                <a:gd name="T7" fmla="*/ 37 h 108"/>
                <a:gd name="T8" fmla="*/ 15 w 90"/>
                <a:gd name="T9" fmla="*/ 54 h 108"/>
                <a:gd name="T10" fmla="*/ 25 w 90"/>
                <a:gd name="T11" fmla="*/ 72 h 108"/>
                <a:gd name="T12" fmla="*/ 41 w 90"/>
                <a:gd name="T13" fmla="*/ 91 h 108"/>
                <a:gd name="T14" fmla="*/ 51 w 90"/>
                <a:gd name="T15" fmla="*/ 105 h 108"/>
                <a:gd name="T16" fmla="*/ 55 w 90"/>
                <a:gd name="T17" fmla="*/ 95 h 108"/>
                <a:gd name="T18" fmla="*/ 66 w 90"/>
                <a:gd name="T19" fmla="*/ 58 h 108"/>
                <a:gd name="T20" fmla="*/ 84 w 90"/>
                <a:gd name="T21" fmla="*/ 26 h 108"/>
                <a:gd name="T22" fmla="*/ 89 w 90"/>
                <a:gd name="T23"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0" h="108">
                  <a:moveTo>
                    <a:pt x="89" y="0"/>
                  </a:moveTo>
                  <a:cubicBezTo>
                    <a:pt x="7" y="0"/>
                    <a:pt x="7" y="0"/>
                    <a:pt x="7" y="0"/>
                  </a:cubicBezTo>
                  <a:cubicBezTo>
                    <a:pt x="7" y="0"/>
                    <a:pt x="10" y="5"/>
                    <a:pt x="7" y="13"/>
                  </a:cubicBezTo>
                  <a:cubicBezTo>
                    <a:pt x="4" y="22"/>
                    <a:pt x="0" y="28"/>
                    <a:pt x="6" y="37"/>
                  </a:cubicBezTo>
                  <a:cubicBezTo>
                    <a:pt x="13" y="45"/>
                    <a:pt x="14" y="44"/>
                    <a:pt x="15" y="54"/>
                  </a:cubicBezTo>
                  <a:cubicBezTo>
                    <a:pt x="16" y="64"/>
                    <a:pt x="18" y="69"/>
                    <a:pt x="25" y="72"/>
                  </a:cubicBezTo>
                  <a:cubicBezTo>
                    <a:pt x="31" y="75"/>
                    <a:pt x="39" y="82"/>
                    <a:pt x="41" y="91"/>
                  </a:cubicBezTo>
                  <a:cubicBezTo>
                    <a:pt x="43" y="101"/>
                    <a:pt x="47" y="102"/>
                    <a:pt x="51" y="105"/>
                  </a:cubicBezTo>
                  <a:cubicBezTo>
                    <a:pt x="54" y="108"/>
                    <a:pt x="55" y="103"/>
                    <a:pt x="55" y="95"/>
                  </a:cubicBezTo>
                  <a:cubicBezTo>
                    <a:pt x="56" y="86"/>
                    <a:pt x="57" y="69"/>
                    <a:pt x="66" y="58"/>
                  </a:cubicBezTo>
                  <a:cubicBezTo>
                    <a:pt x="74" y="48"/>
                    <a:pt x="79" y="39"/>
                    <a:pt x="84" y="26"/>
                  </a:cubicBezTo>
                  <a:cubicBezTo>
                    <a:pt x="88" y="14"/>
                    <a:pt x="90" y="8"/>
                    <a:pt x="89"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57" name="Freeform 31"/>
            <p:cNvSpPr/>
            <p:nvPr/>
          </p:nvSpPr>
          <p:spPr bwMode="auto">
            <a:xfrm>
              <a:off x="1974734" y="5697775"/>
              <a:ext cx="9577" cy="3943"/>
            </a:xfrm>
            <a:custGeom>
              <a:avLst/>
              <a:gdLst>
                <a:gd name="T0" fmla="*/ 3 w 12"/>
                <a:gd name="T1" fmla="*/ 0 h 5"/>
                <a:gd name="T2" fmla="*/ 3 w 12"/>
                <a:gd name="T3" fmla="*/ 5 h 5"/>
                <a:gd name="T4" fmla="*/ 9 w 12"/>
                <a:gd name="T5" fmla="*/ 0 h 5"/>
                <a:gd name="T6" fmla="*/ 3 w 12"/>
                <a:gd name="T7" fmla="*/ 0 h 5"/>
              </a:gdLst>
              <a:ahLst/>
              <a:cxnLst>
                <a:cxn ang="0">
                  <a:pos x="T0" y="T1"/>
                </a:cxn>
                <a:cxn ang="0">
                  <a:pos x="T2" y="T3"/>
                </a:cxn>
                <a:cxn ang="0">
                  <a:pos x="T4" y="T5"/>
                </a:cxn>
                <a:cxn ang="0">
                  <a:pos x="T6" y="T7"/>
                </a:cxn>
              </a:cxnLst>
              <a:rect l="0" t="0" r="r" b="b"/>
              <a:pathLst>
                <a:path w="12" h="5">
                  <a:moveTo>
                    <a:pt x="3" y="0"/>
                  </a:moveTo>
                  <a:cubicBezTo>
                    <a:pt x="3" y="0"/>
                    <a:pt x="0" y="5"/>
                    <a:pt x="3" y="5"/>
                  </a:cubicBezTo>
                  <a:cubicBezTo>
                    <a:pt x="7" y="5"/>
                    <a:pt x="12"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58" name="Freeform 32"/>
            <p:cNvSpPr/>
            <p:nvPr/>
          </p:nvSpPr>
          <p:spPr bwMode="auto">
            <a:xfrm>
              <a:off x="2022054" y="5576660"/>
              <a:ext cx="10140" cy="3943"/>
            </a:xfrm>
            <a:custGeom>
              <a:avLst/>
              <a:gdLst>
                <a:gd name="T0" fmla="*/ 4 w 13"/>
                <a:gd name="T1" fmla="*/ 0 h 5"/>
                <a:gd name="T2" fmla="*/ 4 w 13"/>
                <a:gd name="T3" fmla="*/ 5 h 5"/>
                <a:gd name="T4" fmla="*/ 10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10"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59" name="Freeform 33"/>
            <p:cNvSpPr/>
            <p:nvPr/>
          </p:nvSpPr>
          <p:spPr bwMode="auto">
            <a:xfrm>
              <a:off x="1995577" y="5458926"/>
              <a:ext cx="10140" cy="3943"/>
            </a:xfrm>
            <a:custGeom>
              <a:avLst/>
              <a:gdLst>
                <a:gd name="T0" fmla="*/ 3 w 13"/>
                <a:gd name="T1" fmla="*/ 0 h 5"/>
                <a:gd name="T2" fmla="*/ 3 w 13"/>
                <a:gd name="T3" fmla="*/ 5 h 5"/>
                <a:gd name="T4" fmla="*/ 9 w 13"/>
                <a:gd name="T5" fmla="*/ 0 h 5"/>
                <a:gd name="T6" fmla="*/ 3 w 13"/>
                <a:gd name="T7" fmla="*/ 0 h 5"/>
              </a:gdLst>
              <a:ahLst/>
              <a:cxnLst>
                <a:cxn ang="0">
                  <a:pos x="T0" y="T1"/>
                </a:cxn>
                <a:cxn ang="0">
                  <a:pos x="T2" y="T3"/>
                </a:cxn>
                <a:cxn ang="0">
                  <a:pos x="T4" y="T5"/>
                </a:cxn>
                <a:cxn ang="0">
                  <a:pos x="T6" y="T7"/>
                </a:cxn>
              </a:cxnLst>
              <a:rect l="0" t="0" r="r" b="b"/>
              <a:pathLst>
                <a:path w="13" h="5">
                  <a:moveTo>
                    <a:pt x="3" y="0"/>
                  </a:moveTo>
                  <a:cubicBezTo>
                    <a:pt x="3" y="0"/>
                    <a:pt x="0" y="5"/>
                    <a:pt x="3" y="5"/>
                  </a:cubicBezTo>
                  <a:cubicBezTo>
                    <a:pt x="7" y="5"/>
                    <a:pt x="13"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60" name="Freeform 34"/>
            <p:cNvSpPr/>
            <p:nvPr/>
          </p:nvSpPr>
          <p:spPr bwMode="auto">
            <a:xfrm>
              <a:off x="2072753" y="5415550"/>
              <a:ext cx="9577" cy="3380"/>
            </a:xfrm>
            <a:custGeom>
              <a:avLst/>
              <a:gdLst>
                <a:gd name="T0" fmla="*/ 4 w 13"/>
                <a:gd name="T1" fmla="*/ 0 h 5"/>
                <a:gd name="T2" fmla="*/ 4 w 13"/>
                <a:gd name="T3" fmla="*/ 5 h 5"/>
                <a:gd name="T4" fmla="*/ 10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10"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61" name="Freeform 35"/>
            <p:cNvSpPr/>
            <p:nvPr/>
          </p:nvSpPr>
          <p:spPr bwMode="auto">
            <a:xfrm>
              <a:off x="2075006" y="5336122"/>
              <a:ext cx="10140" cy="3943"/>
            </a:xfrm>
            <a:custGeom>
              <a:avLst/>
              <a:gdLst>
                <a:gd name="T0" fmla="*/ 3 w 13"/>
                <a:gd name="T1" fmla="*/ 0 h 5"/>
                <a:gd name="T2" fmla="*/ 3 w 13"/>
                <a:gd name="T3" fmla="*/ 5 h 5"/>
                <a:gd name="T4" fmla="*/ 9 w 13"/>
                <a:gd name="T5" fmla="*/ 0 h 5"/>
                <a:gd name="T6" fmla="*/ 3 w 13"/>
                <a:gd name="T7" fmla="*/ 0 h 5"/>
              </a:gdLst>
              <a:ahLst/>
              <a:cxnLst>
                <a:cxn ang="0">
                  <a:pos x="T0" y="T1"/>
                </a:cxn>
                <a:cxn ang="0">
                  <a:pos x="T2" y="T3"/>
                </a:cxn>
                <a:cxn ang="0">
                  <a:pos x="T4" y="T5"/>
                </a:cxn>
                <a:cxn ang="0">
                  <a:pos x="T6" y="T7"/>
                </a:cxn>
              </a:cxnLst>
              <a:rect l="0" t="0" r="r" b="b"/>
              <a:pathLst>
                <a:path w="13" h="5">
                  <a:moveTo>
                    <a:pt x="3" y="0"/>
                  </a:moveTo>
                  <a:cubicBezTo>
                    <a:pt x="3" y="0"/>
                    <a:pt x="0" y="5"/>
                    <a:pt x="3" y="5"/>
                  </a:cubicBezTo>
                  <a:cubicBezTo>
                    <a:pt x="7" y="5"/>
                    <a:pt x="13"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62" name="Freeform 36"/>
            <p:cNvSpPr/>
            <p:nvPr/>
          </p:nvSpPr>
          <p:spPr bwMode="auto">
            <a:xfrm>
              <a:off x="2171335" y="5362598"/>
              <a:ext cx="9577" cy="3943"/>
            </a:xfrm>
            <a:custGeom>
              <a:avLst/>
              <a:gdLst>
                <a:gd name="T0" fmla="*/ 4 w 13"/>
                <a:gd name="T1" fmla="*/ 0 h 5"/>
                <a:gd name="T2" fmla="*/ 4 w 13"/>
                <a:gd name="T3" fmla="*/ 5 h 5"/>
                <a:gd name="T4" fmla="*/ 9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7" y="5"/>
                    <a:pt x="13" y="0"/>
                    <a:pt x="9" y="0"/>
                  </a:cubicBezTo>
                  <a:cubicBezTo>
                    <a:pt x="5"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63" name="Freeform 37"/>
            <p:cNvSpPr/>
            <p:nvPr/>
          </p:nvSpPr>
          <p:spPr bwMode="auto">
            <a:xfrm>
              <a:off x="2109932" y="5353021"/>
              <a:ext cx="10140" cy="3943"/>
            </a:xfrm>
            <a:custGeom>
              <a:avLst/>
              <a:gdLst>
                <a:gd name="T0" fmla="*/ 4 w 13"/>
                <a:gd name="T1" fmla="*/ 0 h 5"/>
                <a:gd name="T2" fmla="*/ 4 w 13"/>
                <a:gd name="T3" fmla="*/ 5 h 5"/>
                <a:gd name="T4" fmla="*/ 9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9"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64" name="Freeform 38"/>
            <p:cNvSpPr/>
            <p:nvPr/>
          </p:nvSpPr>
          <p:spPr bwMode="auto">
            <a:xfrm>
              <a:off x="2006844" y="5424000"/>
              <a:ext cx="10140" cy="3380"/>
            </a:xfrm>
            <a:custGeom>
              <a:avLst/>
              <a:gdLst>
                <a:gd name="T0" fmla="*/ 4 w 13"/>
                <a:gd name="T1" fmla="*/ 0 h 5"/>
                <a:gd name="T2" fmla="*/ 4 w 13"/>
                <a:gd name="T3" fmla="*/ 5 h 5"/>
                <a:gd name="T4" fmla="*/ 10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10"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65" name="Freeform 39"/>
            <p:cNvSpPr/>
            <p:nvPr/>
          </p:nvSpPr>
          <p:spPr bwMode="auto">
            <a:xfrm>
              <a:off x="1989381" y="5612713"/>
              <a:ext cx="10140" cy="3943"/>
            </a:xfrm>
            <a:custGeom>
              <a:avLst/>
              <a:gdLst>
                <a:gd name="T0" fmla="*/ 3 w 13"/>
                <a:gd name="T1" fmla="*/ 0 h 5"/>
                <a:gd name="T2" fmla="*/ 3 w 13"/>
                <a:gd name="T3" fmla="*/ 5 h 5"/>
                <a:gd name="T4" fmla="*/ 9 w 13"/>
                <a:gd name="T5" fmla="*/ 0 h 5"/>
                <a:gd name="T6" fmla="*/ 3 w 13"/>
                <a:gd name="T7" fmla="*/ 0 h 5"/>
              </a:gdLst>
              <a:ahLst/>
              <a:cxnLst>
                <a:cxn ang="0">
                  <a:pos x="T0" y="T1"/>
                </a:cxn>
                <a:cxn ang="0">
                  <a:pos x="T2" y="T3"/>
                </a:cxn>
                <a:cxn ang="0">
                  <a:pos x="T4" y="T5"/>
                </a:cxn>
                <a:cxn ang="0">
                  <a:pos x="T6" y="T7"/>
                </a:cxn>
              </a:cxnLst>
              <a:rect l="0" t="0" r="r" b="b"/>
              <a:pathLst>
                <a:path w="13" h="5">
                  <a:moveTo>
                    <a:pt x="3" y="0"/>
                  </a:moveTo>
                  <a:cubicBezTo>
                    <a:pt x="3" y="0"/>
                    <a:pt x="0" y="5"/>
                    <a:pt x="3" y="5"/>
                  </a:cubicBezTo>
                  <a:cubicBezTo>
                    <a:pt x="7" y="5"/>
                    <a:pt x="13"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66" name="Freeform 40"/>
            <p:cNvSpPr/>
            <p:nvPr/>
          </p:nvSpPr>
          <p:spPr bwMode="auto">
            <a:xfrm>
              <a:off x="1892489" y="5494415"/>
              <a:ext cx="10140" cy="3943"/>
            </a:xfrm>
            <a:custGeom>
              <a:avLst/>
              <a:gdLst>
                <a:gd name="T0" fmla="*/ 4 w 13"/>
                <a:gd name="T1" fmla="*/ 0 h 5"/>
                <a:gd name="T2" fmla="*/ 4 w 13"/>
                <a:gd name="T3" fmla="*/ 5 h 5"/>
                <a:gd name="T4" fmla="*/ 10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10"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67" name="Freeform 41"/>
            <p:cNvSpPr/>
            <p:nvPr/>
          </p:nvSpPr>
          <p:spPr bwMode="auto">
            <a:xfrm>
              <a:off x="2227667" y="5374991"/>
              <a:ext cx="9013" cy="3943"/>
            </a:xfrm>
            <a:custGeom>
              <a:avLst/>
              <a:gdLst>
                <a:gd name="T0" fmla="*/ 3 w 12"/>
                <a:gd name="T1" fmla="*/ 0 h 5"/>
                <a:gd name="T2" fmla="*/ 3 w 12"/>
                <a:gd name="T3" fmla="*/ 5 h 5"/>
                <a:gd name="T4" fmla="*/ 9 w 12"/>
                <a:gd name="T5" fmla="*/ 0 h 5"/>
                <a:gd name="T6" fmla="*/ 3 w 12"/>
                <a:gd name="T7" fmla="*/ 0 h 5"/>
              </a:gdLst>
              <a:ahLst/>
              <a:cxnLst>
                <a:cxn ang="0">
                  <a:pos x="T0" y="T1"/>
                </a:cxn>
                <a:cxn ang="0">
                  <a:pos x="T2" y="T3"/>
                </a:cxn>
                <a:cxn ang="0">
                  <a:pos x="T4" y="T5"/>
                </a:cxn>
                <a:cxn ang="0">
                  <a:pos x="T6" y="T7"/>
                </a:cxn>
              </a:cxnLst>
              <a:rect l="0" t="0" r="r" b="b"/>
              <a:pathLst>
                <a:path w="12" h="5">
                  <a:moveTo>
                    <a:pt x="3" y="0"/>
                  </a:moveTo>
                  <a:cubicBezTo>
                    <a:pt x="3" y="0"/>
                    <a:pt x="0" y="5"/>
                    <a:pt x="3" y="5"/>
                  </a:cubicBezTo>
                  <a:cubicBezTo>
                    <a:pt x="7" y="5"/>
                    <a:pt x="12"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68" name="Freeform 42"/>
            <p:cNvSpPr/>
            <p:nvPr/>
          </p:nvSpPr>
          <p:spPr bwMode="auto">
            <a:xfrm>
              <a:off x="2079513" y="5372738"/>
              <a:ext cx="10140" cy="3943"/>
            </a:xfrm>
            <a:custGeom>
              <a:avLst/>
              <a:gdLst>
                <a:gd name="T0" fmla="*/ 4 w 13"/>
                <a:gd name="T1" fmla="*/ 0 h 5"/>
                <a:gd name="T2" fmla="*/ 4 w 13"/>
                <a:gd name="T3" fmla="*/ 5 h 5"/>
                <a:gd name="T4" fmla="*/ 9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7" y="5"/>
                    <a:pt x="13" y="0"/>
                    <a:pt x="9"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69" name="Freeform 43"/>
            <p:cNvSpPr/>
            <p:nvPr/>
          </p:nvSpPr>
          <p:spPr bwMode="auto">
            <a:xfrm>
              <a:off x="2079513" y="5390200"/>
              <a:ext cx="9013" cy="3943"/>
            </a:xfrm>
            <a:custGeom>
              <a:avLst/>
              <a:gdLst>
                <a:gd name="T0" fmla="*/ 3 w 12"/>
                <a:gd name="T1" fmla="*/ 0 h 5"/>
                <a:gd name="T2" fmla="*/ 3 w 12"/>
                <a:gd name="T3" fmla="*/ 5 h 5"/>
                <a:gd name="T4" fmla="*/ 9 w 12"/>
                <a:gd name="T5" fmla="*/ 0 h 5"/>
                <a:gd name="T6" fmla="*/ 3 w 12"/>
                <a:gd name="T7" fmla="*/ 0 h 5"/>
              </a:gdLst>
              <a:ahLst/>
              <a:cxnLst>
                <a:cxn ang="0">
                  <a:pos x="T0" y="T1"/>
                </a:cxn>
                <a:cxn ang="0">
                  <a:pos x="T2" y="T3"/>
                </a:cxn>
                <a:cxn ang="0">
                  <a:pos x="T4" y="T5"/>
                </a:cxn>
                <a:cxn ang="0">
                  <a:pos x="T6" y="T7"/>
                </a:cxn>
              </a:cxnLst>
              <a:rect l="0" t="0" r="r" b="b"/>
              <a:pathLst>
                <a:path w="12" h="5">
                  <a:moveTo>
                    <a:pt x="3" y="0"/>
                  </a:moveTo>
                  <a:cubicBezTo>
                    <a:pt x="3" y="0"/>
                    <a:pt x="0" y="5"/>
                    <a:pt x="3" y="5"/>
                  </a:cubicBezTo>
                  <a:cubicBezTo>
                    <a:pt x="7" y="5"/>
                    <a:pt x="12"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70" name="Freeform 44"/>
            <p:cNvSpPr/>
            <p:nvPr/>
          </p:nvSpPr>
          <p:spPr bwMode="auto">
            <a:xfrm>
              <a:off x="2067119" y="5461179"/>
              <a:ext cx="10140" cy="3943"/>
            </a:xfrm>
            <a:custGeom>
              <a:avLst/>
              <a:gdLst>
                <a:gd name="T0" fmla="*/ 4 w 13"/>
                <a:gd name="T1" fmla="*/ 0 h 5"/>
                <a:gd name="T2" fmla="*/ 4 w 13"/>
                <a:gd name="T3" fmla="*/ 5 h 5"/>
                <a:gd name="T4" fmla="*/ 9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9"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71" name="Freeform 45"/>
            <p:cNvSpPr/>
            <p:nvPr/>
          </p:nvSpPr>
          <p:spPr bwMode="auto">
            <a:xfrm>
              <a:off x="2234991" y="5149099"/>
              <a:ext cx="9577" cy="3380"/>
            </a:xfrm>
            <a:custGeom>
              <a:avLst/>
              <a:gdLst>
                <a:gd name="T0" fmla="*/ 3 w 12"/>
                <a:gd name="T1" fmla="*/ 0 h 5"/>
                <a:gd name="T2" fmla="*/ 3 w 12"/>
                <a:gd name="T3" fmla="*/ 5 h 5"/>
                <a:gd name="T4" fmla="*/ 9 w 12"/>
                <a:gd name="T5" fmla="*/ 0 h 5"/>
                <a:gd name="T6" fmla="*/ 3 w 12"/>
                <a:gd name="T7" fmla="*/ 0 h 5"/>
              </a:gdLst>
              <a:ahLst/>
              <a:cxnLst>
                <a:cxn ang="0">
                  <a:pos x="T0" y="T1"/>
                </a:cxn>
                <a:cxn ang="0">
                  <a:pos x="T2" y="T3"/>
                </a:cxn>
                <a:cxn ang="0">
                  <a:pos x="T4" y="T5"/>
                </a:cxn>
                <a:cxn ang="0">
                  <a:pos x="T6" y="T7"/>
                </a:cxn>
              </a:cxnLst>
              <a:rect l="0" t="0" r="r" b="b"/>
              <a:pathLst>
                <a:path w="12" h="5">
                  <a:moveTo>
                    <a:pt x="3" y="0"/>
                  </a:moveTo>
                  <a:cubicBezTo>
                    <a:pt x="3" y="0"/>
                    <a:pt x="0" y="5"/>
                    <a:pt x="3" y="5"/>
                  </a:cubicBezTo>
                  <a:cubicBezTo>
                    <a:pt x="7" y="5"/>
                    <a:pt x="12"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72" name="Freeform 46"/>
            <p:cNvSpPr/>
            <p:nvPr/>
          </p:nvSpPr>
          <p:spPr bwMode="auto">
            <a:xfrm>
              <a:off x="1976424" y="5072487"/>
              <a:ext cx="10140" cy="3943"/>
            </a:xfrm>
            <a:custGeom>
              <a:avLst/>
              <a:gdLst>
                <a:gd name="T0" fmla="*/ 4 w 13"/>
                <a:gd name="T1" fmla="*/ 0 h 5"/>
                <a:gd name="T2" fmla="*/ 4 w 13"/>
                <a:gd name="T3" fmla="*/ 5 h 5"/>
                <a:gd name="T4" fmla="*/ 9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7" y="5"/>
                    <a:pt x="13" y="0"/>
                    <a:pt x="9" y="0"/>
                  </a:cubicBezTo>
                  <a:cubicBezTo>
                    <a:pt x="5"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73" name="Freeform 47"/>
            <p:cNvSpPr/>
            <p:nvPr/>
          </p:nvSpPr>
          <p:spPr bwMode="auto">
            <a:xfrm>
              <a:off x="1998394" y="5087133"/>
              <a:ext cx="10140" cy="3380"/>
            </a:xfrm>
            <a:custGeom>
              <a:avLst/>
              <a:gdLst>
                <a:gd name="T0" fmla="*/ 3 w 13"/>
                <a:gd name="T1" fmla="*/ 0 h 4"/>
                <a:gd name="T2" fmla="*/ 3 w 13"/>
                <a:gd name="T3" fmla="*/ 4 h 4"/>
                <a:gd name="T4" fmla="*/ 9 w 13"/>
                <a:gd name="T5" fmla="*/ 0 h 4"/>
                <a:gd name="T6" fmla="*/ 3 w 13"/>
                <a:gd name="T7" fmla="*/ 0 h 4"/>
              </a:gdLst>
              <a:ahLst/>
              <a:cxnLst>
                <a:cxn ang="0">
                  <a:pos x="T0" y="T1"/>
                </a:cxn>
                <a:cxn ang="0">
                  <a:pos x="T2" y="T3"/>
                </a:cxn>
                <a:cxn ang="0">
                  <a:pos x="T4" y="T5"/>
                </a:cxn>
                <a:cxn ang="0">
                  <a:pos x="T6" y="T7"/>
                </a:cxn>
              </a:cxnLst>
              <a:rect l="0" t="0" r="r" b="b"/>
              <a:pathLst>
                <a:path w="13" h="4">
                  <a:moveTo>
                    <a:pt x="3" y="0"/>
                  </a:moveTo>
                  <a:cubicBezTo>
                    <a:pt x="3" y="0"/>
                    <a:pt x="0" y="4"/>
                    <a:pt x="3" y="4"/>
                  </a:cubicBezTo>
                  <a:cubicBezTo>
                    <a:pt x="7" y="4"/>
                    <a:pt x="13"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74" name="Freeform 48"/>
            <p:cNvSpPr/>
            <p:nvPr/>
          </p:nvSpPr>
          <p:spPr bwMode="auto">
            <a:xfrm>
              <a:off x="1948821" y="5092766"/>
              <a:ext cx="10140" cy="3380"/>
            </a:xfrm>
            <a:custGeom>
              <a:avLst/>
              <a:gdLst>
                <a:gd name="T0" fmla="*/ 4 w 13"/>
                <a:gd name="T1" fmla="*/ 0 h 5"/>
                <a:gd name="T2" fmla="*/ 4 w 13"/>
                <a:gd name="T3" fmla="*/ 5 h 5"/>
                <a:gd name="T4" fmla="*/ 9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9"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75" name="Freeform 49"/>
            <p:cNvSpPr/>
            <p:nvPr/>
          </p:nvSpPr>
          <p:spPr bwMode="auto">
            <a:xfrm>
              <a:off x="1926852" y="5129946"/>
              <a:ext cx="9013" cy="3943"/>
            </a:xfrm>
            <a:custGeom>
              <a:avLst/>
              <a:gdLst>
                <a:gd name="T0" fmla="*/ 3 w 12"/>
                <a:gd name="T1" fmla="*/ 0 h 5"/>
                <a:gd name="T2" fmla="*/ 3 w 12"/>
                <a:gd name="T3" fmla="*/ 5 h 5"/>
                <a:gd name="T4" fmla="*/ 9 w 12"/>
                <a:gd name="T5" fmla="*/ 0 h 5"/>
                <a:gd name="T6" fmla="*/ 3 w 12"/>
                <a:gd name="T7" fmla="*/ 0 h 5"/>
              </a:gdLst>
              <a:ahLst/>
              <a:cxnLst>
                <a:cxn ang="0">
                  <a:pos x="T0" y="T1"/>
                </a:cxn>
                <a:cxn ang="0">
                  <a:pos x="T2" y="T3"/>
                </a:cxn>
                <a:cxn ang="0">
                  <a:pos x="T4" y="T5"/>
                </a:cxn>
                <a:cxn ang="0">
                  <a:pos x="T6" y="T7"/>
                </a:cxn>
              </a:cxnLst>
              <a:rect l="0" t="0" r="r" b="b"/>
              <a:pathLst>
                <a:path w="12" h="5">
                  <a:moveTo>
                    <a:pt x="3" y="0"/>
                  </a:moveTo>
                  <a:cubicBezTo>
                    <a:pt x="3" y="0"/>
                    <a:pt x="0" y="5"/>
                    <a:pt x="3" y="5"/>
                  </a:cubicBezTo>
                  <a:cubicBezTo>
                    <a:pt x="7" y="5"/>
                    <a:pt x="12"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76" name="Freeform 50"/>
            <p:cNvSpPr/>
            <p:nvPr/>
          </p:nvSpPr>
          <p:spPr bwMode="auto">
            <a:xfrm>
              <a:off x="2091906" y="5109103"/>
              <a:ext cx="9013" cy="3943"/>
            </a:xfrm>
            <a:custGeom>
              <a:avLst/>
              <a:gdLst>
                <a:gd name="T0" fmla="*/ 3 w 12"/>
                <a:gd name="T1" fmla="*/ 0 h 5"/>
                <a:gd name="T2" fmla="*/ 3 w 12"/>
                <a:gd name="T3" fmla="*/ 5 h 5"/>
                <a:gd name="T4" fmla="*/ 9 w 12"/>
                <a:gd name="T5" fmla="*/ 0 h 5"/>
                <a:gd name="T6" fmla="*/ 3 w 12"/>
                <a:gd name="T7" fmla="*/ 0 h 5"/>
              </a:gdLst>
              <a:ahLst/>
              <a:cxnLst>
                <a:cxn ang="0">
                  <a:pos x="T0" y="T1"/>
                </a:cxn>
                <a:cxn ang="0">
                  <a:pos x="T2" y="T3"/>
                </a:cxn>
                <a:cxn ang="0">
                  <a:pos x="T4" y="T5"/>
                </a:cxn>
                <a:cxn ang="0">
                  <a:pos x="T6" y="T7"/>
                </a:cxn>
              </a:cxnLst>
              <a:rect l="0" t="0" r="r" b="b"/>
              <a:pathLst>
                <a:path w="12" h="5">
                  <a:moveTo>
                    <a:pt x="3" y="0"/>
                  </a:moveTo>
                  <a:cubicBezTo>
                    <a:pt x="3" y="0"/>
                    <a:pt x="0" y="5"/>
                    <a:pt x="3" y="5"/>
                  </a:cubicBezTo>
                  <a:cubicBezTo>
                    <a:pt x="7" y="5"/>
                    <a:pt x="12"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77" name="Freeform 51"/>
            <p:cNvSpPr/>
            <p:nvPr/>
          </p:nvSpPr>
          <p:spPr bwMode="auto">
            <a:xfrm>
              <a:off x="2054163" y="5127693"/>
              <a:ext cx="10140" cy="3943"/>
            </a:xfrm>
            <a:custGeom>
              <a:avLst/>
              <a:gdLst>
                <a:gd name="T0" fmla="*/ 4 w 13"/>
                <a:gd name="T1" fmla="*/ 0 h 5"/>
                <a:gd name="T2" fmla="*/ 4 w 13"/>
                <a:gd name="T3" fmla="*/ 5 h 5"/>
                <a:gd name="T4" fmla="*/ 10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10"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78" name="Freeform 52"/>
            <p:cNvSpPr/>
            <p:nvPr/>
          </p:nvSpPr>
          <p:spPr bwMode="auto">
            <a:xfrm>
              <a:off x="2092469" y="5128256"/>
              <a:ext cx="10140" cy="3943"/>
            </a:xfrm>
            <a:custGeom>
              <a:avLst/>
              <a:gdLst>
                <a:gd name="T0" fmla="*/ 3 w 13"/>
                <a:gd name="T1" fmla="*/ 0 h 5"/>
                <a:gd name="T2" fmla="*/ 3 w 13"/>
                <a:gd name="T3" fmla="*/ 5 h 5"/>
                <a:gd name="T4" fmla="*/ 9 w 13"/>
                <a:gd name="T5" fmla="*/ 0 h 5"/>
                <a:gd name="T6" fmla="*/ 3 w 13"/>
                <a:gd name="T7" fmla="*/ 0 h 5"/>
              </a:gdLst>
              <a:ahLst/>
              <a:cxnLst>
                <a:cxn ang="0">
                  <a:pos x="T0" y="T1"/>
                </a:cxn>
                <a:cxn ang="0">
                  <a:pos x="T2" y="T3"/>
                </a:cxn>
                <a:cxn ang="0">
                  <a:pos x="T4" y="T5"/>
                </a:cxn>
                <a:cxn ang="0">
                  <a:pos x="T6" y="T7"/>
                </a:cxn>
              </a:cxnLst>
              <a:rect l="0" t="0" r="r" b="b"/>
              <a:pathLst>
                <a:path w="13" h="5">
                  <a:moveTo>
                    <a:pt x="3" y="0"/>
                  </a:moveTo>
                  <a:cubicBezTo>
                    <a:pt x="3" y="0"/>
                    <a:pt x="0" y="5"/>
                    <a:pt x="3" y="5"/>
                  </a:cubicBezTo>
                  <a:cubicBezTo>
                    <a:pt x="7" y="5"/>
                    <a:pt x="13"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79" name="Freeform 53"/>
            <p:cNvSpPr/>
            <p:nvPr/>
          </p:nvSpPr>
          <p:spPr bwMode="auto">
            <a:xfrm>
              <a:off x="2182602" y="4893914"/>
              <a:ext cx="10140" cy="3943"/>
            </a:xfrm>
            <a:custGeom>
              <a:avLst/>
              <a:gdLst>
                <a:gd name="T0" fmla="*/ 4 w 13"/>
                <a:gd name="T1" fmla="*/ 0 h 5"/>
                <a:gd name="T2" fmla="*/ 4 w 13"/>
                <a:gd name="T3" fmla="*/ 5 h 5"/>
                <a:gd name="T4" fmla="*/ 9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9"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80" name="Freeform 54"/>
            <p:cNvSpPr/>
            <p:nvPr/>
          </p:nvSpPr>
          <p:spPr bwMode="auto">
            <a:xfrm>
              <a:off x="2295830" y="4753083"/>
              <a:ext cx="18027" cy="8450"/>
            </a:xfrm>
            <a:custGeom>
              <a:avLst/>
              <a:gdLst>
                <a:gd name="T0" fmla="*/ 10 w 24"/>
                <a:gd name="T1" fmla="*/ 0 h 11"/>
                <a:gd name="T2" fmla="*/ 6 w 24"/>
                <a:gd name="T3" fmla="*/ 7 h 11"/>
                <a:gd name="T4" fmla="*/ 19 w 24"/>
                <a:gd name="T5" fmla="*/ 5 h 11"/>
                <a:gd name="T6" fmla="*/ 10 w 24"/>
                <a:gd name="T7" fmla="*/ 0 h 11"/>
              </a:gdLst>
              <a:ahLst/>
              <a:cxnLst>
                <a:cxn ang="0">
                  <a:pos x="T0" y="T1"/>
                </a:cxn>
                <a:cxn ang="0">
                  <a:pos x="T2" y="T3"/>
                </a:cxn>
                <a:cxn ang="0">
                  <a:pos x="T4" y="T5"/>
                </a:cxn>
                <a:cxn ang="0">
                  <a:pos x="T6" y="T7"/>
                </a:cxn>
              </a:cxnLst>
              <a:rect l="0" t="0" r="r" b="b"/>
              <a:pathLst>
                <a:path w="24" h="11">
                  <a:moveTo>
                    <a:pt x="10" y="0"/>
                  </a:moveTo>
                  <a:cubicBezTo>
                    <a:pt x="10" y="0"/>
                    <a:pt x="0" y="4"/>
                    <a:pt x="6" y="7"/>
                  </a:cubicBezTo>
                  <a:cubicBezTo>
                    <a:pt x="11" y="11"/>
                    <a:pt x="24" y="8"/>
                    <a:pt x="19" y="5"/>
                  </a:cubicBezTo>
                  <a:cubicBezTo>
                    <a:pt x="13" y="2"/>
                    <a:pt x="10" y="0"/>
                    <a:pt x="10"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81" name="Freeform 55"/>
            <p:cNvSpPr/>
            <p:nvPr/>
          </p:nvSpPr>
          <p:spPr bwMode="auto">
            <a:xfrm>
              <a:off x="2392722" y="4824625"/>
              <a:ext cx="9577" cy="3943"/>
            </a:xfrm>
            <a:custGeom>
              <a:avLst/>
              <a:gdLst>
                <a:gd name="T0" fmla="*/ 4 w 13"/>
                <a:gd name="T1" fmla="*/ 0 h 5"/>
                <a:gd name="T2" fmla="*/ 4 w 13"/>
                <a:gd name="T3" fmla="*/ 5 h 5"/>
                <a:gd name="T4" fmla="*/ 9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9"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82" name="Freeform 56"/>
            <p:cNvSpPr/>
            <p:nvPr/>
          </p:nvSpPr>
          <p:spPr bwMode="auto">
            <a:xfrm>
              <a:off x="1954455" y="5116989"/>
              <a:ext cx="9013" cy="3943"/>
            </a:xfrm>
            <a:custGeom>
              <a:avLst/>
              <a:gdLst>
                <a:gd name="T0" fmla="*/ 3 w 12"/>
                <a:gd name="T1" fmla="*/ 0 h 5"/>
                <a:gd name="T2" fmla="*/ 3 w 12"/>
                <a:gd name="T3" fmla="*/ 5 h 5"/>
                <a:gd name="T4" fmla="*/ 9 w 12"/>
                <a:gd name="T5" fmla="*/ 0 h 5"/>
                <a:gd name="T6" fmla="*/ 3 w 12"/>
                <a:gd name="T7" fmla="*/ 0 h 5"/>
              </a:gdLst>
              <a:ahLst/>
              <a:cxnLst>
                <a:cxn ang="0">
                  <a:pos x="T0" y="T1"/>
                </a:cxn>
                <a:cxn ang="0">
                  <a:pos x="T2" y="T3"/>
                </a:cxn>
                <a:cxn ang="0">
                  <a:pos x="T4" y="T5"/>
                </a:cxn>
                <a:cxn ang="0">
                  <a:pos x="T6" y="T7"/>
                </a:cxn>
              </a:cxnLst>
              <a:rect l="0" t="0" r="r" b="b"/>
              <a:pathLst>
                <a:path w="12" h="5">
                  <a:moveTo>
                    <a:pt x="3" y="0"/>
                  </a:moveTo>
                  <a:cubicBezTo>
                    <a:pt x="3" y="0"/>
                    <a:pt x="0" y="5"/>
                    <a:pt x="3" y="5"/>
                  </a:cubicBezTo>
                  <a:cubicBezTo>
                    <a:pt x="7" y="5"/>
                    <a:pt x="12"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83" name="Freeform 57"/>
            <p:cNvSpPr/>
            <p:nvPr/>
          </p:nvSpPr>
          <p:spPr bwMode="auto">
            <a:xfrm>
              <a:off x="1853619" y="5523708"/>
              <a:ext cx="10140" cy="3380"/>
            </a:xfrm>
            <a:custGeom>
              <a:avLst/>
              <a:gdLst>
                <a:gd name="T0" fmla="*/ 4 w 13"/>
                <a:gd name="T1" fmla="*/ 0 h 5"/>
                <a:gd name="T2" fmla="*/ 4 w 13"/>
                <a:gd name="T3" fmla="*/ 5 h 5"/>
                <a:gd name="T4" fmla="*/ 9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9"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84" name="Freeform 58"/>
            <p:cNvSpPr/>
            <p:nvPr/>
          </p:nvSpPr>
          <p:spPr bwMode="auto">
            <a:xfrm>
              <a:off x="2067119" y="5518075"/>
              <a:ext cx="10140" cy="3943"/>
            </a:xfrm>
            <a:custGeom>
              <a:avLst/>
              <a:gdLst>
                <a:gd name="T0" fmla="*/ 4 w 13"/>
                <a:gd name="T1" fmla="*/ 0 h 5"/>
                <a:gd name="T2" fmla="*/ 4 w 13"/>
                <a:gd name="T3" fmla="*/ 5 h 5"/>
                <a:gd name="T4" fmla="*/ 10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10"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85" name="Freeform 59"/>
            <p:cNvSpPr/>
            <p:nvPr/>
          </p:nvSpPr>
          <p:spPr bwMode="auto">
            <a:xfrm>
              <a:off x="2187108" y="5418367"/>
              <a:ext cx="10140" cy="3380"/>
            </a:xfrm>
            <a:custGeom>
              <a:avLst/>
              <a:gdLst>
                <a:gd name="T0" fmla="*/ 3 w 13"/>
                <a:gd name="T1" fmla="*/ 0 h 4"/>
                <a:gd name="T2" fmla="*/ 3 w 13"/>
                <a:gd name="T3" fmla="*/ 4 h 4"/>
                <a:gd name="T4" fmla="*/ 9 w 13"/>
                <a:gd name="T5" fmla="*/ 0 h 4"/>
                <a:gd name="T6" fmla="*/ 3 w 13"/>
                <a:gd name="T7" fmla="*/ 0 h 4"/>
              </a:gdLst>
              <a:ahLst/>
              <a:cxnLst>
                <a:cxn ang="0">
                  <a:pos x="T0" y="T1"/>
                </a:cxn>
                <a:cxn ang="0">
                  <a:pos x="T2" y="T3"/>
                </a:cxn>
                <a:cxn ang="0">
                  <a:pos x="T4" y="T5"/>
                </a:cxn>
                <a:cxn ang="0">
                  <a:pos x="T6" y="T7"/>
                </a:cxn>
              </a:cxnLst>
              <a:rect l="0" t="0" r="r" b="b"/>
              <a:pathLst>
                <a:path w="13" h="4">
                  <a:moveTo>
                    <a:pt x="3" y="0"/>
                  </a:moveTo>
                  <a:cubicBezTo>
                    <a:pt x="3" y="0"/>
                    <a:pt x="0" y="4"/>
                    <a:pt x="3" y="4"/>
                  </a:cubicBezTo>
                  <a:cubicBezTo>
                    <a:pt x="7" y="4"/>
                    <a:pt x="13"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86" name="Freeform 60"/>
            <p:cNvSpPr/>
            <p:nvPr/>
          </p:nvSpPr>
          <p:spPr bwMode="auto">
            <a:xfrm>
              <a:off x="1948258" y="5526525"/>
              <a:ext cx="10140" cy="2817"/>
            </a:xfrm>
            <a:custGeom>
              <a:avLst/>
              <a:gdLst>
                <a:gd name="T0" fmla="*/ 3 w 13"/>
                <a:gd name="T1" fmla="*/ 0 h 4"/>
                <a:gd name="T2" fmla="*/ 3 w 13"/>
                <a:gd name="T3" fmla="*/ 4 h 4"/>
                <a:gd name="T4" fmla="*/ 9 w 13"/>
                <a:gd name="T5" fmla="*/ 0 h 4"/>
                <a:gd name="T6" fmla="*/ 3 w 13"/>
                <a:gd name="T7" fmla="*/ 0 h 4"/>
              </a:gdLst>
              <a:ahLst/>
              <a:cxnLst>
                <a:cxn ang="0">
                  <a:pos x="T0" y="T1"/>
                </a:cxn>
                <a:cxn ang="0">
                  <a:pos x="T2" y="T3"/>
                </a:cxn>
                <a:cxn ang="0">
                  <a:pos x="T4" y="T5"/>
                </a:cxn>
                <a:cxn ang="0">
                  <a:pos x="T6" y="T7"/>
                </a:cxn>
              </a:cxnLst>
              <a:rect l="0" t="0" r="r" b="b"/>
              <a:pathLst>
                <a:path w="13" h="4">
                  <a:moveTo>
                    <a:pt x="3" y="0"/>
                  </a:moveTo>
                  <a:cubicBezTo>
                    <a:pt x="3" y="0"/>
                    <a:pt x="0" y="4"/>
                    <a:pt x="3" y="4"/>
                  </a:cubicBezTo>
                  <a:cubicBezTo>
                    <a:pt x="7" y="4"/>
                    <a:pt x="13"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87" name="Freeform 61"/>
            <p:cNvSpPr/>
            <p:nvPr/>
          </p:nvSpPr>
          <p:spPr bwMode="auto">
            <a:xfrm>
              <a:off x="2068246" y="5358091"/>
              <a:ext cx="9577" cy="3943"/>
            </a:xfrm>
            <a:custGeom>
              <a:avLst/>
              <a:gdLst>
                <a:gd name="T0" fmla="*/ 3 w 13"/>
                <a:gd name="T1" fmla="*/ 0 h 5"/>
                <a:gd name="T2" fmla="*/ 3 w 13"/>
                <a:gd name="T3" fmla="*/ 5 h 5"/>
                <a:gd name="T4" fmla="*/ 9 w 13"/>
                <a:gd name="T5" fmla="*/ 0 h 5"/>
                <a:gd name="T6" fmla="*/ 3 w 13"/>
                <a:gd name="T7" fmla="*/ 0 h 5"/>
              </a:gdLst>
              <a:ahLst/>
              <a:cxnLst>
                <a:cxn ang="0">
                  <a:pos x="T0" y="T1"/>
                </a:cxn>
                <a:cxn ang="0">
                  <a:pos x="T2" y="T3"/>
                </a:cxn>
                <a:cxn ang="0">
                  <a:pos x="T4" y="T5"/>
                </a:cxn>
                <a:cxn ang="0">
                  <a:pos x="T6" y="T7"/>
                </a:cxn>
              </a:cxnLst>
              <a:rect l="0" t="0" r="r" b="b"/>
              <a:pathLst>
                <a:path w="13" h="5">
                  <a:moveTo>
                    <a:pt x="3" y="0"/>
                  </a:moveTo>
                  <a:cubicBezTo>
                    <a:pt x="3" y="0"/>
                    <a:pt x="0" y="5"/>
                    <a:pt x="3" y="5"/>
                  </a:cubicBezTo>
                  <a:cubicBezTo>
                    <a:pt x="7" y="5"/>
                    <a:pt x="13" y="0"/>
                    <a:pt x="9" y="0"/>
                  </a:cubicBezTo>
                  <a:cubicBezTo>
                    <a:pt x="5" y="0"/>
                    <a:pt x="3" y="0"/>
                    <a:pt x="3"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88" name="Freeform 62"/>
            <p:cNvSpPr/>
            <p:nvPr/>
          </p:nvSpPr>
          <p:spPr bwMode="auto">
            <a:xfrm>
              <a:off x="2188798" y="5335558"/>
              <a:ext cx="9577" cy="3943"/>
            </a:xfrm>
            <a:custGeom>
              <a:avLst/>
              <a:gdLst>
                <a:gd name="T0" fmla="*/ 4 w 13"/>
                <a:gd name="T1" fmla="*/ 0 h 5"/>
                <a:gd name="T2" fmla="*/ 4 w 13"/>
                <a:gd name="T3" fmla="*/ 5 h 5"/>
                <a:gd name="T4" fmla="*/ 9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7" y="5"/>
                    <a:pt x="13" y="0"/>
                    <a:pt x="9" y="0"/>
                  </a:cubicBezTo>
                  <a:cubicBezTo>
                    <a:pt x="5"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89" name="Freeform 63"/>
            <p:cNvSpPr/>
            <p:nvPr/>
          </p:nvSpPr>
          <p:spPr bwMode="auto">
            <a:xfrm>
              <a:off x="2146549" y="5369921"/>
              <a:ext cx="10140" cy="3380"/>
            </a:xfrm>
            <a:custGeom>
              <a:avLst/>
              <a:gdLst>
                <a:gd name="T0" fmla="*/ 4 w 13"/>
                <a:gd name="T1" fmla="*/ 0 h 5"/>
                <a:gd name="T2" fmla="*/ 4 w 13"/>
                <a:gd name="T3" fmla="*/ 5 h 5"/>
                <a:gd name="T4" fmla="*/ 9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7" y="5"/>
                    <a:pt x="13" y="0"/>
                    <a:pt x="9"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90" name="Freeform 64"/>
            <p:cNvSpPr/>
            <p:nvPr/>
          </p:nvSpPr>
          <p:spPr bwMode="auto">
            <a:xfrm>
              <a:off x="1940371" y="5065727"/>
              <a:ext cx="10140" cy="3943"/>
            </a:xfrm>
            <a:custGeom>
              <a:avLst/>
              <a:gdLst>
                <a:gd name="T0" fmla="*/ 4 w 13"/>
                <a:gd name="T1" fmla="*/ 0 h 5"/>
                <a:gd name="T2" fmla="*/ 4 w 13"/>
                <a:gd name="T3" fmla="*/ 5 h 5"/>
                <a:gd name="T4" fmla="*/ 9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9"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91" name="Freeform 65"/>
            <p:cNvSpPr/>
            <p:nvPr/>
          </p:nvSpPr>
          <p:spPr bwMode="auto">
            <a:xfrm>
              <a:off x="2391032" y="4795332"/>
              <a:ext cx="10140" cy="3380"/>
            </a:xfrm>
            <a:custGeom>
              <a:avLst/>
              <a:gdLst>
                <a:gd name="T0" fmla="*/ 4 w 13"/>
                <a:gd name="T1" fmla="*/ 0 h 4"/>
                <a:gd name="T2" fmla="*/ 4 w 13"/>
                <a:gd name="T3" fmla="*/ 4 h 4"/>
                <a:gd name="T4" fmla="*/ 9 w 13"/>
                <a:gd name="T5" fmla="*/ 0 h 4"/>
                <a:gd name="T6" fmla="*/ 4 w 13"/>
                <a:gd name="T7" fmla="*/ 0 h 4"/>
              </a:gdLst>
              <a:ahLst/>
              <a:cxnLst>
                <a:cxn ang="0">
                  <a:pos x="T0" y="T1"/>
                </a:cxn>
                <a:cxn ang="0">
                  <a:pos x="T2" y="T3"/>
                </a:cxn>
                <a:cxn ang="0">
                  <a:pos x="T4" y="T5"/>
                </a:cxn>
                <a:cxn ang="0">
                  <a:pos x="T6" y="T7"/>
                </a:cxn>
              </a:cxnLst>
              <a:rect l="0" t="0" r="r" b="b"/>
              <a:pathLst>
                <a:path w="13" h="4">
                  <a:moveTo>
                    <a:pt x="4" y="0"/>
                  </a:moveTo>
                  <a:cubicBezTo>
                    <a:pt x="4" y="0"/>
                    <a:pt x="0" y="4"/>
                    <a:pt x="4" y="4"/>
                  </a:cubicBezTo>
                  <a:cubicBezTo>
                    <a:pt x="7" y="4"/>
                    <a:pt x="13" y="0"/>
                    <a:pt x="9"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92" name="Freeform 66"/>
            <p:cNvSpPr/>
            <p:nvPr/>
          </p:nvSpPr>
          <p:spPr bwMode="auto">
            <a:xfrm>
              <a:off x="2298083" y="4768856"/>
              <a:ext cx="9577" cy="3943"/>
            </a:xfrm>
            <a:custGeom>
              <a:avLst/>
              <a:gdLst>
                <a:gd name="T0" fmla="*/ 4 w 13"/>
                <a:gd name="T1" fmla="*/ 0 h 5"/>
                <a:gd name="T2" fmla="*/ 4 w 13"/>
                <a:gd name="T3" fmla="*/ 5 h 5"/>
                <a:gd name="T4" fmla="*/ 10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10"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93" name="Freeform 73"/>
            <p:cNvSpPr/>
            <p:nvPr/>
          </p:nvSpPr>
          <p:spPr bwMode="auto">
            <a:xfrm>
              <a:off x="2142605" y="4881520"/>
              <a:ext cx="10140" cy="3943"/>
            </a:xfrm>
            <a:custGeom>
              <a:avLst/>
              <a:gdLst>
                <a:gd name="T0" fmla="*/ 4 w 13"/>
                <a:gd name="T1" fmla="*/ 0 h 5"/>
                <a:gd name="T2" fmla="*/ 4 w 13"/>
                <a:gd name="T3" fmla="*/ 5 h 5"/>
                <a:gd name="T4" fmla="*/ 10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8" y="5"/>
                    <a:pt x="13" y="0"/>
                    <a:pt x="10"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94" name="Freeform 74"/>
            <p:cNvSpPr/>
            <p:nvPr/>
          </p:nvSpPr>
          <p:spPr bwMode="auto">
            <a:xfrm>
              <a:off x="2148239" y="4872508"/>
              <a:ext cx="10140" cy="3943"/>
            </a:xfrm>
            <a:custGeom>
              <a:avLst/>
              <a:gdLst>
                <a:gd name="T0" fmla="*/ 4 w 13"/>
                <a:gd name="T1" fmla="*/ 0 h 5"/>
                <a:gd name="T2" fmla="*/ 4 w 13"/>
                <a:gd name="T3" fmla="*/ 5 h 5"/>
                <a:gd name="T4" fmla="*/ 9 w 13"/>
                <a:gd name="T5" fmla="*/ 0 h 5"/>
                <a:gd name="T6" fmla="*/ 4 w 13"/>
                <a:gd name="T7" fmla="*/ 0 h 5"/>
              </a:gdLst>
              <a:ahLst/>
              <a:cxnLst>
                <a:cxn ang="0">
                  <a:pos x="T0" y="T1"/>
                </a:cxn>
                <a:cxn ang="0">
                  <a:pos x="T2" y="T3"/>
                </a:cxn>
                <a:cxn ang="0">
                  <a:pos x="T4" y="T5"/>
                </a:cxn>
                <a:cxn ang="0">
                  <a:pos x="T6" y="T7"/>
                </a:cxn>
              </a:cxnLst>
              <a:rect l="0" t="0" r="r" b="b"/>
              <a:pathLst>
                <a:path w="13" h="5">
                  <a:moveTo>
                    <a:pt x="4" y="0"/>
                  </a:moveTo>
                  <a:cubicBezTo>
                    <a:pt x="4" y="0"/>
                    <a:pt x="0" y="5"/>
                    <a:pt x="4" y="5"/>
                  </a:cubicBezTo>
                  <a:cubicBezTo>
                    <a:pt x="7" y="5"/>
                    <a:pt x="13" y="0"/>
                    <a:pt x="9" y="0"/>
                  </a:cubicBezTo>
                  <a:cubicBezTo>
                    <a:pt x="6" y="0"/>
                    <a:pt x="4" y="0"/>
                    <a:pt x="4" y="0"/>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95" name="Freeform 76"/>
            <p:cNvSpPr/>
            <p:nvPr/>
          </p:nvSpPr>
          <p:spPr bwMode="auto">
            <a:xfrm>
              <a:off x="1673355" y="4749703"/>
              <a:ext cx="532343" cy="166180"/>
            </a:xfrm>
            <a:custGeom>
              <a:avLst/>
              <a:gdLst>
                <a:gd name="T0" fmla="*/ 0 w 697"/>
                <a:gd name="T1" fmla="*/ 23 h 218"/>
                <a:gd name="T2" fmla="*/ 0 w 697"/>
                <a:gd name="T3" fmla="*/ 0 h 218"/>
                <a:gd name="T4" fmla="*/ 697 w 697"/>
                <a:gd name="T5" fmla="*/ 0 h 218"/>
                <a:gd name="T6" fmla="*/ 680 w 697"/>
                <a:gd name="T7" fmla="*/ 8 h 218"/>
                <a:gd name="T8" fmla="*/ 660 w 697"/>
                <a:gd name="T9" fmla="*/ 30 h 218"/>
                <a:gd name="T10" fmla="*/ 642 w 697"/>
                <a:gd name="T11" fmla="*/ 47 h 218"/>
                <a:gd name="T12" fmla="*/ 626 w 697"/>
                <a:gd name="T13" fmla="*/ 53 h 218"/>
                <a:gd name="T14" fmla="*/ 606 w 697"/>
                <a:gd name="T15" fmla="*/ 55 h 218"/>
                <a:gd name="T16" fmla="*/ 594 w 697"/>
                <a:gd name="T17" fmla="*/ 57 h 218"/>
                <a:gd name="T18" fmla="*/ 580 w 697"/>
                <a:gd name="T19" fmla="*/ 58 h 218"/>
                <a:gd name="T20" fmla="*/ 559 w 697"/>
                <a:gd name="T21" fmla="*/ 64 h 218"/>
                <a:gd name="T22" fmla="*/ 546 w 697"/>
                <a:gd name="T23" fmla="*/ 64 h 218"/>
                <a:gd name="T24" fmla="*/ 538 w 697"/>
                <a:gd name="T25" fmla="*/ 66 h 218"/>
                <a:gd name="T26" fmla="*/ 529 w 697"/>
                <a:gd name="T27" fmla="*/ 82 h 218"/>
                <a:gd name="T28" fmla="*/ 510 w 697"/>
                <a:gd name="T29" fmla="*/ 87 h 218"/>
                <a:gd name="T30" fmla="*/ 498 w 697"/>
                <a:gd name="T31" fmla="*/ 78 h 218"/>
                <a:gd name="T32" fmla="*/ 486 w 697"/>
                <a:gd name="T33" fmla="*/ 61 h 218"/>
                <a:gd name="T34" fmla="*/ 478 w 697"/>
                <a:gd name="T35" fmla="*/ 76 h 218"/>
                <a:gd name="T36" fmla="*/ 472 w 697"/>
                <a:gd name="T37" fmla="*/ 102 h 218"/>
                <a:gd name="T38" fmla="*/ 454 w 697"/>
                <a:gd name="T39" fmla="*/ 102 h 218"/>
                <a:gd name="T40" fmla="*/ 445 w 697"/>
                <a:gd name="T41" fmla="*/ 105 h 218"/>
                <a:gd name="T42" fmla="*/ 438 w 697"/>
                <a:gd name="T43" fmla="*/ 115 h 218"/>
                <a:gd name="T44" fmla="*/ 421 w 697"/>
                <a:gd name="T45" fmla="*/ 121 h 218"/>
                <a:gd name="T46" fmla="*/ 397 w 697"/>
                <a:gd name="T47" fmla="*/ 124 h 218"/>
                <a:gd name="T48" fmla="*/ 377 w 697"/>
                <a:gd name="T49" fmla="*/ 130 h 218"/>
                <a:gd name="T50" fmla="*/ 351 w 697"/>
                <a:gd name="T51" fmla="*/ 139 h 218"/>
                <a:gd name="T52" fmla="*/ 321 w 697"/>
                <a:gd name="T53" fmla="*/ 142 h 218"/>
                <a:gd name="T54" fmla="*/ 299 w 697"/>
                <a:gd name="T55" fmla="*/ 153 h 218"/>
                <a:gd name="T56" fmla="*/ 293 w 697"/>
                <a:gd name="T57" fmla="*/ 163 h 218"/>
                <a:gd name="T58" fmla="*/ 296 w 697"/>
                <a:gd name="T59" fmla="*/ 171 h 218"/>
                <a:gd name="T60" fmla="*/ 282 w 697"/>
                <a:gd name="T61" fmla="*/ 168 h 218"/>
                <a:gd name="T62" fmla="*/ 281 w 697"/>
                <a:gd name="T63" fmla="*/ 178 h 218"/>
                <a:gd name="T64" fmla="*/ 293 w 697"/>
                <a:gd name="T65" fmla="*/ 193 h 218"/>
                <a:gd name="T66" fmla="*/ 291 w 697"/>
                <a:gd name="T67" fmla="*/ 210 h 218"/>
                <a:gd name="T68" fmla="*/ 268 w 697"/>
                <a:gd name="T69" fmla="*/ 214 h 218"/>
                <a:gd name="T70" fmla="*/ 254 w 697"/>
                <a:gd name="T71" fmla="*/ 193 h 218"/>
                <a:gd name="T72" fmla="*/ 249 w 697"/>
                <a:gd name="T73" fmla="*/ 166 h 218"/>
                <a:gd name="T74" fmla="*/ 259 w 697"/>
                <a:gd name="T75" fmla="*/ 149 h 218"/>
                <a:gd name="T76" fmla="*/ 256 w 697"/>
                <a:gd name="T77" fmla="*/ 139 h 218"/>
                <a:gd name="T78" fmla="*/ 247 w 697"/>
                <a:gd name="T79" fmla="*/ 130 h 218"/>
                <a:gd name="T80" fmla="*/ 238 w 697"/>
                <a:gd name="T81" fmla="*/ 135 h 218"/>
                <a:gd name="T82" fmla="*/ 228 w 697"/>
                <a:gd name="T83" fmla="*/ 144 h 218"/>
                <a:gd name="T84" fmla="*/ 215 w 697"/>
                <a:gd name="T85" fmla="*/ 141 h 218"/>
                <a:gd name="T86" fmla="*/ 200 w 697"/>
                <a:gd name="T87" fmla="*/ 131 h 218"/>
                <a:gd name="T88" fmla="*/ 185 w 697"/>
                <a:gd name="T89" fmla="*/ 119 h 218"/>
                <a:gd name="T90" fmla="*/ 175 w 697"/>
                <a:gd name="T91" fmla="*/ 125 h 218"/>
                <a:gd name="T92" fmla="*/ 161 w 697"/>
                <a:gd name="T93" fmla="*/ 136 h 218"/>
                <a:gd name="T94" fmla="*/ 146 w 697"/>
                <a:gd name="T95" fmla="*/ 136 h 218"/>
                <a:gd name="T96" fmla="*/ 133 w 697"/>
                <a:gd name="T97" fmla="*/ 129 h 218"/>
                <a:gd name="T98" fmla="*/ 110 w 697"/>
                <a:gd name="T99" fmla="*/ 128 h 218"/>
                <a:gd name="T100" fmla="*/ 90 w 697"/>
                <a:gd name="T101" fmla="*/ 115 h 218"/>
                <a:gd name="T102" fmla="*/ 76 w 697"/>
                <a:gd name="T103" fmla="*/ 105 h 218"/>
                <a:gd name="T104" fmla="*/ 68 w 697"/>
                <a:gd name="T105" fmla="*/ 97 h 218"/>
                <a:gd name="T106" fmla="*/ 66 w 697"/>
                <a:gd name="T107" fmla="*/ 85 h 218"/>
                <a:gd name="T108" fmla="*/ 65 w 697"/>
                <a:gd name="T109" fmla="*/ 71 h 218"/>
                <a:gd name="T110" fmla="*/ 76 w 697"/>
                <a:gd name="T111" fmla="*/ 58 h 218"/>
                <a:gd name="T112" fmla="*/ 65 w 697"/>
                <a:gd name="T113" fmla="*/ 49 h 218"/>
                <a:gd name="T114" fmla="*/ 44 w 697"/>
                <a:gd name="T115" fmla="*/ 46 h 218"/>
                <a:gd name="T116" fmla="*/ 33 w 697"/>
                <a:gd name="T117" fmla="*/ 43 h 218"/>
                <a:gd name="T118" fmla="*/ 0 w 697"/>
                <a:gd name="T119" fmla="*/ 2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97" h="218">
                  <a:moveTo>
                    <a:pt x="0" y="23"/>
                  </a:moveTo>
                  <a:cubicBezTo>
                    <a:pt x="0" y="0"/>
                    <a:pt x="0" y="0"/>
                    <a:pt x="0" y="0"/>
                  </a:cubicBezTo>
                  <a:cubicBezTo>
                    <a:pt x="697" y="0"/>
                    <a:pt x="697" y="0"/>
                    <a:pt x="697" y="0"/>
                  </a:cubicBezTo>
                  <a:cubicBezTo>
                    <a:pt x="692" y="6"/>
                    <a:pt x="690" y="5"/>
                    <a:pt x="680" y="8"/>
                  </a:cubicBezTo>
                  <a:cubicBezTo>
                    <a:pt x="671" y="11"/>
                    <a:pt x="665" y="20"/>
                    <a:pt x="660" y="30"/>
                  </a:cubicBezTo>
                  <a:cubicBezTo>
                    <a:pt x="655" y="39"/>
                    <a:pt x="646" y="46"/>
                    <a:pt x="642" y="47"/>
                  </a:cubicBezTo>
                  <a:cubicBezTo>
                    <a:pt x="637" y="48"/>
                    <a:pt x="634" y="49"/>
                    <a:pt x="626" y="53"/>
                  </a:cubicBezTo>
                  <a:cubicBezTo>
                    <a:pt x="619" y="58"/>
                    <a:pt x="613" y="60"/>
                    <a:pt x="606" y="55"/>
                  </a:cubicBezTo>
                  <a:cubicBezTo>
                    <a:pt x="600" y="50"/>
                    <a:pt x="598" y="52"/>
                    <a:pt x="594" y="57"/>
                  </a:cubicBezTo>
                  <a:cubicBezTo>
                    <a:pt x="590" y="62"/>
                    <a:pt x="589" y="64"/>
                    <a:pt x="580" y="58"/>
                  </a:cubicBezTo>
                  <a:cubicBezTo>
                    <a:pt x="570" y="53"/>
                    <a:pt x="565" y="58"/>
                    <a:pt x="559" y="64"/>
                  </a:cubicBezTo>
                  <a:cubicBezTo>
                    <a:pt x="554" y="70"/>
                    <a:pt x="553" y="72"/>
                    <a:pt x="546" y="64"/>
                  </a:cubicBezTo>
                  <a:cubicBezTo>
                    <a:pt x="539" y="57"/>
                    <a:pt x="540" y="61"/>
                    <a:pt x="538" y="66"/>
                  </a:cubicBezTo>
                  <a:cubicBezTo>
                    <a:pt x="537" y="71"/>
                    <a:pt x="535" y="78"/>
                    <a:pt x="529" y="82"/>
                  </a:cubicBezTo>
                  <a:cubicBezTo>
                    <a:pt x="522" y="85"/>
                    <a:pt x="517" y="90"/>
                    <a:pt x="510" y="87"/>
                  </a:cubicBezTo>
                  <a:cubicBezTo>
                    <a:pt x="503" y="84"/>
                    <a:pt x="502" y="83"/>
                    <a:pt x="498" y="78"/>
                  </a:cubicBezTo>
                  <a:cubicBezTo>
                    <a:pt x="495" y="74"/>
                    <a:pt x="491" y="65"/>
                    <a:pt x="486" y="61"/>
                  </a:cubicBezTo>
                  <a:cubicBezTo>
                    <a:pt x="480" y="57"/>
                    <a:pt x="477" y="62"/>
                    <a:pt x="478" y="76"/>
                  </a:cubicBezTo>
                  <a:cubicBezTo>
                    <a:pt x="478" y="89"/>
                    <a:pt x="476" y="95"/>
                    <a:pt x="472" y="102"/>
                  </a:cubicBezTo>
                  <a:cubicBezTo>
                    <a:pt x="468" y="108"/>
                    <a:pt x="459" y="111"/>
                    <a:pt x="454" y="102"/>
                  </a:cubicBezTo>
                  <a:cubicBezTo>
                    <a:pt x="449" y="93"/>
                    <a:pt x="446" y="99"/>
                    <a:pt x="445" y="105"/>
                  </a:cubicBezTo>
                  <a:cubicBezTo>
                    <a:pt x="444" y="112"/>
                    <a:pt x="443" y="117"/>
                    <a:pt x="438" y="115"/>
                  </a:cubicBezTo>
                  <a:cubicBezTo>
                    <a:pt x="434" y="113"/>
                    <a:pt x="430" y="114"/>
                    <a:pt x="421" y="121"/>
                  </a:cubicBezTo>
                  <a:cubicBezTo>
                    <a:pt x="413" y="128"/>
                    <a:pt x="403" y="126"/>
                    <a:pt x="397" y="124"/>
                  </a:cubicBezTo>
                  <a:cubicBezTo>
                    <a:pt x="391" y="122"/>
                    <a:pt x="387" y="123"/>
                    <a:pt x="377" y="130"/>
                  </a:cubicBezTo>
                  <a:cubicBezTo>
                    <a:pt x="367" y="136"/>
                    <a:pt x="360" y="138"/>
                    <a:pt x="351" y="139"/>
                  </a:cubicBezTo>
                  <a:cubicBezTo>
                    <a:pt x="342" y="139"/>
                    <a:pt x="331" y="140"/>
                    <a:pt x="321" y="142"/>
                  </a:cubicBezTo>
                  <a:cubicBezTo>
                    <a:pt x="311" y="143"/>
                    <a:pt x="305" y="150"/>
                    <a:pt x="299" y="153"/>
                  </a:cubicBezTo>
                  <a:cubicBezTo>
                    <a:pt x="293" y="156"/>
                    <a:pt x="287" y="160"/>
                    <a:pt x="293" y="163"/>
                  </a:cubicBezTo>
                  <a:cubicBezTo>
                    <a:pt x="299" y="165"/>
                    <a:pt x="298" y="167"/>
                    <a:pt x="296" y="171"/>
                  </a:cubicBezTo>
                  <a:cubicBezTo>
                    <a:pt x="294" y="175"/>
                    <a:pt x="290" y="171"/>
                    <a:pt x="282" y="168"/>
                  </a:cubicBezTo>
                  <a:cubicBezTo>
                    <a:pt x="274" y="165"/>
                    <a:pt x="275" y="175"/>
                    <a:pt x="281" y="178"/>
                  </a:cubicBezTo>
                  <a:cubicBezTo>
                    <a:pt x="287" y="182"/>
                    <a:pt x="290" y="185"/>
                    <a:pt x="293" y="193"/>
                  </a:cubicBezTo>
                  <a:cubicBezTo>
                    <a:pt x="296" y="200"/>
                    <a:pt x="297" y="204"/>
                    <a:pt x="291" y="210"/>
                  </a:cubicBezTo>
                  <a:cubicBezTo>
                    <a:pt x="285" y="217"/>
                    <a:pt x="276" y="218"/>
                    <a:pt x="268" y="214"/>
                  </a:cubicBezTo>
                  <a:cubicBezTo>
                    <a:pt x="259" y="210"/>
                    <a:pt x="257" y="203"/>
                    <a:pt x="254" y="193"/>
                  </a:cubicBezTo>
                  <a:cubicBezTo>
                    <a:pt x="251" y="182"/>
                    <a:pt x="248" y="172"/>
                    <a:pt x="249" y="166"/>
                  </a:cubicBezTo>
                  <a:cubicBezTo>
                    <a:pt x="249" y="160"/>
                    <a:pt x="255" y="153"/>
                    <a:pt x="259" y="149"/>
                  </a:cubicBezTo>
                  <a:cubicBezTo>
                    <a:pt x="264" y="145"/>
                    <a:pt x="262" y="142"/>
                    <a:pt x="256" y="139"/>
                  </a:cubicBezTo>
                  <a:cubicBezTo>
                    <a:pt x="250" y="137"/>
                    <a:pt x="250" y="136"/>
                    <a:pt x="247" y="130"/>
                  </a:cubicBezTo>
                  <a:cubicBezTo>
                    <a:pt x="244" y="125"/>
                    <a:pt x="241" y="126"/>
                    <a:pt x="238" y="135"/>
                  </a:cubicBezTo>
                  <a:cubicBezTo>
                    <a:pt x="236" y="144"/>
                    <a:pt x="234" y="143"/>
                    <a:pt x="228" y="144"/>
                  </a:cubicBezTo>
                  <a:cubicBezTo>
                    <a:pt x="222" y="146"/>
                    <a:pt x="217" y="146"/>
                    <a:pt x="215" y="141"/>
                  </a:cubicBezTo>
                  <a:cubicBezTo>
                    <a:pt x="214" y="136"/>
                    <a:pt x="216" y="134"/>
                    <a:pt x="200" y="131"/>
                  </a:cubicBezTo>
                  <a:cubicBezTo>
                    <a:pt x="185" y="129"/>
                    <a:pt x="191" y="128"/>
                    <a:pt x="185" y="119"/>
                  </a:cubicBezTo>
                  <a:cubicBezTo>
                    <a:pt x="179" y="110"/>
                    <a:pt x="177" y="118"/>
                    <a:pt x="175" y="125"/>
                  </a:cubicBezTo>
                  <a:cubicBezTo>
                    <a:pt x="173" y="132"/>
                    <a:pt x="171" y="136"/>
                    <a:pt x="161" y="136"/>
                  </a:cubicBezTo>
                  <a:cubicBezTo>
                    <a:pt x="150" y="136"/>
                    <a:pt x="146" y="136"/>
                    <a:pt x="146" y="136"/>
                  </a:cubicBezTo>
                  <a:cubicBezTo>
                    <a:pt x="146" y="136"/>
                    <a:pt x="138" y="129"/>
                    <a:pt x="133" y="129"/>
                  </a:cubicBezTo>
                  <a:cubicBezTo>
                    <a:pt x="129" y="129"/>
                    <a:pt x="118" y="130"/>
                    <a:pt x="110" y="128"/>
                  </a:cubicBezTo>
                  <a:cubicBezTo>
                    <a:pt x="103" y="125"/>
                    <a:pt x="90" y="120"/>
                    <a:pt x="90" y="115"/>
                  </a:cubicBezTo>
                  <a:cubicBezTo>
                    <a:pt x="90" y="109"/>
                    <a:pt x="78" y="107"/>
                    <a:pt x="76" y="105"/>
                  </a:cubicBezTo>
                  <a:cubicBezTo>
                    <a:pt x="74" y="103"/>
                    <a:pt x="66" y="104"/>
                    <a:pt x="68" y="97"/>
                  </a:cubicBezTo>
                  <a:cubicBezTo>
                    <a:pt x="70" y="90"/>
                    <a:pt x="67" y="89"/>
                    <a:pt x="66" y="85"/>
                  </a:cubicBezTo>
                  <a:cubicBezTo>
                    <a:pt x="65" y="80"/>
                    <a:pt x="61" y="76"/>
                    <a:pt x="65" y="71"/>
                  </a:cubicBezTo>
                  <a:cubicBezTo>
                    <a:pt x="68" y="67"/>
                    <a:pt x="76" y="64"/>
                    <a:pt x="76" y="58"/>
                  </a:cubicBezTo>
                  <a:cubicBezTo>
                    <a:pt x="76" y="52"/>
                    <a:pt x="69" y="51"/>
                    <a:pt x="65" y="49"/>
                  </a:cubicBezTo>
                  <a:cubicBezTo>
                    <a:pt x="62" y="47"/>
                    <a:pt x="48" y="49"/>
                    <a:pt x="44" y="46"/>
                  </a:cubicBezTo>
                  <a:cubicBezTo>
                    <a:pt x="42" y="44"/>
                    <a:pt x="38" y="44"/>
                    <a:pt x="33" y="43"/>
                  </a:cubicBezTo>
                  <a:cubicBezTo>
                    <a:pt x="30" y="43"/>
                    <a:pt x="8" y="31"/>
                    <a:pt x="0" y="23"/>
                  </a:cubicBezTo>
                  <a:close/>
                </a:path>
              </a:pathLst>
            </a:custGeom>
            <a:solidFill>
              <a:schemeClr val="accent3"/>
            </a:solidFill>
            <a:ln w="1588" cap="flat">
              <a:solidFill>
                <a:schemeClr val="accent3"/>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sp>
          <p:nvSpPr>
            <p:cNvPr id="96" name="Freeform 77"/>
            <p:cNvSpPr/>
            <p:nvPr/>
          </p:nvSpPr>
          <p:spPr bwMode="auto">
            <a:xfrm>
              <a:off x="1673355" y="4749703"/>
              <a:ext cx="733450" cy="1099605"/>
            </a:xfrm>
            <a:custGeom>
              <a:avLst/>
              <a:gdLst>
                <a:gd name="T0" fmla="*/ 117 w 1302"/>
                <a:gd name="T1" fmla="*/ 0 h 1952"/>
                <a:gd name="T2" fmla="*/ 1302 w 1302"/>
                <a:gd name="T3" fmla="*/ 0 h 1952"/>
                <a:gd name="T4" fmla="*/ 1302 w 1302"/>
                <a:gd name="T5" fmla="*/ 1952 h 1952"/>
                <a:gd name="T6" fmla="*/ 0 w 1302"/>
                <a:gd name="T7" fmla="*/ 1952 h 1952"/>
                <a:gd name="T8" fmla="*/ 0 w 1302"/>
                <a:gd name="T9" fmla="*/ 0 h 1952"/>
                <a:gd name="T10" fmla="*/ 117 w 1302"/>
                <a:gd name="T11" fmla="*/ 0 h 1952"/>
                <a:gd name="T12" fmla="*/ 117 w 1302"/>
                <a:gd name="T13" fmla="*/ 0 h 1952"/>
              </a:gdLst>
              <a:ahLst/>
              <a:cxnLst>
                <a:cxn ang="0">
                  <a:pos x="T0" y="T1"/>
                </a:cxn>
                <a:cxn ang="0">
                  <a:pos x="T2" y="T3"/>
                </a:cxn>
                <a:cxn ang="0">
                  <a:pos x="T4" y="T5"/>
                </a:cxn>
                <a:cxn ang="0">
                  <a:pos x="T6" y="T7"/>
                </a:cxn>
                <a:cxn ang="0">
                  <a:pos x="T8" y="T9"/>
                </a:cxn>
                <a:cxn ang="0">
                  <a:pos x="T10" y="T11"/>
                </a:cxn>
                <a:cxn ang="0">
                  <a:pos x="T12" y="T13"/>
                </a:cxn>
              </a:cxnLst>
              <a:rect l="0" t="0" r="r" b="b"/>
              <a:pathLst>
                <a:path w="1302" h="1952">
                  <a:moveTo>
                    <a:pt x="117" y="0"/>
                  </a:moveTo>
                  <a:lnTo>
                    <a:pt x="1302" y="0"/>
                  </a:lnTo>
                  <a:lnTo>
                    <a:pt x="1302" y="1952"/>
                  </a:lnTo>
                  <a:lnTo>
                    <a:pt x="0" y="1952"/>
                  </a:lnTo>
                  <a:lnTo>
                    <a:pt x="0" y="0"/>
                  </a:lnTo>
                  <a:lnTo>
                    <a:pt x="117" y="0"/>
                  </a:lnTo>
                  <a:lnTo>
                    <a:pt x="117" y="0"/>
                  </a:lnTo>
                  <a:close/>
                </a:path>
              </a:pathLst>
            </a:custGeom>
            <a:noFill/>
            <a:ln w="1588" cap="flat">
              <a:solidFill>
                <a:schemeClr val="accent3"/>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UI Light" panose="020B0502040204020203"/>
                <a:ea typeface="微软雅黑 Light"/>
                <a:cs typeface="+mn-cs"/>
              </a:endParaRPr>
            </a:p>
          </p:txBody>
        </p:sp>
      </p:grpSp>
      <p:sp>
        <p:nvSpPr>
          <p:cNvPr id="97" name="平行四边形 96"/>
          <p:cNvSpPr/>
          <p:nvPr/>
        </p:nvSpPr>
        <p:spPr>
          <a:xfrm>
            <a:off x="7639562" y="1873408"/>
            <a:ext cx="1768805" cy="174139"/>
          </a:xfrm>
          <a:prstGeom prst="parallelogram">
            <a:avLst>
              <a:gd name="adj" fmla="val 44691"/>
            </a:avLst>
          </a:prstGeom>
          <a:gradFill flip="none" rotWithShape="1">
            <a:gsLst>
              <a:gs pos="13000">
                <a:schemeClr val="accent2"/>
              </a:gs>
              <a:gs pos="100000">
                <a:schemeClr val="accent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cxnSp>
        <p:nvCxnSpPr>
          <p:cNvPr id="98" name="Straight Connector 4"/>
          <p:cNvCxnSpPr/>
          <p:nvPr/>
        </p:nvCxnSpPr>
        <p:spPr>
          <a:xfrm flipH="1">
            <a:off x="6670869" y="1876958"/>
            <a:ext cx="879688" cy="0"/>
          </a:xfrm>
          <a:prstGeom prst="line">
            <a:avLst/>
          </a:prstGeom>
          <a:ln w="25400">
            <a:solidFill>
              <a:schemeClr val="accent2"/>
            </a:solidFill>
            <a:prstDash val="dash"/>
            <a:headEnd w="med" len="med"/>
            <a:tailEnd type="oval"/>
          </a:ln>
        </p:spPr>
        <p:style>
          <a:lnRef idx="1">
            <a:schemeClr val="accent1"/>
          </a:lnRef>
          <a:fillRef idx="0">
            <a:schemeClr val="accent1"/>
          </a:fillRef>
          <a:effectRef idx="0">
            <a:schemeClr val="accent1"/>
          </a:effectRef>
          <a:fontRef idx="minor">
            <a:schemeClr val="tx1"/>
          </a:fontRef>
        </p:style>
      </p:cxnSp>
      <p:sp>
        <p:nvSpPr>
          <p:cNvPr id="99" name="文本框 98"/>
          <p:cNvSpPr txBox="1"/>
          <p:nvPr/>
        </p:nvSpPr>
        <p:spPr>
          <a:xfrm>
            <a:off x="7639562" y="1563299"/>
            <a:ext cx="312516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0" name="文本框 99"/>
          <p:cNvSpPr txBox="1"/>
          <p:nvPr/>
        </p:nvSpPr>
        <p:spPr>
          <a:xfrm>
            <a:off x="7639562" y="2086519"/>
            <a:ext cx="4217078" cy="165083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在这里输入正文  在这里输入正文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在这里输入正文  在这里输入正文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在这里输入正文  在这里输入正文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1" name="平行四边形 100"/>
          <p:cNvSpPr/>
          <p:nvPr/>
        </p:nvSpPr>
        <p:spPr>
          <a:xfrm>
            <a:off x="7022786" y="4324134"/>
            <a:ext cx="1768805" cy="174139"/>
          </a:xfrm>
          <a:prstGeom prst="parallelogram">
            <a:avLst>
              <a:gd name="adj" fmla="val 44691"/>
            </a:avLst>
          </a:prstGeom>
          <a:gradFill>
            <a:gsLst>
              <a:gs pos="13000">
                <a:srgbClr val="0326A0"/>
              </a:gs>
              <a:gs pos="100000">
                <a:srgbClr val="0326A0">
                  <a:alpha val="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cxnSp>
        <p:nvCxnSpPr>
          <p:cNvPr id="102" name="Straight Connector 4"/>
          <p:cNvCxnSpPr/>
          <p:nvPr/>
        </p:nvCxnSpPr>
        <p:spPr>
          <a:xfrm flipH="1">
            <a:off x="4461597" y="4327684"/>
            <a:ext cx="2472184" cy="0"/>
          </a:xfrm>
          <a:prstGeom prst="line">
            <a:avLst/>
          </a:prstGeom>
          <a:ln w="25400">
            <a:solidFill>
              <a:srgbClr val="0326A0"/>
            </a:solidFill>
            <a:prstDash val="dash"/>
            <a:headEnd w="med" len="med"/>
            <a:tailEnd type="oval"/>
          </a:ln>
        </p:spPr>
        <p:style>
          <a:lnRef idx="1">
            <a:schemeClr val="accent1"/>
          </a:lnRef>
          <a:fillRef idx="0">
            <a:schemeClr val="accent1"/>
          </a:fillRef>
          <a:effectRef idx="0">
            <a:schemeClr val="accent1"/>
          </a:effectRef>
          <a:fontRef idx="minor">
            <a:schemeClr val="tx1"/>
          </a:fontRef>
        </p:style>
      </p:cxnSp>
      <p:sp>
        <p:nvSpPr>
          <p:cNvPr id="103" name="文本框 102"/>
          <p:cNvSpPr txBox="1"/>
          <p:nvPr/>
        </p:nvSpPr>
        <p:spPr>
          <a:xfrm>
            <a:off x="7022786" y="3955834"/>
            <a:ext cx="312516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4" name="文本框 103"/>
          <p:cNvSpPr txBox="1"/>
          <p:nvPr/>
        </p:nvSpPr>
        <p:spPr>
          <a:xfrm>
            <a:off x="7022786" y="4537245"/>
            <a:ext cx="4217078" cy="165083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在这里输入正文  在这里输入正文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在这里输入正文  在这里输入正文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在这里输入正文  在这里输入正文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
        <p:nvSpPr>
          <p:cNvPr id="12" name="矩形: 圆角 11"/>
          <p:cNvSpPr/>
          <p:nvPr/>
        </p:nvSpPr>
        <p:spPr>
          <a:xfrm>
            <a:off x="576973" y="1582411"/>
            <a:ext cx="5277413" cy="4366869"/>
          </a:xfrm>
          <a:prstGeom prst="roundRect">
            <a:avLst>
              <a:gd name="adj" fmla="val 2566"/>
            </a:avLst>
          </a:prstGeom>
          <a:noFill/>
          <a:ln>
            <a:solidFill>
              <a:srgbClr val="0326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3" name="矩形: 圆角 12"/>
          <p:cNvSpPr/>
          <p:nvPr/>
        </p:nvSpPr>
        <p:spPr>
          <a:xfrm>
            <a:off x="6158061" y="1582412"/>
            <a:ext cx="5277413" cy="4366868"/>
          </a:xfrm>
          <a:prstGeom prst="roundRect">
            <a:avLst>
              <a:gd name="adj" fmla="val 2284"/>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4" name="矩形 13"/>
          <p:cNvSpPr/>
          <p:nvPr/>
        </p:nvSpPr>
        <p:spPr>
          <a:xfrm>
            <a:off x="770870" y="1429406"/>
            <a:ext cx="633721" cy="792740"/>
          </a:xfrm>
          <a:prstGeom prst="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5" name="矩形 14"/>
          <p:cNvSpPr/>
          <p:nvPr/>
        </p:nvSpPr>
        <p:spPr>
          <a:xfrm>
            <a:off x="6351796" y="1418560"/>
            <a:ext cx="633721" cy="7927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6" name="文本框 15"/>
          <p:cNvSpPr txBox="1"/>
          <p:nvPr/>
        </p:nvSpPr>
        <p:spPr>
          <a:xfrm>
            <a:off x="1608481" y="1776375"/>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宋体 CN Heavy"/>
                <a:ea typeface="+mj-ea"/>
                <a:cs typeface="+mn-cs"/>
              </a:rPr>
              <a:t>请输入你的标题</a:t>
            </a:r>
            <a:endParaRPr kumimoji="0" lang="zh-CN" altLang="en-US" sz="2800" b="0" i="0" u="none" strike="noStrike" kern="1200" cap="none" spc="0" normalizeH="0" baseline="0" noProof="0" dirty="0">
              <a:ln>
                <a:noFill/>
              </a:ln>
              <a:solidFill>
                <a:prstClr val="black"/>
              </a:solidFill>
              <a:effectLst/>
              <a:uLnTx/>
              <a:uFillTx/>
              <a:latin typeface="思源宋体 CN Heavy"/>
              <a:ea typeface="+mj-ea"/>
              <a:cs typeface="+mn-cs"/>
            </a:endParaRPr>
          </a:p>
        </p:txBody>
      </p:sp>
      <p:sp>
        <p:nvSpPr>
          <p:cNvPr id="17" name="矩形 16"/>
          <p:cNvSpPr/>
          <p:nvPr/>
        </p:nvSpPr>
        <p:spPr>
          <a:xfrm>
            <a:off x="868391" y="2276872"/>
            <a:ext cx="4717463" cy="3655937"/>
          </a:xfrm>
          <a:prstGeom prst="rect">
            <a:avLst/>
          </a:prstGeom>
        </p:spPr>
        <p:txBody>
          <a:bodyPr wrap="square">
            <a:spAutoFit/>
          </a:bodyPr>
          <a:lstStyle/>
          <a:p>
            <a:pPr algn="just">
              <a:lnSpc>
                <a:spcPct val="130000"/>
              </a:lnSpc>
              <a:defRPr/>
            </a:pPr>
            <a:r>
              <a:rPr kumimoji="0" lang="zh-CN" altLang="en-US" sz="2000" b="0" i="0" u="none" strike="noStrike" kern="1200" cap="none" spc="0" normalizeH="0" baseline="0" noProof="0" dirty="0">
                <a:ln>
                  <a:noFill/>
                </a:ln>
                <a:solidFill>
                  <a:srgbClr val="3B424C"/>
                </a:solidFill>
                <a:effectLst/>
                <a:uLnTx/>
                <a:uFillTx/>
                <a:latin typeface="微软雅黑" panose="020B0503020204020204" pitchFamily="34" charset="-122"/>
                <a:ea typeface="微软雅黑" panose="020B0503020204020204" pitchFamily="34" charset="-122"/>
                <a:cs typeface="+mn-cs"/>
              </a:rPr>
              <a:t>单击此处编辑您要的内容，建议您在展示时采用微软雅黑字体，本模版所有图形线条及其相应素材均可自由编辑、改色、替换。单击此处编辑您要的内容，建议您在展示时采用微软雅黑字体</a:t>
            </a:r>
            <a:r>
              <a:rPr lang="zh-CN" altLang="en-US" sz="2000" dirty="0">
                <a:solidFill>
                  <a:srgbClr val="3B424C"/>
                </a:solidFill>
                <a:latin typeface="微软雅黑" panose="020B0503020204020204" pitchFamily="34" charset="-122"/>
                <a:ea typeface="微软雅黑" panose="020B0503020204020204" pitchFamily="34" charset="-122"/>
              </a:rPr>
              <a:t>。单击此处编辑您要的内容，建议您在展示时采用微软雅黑字体，本模版所有图形线条及其相应素材均可自由编辑、改色、替换。</a:t>
            </a:r>
            <a:endParaRPr kumimoji="0" lang="en-US" altLang="zh-CN" sz="2000" b="0" i="0" u="none" strike="noStrike" kern="1200" cap="none" spc="0" normalizeH="0" baseline="0" noProof="0" dirty="0">
              <a:ln>
                <a:noFill/>
              </a:ln>
              <a:solidFill>
                <a:prstClr val="black"/>
              </a:solidFill>
              <a:effectLst/>
              <a:uLnTx/>
              <a:uFillTx/>
              <a:latin typeface="微软雅黑 Light"/>
              <a:ea typeface="微软雅黑 Light"/>
              <a:cs typeface="+mn-cs"/>
            </a:endParaRPr>
          </a:p>
        </p:txBody>
      </p:sp>
      <p:sp>
        <p:nvSpPr>
          <p:cNvPr id="18" name="文本框 17"/>
          <p:cNvSpPr txBox="1"/>
          <p:nvPr/>
        </p:nvSpPr>
        <p:spPr>
          <a:xfrm>
            <a:off x="7122234" y="1776375"/>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宋体 CN Heavy"/>
                <a:ea typeface="+mj-ea"/>
                <a:cs typeface="+mn-cs"/>
              </a:rPr>
              <a:t>请输入你的标题</a:t>
            </a:r>
            <a:endParaRPr kumimoji="0" lang="zh-CN" altLang="en-US" sz="2800" b="0" i="0" u="none" strike="noStrike" kern="1200" cap="none" spc="0" normalizeH="0" baseline="0" noProof="0" dirty="0">
              <a:ln>
                <a:noFill/>
              </a:ln>
              <a:solidFill>
                <a:prstClr val="black"/>
              </a:solidFill>
              <a:effectLst/>
              <a:uLnTx/>
              <a:uFillTx/>
              <a:latin typeface="思源宋体 CN Heavy"/>
              <a:ea typeface="+mj-ea"/>
              <a:cs typeface="+mn-cs"/>
            </a:endParaRPr>
          </a:p>
        </p:txBody>
      </p:sp>
      <p:sp>
        <p:nvSpPr>
          <p:cNvPr id="19" name="矩形 18"/>
          <p:cNvSpPr/>
          <p:nvPr/>
        </p:nvSpPr>
        <p:spPr>
          <a:xfrm>
            <a:off x="6382144" y="2276872"/>
            <a:ext cx="4717463" cy="3655937"/>
          </a:xfrm>
          <a:prstGeom prst="rect">
            <a:avLst/>
          </a:prstGeom>
        </p:spPr>
        <p:txBody>
          <a:bodyPr wrap="square">
            <a:spAutoFit/>
          </a:bodyPr>
          <a:lstStyle/>
          <a:p>
            <a:pPr algn="just">
              <a:lnSpc>
                <a:spcPct val="130000"/>
              </a:lnSpc>
              <a:defRPr/>
            </a:pPr>
            <a:r>
              <a:rPr lang="zh-CN" altLang="en-US" sz="2000" dirty="0">
                <a:solidFill>
                  <a:srgbClr val="3B424C"/>
                </a:solidFill>
                <a:latin typeface="微软雅黑" panose="020B0503020204020204" pitchFamily="34" charset="-122"/>
                <a:ea typeface="微软雅黑" panose="020B0503020204020204" pitchFamily="34" charset="-122"/>
              </a:rPr>
              <a:t>单击此处编辑您要的内容，建议您在展示时采用微软雅黑字体，本模版所有图形线条及其相应素材均可自由编辑、改色、替换。单击此处编辑您要的内容，建议您在展示时采用微软雅黑字体。单击此处编辑您要的内容，建议您在展示时采用微软雅黑字体，本模版所有图形线条及其相应素材均可自由编辑、改色、替换。</a:t>
            </a:r>
            <a:endParaRPr lang="en-US" altLang="zh-CN" sz="2000" dirty="0">
              <a:solidFill>
                <a:prstClr val="black"/>
              </a:solidFill>
              <a:latin typeface="微软雅黑 Light"/>
            </a:endParaRPr>
          </a:p>
        </p:txBody>
      </p:sp>
      <p:pic>
        <p:nvPicPr>
          <p:cNvPr id="20" name="图形 19" descr="拇指朝上符号"/>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1164" y="1557309"/>
            <a:ext cx="538612" cy="538612"/>
          </a:xfrm>
          <a:prstGeom prst="rect">
            <a:avLst/>
          </a:prstGeom>
        </p:spPr>
      </p:pic>
      <p:pic>
        <p:nvPicPr>
          <p:cNvPr id="21" name="图形 20" descr="拇指朝上符号"/>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V="1">
            <a:off x="6399350" y="1553834"/>
            <a:ext cx="538612" cy="538612"/>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1093742" y="-2043608"/>
            <a:ext cx="10004509" cy="10004509"/>
          </a:xfrm>
          <a:prstGeom prst="rect">
            <a:avLst/>
          </a:prstGeom>
        </p:spPr>
      </p:pic>
      <p:pic>
        <p:nvPicPr>
          <p:cNvPr id="16" name="图片占位符 15"/>
          <p:cNvPicPr>
            <a:picLocks noGrp="1" noChangeAspect="1"/>
          </p:cNvPicPr>
          <p:nvPr>
            <p:ph type="pic" sz="quarter" idx="10"/>
          </p:nvPr>
        </p:nvPicPr>
        <p:blipFill>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a:stretch>
            <a:fillRect/>
          </a:stretch>
        </p:blipFill>
        <p:spPr>
          <a:xfrm>
            <a:off x="0" y="0"/>
            <a:ext cx="12192000" cy="4085882"/>
          </a:xfrm>
        </p:spPr>
      </p:pic>
      <p:cxnSp>
        <p:nvCxnSpPr>
          <p:cNvPr id="4" name="直接连接符 3"/>
          <p:cNvCxnSpPr/>
          <p:nvPr/>
        </p:nvCxnSpPr>
        <p:spPr>
          <a:xfrm>
            <a:off x="0" y="4056185"/>
            <a:ext cx="4298873" cy="0"/>
          </a:xfrm>
          <a:prstGeom prst="line">
            <a:avLst/>
          </a:prstGeom>
          <a:ln w="101600">
            <a:solidFill>
              <a:srgbClr val="0326A0"/>
            </a:solidFill>
          </a:ln>
        </p:spPr>
        <p:style>
          <a:lnRef idx="1">
            <a:schemeClr val="accent1"/>
          </a:lnRef>
          <a:fillRef idx="0">
            <a:schemeClr val="accent1"/>
          </a:fillRef>
          <a:effectRef idx="0">
            <a:schemeClr val="accent1"/>
          </a:effectRef>
          <a:fontRef idx="minor">
            <a:schemeClr val="tx1"/>
          </a:fontRef>
        </p:style>
      </p:cxnSp>
      <p:sp>
        <p:nvSpPr>
          <p:cNvPr id="6" name="矩形: 圆角 5"/>
          <p:cNvSpPr/>
          <p:nvPr/>
        </p:nvSpPr>
        <p:spPr>
          <a:xfrm>
            <a:off x="4224759" y="3429000"/>
            <a:ext cx="3742482" cy="982721"/>
          </a:xfrm>
          <a:prstGeom prst="roundRect">
            <a:avLst>
              <a:gd name="adj" fmla="val 50000"/>
            </a:avLst>
          </a:prstGeom>
          <a:solidFill>
            <a:srgbClr val="0326A0"/>
          </a:solidFill>
          <a:ln>
            <a:solidFill>
              <a:srgbClr val="0326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7" name="文本框 6"/>
          <p:cNvSpPr txBox="1"/>
          <p:nvPr/>
        </p:nvSpPr>
        <p:spPr>
          <a:xfrm>
            <a:off x="4474046" y="3458695"/>
            <a:ext cx="3239494"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PART 02</a:t>
            </a:r>
            <a:endParaRPr kumimoji="0" lang="zh-CN" altLang="en-US"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14" name="直接连接符 13"/>
          <p:cNvCxnSpPr/>
          <p:nvPr/>
        </p:nvCxnSpPr>
        <p:spPr>
          <a:xfrm>
            <a:off x="7893127" y="4056186"/>
            <a:ext cx="4298873" cy="0"/>
          </a:xfrm>
          <a:prstGeom prst="line">
            <a:avLst/>
          </a:prstGeom>
          <a:ln w="101600">
            <a:solidFill>
              <a:srgbClr val="0326A0"/>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418831" y="4772125"/>
            <a:ext cx="734992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请在这里输入你的标题</a:t>
            </a:r>
            <a:endParaRPr kumimoji="0" lang="zh-CN" altLang="en-US" sz="4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10" name="矩形 9"/>
          <p:cNvSpPr/>
          <p:nvPr/>
        </p:nvSpPr>
        <p:spPr>
          <a:xfrm>
            <a:off x="4298873" y="5603122"/>
            <a:ext cx="3594254"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lumMod val="85000"/>
                    <a:lumOff val="15000"/>
                  </a:prstClr>
                </a:solidFill>
                <a:effectLst/>
                <a:uLnTx/>
                <a:uFillTx/>
                <a:latin typeface="Segoe UI Light" panose="020B0502040204020203"/>
                <a:ea typeface="微软雅黑 Light"/>
                <a:cs typeface="Segoe UI Light" panose="020B0502040204020203" pitchFamily="34" charset="0"/>
              </a:rPr>
              <a:t>Please enter your English title here</a:t>
            </a:r>
            <a:endParaRPr kumimoji="0" lang="zh-CN" altLang="en-US" sz="1800" b="0" i="0" u="none" strike="noStrike" kern="1200" cap="none" spc="0" normalizeH="0" baseline="0" noProof="0" dirty="0">
              <a:ln>
                <a:noFill/>
              </a:ln>
              <a:solidFill>
                <a:prstClr val="black">
                  <a:lumMod val="85000"/>
                  <a:lumOff val="15000"/>
                </a:prstClr>
              </a:solidFill>
              <a:effectLst/>
              <a:uLnTx/>
              <a:uFillTx/>
              <a:latin typeface="Segoe UI Light" panose="020B0502040204020203"/>
              <a:ea typeface="微软雅黑 Light"/>
              <a:cs typeface="Segoe UI Light" panose="020B0502040204020203" pitchFamily="34" charset="0"/>
            </a:endParaRPr>
          </a:p>
        </p:txBody>
      </p:sp>
      <p:sp>
        <p:nvSpPr>
          <p:cNvPr id="11" name="等腰三角形 10"/>
          <p:cNvSpPr/>
          <p:nvPr/>
        </p:nvSpPr>
        <p:spPr>
          <a:xfrm>
            <a:off x="5922380" y="6572723"/>
            <a:ext cx="347240" cy="299345"/>
          </a:xfrm>
          <a:prstGeom prst="triangl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9" name="文本框 18"/>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18" name="组合 17"/>
          <p:cNvGrpSpPr/>
          <p:nvPr/>
        </p:nvGrpSpPr>
        <p:grpSpPr>
          <a:xfrm>
            <a:off x="314529" y="5915876"/>
            <a:ext cx="1698941" cy="738666"/>
            <a:chOff x="303233" y="6434232"/>
            <a:chExt cx="1698941" cy="738666"/>
          </a:xfrm>
        </p:grpSpPr>
        <p:pic>
          <p:nvPicPr>
            <p:cNvPr id="20" name="图片 19"/>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21" name="图片 20"/>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915107" y="6803565"/>
              <a:ext cx="1087067" cy="369333"/>
            </a:xfrm>
            <a:prstGeom prst="rect">
              <a:avLst/>
            </a:pr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5184598" y="-125361"/>
            <a:ext cx="7144743" cy="7144743"/>
          </a:xfrm>
          <a:prstGeom prst="rect">
            <a:avLst/>
          </a:prstGeom>
        </p:spPr>
      </p:pic>
      <p:pic>
        <p:nvPicPr>
          <p:cNvPr id="12" name="图片 11"/>
          <p:cNvPicPr>
            <a:picLocks noChangeAspect="1"/>
          </p:cNvPicPr>
          <p:nvPr/>
        </p:nvPicPr>
        <p:blipFill>
          <a:blip r:embed="rId2" cstate="print">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a:stretch>
            <a:fillRect/>
          </a:stretch>
        </p:blipFill>
        <p:spPr>
          <a:xfrm flipH="1">
            <a:off x="-1138137" y="1351702"/>
            <a:ext cx="6840760" cy="4278973"/>
          </a:xfrm>
          <a:prstGeom prst="rect">
            <a:avLst/>
          </a:prstGeom>
        </p:spPr>
      </p:pic>
      <p:pic>
        <p:nvPicPr>
          <p:cNvPr id="13" name="Picture 5" descr="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4031" y="980728"/>
            <a:ext cx="8854698" cy="5308605"/>
          </a:xfrm>
          <a:prstGeom prst="rect">
            <a:avLst/>
          </a:prstGeom>
          <a:ln w="12700">
            <a:miter lim="400000"/>
            <a:headEnd/>
            <a:tailEnd/>
          </a:ln>
        </p:spPr>
      </p:pic>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8" cstate="print">
              <a:extLst>
                <a:ext uri="{BEBA8EAE-BF5A-486C-A8C5-ECC9F3942E4B}">
                  <a14:imgProps xmlns:a14="http://schemas.microsoft.com/office/drawing/2010/main">
                    <a14:imgLayer r:embed="rId9">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
        <p:nvSpPr>
          <p:cNvPr id="14" name="椭圆 13"/>
          <p:cNvSpPr/>
          <p:nvPr/>
        </p:nvSpPr>
        <p:spPr>
          <a:xfrm>
            <a:off x="7034689" y="4331898"/>
            <a:ext cx="938038" cy="938038"/>
          </a:xfrm>
          <a:prstGeom prst="ellipse">
            <a:avLst/>
          </a:prstGeom>
          <a:solidFill>
            <a:srgbClr val="0326A0"/>
          </a:solidFill>
          <a:ln w="25400" cap="flat" cmpd="sng" algn="ctr">
            <a:noFill/>
            <a:prstDash val="solid"/>
          </a:ln>
          <a:effectLst/>
        </p:spPr>
        <p:txBody>
          <a:bodyPr lIns="68562" tIns="34281" rIns="68562" bIns="34281" rtlCol="0" anchor="ctr"/>
          <a:lstStyle/>
          <a:p>
            <a:pPr algn="ctr" defTabSz="685800"/>
            <a:endParaRPr lang="zh-CN" altLang="en-US" sz="1300" kern="0" dirty="0">
              <a:solidFill>
                <a:prstClr val="white"/>
              </a:solidFill>
              <a:latin typeface="Calibri"/>
              <a:ea typeface="宋体" pitchFamily="2" charset="-122"/>
            </a:endParaRPr>
          </a:p>
        </p:txBody>
      </p:sp>
      <p:sp>
        <p:nvSpPr>
          <p:cNvPr id="15" name="文本框 14"/>
          <p:cNvSpPr txBox="1"/>
          <p:nvPr/>
        </p:nvSpPr>
        <p:spPr>
          <a:xfrm>
            <a:off x="6955608" y="1423518"/>
            <a:ext cx="1603860" cy="738344"/>
          </a:xfrm>
          <a:prstGeom prst="rect">
            <a:avLst/>
          </a:prstGeom>
          <a:noFill/>
        </p:spPr>
        <p:txBody>
          <a:bodyPr wrap="square" rtlCol="0">
            <a:spAutoFit/>
          </a:bodyPr>
          <a:lstStyle/>
          <a:p>
            <a:pPr algn="dist">
              <a:lnSpc>
                <a:spcPct val="120000"/>
              </a:lnSpc>
            </a:pPr>
            <a:r>
              <a:rPr lang="zh-CN" altLang="en-US" sz="2400" b="1" dirty="0">
                <a:solidFill>
                  <a:srgbClr val="0326A0"/>
                </a:solidFill>
                <a:latin typeface="微软雅黑" panose="020B0503020204020204" pitchFamily="34" charset="-122"/>
                <a:ea typeface="微软雅黑" panose="020B0503020204020204" pitchFamily="34" charset="-122"/>
              </a:rPr>
              <a:t>添加标题</a:t>
            </a:r>
            <a:endParaRPr lang="en-US" altLang="zh-CN" sz="2400" b="1" dirty="0">
              <a:solidFill>
                <a:srgbClr val="0326A0"/>
              </a:solidFill>
              <a:latin typeface="微软雅黑" panose="020B0503020204020204" pitchFamily="34" charset="-122"/>
              <a:ea typeface="微软雅黑" panose="020B0503020204020204" pitchFamily="34" charset="-122"/>
            </a:endParaRPr>
          </a:p>
          <a:p>
            <a:pPr algn="dist">
              <a:lnSpc>
                <a:spcPct val="120000"/>
              </a:lnSpc>
            </a:pPr>
            <a:r>
              <a:rPr lang="en-US" altLang="zh-CN" sz="1200" b="1" dirty="0">
                <a:solidFill>
                  <a:srgbClr val="0326A0"/>
                </a:solidFill>
                <a:latin typeface="微软雅黑" panose="020B0503020204020204" pitchFamily="34" charset="-122"/>
                <a:ea typeface="微软雅黑" panose="020B0503020204020204" pitchFamily="34" charset="-122"/>
              </a:rPr>
              <a:t>Add the title here</a:t>
            </a:r>
            <a:endParaRPr lang="zh-CN" altLang="en-US" sz="1200" b="1" dirty="0">
              <a:solidFill>
                <a:srgbClr val="0326A0"/>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7293125" y="4589636"/>
            <a:ext cx="421166" cy="422562"/>
            <a:chOff x="9898742" y="3257999"/>
            <a:chExt cx="551080" cy="552906"/>
          </a:xfrm>
          <a:solidFill>
            <a:sysClr val="window" lastClr="FFFFFF"/>
          </a:solidFill>
        </p:grpSpPr>
        <p:sp>
          <p:nvSpPr>
            <p:cNvPr id="17" name="Freeform 231"/>
            <p:cNvSpPr/>
            <p:nvPr/>
          </p:nvSpPr>
          <p:spPr>
            <a:xfrm>
              <a:off x="9898742" y="3257999"/>
              <a:ext cx="551080" cy="552906"/>
            </a:xfrm>
            <a:custGeom>
              <a:avLst/>
              <a:gdLst/>
              <a:ahLst/>
              <a:cxnLst>
                <a:cxn ang="0">
                  <a:pos x="wd2" y="hd2"/>
                </a:cxn>
                <a:cxn ang="5400000">
                  <a:pos x="wd2" y="hd2"/>
                </a:cxn>
                <a:cxn ang="10800000">
                  <a:pos x="wd2" y="hd2"/>
                </a:cxn>
                <a:cxn ang="16200000">
                  <a:pos x="wd2" y="hd2"/>
                </a:cxn>
              </a:cxnLst>
              <a:rect l="0" t="0" r="r" b="b"/>
              <a:pathLst>
                <a:path w="21558" h="21558" extrusionOk="0">
                  <a:moveTo>
                    <a:pt x="21431" y="20925"/>
                  </a:moveTo>
                  <a:cubicBezTo>
                    <a:pt x="14850" y="14175"/>
                    <a:pt x="14850" y="14175"/>
                    <a:pt x="14850" y="14175"/>
                  </a:cubicBezTo>
                  <a:cubicBezTo>
                    <a:pt x="15019" y="14006"/>
                    <a:pt x="15019" y="14006"/>
                    <a:pt x="15019" y="14006"/>
                  </a:cubicBezTo>
                  <a:cubicBezTo>
                    <a:pt x="16369" y="12487"/>
                    <a:pt x="17044" y="10462"/>
                    <a:pt x="17044" y="8437"/>
                  </a:cubicBezTo>
                  <a:cubicBezTo>
                    <a:pt x="17044" y="3713"/>
                    <a:pt x="13162" y="0"/>
                    <a:pt x="8438" y="0"/>
                  </a:cubicBezTo>
                  <a:cubicBezTo>
                    <a:pt x="6244" y="0"/>
                    <a:pt x="4050" y="844"/>
                    <a:pt x="2531" y="2531"/>
                  </a:cubicBezTo>
                  <a:cubicBezTo>
                    <a:pt x="844" y="4050"/>
                    <a:pt x="0" y="6244"/>
                    <a:pt x="0" y="8437"/>
                  </a:cubicBezTo>
                  <a:cubicBezTo>
                    <a:pt x="0" y="13162"/>
                    <a:pt x="3881" y="17044"/>
                    <a:pt x="8438" y="17044"/>
                  </a:cubicBezTo>
                  <a:cubicBezTo>
                    <a:pt x="10631" y="17044"/>
                    <a:pt x="12487" y="16200"/>
                    <a:pt x="14175" y="14850"/>
                  </a:cubicBezTo>
                  <a:cubicBezTo>
                    <a:pt x="14344" y="14850"/>
                    <a:pt x="14344" y="14850"/>
                    <a:pt x="14344" y="14850"/>
                  </a:cubicBezTo>
                  <a:cubicBezTo>
                    <a:pt x="20925" y="21431"/>
                    <a:pt x="20925" y="21431"/>
                    <a:pt x="20925" y="21431"/>
                  </a:cubicBezTo>
                  <a:cubicBezTo>
                    <a:pt x="21094" y="21600"/>
                    <a:pt x="21262" y="21600"/>
                    <a:pt x="21431" y="21431"/>
                  </a:cubicBezTo>
                  <a:cubicBezTo>
                    <a:pt x="21600" y="21262"/>
                    <a:pt x="21600" y="21094"/>
                    <a:pt x="21431" y="20925"/>
                  </a:cubicBezTo>
                  <a:close/>
                  <a:moveTo>
                    <a:pt x="14006" y="14006"/>
                  </a:moveTo>
                  <a:cubicBezTo>
                    <a:pt x="13331" y="14681"/>
                    <a:pt x="12487" y="15187"/>
                    <a:pt x="11475" y="15694"/>
                  </a:cubicBezTo>
                  <a:cubicBezTo>
                    <a:pt x="10631" y="16031"/>
                    <a:pt x="9619" y="16200"/>
                    <a:pt x="8438" y="16200"/>
                  </a:cubicBezTo>
                  <a:cubicBezTo>
                    <a:pt x="7425" y="16200"/>
                    <a:pt x="6413" y="16031"/>
                    <a:pt x="5569" y="15694"/>
                  </a:cubicBezTo>
                  <a:cubicBezTo>
                    <a:pt x="4556" y="15187"/>
                    <a:pt x="3713" y="14681"/>
                    <a:pt x="3038" y="14006"/>
                  </a:cubicBezTo>
                  <a:cubicBezTo>
                    <a:pt x="2363" y="13331"/>
                    <a:pt x="1688" y="12487"/>
                    <a:pt x="1350" y="11475"/>
                  </a:cubicBezTo>
                  <a:cubicBezTo>
                    <a:pt x="1013" y="10631"/>
                    <a:pt x="844" y="9619"/>
                    <a:pt x="844" y="8437"/>
                  </a:cubicBezTo>
                  <a:cubicBezTo>
                    <a:pt x="844" y="7425"/>
                    <a:pt x="1013" y="6412"/>
                    <a:pt x="1350" y="5400"/>
                  </a:cubicBezTo>
                  <a:cubicBezTo>
                    <a:pt x="1688" y="4556"/>
                    <a:pt x="2363" y="3713"/>
                    <a:pt x="3038" y="3038"/>
                  </a:cubicBezTo>
                  <a:cubicBezTo>
                    <a:pt x="3713" y="2363"/>
                    <a:pt x="4556" y="1688"/>
                    <a:pt x="5569" y="1350"/>
                  </a:cubicBezTo>
                  <a:cubicBezTo>
                    <a:pt x="7425" y="506"/>
                    <a:pt x="9619" y="506"/>
                    <a:pt x="11475" y="1350"/>
                  </a:cubicBezTo>
                  <a:cubicBezTo>
                    <a:pt x="12487" y="1688"/>
                    <a:pt x="13331" y="2363"/>
                    <a:pt x="14006" y="3038"/>
                  </a:cubicBezTo>
                  <a:cubicBezTo>
                    <a:pt x="14681" y="3713"/>
                    <a:pt x="15187" y="4556"/>
                    <a:pt x="15694" y="5400"/>
                  </a:cubicBezTo>
                  <a:cubicBezTo>
                    <a:pt x="16031" y="6412"/>
                    <a:pt x="16200" y="7425"/>
                    <a:pt x="16200" y="8437"/>
                  </a:cubicBezTo>
                  <a:cubicBezTo>
                    <a:pt x="16200" y="9619"/>
                    <a:pt x="16031" y="10631"/>
                    <a:pt x="15694" y="11475"/>
                  </a:cubicBezTo>
                  <a:cubicBezTo>
                    <a:pt x="15187" y="12487"/>
                    <a:pt x="14681" y="13331"/>
                    <a:pt x="14006" y="14006"/>
                  </a:cubicBezTo>
                  <a:close/>
                </a:path>
              </a:pathLst>
            </a:custGeom>
            <a:grpFill/>
            <a:ln w="12700" cap="flat">
              <a:noFill/>
              <a:miter lim="400000"/>
            </a:ln>
            <a:effectLst/>
          </p:spPr>
          <p:txBody>
            <a:bodyPr wrap="square" lIns="91439" tIns="91439" rIns="91439" bIns="91439" numCol="1" anchor="t">
              <a:noAutofit/>
            </a:bodyPr>
            <a:lstStyle/>
            <a:p>
              <a:pPr>
                <a:defRPr/>
              </a:pPr>
              <a:endParaRPr kern="0" dirty="0">
                <a:solidFill>
                  <a:prstClr val="black"/>
                </a:solidFill>
                <a:latin typeface="微软雅黑" panose="020B0503020204020204" pitchFamily="34" charset="-122"/>
              </a:endParaRPr>
            </a:p>
          </p:txBody>
        </p:sp>
        <p:sp>
          <p:nvSpPr>
            <p:cNvPr id="18" name="Freeform 232"/>
            <p:cNvSpPr/>
            <p:nvPr/>
          </p:nvSpPr>
          <p:spPr>
            <a:xfrm>
              <a:off x="9962734" y="3323819"/>
              <a:ext cx="164551" cy="162723"/>
            </a:xfrm>
            <a:custGeom>
              <a:avLst/>
              <a:gdLst/>
              <a:ahLst/>
              <a:cxnLst>
                <a:cxn ang="0">
                  <a:pos x="wd2" y="hd2"/>
                </a:cxn>
                <a:cxn ang="5400000">
                  <a:pos x="wd2" y="hd2"/>
                </a:cxn>
                <a:cxn ang="10800000">
                  <a:pos x="wd2" y="hd2"/>
                </a:cxn>
                <a:cxn ang="16200000">
                  <a:pos x="wd2" y="hd2"/>
                </a:cxn>
              </a:cxnLst>
              <a:rect l="0" t="0" r="r" b="b"/>
              <a:pathLst>
                <a:path w="21600" h="21600" extrusionOk="0">
                  <a:moveTo>
                    <a:pt x="20463" y="0"/>
                  </a:moveTo>
                  <a:cubicBezTo>
                    <a:pt x="9095" y="0"/>
                    <a:pt x="0" y="9095"/>
                    <a:pt x="0" y="20463"/>
                  </a:cubicBezTo>
                  <a:cubicBezTo>
                    <a:pt x="0" y="21032"/>
                    <a:pt x="568" y="21600"/>
                    <a:pt x="1137" y="21600"/>
                  </a:cubicBezTo>
                  <a:cubicBezTo>
                    <a:pt x="2274" y="21600"/>
                    <a:pt x="2842" y="21032"/>
                    <a:pt x="2842" y="20463"/>
                  </a:cubicBezTo>
                  <a:cubicBezTo>
                    <a:pt x="2842" y="15347"/>
                    <a:pt x="4547" y="10800"/>
                    <a:pt x="7958" y="7958"/>
                  </a:cubicBezTo>
                  <a:cubicBezTo>
                    <a:pt x="11368" y="4547"/>
                    <a:pt x="15347" y="2274"/>
                    <a:pt x="20463" y="2274"/>
                  </a:cubicBezTo>
                  <a:cubicBezTo>
                    <a:pt x="21032" y="2274"/>
                    <a:pt x="21600" y="1705"/>
                    <a:pt x="21600" y="1137"/>
                  </a:cubicBezTo>
                  <a:cubicBezTo>
                    <a:pt x="21600" y="568"/>
                    <a:pt x="21032" y="0"/>
                    <a:pt x="20463" y="0"/>
                  </a:cubicBezTo>
                  <a:close/>
                </a:path>
              </a:pathLst>
            </a:custGeom>
            <a:grpFill/>
            <a:ln w="12700" cap="flat">
              <a:noFill/>
              <a:miter lim="400000"/>
            </a:ln>
            <a:effectLst/>
          </p:spPr>
          <p:txBody>
            <a:bodyPr wrap="square" lIns="91439" tIns="91439" rIns="91439" bIns="91439" numCol="1" anchor="t">
              <a:noAutofit/>
            </a:bodyPr>
            <a:lstStyle/>
            <a:p>
              <a:pPr>
                <a:defRPr/>
              </a:pPr>
              <a:endParaRPr kern="0" dirty="0">
                <a:solidFill>
                  <a:prstClr val="black"/>
                </a:solidFill>
                <a:latin typeface="微软雅黑" panose="020B0503020204020204" pitchFamily="34" charset="-122"/>
              </a:endParaRPr>
            </a:p>
          </p:txBody>
        </p:sp>
      </p:grpSp>
      <p:sp>
        <p:nvSpPr>
          <p:cNvPr id="19" name="椭圆 18"/>
          <p:cNvSpPr/>
          <p:nvPr/>
        </p:nvSpPr>
        <p:spPr>
          <a:xfrm>
            <a:off x="10846594" y="4331898"/>
            <a:ext cx="938038" cy="938038"/>
          </a:xfrm>
          <a:prstGeom prst="ellipse">
            <a:avLst/>
          </a:prstGeom>
          <a:solidFill>
            <a:srgbClr val="0326A0"/>
          </a:solidFill>
          <a:ln w="25400" cap="flat" cmpd="sng" algn="ctr">
            <a:noFill/>
            <a:prstDash val="solid"/>
          </a:ln>
          <a:effectLst/>
        </p:spPr>
        <p:txBody>
          <a:bodyPr lIns="68562" tIns="34281" rIns="68562" bIns="34281" rtlCol="0" anchor="ctr"/>
          <a:lstStyle/>
          <a:p>
            <a:pPr algn="ctr" defTabSz="685800"/>
            <a:endParaRPr lang="zh-CN" altLang="en-US" sz="1300" kern="0" dirty="0">
              <a:solidFill>
                <a:prstClr val="white"/>
              </a:solidFill>
              <a:latin typeface="Calibri"/>
              <a:ea typeface="宋体" pitchFamily="2" charset="-122"/>
            </a:endParaRPr>
          </a:p>
        </p:txBody>
      </p:sp>
      <p:grpSp>
        <p:nvGrpSpPr>
          <p:cNvPr id="20" name="组合 19"/>
          <p:cNvGrpSpPr/>
          <p:nvPr/>
        </p:nvGrpSpPr>
        <p:grpSpPr>
          <a:xfrm>
            <a:off x="11081496" y="4669644"/>
            <a:ext cx="468234" cy="262546"/>
            <a:chOff x="22015712" y="10715184"/>
            <a:chExt cx="612665" cy="343531"/>
          </a:xfrm>
          <a:solidFill>
            <a:sysClr val="window" lastClr="FFFFFF"/>
          </a:solidFill>
        </p:grpSpPr>
        <p:sp>
          <p:nvSpPr>
            <p:cNvPr id="21" name="Freeform 36"/>
            <p:cNvSpPr/>
            <p:nvPr/>
          </p:nvSpPr>
          <p:spPr>
            <a:xfrm>
              <a:off x="22015712" y="10715184"/>
              <a:ext cx="612665" cy="34353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6750" y="0"/>
                    <a:pt x="2700" y="3927"/>
                    <a:pt x="0" y="10940"/>
                  </a:cubicBezTo>
                  <a:cubicBezTo>
                    <a:pt x="2700" y="17673"/>
                    <a:pt x="6750" y="21600"/>
                    <a:pt x="10800" y="21600"/>
                  </a:cubicBezTo>
                  <a:cubicBezTo>
                    <a:pt x="14850" y="21600"/>
                    <a:pt x="18900" y="17673"/>
                    <a:pt x="21600" y="10940"/>
                  </a:cubicBezTo>
                  <a:cubicBezTo>
                    <a:pt x="18900" y="3927"/>
                    <a:pt x="14850" y="0"/>
                    <a:pt x="10800" y="0"/>
                  </a:cubicBezTo>
                  <a:close/>
                  <a:moveTo>
                    <a:pt x="18900" y="14306"/>
                  </a:moveTo>
                  <a:cubicBezTo>
                    <a:pt x="18225" y="15709"/>
                    <a:pt x="17381" y="16831"/>
                    <a:pt x="16369" y="17673"/>
                  </a:cubicBezTo>
                  <a:cubicBezTo>
                    <a:pt x="15525" y="18514"/>
                    <a:pt x="14681" y="19356"/>
                    <a:pt x="13669" y="19636"/>
                  </a:cubicBezTo>
                  <a:cubicBezTo>
                    <a:pt x="12825" y="20197"/>
                    <a:pt x="11813" y="20478"/>
                    <a:pt x="10800" y="20478"/>
                  </a:cubicBezTo>
                  <a:cubicBezTo>
                    <a:pt x="9787" y="20478"/>
                    <a:pt x="8775" y="20197"/>
                    <a:pt x="7931" y="19636"/>
                  </a:cubicBezTo>
                  <a:cubicBezTo>
                    <a:pt x="6919" y="19356"/>
                    <a:pt x="6075" y="18514"/>
                    <a:pt x="5231" y="17673"/>
                  </a:cubicBezTo>
                  <a:cubicBezTo>
                    <a:pt x="4219" y="16831"/>
                    <a:pt x="3375" y="15709"/>
                    <a:pt x="2700" y="14306"/>
                  </a:cubicBezTo>
                  <a:cubicBezTo>
                    <a:pt x="2025" y="13465"/>
                    <a:pt x="1519" y="12343"/>
                    <a:pt x="1012" y="10940"/>
                  </a:cubicBezTo>
                  <a:cubicBezTo>
                    <a:pt x="1012" y="10940"/>
                    <a:pt x="1012" y="10940"/>
                    <a:pt x="1012" y="10940"/>
                  </a:cubicBezTo>
                  <a:cubicBezTo>
                    <a:pt x="1012" y="10660"/>
                    <a:pt x="1012" y="10660"/>
                    <a:pt x="1012" y="10660"/>
                  </a:cubicBezTo>
                  <a:cubicBezTo>
                    <a:pt x="1519" y="9257"/>
                    <a:pt x="2025" y="8416"/>
                    <a:pt x="2700" y="7294"/>
                  </a:cubicBezTo>
                  <a:cubicBezTo>
                    <a:pt x="3375" y="5891"/>
                    <a:pt x="4219" y="4769"/>
                    <a:pt x="5231" y="3927"/>
                  </a:cubicBezTo>
                  <a:cubicBezTo>
                    <a:pt x="6075" y="3086"/>
                    <a:pt x="6919" y="2244"/>
                    <a:pt x="7931" y="1964"/>
                  </a:cubicBezTo>
                  <a:cubicBezTo>
                    <a:pt x="9787" y="842"/>
                    <a:pt x="11813" y="842"/>
                    <a:pt x="13669" y="1964"/>
                  </a:cubicBezTo>
                  <a:cubicBezTo>
                    <a:pt x="14681" y="2244"/>
                    <a:pt x="15525" y="3086"/>
                    <a:pt x="16369" y="3927"/>
                  </a:cubicBezTo>
                  <a:cubicBezTo>
                    <a:pt x="17381" y="4769"/>
                    <a:pt x="18225" y="5891"/>
                    <a:pt x="18900" y="7294"/>
                  </a:cubicBezTo>
                  <a:cubicBezTo>
                    <a:pt x="19575" y="8416"/>
                    <a:pt x="20081" y="9257"/>
                    <a:pt x="20588" y="10660"/>
                  </a:cubicBezTo>
                  <a:cubicBezTo>
                    <a:pt x="20588" y="10940"/>
                    <a:pt x="20588" y="10940"/>
                    <a:pt x="20588" y="10940"/>
                  </a:cubicBezTo>
                  <a:cubicBezTo>
                    <a:pt x="20588" y="10940"/>
                    <a:pt x="20588" y="10940"/>
                    <a:pt x="20588" y="10940"/>
                  </a:cubicBezTo>
                  <a:cubicBezTo>
                    <a:pt x="20081" y="12343"/>
                    <a:pt x="19575" y="13465"/>
                    <a:pt x="18900" y="14306"/>
                  </a:cubicBezTo>
                  <a:close/>
                </a:path>
              </a:pathLst>
            </a:custGeom>
            <a:grpFill/>
            <a:ln w="12700" cap="flat">
              <a:noFill/>
              <a:miter lim="400000"/>
            </a:ln>
            <a:effectLst/>
          </p:spPr>
          <p:txBody>
            <a:bodyPr wrap="square" lIns="91439" tIns="91439" rIns="91439" bIns="91439" numCol="1" anchor="t">
              <a:noAutofit/>
            </a:bodyPr>
            <a:lstStyle/>
            <a:p>
              <a:pPr>
                <a:defRPr/>
              </a:pPr>
              <a:endParaRPr kern="0" dirty="0">
                <a:solidFill>
                  <a:prstClr val="black"/>
                </a:solidFill>
                <a:latin typeface="微软雅黑" panose="020B0503020204020204" pitchFamily="34" charset="-122"/>
              </a:endParaRPr>
            </a:p>
          </p:txBody>
        </p:sp>
        <p:sp>
          <p:nvSpPr>
            <p:cNvPr id="22" name="Freeform 37"/>
            <p:cNvSpPr/>
            <p:nvPr/>
          </p:nvSpPr>
          <p:spPr>
            <a:xfrm>
              <a:off x="22221954" y="10794460"/>
              <a:ext cx="200178" cy="18309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629" y="0"/>
                    <a:pt x="0" y="4741"/>
                    <a:pt x="0" y="11063"/>
                  </a:cubicBezTo>
                  <a:cubicBezTo>
                    <a:pt x="0" y="16859"/>
                    <a:pt x="4629" y="21600"/>
                    <a:pt x="10800" y="21600"/>
                  </a:cubicBezTo>
                  <a:cubicBezTo>
                    <a:pt x="16971" y="21600"/>
                    <a:pt x="21600" y="16859"/>
                    <a:pt x="21600" y="11063"/>
                  </a:cubicBezTo>
                  <a:cubicBezTo>
                    <a:pt x="21600" y="4741"/>
                    <a:pt x="16971" y="0"/>
                    <a:pt x="10800" y="0"/>
                  </a:cubicBezTo>
                  <a:close/>
                  <a:moveTo>
                    <a:pt x="10800" y="19493"/>
                  </a:moveTo>
                  <a:cubicBezTo>
                    <a:pt x="6171" y="19493"/>
                    <a:pt x="2571" y="15805"/>
                    <a:pt x="2571" y="11063"/>
                  </a:cubicBezTo>
                  <a:cubicBezTo>
                    <a:pt x="2571" y="6322"/>
                    <a:pt x="6171" y="2107"/>
                    <a:pt x="10800" y="2107"/>
                  </a:cubicBezTo>
                  <a:cubicBezTo>
                    <a:pt x="15429" y="2107"/>
                    <a:pt x="19029" y="6322"/>
                    <a:pt x="19029" y="11063"/>
                  </a:cubicBezTo>
                  <a:cubicBezTo>
                    <a:pt x="19029" y="15805"/>
                    <a:pt x="15429" y="19493"/>
                    <a:pt x="10800" y="19493"/>
                  </a:cubicBezTo>
                  <a:close/>
                </a:path>
              </a:pathLst>
            </a:custGeom>
            <a:grpFill/>
            <a:ln w="12700" cap="flat">
              <a:noFill/>
              <a:miter lim="400000"/>
            </a:ln>
            <a:effectLst/>
          </p:spPr>
          <p:txBody>
            <a:bodyPr wrap="square" lIns="91439" tIns="91439" rIns="91439" bIns="91439" numCol="1" anchor="t">
              <a:noAutofit/>
            </a:bodyPr>
            <a:lstStyle/>
            <a:p>
              <a:pPr>
                <a:defRPr/>
              </a:pPr>
              <a:endParaRPr kern="0" dirty="0">
                <a:solidFill>
                  <a:prstClr val="black"/>
                </a:solidFill>
                <a:latin typeface="微软雅黑" panose="020B0503020204020204" pitchFamily="34" charset="-122"/>
              </a:endParaRPr>
            </a:p>
          </p:txBody>
        </p:sp>
      </p:grpSp>
      <p:sp>
        <p:nvSpPr>
          <p:cNvPr id="23" name="椭圆 22"/>
          <p:cNvSpPr/>
          <p:nvPr/>
        </p:nvSpPr>
        <p:spPr>
          <a:xfrm>
            <a:off x="8940641" y="4331898"/>
            <a:ext cx="938038" cy="938038"/>
          </a:xfrm>
          <a:prstGeom prst="ellipse">
            <a:avLst/>
          </a:prstGeom>
          <a:solidFill>
            <a:srgbClr val="0326A0"/>
          </a:solidFill>
          <a:ln w="25400" cap="flat" cmpd="sng" algn="ctr">
            <a:noFill/>
            <a:prstDash val="solid"/>
          </a:ln>
          <a:effectLst/>
        </p:spPr>
        <p:txBody>
          <a:bodyPr lIns="68562" tIns="34281" rIns="68562" bIns="34281" rtlCol="0" anchor="ctr"/>
          <a:lstStyle/>
          <a:p>
            <a:pPr algn="ctr" defTabSz="685800"/>
            <a:endParaRPr lang="zh-CN" altLang="en-US" sz="1300" kern="0">
              <a:solidFill>
                <a:prstClr val="white"/>
              </a:solidFill>
              <a:latin typeface="Calibri"/>
              <a:ea typeface="宋体" pitchFamily="2" charset="-122"/>
            </a:endParaRPr>
          </a:p>
        </p:txBody>
      </p:sp>
      <p:sp>
        <p:nvSpPr>
          <p:cNvPr id="24" name="Freeform 73"/>
          <p:cNvSpPr/>
          <p:nvPr/>
        </p:nvSpPr>
        <p:spPr>
          <a:xfrm>
            <a:off x="9201814" y="4582370"/>
            <a:ext cx="415692" cy="437095"/>
          </a:xfrm>
          <a:custGeom>
            <a:avLst/>
            <a:gdLst/>
            <a:ahLst/>
            <a:cxnLst>
              <a:cxn ang="0">
                <a:pos x="wd2" y="hd2"/>
              </a:cxn>
              <a:cxn ang="5400000">
                <a:pos x="wd2" y="hd2"/>
              </a:cxn>
              <a:cxn ang="10800000">
                <a:pos x="wd2" y="hd2"/>
              </a:cxn>
              <a:cxn ang="16200000">
                <a:pos x="wd2" y="hd2"/>
              </a:cxn>
            </a:cxnLst>
            <a:rect l="0" t="0" r="r" b="b"/>
            <a:pathLst>
              <a:path w="21600" h="21600" extrusionOk="0">
                <a:moveTo>
                  <a:pt x="21600" y="16031"/>
                </a:moveTo>
                <a:cubicBezTo>
                  <a:pt x="21600" y="5738"/>
                  <a:pt x="21600" y="5738"/>
                  <a:pt x="21600" y="5738"/>
                </a:cubicBezTo>
                <a:cubicBezTo>
                  <a:pt x="21600" y="5569"/>
                  <a:pt x="21411" y="5400"/>
                  <a:pt x="21221" y="5400"/>
                </a:cubicBezTo>
                <a:cubicBezTo>
                  <a:pt x="10989" y="169"/>
                  <a:pt x="10989" y="169"/>
                  <a:pt x="10989" y="169"/>
                </a:cubicBezTo>
                <a:cubicBezTo>
                  <a:pt x="10989" y="0"/>
                  <a:pt x="10800" y="0"/>
                  <a:pt x="10800" y="0"/>
                </a:cubicBezTo>
                <a:cubicBezTo>
                  <a:pt x="10800" y="0"/>
                  <a:pt x="10611" y="0"/>
                  <a:pt x="10611" y="169"/>
                </a:cubicBezTo>
                <a:cubicBezTo>
                  <a:pt x="189" y="5400"/>
                  <a:pt x="189" y="5400"/>
                  <a:pt x="189" y="5400"/>
                </a:cubicBezTo>
                <a:cubicBezTo>
                  <a:pt x="189" y="5400"/>
                  <a:pt x="0" y="5569"/>
                  <a:pt x="0" y="5738"/>
                </a:cubicBezTo>
                <a:cubicBezTo>
                  <a:pt x="0" y="15863"/>
                  <a:pt x="0" y="15863"/>
                  <a:pt x="0" y="15863"/>
                </a:cubicBezTo>
                <a:cubicBezTo>
                  <a:pt x="0" y="15863"/>
                  <a:pt x="0" y="16031"/>
                  <a:pt x="0" y="16031"/>
                </a:cubicBezTo>
                <a:cubicBezTo>
                  <a:pt x="0" y="16031"/>
                  <a:pt x="189" y="16200"/>
                  <a:pt x="189" y="16369"/>
                </a:cubicBezTo>
                <a:cubicBezTo>
                  <a:pt x="10611" y="21600"/>
                  <a:pt x="10611" y="21600"/>
                  <a:pt x="10611" y="21600"/>
                </a:cubicBezTo>
                <a:cubicBezTo>
                  <a:pt x="10611" y="21600"/>
                  <a:pt x="10800" y="21600"/>
                  <a:pt x="10989" y="21600"/>
                </a:cubicBezTo>
                <a:cubicBezTo>
                  <a:pt x="21221" y="16369"/>
                  <a:pt x="21221" y="16369"/>
                  <a:pt x="21221" y="16369"/>
                </a:cubicBezTo>
                <a:cubicBezTo>
                  <a:pt x="21411" y="16200"/>
                  <a:pt x="21600" y="16031"/>
                  <a:pt x="21600" y="16031"/>
                </a:cubicBezTo>
                <a:close/>
                <a:moveTo>
                  <a:pt x="10421" y="20588"/>
                </a:moveTo>
                <a:cubicBezTo>
                  <a:pt x="947" y="15694"/>
                  <a:pt x="947" y="15694"/>
                  <a:pt x="947" y="15694"/>
                </a:cubicBezTo>
                <a:cubicBezTo>
                  <a:pt x="947" y="6412"/>
                  <a:pt x="947" y="6412"/>
                  <a:pt x="947" y="6412"/>
                </a:cubicBezTo>
                <a:cubicBezTo>
                  <a:pt x="10421" y="11306"/>
                  <a:pt x="10421" y="11306"/>
                  <a:pt x="10421" y="11306"/>
                </a:cubicBezTo>
                <a:lnTo>
                  <a:pt x="10421" y="20588"/>
                </a:lnTo>
                <a:close/>
                <a:moveTo>
                  <a:pt x="10800" y="10631"/>
                </a:moveTo>
                <a:cubicBezTo>
                  <a:pt x="1326" y="5738"/>
                  <a:pt x="1326" y="5738"/>
                  <a:pt x="1326" y="5738"/>
                </a:cubicBezTo>
                <a:cubicBezTo>
                  <a:pt x="10800" y="844"/>
                  <a:pt x="10800" y="844"/>
                  <a:pt x="10800" y="844"/>
                </a:cubicBezTo>
                <a:cubicBezTo>
                  <a:pt x="20274" y="5738"/>
                  <a:pt x="20274" y="5738"/>
                  <a:pt x="20274" y="5738"/>
                </a:cubicBezTo>
                <a:lnTo>
                  <a:pt x="10800" y="10631"/>
                </a:lnTo>
                <a:close/>
                <a:moveTo>
                  <a:pt x="20653" y="15694"/>
                </a:moveTo>
                <a:cubicBezTo>
                  <a:pt x="11179" y="20588"/>
                  <a:pt x="11179" y="20588"/>
                  <a:pt x="11179" y="20588"/>
                </a:cubicBezTo>
                <a:cubicBezTo>
                  <a:pt x="11179" y="11306"/>
                  <a:pt x="11179" y="11306"/>
                  <a:pt x="11179" y="11306"/>
                </a:cubicBezTo>
                <a:cubicBezTo>
                  <a:pt x="20653" y="6412"/>
                  <a:pt x="20653" y="6412"/>
                  <a:pt x="20653" y="6412"/>
                </a:cubicBezTo>
                <a:lnTo>
                  <a:pt x="20653" y="15694"/>
                </a:lnTo>
                <a:close/>
              </a:path>
            </a:pathLst>
          </a:custGeom>
          <a:solidFill>
            <a:sysClr val="window" lastClr="FFFFFF"/>
          </a:solidFill>
          <a:ln w="12700" cap="flat">
            <a:noFill/>
            <a:miter lim="400000"/>
          </a:ln>
          <a:effectLst/>
        </p:spPr>
        <p:txBody>
          <a:bodyPr wrap="square" lIns="91439" tIns="91439" rIns="91439" bIns="91439" numCol="1" anchor="t">
            <a:noAutofit/>
          </a:bodyPr>
          <a:lstStyle/>
          <a:p>
            <a:pPr>
              <a:defRPr/>
            </a:pPr>
            <a:endParaRPr kern="0" dirty="0">
              <a:solidFill>
                <a:prstClr val="black"/>
              </a:solidFill>
              <a:latin typeface="微软雅黑" panose="020B0503020204020204" pitchFamily="34" charset="-122"/>
            </a:endParaRPr>
          </a:p>
        </p:txBody>
      </p:sp>
      <p:cxnSp>
        <p:nvCxnSpPr>
          <p:cNvPr id="25" name="直接连接符 24"/>
          <p:cNvCxnSpPr/>
          <p:nvPr/>
        </p:nvCxnSpPr>
        <p:spPr>
          <a:xfrm>
            <a:off x="7034689" y="2318070"/>
            <a:ext cx="679602" cy="0"/>
          </a:xfrm>
          <a:prstGeom prst="line">
            <a:avLst/>
          </a:prstGeom>
          <a:noFill/>
          <a:ln w="19050" cap="flat" cmpd="sng" algn="ctr">
            <a:solidFill>
              <a:srgbClr val="0326A0"/>
            </a:solidFill>
            <a:prstDash val="solid"/>
            <a:miter lim="800000"/>
          </a:ln>
          <a:effectLst/>
        </p:spPr>
      </p:cxnSp>
      <p:sp>
        <p:nvSpPr>
          <p:cNvPr id="26" name="文本框 25"/>
          <p:cNvSpPr txBox="1"/>
          <p:nvPr/>
        </p:nvSpPr>
        <p:spPr>
          <a:xfrm>
            <a:off x="6955607" y="2412333"/>
            <a:ext cx="4829025" cy="1589281"/>
          </a:xfrm>
          <a:prstGeom prst="rect">
            <a:avLst/>
          </a:prstGeom>
          <a:noFill/>
        </p:spPr>
        <p:txBody>
          <a:bodyPr wrap="square" rtlCol="0">
            <a:spAutoFit/>
          </a:bodyPr>
          <a:lstStyle/>
          <a:p>
            <a:pPr>
              <a:lnSpc>
                <a:spcPct val="180000"/>
              </a:lnSpc>
            </a:pPr>
            <a:r>
              <a:rPr lang="zh-CN" altLang="en-US" sz="1400" dirty="0">
                <a:solidFill>
                  <a:prstClr val="black"/>
                </a:solidFill>
                <a:latin typeface="微软雅黑" panose="020B0503020204020204" pitchFamily="34" charset="-122"/>
                <a:ea typeface="微软雅黑" panose="020B0503020204020204" pitchFamily="34" charset="-122"/>
                <a:cs typeface="+mn-ea"/>
                <a:sym typeface="+mn-lt"/>
              </a:rPr>
              <a:t>请在此添加您的文字内容，请在此添加您的文字内容。请在此添加您的文字内容，请在此添加您的文字内容。请在此添加您的文字内容，请在此添加您的文字内容。请在此添加您的文字内容，请在此添加您的文字内容。</a:t>
            </a:r>
            <a:endParaRPr lang="zh-CN" altLang="en-US" sz="1400" dirty="0">
              <a:solidFill>
                <a:prstClr val="black"/>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图片 4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5184598" y="-125361"/>
            <a:ext cx="7144743" cy="7144743"/>
          </a:xfrm>
          <a:prstGeom prst="rect">
            <a:avLst/>
          </a:prstGeom>
        </p:spPr>
      </p:pic>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
        <p:nvSpPr>
          <p:cNvPr id="12" name="矩形: 圆角 11"/>
          <p:cNvSpPr/>
          <p:nvPr/>
        </p:nvSpPr>
        <p:spPr>
          <a:xfrm>
            <a:off x="1248513" y="1693792"/>
            <a:ext cx="628424" cy="628424"/>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3" name="文本框 12"/>
          <p:cNvSpPr txBox="1"/>
          <p:nvPr/>
        </p:nvSpPr>
        <p:spPr>
          <a:xfrm>
            <a:off x="2080219" y="1484784"/>
            <a:ext cx="276204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4" name="文本框 13"/>
          <p:cNvSpPr txBox="1"/>
          <p:nvPr/>
        </p:nvSpPr>
        <p:spPr>
          <a:xfrm>
            <a:off x="2080219" y="1988429"/>
            <a:ext cx="4179489" cy="85356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5" name="矩形: 圆角 14"/>
          <p:cNvSpPr/>
          <p:nvPr/>
        </p:nvSpPr>
        <p:spPr>
          <a:xfrm>
            <a:off x="1248513" y="3312201"/>
            <a:ext cx="628424" cy="628424"/>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6" name="文本框 15"/>
          <p:cNvSpPr txBox="1"/>
          <p:nvPr/>
        </p:nvSpPr>
        <p:spPr>
          <a:xfrm>
            <a:off x="2080219" y="3103193"/>
            <a:ext cx="276204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p:cNvSpPr txBox="1"/>
          <p:nvPr/>
        </p:nvSpPr>
        <p:spPr>
          <a:xfrm>
            <a:off x="2080219" y="3606838"/>
            <a:ext cx="4179489" cy="85555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8" name="矩形: 圆角 17"/>
          <p:cNvSpPr/>
          <p:nvPr/>
        </p:nvSpPr>
        <p:spPr>
          <a:xfrm>
            <a:off x="1248513" y="4930610"/>
            <a:ext cx="628424" cy="628424"/>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9" name="文本框 18"/>
          <p:cNvSpPr txBox="1"/>
          <p:nvPr/>
        </p:nvSpPr>
        <p:spPr>
          <a:xfrm>
            <a:off x="2080219" y="4721602"/>
            <a:ext cx="276204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 name="文本框 19"/>
          <p:cNvSpPr txBox="1"/>
          <p:nvPr/>
        </p:nvSpPr>
        <p:spPr>
          <a:xfrm>
            <a:off x="2080219" y="5225247"/>
            <a:ext cx="4179489" cy="85555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 name="矩形: 圆角 20"/>
          <p:cNvSpPr/>
          <p:nvPr/>
        </p:nvSpPr>
        <p:spPr>
          <a:xfrm>
            <a:off x="6845445" y="1693792"/>
            <a:ext cx="628424" cy="6284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22" name="文本框 21"/>
          <p:cNvSpPr txBox="1"/>
          <p:nvPr/>
        </p:nvSpPr>
        <p:spPr>
          <a:xfrm>
            <a:off x="7677151" y="1484784"/>
            <a:ext cx="276204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矩形: 圆角 22"/>
          <p:cNvSpPr/>
          <p:nvPr/>
        </p:nvSpPr>
        <p:spPr>
          <a:xfrm>
            <a:off x="6845445" y="3312201"/>
            <a:ext cx="628424" cy="6284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24" name="文本框 23"/>
          <p:cNvSpPr txBox="1"/>
          <p:nvPr/>
        </p:nvSpPr>
        <p:spPr>
          <a:xfrm>
            <a:off x="7677151" y="3103193"/>
            <a:ext cx="276204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5" name="矩形: 圆角 24"/>
          <p:cNvSpPr/>
          <p:nvPr/>
        </p:nvSpPr>
        <p:spPr>
          <a:xfrm>
            <a:off x="6845445" y="4930610"/>
            <a:ext cx="628424" cy="6284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26" name="文本框 25"/>
          <p:cNvSpPr txBox="1"/>
          <p:nvPr/>
        </p:nvSpPr>
        <p:spPr>
          <a:xfrm>
            <a:off x="7677151" y="4721602"/>
            <a:ext cx="276204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7" name="school-presentation_73437"/>
          <p:cNvSpPr>
            <a:spLocks noChangeAspect="1"/>
          </p:cNvSpPr>
          <p:nvPr/>
        </p:nvSpPr>
        <p:spPr bwMode="auto">
          <a:xfrm>
            <a:off x="6978326" y="3441930"/>
            <a:ext cx="362662" cy="368966"/>
          </a:xfrm>
          <a:custGeom>
            <a:avLst/>
            <a:gdLst>
              <a:gd name="T0" fmla="*/ 1387 w 2543"/>
              <a:gd name="T1" fmla="*/ 1042 h 2591"/>
              <a:gd name="T2" fmla="*/ 1406 w 2543"/>
              <a:gd name="T3" fmla="*/ 962 h 2591"/>
              <a:gd name="T4" fmla="*/ 1484 w 2543"/>
              <a:gd name="T5" fmla="*/ 978 h 2591"/>
              <a:gd name="T6" fmla="*/ 2367 w 2543"/>
              <a:gd name="T7" fmla="*/ 2324 h 2591"/>
              <a:gd name="T8" fmla="*/ 2315 w 2543"/>
              <a:gd name="T9" fmla="*/ 2378 h 2591"/>
              <a:gd name="T10" fmla="*/ 2236 w 2543"/>
              <a:gd name="T11" fmla="*/ 2361 h 2591"/>
              <a:gd name="T12" fmla="*/ 2543 w 2543"/>
              <a:gd name="T13" fmla="*/ 262 h 2591"/>
              <a:gd name="T14" fmla="*/ 2409 w 2543"/>
              <a:gd name="T15" fmla="*/ 329 h 2591"/>
              <a:gd name="T16" fmla="*/ 2370 w 2543"/>
              <a:gd name="T17" fmla="*/ 2058 h 2591"/>
              <a:gd name="T18" fmla="*/ 1935 w 2543"/>
              <a:gd name="T19" fmla="*/ 1301 h 2591"/>
              <a:gd name="T20" fmla="*/ 1935 w 2543"/>
              <a:gd name="T21" fmla="*/ 1168 h 2591"/>
              <a:gd name="T22" fmla="*/ 1595 w 2543"/>
              <a:gd name="T23" fmla="*/ 904 h 2591"/>
              <a:gd name="T24" fmla="*/ 1333 w 2543"/>
              <a:gd name="T25" fmla="*/ 851 h 2591"/>
              <a:gd name="T26" fmla="*/ 1275 w 2543"/>
              <a:gd name="T27" fmla="*/ 1114 h 2591"/>
              <a:gd name="T28" fmla="*/ 584 w 2543"/>
              <a:gd name="T29" fmla="*/ 1168 h 2591"/>
              <a:gd name="T30" fmla="*/ 584 w 2543"/>
              <a:gd name="T31" fmla="*/ 1301 h 2591"/>
              <a:gd name="T32" fmla="*/ 1887 w 2543"/>
              <a:gd name="T33" fmla="*/ 2064 h 2591"/>
              <a:gd name="T34" fmla="*/ 1338 w 2543"/>
              <a:gd name="T35" fmla="*/ 2216 h 2591"/>
              <a:gd name="T36" fmla="*/ 1271 w 2543"/>
              <a:gd name="T37" fmla="*/ 2591 h 2591"/>
              <a:gd name="T38" fmla="*/ 1205 w 2543"/>
              <a:gd name="T39" fmla="*/ 2216 h 2591"/>
              <a:gd name="T40" fmla="*/ 200 w 2543"/>
              <a:gd name="T41" fmla="*/ 2064 h 2591"/>
              <a:gd name="T42" fmla="*/ 134 w 2543"/>
              <a:gd name="T43" fmla="*/ 329 h 2591"/>
              <a:gd name="T44" fmla="*/ 0 w 2543"/>
              <a:gd name="T45" fmla="*/ 262 h 2591"/>
              <a:gd name="T46" fmla="*/ 67 w 2543"/>
              <a:gd name="T47" fmla="*/ 0 h 2591"/>
              <a:gd name="T48" fmla="*/ 2543 w 2543"/>
              <a:gd name="T49" fmla="*/ 67 h 2591"/>
              <a:gd name="T50" fmla="*/ 1271 w 2543"/>
              <a:gd name="T51" fmla="*/ 2458 h 2591"/>
              <a:gd name="T52" fmla="*/ 1271 w 2543"/>
              <a:gd name="T53" fmla="*/ 2338 h 2591"/>
              <a:gd name="T54" fmla="*/ 2002 w 2543"/>
              <a:gd name="T55" fmla="*/ 692 h 2591"/>
              <a:gd name="T56" fmla="*/ 584 w 2543"/>
              <a:gd name="T57" fmla="*/ 625 h 2591"/>
              <a:gd name="T58" fmla="*/ 584 w 2543"/>
              <a:gd name="T59" fmla="*/ 758 h 2591"/>
              <a:gd name="T60" fmla="*/ 2002 w 2543"/>
              <a:gd name="T61" fmla="*/ 692 h 2591"/>
              <a:gd name="T62" fmla="*/ 134 w 2543"/>
              <a:gd name="T63" fmla="*/ 133 h 2591"/>
              <a:gd name="T64" fmla="*/ 200 w 2543"/>
              <a:gd name="T65" fmla="*/ 196 h 2591"/>
              <a:gd name="T66" fmla="*/ 2409 w 2543"/>
              <a:gd name="T67" fmla="*/ 196 h 2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43" h="2591">
                <a:moveTo>
                  <a:pt x="2236" y="2361"/>
                </a:moveTo>
                <a:lnTo>
                  <a:pt x="1387" y="1042"/>
                </a:lnTo>
                <a:cubicBezTo>
                  <a:pt x="1370" y="1016"/>
                  <a:pt x="1378" y="981"/>
                  <a:pt x="1404" y="964"/>
                </a:cubicBezTo>
                <a:lnTo>
                  <a:pt x="1406" y="962"/>
                </a:lnTo>
                <a:cubicBezTo>
                  <a:pt x="1415" y="956"/>
                  <a:pt x="1426" y="953"/>
                  <a:pt x="1437" y="953"/>
                </a:cubicBezTo>
                <a:cubicBezTo>
                  <a:pt x="1456" y="953"/>
                  <a:pt x="1474" y="963"/>
                  <a:pt x="1484" y="978"/>
                </a:cubicBezTo>
                <a:lnTo>
                  <a:pt x="2359" y="2281"/>
                </a:lnTo>
                <a:cubicBezTo>
                  <a:pt x="2367" y="2293"/>
                  <a:pt x="2370" y="2309"/>
                  <a:pt x="2367" y="2324"/>
                </a:cubicBezTo>
                <a:cubicBezTo>
                  <a:pt x="2364" y="2339"/>
                  <a:pt x="2355" y="2351"/>
                  <a:pt x="2343" y="2360"/>
                </a:cubicBezTo>
                <a:lnTo>
                  <a:pt x="2315" y="2378"/>
                </a:lnTo>
                <a:cubicBezTo>
                  <a:pt x="2306" y="2384"/>
                  <a:pt x="2295" y="2387"/>
                  <a:pt x="2284" y="2387"/>
                </a:cubicBezTo>
                <a:cubicBezTo>
                  <a:pt x="2265" y="2387"/>
                  <a:pt x="2247" y="2378"/>
                  <a:pt x="2236" y="2361"/>
                </a:cubicBezTo>
                <a:close/>
                <a:moveTo>
                  <a:pt x="2543" y="67"/>
                </a:moveTo>
                <a:lnTo>
                  <a:pt x="2543" y="262"/>
                </a:lnTo>
                <a:cubicBezTo>
                  <a:pt x="2543" y="299"/>
                  <a:pt x="2513" y="329"/>
                  <a:pt x="2476" y="329"/>
                </a:cubicBezTo>
                <a:lnTo>
                  <a:pt x="2409" y="329"/>
                </a:lnTo>
                <a:lnTo>
                  <a:pt x="2409" y="1998"/>
                </a:lnTo>
                <a:cubicBezTo>
                  <a:pt x="2409" y="2025"/>
                  <a:pt x="2393" y="2048"/>
                  <a:pt x="2370" y="2058"/>
                </a:cubicBezTo>
                <a:lnTo>
                  <a:pt x="1862" y="1301"/>
                </a:lnTo>
                <a:lnTo>
                  <a:pt x="1935" y="1301"/>
                </a:lnTo>
                <a:cubicBezTo>
                  <a:pt x="1972" y="1301"/>
                  <a:pt x="2002" y="1271"/>
                  <a:pt x="2002" y="1234"/>
                </a:cubicBezTo>
                <a:cubicBezTo>
                  <a:pt x="2002" y="1198"/>
                  <a:pt x="1972" y="1168"/>
                  <a:pt x="1935" y="1168"/>
                </a:cubicBezTo>
                <a:lnTo>
                  <a:pt x="1772" y="1168"/>
                </a:lnTo>
                <a:lnTo>
                  <a:pt x="1595" y="904"/>
                </a:lnTo>
                <a:cubicBezTo>
                  <a:pt x="1560" y="851"/>
                  <a:pt x="1501" y="820"/>
                  <a:pt x="1437" y="820"/>
                </a:cubicBezTo>
                <a:cubicBezTo>
                  <a:pt x="1400" y="820"/>
                  <a:pt x="1364" y="831"/>
                  <a:pt x="1333" y="851"/>
                </a:cubicBezTo>
                <a:lnTo>
                  <a:pt x="1331" y="852"/>
                </a:lnTo>
                <a:cubicBezTo>
                  <a:pt x="1244" y="909"/>
                  <a:pt x="1219" y="1027"/>
                  <a:pt x="1275" y="1114"/>
                </a:cubicBezTo>
                <a:lnTo>
                  <a:pt x="1310" y="1168"/>
                </a:lnTo>
                <a:lnTo>
                  <a:pt x="584" y="1168"/>
                </a:lnTo>
                <a:cubicBezTo>
                  <a:pt x="547" y="1168"/>
                  <a:pt x="517" y="1198"/>
                  <a:pt x="517" y="1234"/>
                </a:cubicBezTo>
                <a:cubicBezTo>
                  <a:pt x="517" y="1271"/>
                  <a:pt x="547" y="1301"/>
                  <a:pt x="584" y="1301"/>
                </a:cubicBezTo>
                <a:lnTo>
                  <a:pt x="1395" y="1301"/>
                </a:lnTo>
                <a:lnTo>
                  <a:pt x="1887" y="2064"/>
                </a:lnTo>
                <a:lnTo>
                  <a:pt x="1338" y="2064"/>
                </a:lnTo>
                <a:lnTo>
                  <a:pt x="1338" y="2216"/>
                </a:lnTo>
                <a:cubicBezTo>
                  <a:pt x="1412" y="2244"/>
                  <a:pt x="1465" y="2314"/>
                  <a:pt x="1465" y="2398"/>
                </a:cubicBezTo>
                <a:cubicBezTo>
                  <a:pt x="1465" y="2504"/>
                  <a:pt x="1378" y="2591"/>
                  <a:pt x="1271" y="2591"/>
                </a:cubicBezTo>
                <a:cubicBezTo>
                  <a:pt x="1165" y="2591"/>
                  <a:pt x="1078" y="2504"/>
                  <a:pt x="1078" y="2398"/>
                </a:cubicBezTo>
                <a:cubicBezTo>
                  <a:pt x="1078" y="2314"/>
                  <a:pt x="1131" y="2244"/>
                  <a:pt x="1205" y="2216"/>
                </a:cubicBezTo>
                <a:lnTo>
                  <a:pt x="1205" y="2064"/>
                </a:lnTo>
                <a:lnTo>
                  <a:pt x="200" y="2064"/>
                </a:lnTo>
                <a:cubicBezTo>
                  <a:pt x="164" y="2064"/>
                  <a:pt x="134" y="2034"/>
                  <a:pt x="134" y="1998"/>
                </a:cubicBezTo>
                <a:lnTo>
                  <a:pt x="134" y="329"/>
                </a:lnTo>
                <a:lnTo>
                  <a:pt x="67" y="329"/>
                </a:lnTo>
                <a:cubicBezTo>
                  <a:pt x="30" y="329"/>
                  <a:pt x="0" y="299"/>
                  <a:pt x="0" y="262"/>
                </a:cubicBezTo>
                <a:lnTo>
                  <a:pt x="0" y="67"/>
                </a:lnTo>
                <a:cubicBezTo>
                  <a:pt x="0" y="30"/>
                  <a:pt x="30" y="0"/>
                  <a:pt x="67" y="0"/>
                </a:cubicBezTo>
                <a:lnTo>
                  <a:pt x="2476" y="0"/>
                </a:lnTo>
                <a:cubicBezTo>
                  <a:pt x="2513" y="0"/>
                  <a:pt x="2543" y="30"/>
                  <a:pt x="2543" y="67"/>
                </a:cubicBezTo>
                <a:close/>
                <a:moveTo>
                  <a:pt x="1211" y="2398"/>
                </a:moveTo>
                <a:cubicBezTo>
                  <a:pt x="1211" y="2431"/>
                  <a:pt x="1238" y="2458"/>
                  <a:pt x="1271" y="2458"/>
                </a:cubicBezTo>
                <a:cubicBezTo>
                  <a:pt x="1305" y="2458"/>
                  <a:pt x="1331" y="2431"/>
                  <a:pt x="1331" y="2398"/>
                </a:cubicBezTo>
                <a:cubicBezTo>
                  <a:pt x="1331" y="2364"/>
                  <a:pt x="1305" y="2338"/>
                  <a:pt x="1271" y="2338"/>
                </a:cubicBezTo>
                <a:cubicBezTo>
                  <a:pt x="1238" y="2338"/>
                  <a:pt x="1211" y="2364"/>
                  <a:pt x="1211" y="2398"/>
                </a:cubicBezTo>
                <a:close/>
                <a:moveTo>
                  <a:pt x="2002" y="692"/>
                </a:moveTo>
                <a:cubicBezTo>
                  <a:pt x="2002" y="655"/>
                  <a:pt x="1972" y="625"/>
                  <a:pt x="1935" y="625"/>
                </a:cubicBezTo>
                <a:lnTo>
                  <a:pt x="584" y="625"/>
                </a:lnTo>
                <a:cubicBezTo>
                  <a:pt x="547" y="625"/>
                  <a:pt x="517" y="655"/>
                  <a:pt x="517" y="692"/>
                </a:cubicBezTo>
                <a:cubicBezTo>
                  <a:pt x="517" y="729"/>
                  <a:pt x="547" y="758"/>
                  <a:pt x="584" y="758"/>
                </a:cubicBezTo>
                <a:lnTo>
                  <a:pt x="1935" y="758"/>
                </a:lnTo>
                <a:cubicBezTo>
                  <a:pt x="1972" y="758"/>
                  <a:pt x="2002" y="729"/>
                  <a:pt x="2002" y="692"/>
                </a:cubicBezTo>
                <a:close/>
                <a:moveTo>
                  <a:pt x="2409" y="133"/>
                </a:moveTo>
                <a:lnTo>
                  <a:pt x="134" y="133"/>
                </a:lnTo>
                <a:lnTo>
                  <a:pt x="134" y="196"/>
                </a:lnTo>
                <a:lnTo>
                  <a:pt x="200" y="196"/>
                </a:lnTo>
                <a:lnTo>
                  <a:pt x="2343" y="196"/>
                </a:lnTo>
                <a:lnTo>
                  <a:pt x="2409" y="196"/>
                </a:lnTo>
                <a:lnTo>
                  <a:pt x="2409" y="133"/>
                </a:lnTo>
                <a:close/>
              </a:path>
            </a:pathLst>
          </a:custGeom>
          <a:solidFill>
            <a:schemeClr val="bg1"/>
          </a:solidFill>
          <a:ln>
            <a:noFill/>
          </a:ln>
        </p:spPr>
      </p:sp>
      <p:sp>
        <p:nvSpPr>
          <p:cNvPr id="35" name="writing_122117"/>
          <p:cNvSpPr>
            <a:spLocks noChangeAspect="1"/>
          </p:cNvSpPr>
          <p:nvPr/>
        </p:nvSpPr>
        <p:spPr bwMode="auto">
          <a:xfrm>
            <a:off x="1352267" y="3416275"/>
            <a:ext cx="420916" cy="420276"/>
          </a:xfrm>
          <a:custGeom>
            <a:avLst/>
            <a:gdLst>
              <a:gd name="connsiteX0" fmla="*/ 45797 w 605028"/>
              <a:gd name="connsiteY0" fmla="*/ 445126 h 604110"/>
              <a:gd name="connsiteX1" fmla="*/ 159266 w 605028"/>
              <a:gd name="connsiteY1" fmla="*/ 558313 h 604110"/>
              <a:gd name="connsiteX2" fmla="*/ 0 w 605028"/>
              <a:gd name="connsiteY2" fmla="*/ 604110 h 604110"/>
              <a:gd name="connsiteX3" fmla="*/ 460648 w 605028"/>
              <a:gd name="connsiteY3" fmla="*/ 330740 h 604110"/>
              <a:gd name="connsiteX4" fmla="*/ 504033 w 605028"/>
              <a:gd name="connsiteY4" fmla="*/ 374171 h 604110"/>
              <a:gd name="connsiteX5" fmla="*/ 441749 w 605028"/>
              <a:gd name="connsiteY5" fmla="*/ 436273 h 604110"/>
              <a:gd name="connsiteX6" fmla="*/ 470504 w 605028"/>
              <a:gd name="connsiteY6" fmla="*/ 464990 h 604110"/>
              <a:gd name="connsiteX7" fmla="*/ 532787 w 605028"/>
              <a:gd name="connsiteY7" fmla="*/ 402786 h 604110"/>
              <a:gd name="connsiteX8" fmla="*/ 605028 w 605028"/>
              <a:gd name="connsiteY8" fmla="*/ 474934 h 604110"/>
              <a:gd name="connsiteX9" fmla="*/ 475685 w 605028"/>
              <a:gd name="connsiteY9" fmla="*/ 604110 h 604110"/>
              <a:gd name="connsiteX10" fmla="*/ 331305 w 605028"/>
              <a:gd name="connsiteY10" fmla="*/ 459916 h 604110"/>
              <a:gd name="connsiteX11" fmla="*/ 354026 w 605028"/>
              <a:gd name="connsiteY11" fmla="*/ 121443 h 604110"/>
              <a:gd name="connsiteX12" fmla="*/ 483302 w 605028"/>
              <a:gd name="connsiteY12" fmla="*/ 250578 h 604110"/>
              <a:gd name="connsiteX13" fmla="*/ 195889 w 605028"/>
              <a:gd name="connsiteY13" fmla="*/ 537637 h 604110"/>
              <a:gd name="connsiteX14" fmla="*/ 66543 w 605028"/>
              <a:gd name="connsiteY14" fmla="*/ 408503 h 604110"/>
              <a:gd name="connsiteX15" fmla="*/ 475681 w 605028"/>
              <a:gd name="connsiteY15" fmla="*/ 0 h 604110"/>
              <a:gd name="connsiteX16" fmla="*/ 605028 w 605028"/>
              <a:gd name="connsiteY16" fmla="*/ 129134 h 604110"/>
              <a:gd name="connsiteX17" fmla="*/ 512093 w 605028"/>
              <a:gd name="connsiteY17" fmla="*/ 221857 h 604110"/>
              <a:gd name="connsiteX18" fmla="*/ 382817 w 605028"/>
              <a:gd name="connsiteY18" fmla="*/ 92864 h 604110"/>
              <a:gd name="connsiteX19" fmla="*/ 129376 w 605028"/>
              <a:gd name="connsiteY19" fmla="*/ 0 h 604110"/>
              <a:gd name="connsiteX20" fmla="*/ 201636 w 605028"/>
              <a:gd name="connsiteY20" fmla="*/ 72129 h 604110"/>
              <a:gd name="connsiteX21" fmla="*/ 139336 w 605028"/>
              <a:gd name="connsiteY21" fmla="*/ 134317 h 604110"/>
              <a:gd name="connsiteX22" fmla="*/ 168098 w 605028"/>
              <a:gd name="connsiteY22" fmla="*/ 162925 h 604110"/>
              <a:gd name="connsiteX23" fmla="*/ 230296 w 605028"/>
              <a:gd name="connsiteY23" fmla="*/ 100839 h 604110"/>
              <a:gd name="connsiteX24" fmla="*/ 273794 w 605028"/>
              <a:gd name="connsiteY24" fmla="*/ 144157 h 604110"/>
              <a:gd name="connsiteX25" fmla="*/ 144418 w 605028"/>
              <a:gd name="connsiteY25" fmla="*/ 273300 h 604110"/>
              <a:gd name="connsiteX26" fmla="*/ 0 w 605028"/>
              <a:gd name="connsiteY26" fmla="*/ 129143 h 60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5028" h="604110">
                <a:moveTo>
                  <a:pt x="45797" y="445126"/>
                </a:moveTo>
                <a:lnTo>
                  <a:pt x="159266" y="558313"/>
                </a:lnTo>
                <a:lnTo>
                  <a:pt x="0" y="604110"/>
                </a:lnTo>
                <a:close/>
                <a:moveTo>
                  <a:pt x="460648" y="330740"/>
                </a:moveTo>
                <a:lnTo>
                  <a:pt x="504033" y="374171"/>
                </a:lnTo>
                <a:lnTo>
                  <a:pt x="441749" y="436273"/>
                </a:lnTo>
                <a:lnTo>
                  <a:pt x="470504" y="464990"/>
                </a:lnTo>
                <a:lnTo>
                  <a:pt x="532787" y="402786"/>
                </a:lnTo>
                <a:lnTo>
                  <a:pt x="605028" y="474934"/>
                </a:lnTo>
                <a:lnTo>
                  <a:pt x="475685" y="604110"/>
                </a:lnTo>
                <a:lnTo>
                  <a:pt x="331305" y="459916"/>
                </a:lnTo>
                <a:close/>
                <a:moveTo>
                  <a:pt x="354026" y="121443"/>
                </a:moveTo>
                <a:lnTo>
                  <a:pt x="483302" y="250578"/>
                </a:lnTo>
                <a:lnTo>
                  <a:pt x="195889" y="537637"/>
                </a:lnTo>
                <a:lnTo>
                  <a:pt x="66543" y="408503"/>
                </a:lnTo>
                <a:close/>
                <a:moveTo>
                  <a:pt x="475681" y="0"/>
                </a:moveTo>
                <a:lnTo>
                  <a:pt x="605028" y="129134"/>
                </a:lnTo>
                <a:lnTo>
                  <a:pt x="512093" y="221857"/>
                </a:lnTo>
                <a:lnTo>
                  <a:pt x="382817" y="92864"/>
                </a:lnTo>
                <a:close/>
                <a:moveTo>
                  <a:pt x="129376" y="0"/>
                </a:moveTo>
                <a:lnTo>
                  <a:pt x="201636" y="72129"/>
                </a:lnTo>
                <a:lnTo>
                  <a:pt x="139336" y="134317"/>
                </a:lnTo>
                <a:lnTo>
                  <a:pt x="168098" y="162925"/>
                </a:lnTo>
                <a:lnTo>
                  <a:pt x="230296" y="100839"/>
                </a:lnTo>
                <a:lnTo>
                  <a:pt x="273794" y="144157"/>
                </a:lnTo>
                <a:lnTo>
                  <a:pt x="144418" y="273300"/>
                </a:lnTo>
                <a:lnTo>
                  <a:pt x="0" y="129143"/>
                </a:lnTo>
                <a:close/>
              </a:path>
            </a:pathLst>
          </a:custGeom>
          <a:solidFill>
            <a:schemeClr val="bg1"/>
          </a:solidFill>
          <a:ln>
            <a:noFill/>
          </a:ln>
        </p:spPr>
      </p:sp>
      <p:pic>
        <p:nvPicPr>
          <p:cNvPr id="36" name="图形 35" descr="拼图"/>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39910" y="1785189"/>
            <a:ext cx="445630" cy="445630"/>
          </a:xfrm>
          <a:prstGeom prst="rect">
            <a:avLst/>
          </a:prstGeom>
        </p:spPr>
      </p:pic>
      <p:pic>
        <p:nvPicPr>
          <p:cNvPr id="37" name="图形 36" descr="标牌"/>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93915" y="4976012"/>
            <a:ext cx="537620" cy="537620"/>
          </a:xfrm>
          <a:prstGeom prst="rect">
            <a:avLst/>
          </a:prstGeom>
        </p:spPr>
      </p:pic>
      <p:sp>
        <p:nvSpPr>
          <p:cNvPr id="38" name="accept_38398"/>
          <p:cNvSpPr>
            <a:spLocks noChangeAspect="1"/>
          </p:cNvSpPr>
          <p:nvPr/>
        </p:nvSpPr>
        <p:spPr bwMode="auto">
          <a:xfrm>
            <a:off x="6924343" y="1767405"/>
            <a:ext cx="470628" cy="442048"/>
          </a:xfrm>
          <a:custGeom>
            <a:avLst/>
            <a:gdLst>
              <a:gd name="connsiteX0" fmla="*/ 543411 w 606580"/>
              <a:gd name="connsiteY0" fmla="*/ 61956 h 569745"/>
              <a:gd name="connsiteX1" fmla="*/ 556798 w 606580"/>
              <a:gd name="connsiteY1" fmla="*/ 67559 h 569745"/>
              <a:gd name="connsiteX2" fmla="*/ 601369 w 606580"/>
              <a:gd name="connsiteY2" fmla="*/ 112060 h 569745"/>
              <a:gd name="connsiteX3" fmla="*/ 606580 w 606580"/>
              <a:gd name="connsiteY3" fmla="*/ 125346 h 569745"/>
              <a:gd name="connsiteX4" fmla="*/ 601369 w 606580"/>
              <a:gd name="connsiteY4" fmla="*/ 138712 h 569745"/>
              <a:gd name="connsiteX5" fmla="*/ 295704 w 606580"/>
              <a:gd name="connsiteY5" fmla="*/ 442134 h 569745"/>
              <a:gd name="connsiteX6" fmla="*/ 281916 w 606580"/>
              <a:gd name="connsiteY6" fmla="*/ 447737 h 569745"/>
              <a:gd name="connsiteX7" fmla="*/ 279671 w 606580"/>
              <a:gd name="connsiteY7" fmla="*/ 447337 h 569745"/>
              <a:gd name="connsiteX8" fmla="*/ 268528 w 606580"/>
              <a:gd name="connsiteY8" fmla="*/ 442134 h 569745"/>
              <a:gd name="connsiteX9" fmla="*/ 117339 w 606580"/>
              <a:gd name="connsiteY9" fmla="*/ 290783 h 569745"/>
              <a:gd name="connsiteX10" fmla="*/ 112128 w 606580"/>
              <a:gd name="connsiteY10" fmla="*/ 277497 h 569745"/>
              <a:gd name="connsiteX11" fmla="*/ 117339 w 606580"/>
              <a:gd name="connsiteY11" fmla="*/ 264451 h 569745"/>
              <a:gd name="connsiteX12" fmla="*/ 162311 w 606580"/>
              <a:gd name="connsiteY12" fmla="*/ 219950 h 569745"/>
              <a:gd name="connsiteX13" fmla="*/ 175297 w 606580"/>
              <a:gd name="connsiteY13" fmla="*/ 214428 h 569745"/>
              <a:gd name="connsiteX14" fmla="*/ 188685 w 606580"/>
              <a:gd name="connsiteY14" fmla="*/ 219950 h 569745"/>
              <a:gd name="connsiteX15" fmla="*/ 282316 w 606580"/>
              <a:gd name="connsiteY15" fmla="*/ 313434 h 569745"/>
              <a:gd name="connsiteX16" fmla="*/ 530023 w 606580"/>
              <a:gd name="connsiteY16" fmla="*/ 67559 h 569745"/>
              <a:gd name="connsiteX17" fmla="*/ 543411 w 606580"/>
              <a:gd name="connsiteY17" fmla="*/ 61956 h 569745"/>
              <a:gd name="connsiteX18" fmla="*/ 285296 w 606580"/>
              <a:gd name="connsiteY18" fmla="*/ 0 h 569745"/>
              <a:gd name="connsiteX19" fmla="*/ 332832 w 606580"/>
              <a:gd name="connsiteY19" fmla="*/ 19690 h 569745"/>
              <a:gd name="connsiteX20" fmla="*/ 431271 w 606580"/>
              <a:gd name="connsiteY20" fmla="*/ 117983 h 569745"/>
              <a:gd name="connsiteX21" fmla="*/ 283452 w 606580"/>
              <a:gd name="connsiteY21" fmla="*/ 265982 h 569745"/>
              <a:gd name="connsiteX22" fmla="*/ 213631 w 606580"/>
              <a:gd name="connsiteY22" fmla="*/ 196265 h 569745"/>
              <a:gd name="connsiteX23" fmla="*/ 176837 w 606580"/>
              <a:gd name="connsiteY23" fmla="*/ 180657 h 569745"/>
              <a:gd name="connsiteX24" fmla="*/ 139642 w 606580"/>
              <a:gd name="connsiteY24" fmla="*/ 195865 h 569745"/>
              <a:gd name="connsiteX25" fmla="*/ 95072 w 606580"/>
              <a:gd name="connsiteY25" fmla="*/ 240769 h 569745"/>
              <a:gd name="connsiteX26" fmla="*/ 79521 w 606580"/>
              <a:gd name="connsiteY26" fmla="*/ 277509 h 569745"/>
              <a:gd name="connsiteX27" fmla="*/ 95072 w 606580"/>
              <a:gd name="connsiteY27" fmla="*/ 314568 h 569745"/>
              <a:gd name="connsiteX28" fmla="*/ 245937 w 606580"/>
              <a:gd name="connsiteY28" fmla="*/ 465930 h 569745"/>
              <a:gd name="connsiteX29" fmla="*/ 270787 w 606580"/>
              <a:gd name="connsiteY29" fmla="*/ 479617 h 569745"/>
              <a:gd name="connsiteX30" fmla="*/ 273031 w 606580"/>
              <a:gd name="connsiteY30" fmla="*/ 481138 h 569745"/>
              <a:gd name="connsiteX31" fmla="*/ 283452 w 606580"/>
              <a:gd name="connsiteY31" fmla="*/ 481138 h 569745"/>
              <a:gd name="connsiteX32" fmla="*/ 320247 w 606580"/>
              <a:gd name="connsiteY32" fmla="*/ 465930 h 569745"/>
              <a:gd name="connsiteX33" fmla="*/ 550151 w 606580"/>
              <a:gd name="connsiteY33" fmla="*/ 236287 h 569745"/>
              <a:gd name="connsiteX34" fmla="*/ 550872 w 606580"/>
              <a:gd name="connsiteY34" fmla="*/ 237407 h 569745"/>
              <a:gd name="connsiteX35" fmla="*/ 570592 w 606580"/>
              <a:gd name="connsiteY35" fmla="*/ 284873 h 569745"/>
              <a:gd name="connsiteX36" fmla="*/ 550872 w 606580"/>
              <a:gd name="connsiteY36" fmla="*/ 332338 h 569745"/>
              <a:gd name="connsiteX37" fmla="*/ 332832 w 606580"/>
              <a:gd name="connsiteY37" fmla="*/ 550135 h 569745"/>
              <a:gd name="connsiteX38" fmla="*/ 285456 w 606580"/>
              <a:gd name="connsiteY38" fmla="*/ 569745 h 569745"/>
              <a:gd name="connsiteX39" fmla="*/ 237760 w 606580"/>
              <a:gd name="connsiteY39" fmla="*/ 550135 h 569745"/>
              <a:gd name="connsiteX40" fmla="*/ 19720 w 606580"/>
              <a:gd name="connsiteY40" fmla="*/ 332338 h 569745"/>
              <a:gd name="connsiteX41" fmla="*/ 0 w 606580"/>
              <a:gd name="connsiteY41" fmla="*/ 284873 h 569745"/>
              <a:gd name="connsiteX42" fmla="*/ 19720 w 606580"/>
              <a:gd name="connsiteY42" fmla="*/ 237407 h 569745"/>
              <a:gd name="connsiteX43" fmla="*/ 237760 w 606580"/>
              <a:gd name="connsiteY43" fmla="*/ 19690 h 569745"/>
              <a:gd name="connsiteX44" fmla="*/ 285296 w 606580"/>
              <a:gd name="connsiteY44" fmla="*/ 0 h 569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6580" h="569745">
                <a:moveTo>
                  <a:pt x="543411" y="61956"/>
                </a:moveTo>
                <a:cubicBezTo>
                  <a:pt x="548621" y="61956"/>
                  <a:pt x="553030" y="63797"/>
                  <a:pt x="556798" y="67559"/>
                </a:cubicBezTo>
                <a:lnTo>
                  <a:pt x="601369" y="112060"/>
                </a:lnTo>
                <a:cubicBezTo>
                  <a:pt x="604816" y="115741"/>
                  <a:pt x="606580" y="120223"/>
                  <a:pt x="606580" y="125346"/>
                </a:cubicBezTo>
                <a:cubicBezTo>
                  <a:pt x="606580" y="130548"/>
                  <a:pt x="604816" y="135030"/>
                  <a:pt x="601369" y="138712"/>
                </a:cubicBezTo>
                <a:lnTo>
                  <a:pt x="295704" y="442134"/>
                </a:lnTo>
                <a:cubicBezTo>
                  <a:pt x="291455" y="445896"/>
                  <a:pt x="286886" y="447737"/>
                  <a:pt x="281916" y="447737"/>
                </a:cubicBezTo>
                <a:cubicBezTo>
                  <a:pt x="280954" y="447737"/>
                  <a:pt x="280232" y="447577"/>
                  <a:pt x="279671" y="447337"/>
                </a:cubicBezTo>
                <a:cubicBezTo>
                  <a:pt x="275262" y="446857"/>
                  <a:pt x="271494" y="445096"/>
                  <a:pt x="268528" y="442134"/>
                </a:cubicBezTo>
                <a:lnTo>
                  <a:pt x="117339" y="290783"/>
                </a:lnTo>
                <a:cubicBezTo>
                  <a:pt x="113892" y="287102"/>
                  <a:pt x="112128" y="282700"/>
                  <a:pt x="112128" y="277497"/>
                </a:cubicBezTo>
                <a:cubicBezTo>
                  <a:pt x="112128" y="272295"/>
                  <a:pt x="113892" y="267973"/>
                  <a:pt x="117339" y="264451"/>
                </a:cubicBezTo>
                <a:lnTo>
                  <a:pt x="162311" y="219950"/>
                </a:lnTo>
                <a:cubicBezTo>
                  <a:pt x="165517" y="216268"/>
                  <a:pt x="169846" y="214428"/>
                  <a:pt x="175297" y="214428"/>
                </a:cubicBezTo>
                <a:cubicBezTo>
                  <a:pt x="180748" y="214428"/>
                  <a:pt x="185238" y="216268"/>
                  <a:pt x="188685" y="219950"/>
                </a:cubicBezTo>
                <a:lnTo>
                  <a:pt x="282316" y="313434"/>
                </a:lnTo>
                <a:lnTo>
                  <a:pt x="530023" y="67559"/>
                </a:lnTo>
                <a:cubicBezTo>
                  <a:pt x="533711" y="63797"/>
                  <a:pt x="538200" y="61956"/>
                  <a:pt x="543411" y="61956"/>
                </a:cubicBezTo>
                <a:close/>
                <a:moveTo>
                  <a:pt x="285296" y="0"/>
                </a:moveTo>
                <a:cubicBezTo>
                  <a:pt x="303894" y="0"/>
                  <a:pt x="319685" y="6563"/>
                  <a:pt x="332832" y="19690"/>
                </a:cubicBezTo>
                <a:lnTo>
                  <a:pt x="431271" y="117983"/>
                </a:lnTo>
                <a:lnTo>
                  <a:pt x="283452" y="265982"/>
                </a:lnTo>
                <a:lnTo>
                  <a:pt x="213631" y="196265"/>
                </a:lnTo>
                <a:cubicBezTo>
                  <a:pt x="203210" y="185860"/>
                  <a:pt x="190946" y="180657"/>
                  <a:pt x="176837" y="180657"/>
                </a:cubicBezTo>
                <a:cubicBezTo>
                  <a:pt x="162248" y="180657"/>
                  <a:pt x="149822" y="185780"/>
                  <a:pt x="139642" y="195865"/>
                </a:cubicBezTo>
                <a:lnTo>
                  <a:pt x="95072" y="240769"/>
                </a:lnTo>
                <a:cubicBezTo>
                  <a:pt x="84731" y="250694"/>
                  <a:pt x="79521" y="262861"/>
                  <a:pt x="79521" y="277509"/>
                </a:cubicBezTo>
                <a:cubicBezTo>
                  <a:pt x="79521" y="291836"/>
                  <a:pt x="84731" y="304163"/>
                  <a:pt x="95072" y="314568"/>
                </a:cubicBezTo>
                <a:lnTo>
                  <a:pt x="245937" y="465930"/>
                </a:lnTo>
                <a:cubicBezTo>
                  <a:pt x="253311" y="472813"/>
                  <a:pt x="261648" y="477376"/>
                  <a:pt x="270787" y="479617"/>
                </a:cubicBezTo>
                <a:lnTo>
                  <a:pt x="273031" y="481138"/>
                </a:lnTo>
                <a:lnTo>
                  <a:pt x="283452" y="481138"/>
                </a:lnTo>
                <a:cubicBezTo>
                  <a:pt x="298282" y="481138"/>
                  <a:pt x="310547" y="476015"/>
                  <a:pt x="320247" y="465930"/>
                </a:cubicBezTo>
                <a:lnTo>
                  <a:pt x="550151" y="236287"/>
                </a:lnTo>
                <a:lnTo>
                  <a:pt x="550872" y="237407"/>
                </a:lnTo>
                <a:cubicBezTo>
                  <a:pt x="564019" y="250534"/>
                  <a:pt x="570592" y="266303"/>
                  <a:pt x="570592" y="284873"/>
                </a:cubicBezTo>
                <a:cubicBezTo>
                  <a:pt x="570592" y="303443"/>
                  <a:pt x="564019" y="319291"/>
                  <a:pt x="550872" y="332338"/>
                </a:cubicBezTo>
                <a:lnTo>
                  <a:pt x="332832" y="550135"/>
                </a:lnTo>
                <a:cubicBezTo>
                  <a:pt x="319926" y="563182"/>
                  <a:pt x="304134" y="569745"/>
                  <a:pt x="285456" y="569745"/>
                </a:cubicBezTo>
                <a:cubicBezTo>
                  <a:pt x="266779" y="569745"/>
                  <a:pt x="250826" y="563182"/>
                  <a:pt x="237760" y="550135"/>
                </a:cubicBezTo>
                <a:lnTo>
                  <a:pt x="19720" y="332338"/>
                </a:lnTo>
                <a:cubicBezTo>
                  <a:pt x="6573" y="319291"/>
                  <a:pt x="0" y="303443"/>
                  <a:pt x="0" y="284873"/>
                </a:cubicBezTo>
                <a:cubicBezTo>
                  <a:pt x="0" y="266383"/>
                  <a:pt x="6573" y="250534"/>
                  <a:pt x="19720" y="237407"/>
                </a:cubicBezTo>
                <a:lnTo>
                  <a:pt x="237760" y="19690"/>
                </a:lnTo>
                <a:cubicBezTo>
                  <a:pt x="250907" y="6563"/>
                  <a:pt x="266698" y="0"/>
                  <a:pt x="285296" y="0"/>
                </a:cubicBezTo>
                <a:close/>
              </a:path>
            </a:pathLst>
          </a:custGeom>
          <a:solidFill>
            <a:schemeClr val="bg1"/>
          </a:solidFill>
          <a:ln>
            <a:noFill/>
          </a:ln>
        </p:spPr>
      </p:sp>
      <p:sp>
        <p:nvSpPr>
          <p:cNvPr id="39" name="intelligence_66143"/>
          <p:cNvSpPr>
            <a:spLocks noChangeAspect="1"/>
          </p:cNvSpPr>
          <p:nvPr/>
        </p:nvSpPr>
        <p:spPr bwMode="auto">
          <a:xfrm>
            <a:off x="7001329" y="5059400"/>
            <a:ext cx="316656" cy="370844"/>
          </a:xfrm>
          <a:custGeom>
            <a:avLst/>
            <a:gdLst>
              <a:gd name="connsiteX0" fmla="*/ 220247 w 519074"/>
              <a:gd name="connsiteY0" fmla="*/ 135608 h 607902"/>
              <a:gd name="connsiteX1" fmla="*/ 265974 w 519074"/>
              <a:gd name="connsiteY1" fmla="*/ 181264 h 607902"/>
              <a:gd name="connsiteX2" fmla="*/ 220247 w 519074"/>
              <a:gd name="connsiteY2" fmla="*/ 226920 h 607902"/>
              <a:gd name="connsiteX3" fmla="*/ 174521 w 519074"/>
              <a:gd name="connsiteY3" fmla="*/ 181264 h 607902"/>
              <a:gd name="connsiteX4" fmla="*/ 220247 w 519074"/>
              <a:gd name="connsiteY4" fmla="*/ 135608 h 607902"/>
              <a:gd name="connsiteX5" fmla="*/ 212236 w 519074"/>
              <a:gd name="connsiteY5" fmla="*/ 59615 h 607902"/>
              <a:gd name="connsiteX6" fmla="*/ 202277 w 519074"/>
              <a:gd name="connsiteY6" fmla="*/ 66210 h 607902"/>
              <a:gd name="connsiteX7" fmla="*/ 191760 w 519074"/>
              <a:gd name="connsiteY7" fmla="*/ 91321 h 607902"/>
              <a:gd name="connsiteX8" fmla="*/ 185714 w 519074"/>
              <a:gd name="connsiteY8" fmla="*/ 97206 h 607902"/>
              <a:gd name="connsiteX9" fmla="*/ 185054 w 519074"/>
              <a:gd name="connsiteY9" fmla="*/ 97459 h 607902"/>
              <a:gd name="connsiteX10" fmla="*/ 176924 w 519074"/>
              <a:gd name="connsiteY10" fmla="*/ 97459 h 607902"/>
              <a:gd name="connsiteX11" fmla="*/ 151521 w 519074"/>
              <a:gd name="connsiteY11" fmla="*/ 87263 h 607902"/>
              <a:gd name="connsiteX12" fmla="*/ 139886 w 519074"/>
              <a:gd name="connsiteY12" fmla="*/ 89647 h 607902"/>
              <a:gd name="connsiteX13" fmla="*/ 128403 w 519074"/>
              <a:gd name="connsiteY13" fmla="*/ 101061 h 607902"/>
              <a:gd name="connsiteX14" fmla="*/ 126066 w 519074"/>
              <a:gd name="connsiteY14" fmla="*/ 112780 h 607902"/>
              <a:gd name="connsiteX15" fmla="*/ 136329 w 519074"/>
              <a:gd name="connsiteY15" fmla="*/ 137739 h 607902"/>
              <a:gd name="connsiteX16" fmla="*/ 136329 w 519074"/>
              <a:gd name="connsiteY16" fmla="*/ 145906 h 607902"/>
              <a:gd name="connsiteX17" fmla="*/ 136024 w 519074"/>
              <a:gd name="connsiteY17" fmla="*/ 146870 h 607902"/>
              <a:gd name="connsiteX18" fmla="*/ 130181 w 519074"/>
              <a:gd name="connsiteY18" fmla="*/ 152806 h 607902"/>
              <a:gd name="connsiteX19" fmla="*/ 105133 w 519074"/>
              <a:gd name="connsiteY19" fmla="*/ 163510 h 607902"/>
              <a:gd name="connsiteX20" fmla="*/ 98528 w 519074"/>
              <a:gd name="connsiteY20" fmla="*/ 173351 h 607902"/>
              <a:gd name="connsiteX21" fmla="*/ 98528 w 519074"/>
              <a:gd name="connsiteY21" fmla="*/ 173402 h 607902"/>
              <a:gd name="connsiteX22" fmla="*/ 98630 w 519074"/>
              <a:gd name="connsiteY22" fmla="*/ 173402 h 607902"/>
              <a:gd name="connsiteX23" fmla="*/ 98630 w 519074"/>
              <a:gd name="connsiteY23" fmla="*/ 189534 h 607902"/>
              <a:gd name="connsiteX24" fmla="*/ 105235 w 519074"/>
              <a:gd name="connsiteY24" fmla="*/ 199477 h 607902"/>
              <a:gd name="connsiteX25" fmla="*/ 130181 w 519074"/>
              <a:gd name="connsiteY25" fmla="*/ 209826 h 607902"/>
              <a:gd name="connsiteX26" fmla="*/ 136075 w 519074"/>
              <a:gd name="connsiteY26" fmla="*/ 215812 h 607902"/>
              <a:gd name="connsiteX27" fmla="*/ 136482 w 519074"/>
              <a:gd name="connsiteY27" fmla="*/ 216725 h 607902"/>
              <a:gd name="connsiteX28" fmla="*/ 136532 w 519074"/>
              <a:gd name="connsiteY28" fmla="*/ 224943 h 607902"/>
              <a:gd name="connsiteX29" fmla="*/ 126371 w 519074"/>
              <a:gd name="connsiteY29" fmla="*/ 250156 h 607902"/>
              <a:gd name="connsiteX30" fmla="*/ 128759 w 519074"/>
              <a:gd name="connsiteY30" fmla="*/ 261773 h 607902"/>
              <a:gd name="connsiteX31" fmla="*/ 140191 w 519074"/>
              <a:gd name="connsiteY31" fmla="*/ 273238 h 607902"/>
              <a:gd name="connsiteX32" fmla="*/ 151927 w 519074"/>
              <a:gd name="connsiteY32" fmla="*/ 275572 h 607902"/>
              <a:gd name="connsiteX33" fmla="*/ 177077 w 519074"/>
              <a:gd name="connsiteY33" fmla="*/ 265223 h 607902"/>
              <a:gd name="connsiteX34" fmla="*/ 185206 w 519074"/>
              <a:gd name="connsiteY34" fmla="*/ 265223 h 607902"/>
              <a:gd name="connsiteX35" fmla="*/ 185867 w 519074"/>
              <a:gd name="connsiteY35" fmla="*/ 265476 h 607902"/>
              <a:gd name="connsiteX36" fmla="*/ 191964 w 519074"/>
              <a:gd name="connsiteY36" fmla="*/ 271310 h 607902"/>
              <a:gd name="connsiteX37" fmla="*/ 202735 w 519074"/>
              <a:gd name="connsiteY37" fmla="*/ 296472 h 607902"/>
              <a:gd name="connsiteX38" fmla="*/ 212642 w 519074"/>
              <a:gd name="connsiteY38" fmla="*/ 303016 h 607902"/>
              <a:gd name="connsiteX39" fmla="*/ 228799 w 519074"/>
              <a:gd name="connsiteY39" fmla="*/ 303016 h 607902"/>
              <a:gd name="connsiteX40" fmla="*/ 238757 w 519074"/>
              <a:gd name="connsiteY40" fmla="*/ 296421 h 607902"/>
              <a:gd name="connsiteX41" fmla="*/ 249224 w 519074"/>
              <a:gd name="connsiteY41" fmla="*/ 271057 h 607902"/>
              <a:gd name="connsiteX42" fmla="*/ 255117 w 519074"/>
              <a:gd name="connsiteY42" fmla="*/ 265223 h 607902"/>
              <a:gd name="connsiteX43" fmla="*/ 255575 w 519074"/>
              <a:gd name="connsiteY43" fmla="*/ 265020 h 607902"/>
              <a:gd name="connsiteX44" fmla="*/ 263704 w 519074"/>
              <a:gd name="connsiteY44" fmla="*/ 264969 h 607902"/>
              <a:gd name="connsiteX45" fmla="*/ 289463 w 519074"/>
              <a:gd name="connsiteY45" fmla="*/ 275216 h 607902"/>
              <a:gd name="connsiteX46" fmla="*/ 301098 w 519074"/>
              <a:gd name="connsiteY46" fmla="*/ 272883 h 607902"/>
              <a:gd name="connsiteX47" fmla="*/ 312530 w 519074"/>
              <a:gd name="connsiteY47" fmla="*/ 261418 h 607902"/>
              <a:gd name="connsiteX48" fmla="*/ 314918 w 519074"/>
              <a:gd name="connsiteY48" fmla="*/ 249750 h 607902"/>
              <a:gd name="connsiteX49" fmla="*/ 304350 w 519074"/>
              <a:gd name="connsiteY49" fmla="*/ 224284 h 607902"/>
              <a:gd name="connsiteX50" fmla="*/ 304299 w 519074"/>
              <a:gd name="connsiteY50" fmla="*/ 216268 h 607902"/>
              <a:gd name="connsiteX51" fmla="*/ 304401 w 519074"/>
              <a:gd name="connsiteY51" fmla="*/ 215913 h 607902"/>
              <a:gd name="connsiteX52" fmla="*/ 310244 w 519074"/>
              <a:gd name="connsiteY52" fmla="*/ 209978 h 607902"/>
              <a:gd name="connsiteX53" fmla="*/ 335851 w 519074"/>
              <a:gd name="connsiteY53" fmla="*/ 199071 h 607902"/>
              <a:gd name="connsiteX54" fmla="*/ 342405 w 519074"/>
              <a:gd name="connsiteY54" fmla="*/ 189179 h 607902"/>
              <a:gd name="connsiteX55" fmla="*/ 342405 w 519074"/>
              <a:gd name="connsiteY55" fmla="*/ 173047 h 607902"/>
              <a:gd name="connsiteX56" fmla="*/ 335800 w 519074"/>
              <a:gd name="connsiteY56" fmla="*/ 163104 h 607902"/>
              <a:gd name="connsiteX57" fmla="*/ 310295 w 519074"/>
              <a:gd name="connsiteY57" fmla="*/ 152450 h 607902"/>
              <a:gd name="connsiteX58" fmla="*/ 304401 w 519074"/>
              <a:gd name="connsiteY58" fmla="*/ 146464 h 607902"/>
              <a:gd name="connsiteX59" fmla="*/ 304350 w 519074"/>
              <a:gd name="connsiteY59" fmla="*/ 146261 h 607902"/>
              <a:gd name="connsiteX60" fmla="*/ 304248 w 519074"/>
              <a:gd name="connsiteY60" fmla="*/ 138145 h 607902"/>
              <a:gd name="connsiteX61" fmla="*/ 314562 w 519074"/>
              <a:gd name="connsiteY61" fmla="*/ 112425 h 607902"/>
              <a:gd name="connsiteX62" fmla="*/ 312174 w 519074"/>
              <a:gd name="connsiteY62" fmla="*/ 100808 h 607902"/>
              <a:gd name="connsiteX63" fmla="*/ 300743 w 519074"/>
              <a:gd name="connsiteY63" fmla="*/ 89343 h 607902"/>
              <a:gd name="connsiteX64" fmla="*/ 289006 w 519074"/>
              <a:gd name="connsiteY64" fmla="*/ 87009 h 607902"/>
              <a:gd name="connsiteX65" fmla="*/ 263704 w 519074"/>
              <a:gd name="connsiteY65" fmla="*/ 97409 h 607902"/>
              <a:gd name="connsiteX66" fmla="*/ 255422 w 519074"/>
              <a:gd name="connsiteY66" fmla="*/ 97409 h 607902"/>
              <a:gd name="connsiteX67" fmla="*/ 255016 w 519074"/>
              <a:gd name="connsiteY67" fmla="*/ 97257 h 607902"/>
              <a:gd name="connsiteX68" fmla="*/ 249122 w 519074"/>
              <a:gd name="connsiteY68" fmla="*/ 91524 h 607902"/>
              <a:gd name="connsiteX69" fmla="*/ 238300 w 519074"/>
              <a:gd name="connsiteY69" fmla="*/ 66159 h 607902"/>
              <a:gd name="connsiteX70" fmla="*/ 228393 w 519074"/>
              <a:gd name="connsiteY70" fmla="*/ 59615 h 607902"/>
              <a:gd name="connsiteX71" fmla="*/ 227935 w 519074"/>
              <a:gd name="connsiteY71" fmla="*/ 8 h 607902"/>
              <a:gd name="connsiteX72" fmla="*/ 459669 w 519074"/>
              <a:gd name="connsiteY72" fmla="*/ 229458 h 607902"/>
              <a:gd name="connsiteX73" fmla="*/ 474099 w 519074"/>
              <a:gd name="connsiteY73" fmla="*/ 287341 h 607902"/>
              <a:gd name="connsiteX74" fmla="*/ 516625 w 519074"/>
              <a:gd name="connsiteY74" fmla="*/ 367443 h 607902"/>
              <a:gd name="connsiteX75" fmla="*/ 498689 w 519074"/>
              <a:gd name="connsiteY75" fmla="*/ 397779 h 607902"/>
              <a:gd name="connsiteX76" fmla="*/ 459720 w 519074"/>
              <a:gd name="connsiteY76" fmla="*/ 398540 h 607902"/>
              <a:gd name="connsiteX77" fmla="*/ 459720 w 519074"/>
              <a:gd name="connsiteY77" fmla="*/ 483107 h 607902"/>
              <a:gd name="connsiteX78" fmla="*/ 411402 w 519074"/>
              <a:gd name="connsiteY78" fmla="*/ 531402 h 607902"/>
              <a:gd name="connsiteX79" fmla="*/ 344844 w 519074"/>
              <a:gd name="connsiteY79" fmla="*/ 531402 h 607902"/>
              <a:gd name="connsiteX80" fmla="*/ 344844 w 519074"/>
              <a:gd name="connsiteY80" fmla="*/ 590958 h 607902"/>
              <a:gd name="connsiteX81" fmla="*/ 327925 w 519074"/>
              <a:gd name="connsiteY81" fmla="*/ 607902 h 607902"/>
              <a:gd name="connsiteX82" fmla="*/ 89688 w 519074"/>
              <a:gd name="connsiteY82" fmla="*/ 607902 h 607902"/>
              <a:gd name="connsiteX83" fmla="*/ 72718 w 519074"/>
              <a:gd name="connsiteY83" fmla="*/ 590958 h 607902"/>
              <a:gd name="connsiteX84" fmla="*/ 72718 w 519074"/>
              <a:gd name="connsiteY84" fmla="*/ 529829 h 607902"/>
              <a:gd name="connsiteX85" fmla="*/ 25111 w 519074"/>
              <a:gd name="connsiteY85" fmla="*/ 333657 h 607902"/>
              <a:gd name="connsiteX86" fmla="*/ 12 w 519074"/>
              <a:gd name="connsiteY86" fmla="*/ 231792 h 607902"/>
              <a:gd name="connsiteX87" fmla="*/ 227935 w 519074"/>
              <a:gd name="connsiteY87" fmla="*/ 8 h 607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519074" h="607902">
                <a:moveTo>
                  <a:pt x="220247" y="135608"/>
                </a:moveTo>
                <a:cubicBezTo>
                  <a:pt x="245549" y="135608"/>
                  <a:pt x="265974" y="156052"/>
                  <a:pt x="265974" y="181264"/>
                </a:cubicBezTo>
                <a:cubicBezTo>
                  <a:pt x="265974" y="206527"/>
                  <a:pt x="245499" y="226920"/>
                  <a:pt x="220247" y="226920"/>
                </a:cubicBezTo>
                <a:cubicBezTo>
                  <a:pt x="194996" y="226920"/>
                  <a:pt x="174521" y="206426"/>
                  <a:pt x="174521" y="181264"/>
                </a:cubicBezTo>
                <a:cubicBezTo>
                  <a:pt x="174521" y="156052"/>
                  <a:pt x="194996" y="135608"/>
                  <a:pt x="220247" y="135608"/>
                </a:cubicBezTo>
                <a:close/>
                <a:moveTo>
                  <a:pt x="212236" y="59615"/>
                </a:moveTo>
                <a:cubicBezTo>
                  <a:pt x="207866" y="59615"/>
                  <a:pt x="203954" y="62253"/>
                  <a:pt x="202277" y="66210"/>
                </a:cubicBezTo>
                <a:lnTo>
                  <a:pt x="191760" y="91321"/>
                </a:lnTo>
                <a:cubicBezTo>
                  <a:pt x="190592" y="94010"/>
                  <a:pt x="188458" y="96140"/>
                  <a:pt x="185714" y="97206"/>
                </a:cubicBezTo>
                <a:cubicBezTo>
                  <a:pt x="185511" y="97257"/>
                  <a:pt x="185257" y="97409"/>
                  <a:pt x="185054" y="97459"/>
                </a:cubicBezTo>
                <a:cubicBezTo>
                  <a:pt x="182412" y="98474"/>
                  <a:pt x="179516" y="98474"/>
                  <a:pt x="176924" y="97459"/>
                </a:cubicBezTo>
                <a:lnTo>
                  <a:pt x="151521" y="87263"/>
                </a:lnTo>
                <a:cubicBezTo>
                  <a:pt x="147507" y="85639"/>
                  <a:pt x="142934" y="86603"/>
                  <a:pt x="139886" y="89647"/>
                </a:cubicBezTo>
                <a:lnTo>
                  <a:pt x="128403" y="101061"/>
                </a:lnTo>
                <a:cubicBezTo>
                  <a:pt x="125304" y="104105"/>
                  <a:pt x="124440" y="108772"/>
                  <a:pt x="126066" y="112780"/>
                </a:cubicBezTo>
                <a:lnTo>
                  <a:pt x="136329" y="137739"/>
                </a:lnTo>
                <a:cubicBezTo>
                  <a:pt x="137447" y="140377"/>
                  <a:pt x="137447" y="143268"/>
                  <a:pt x="136329" y="145906"/>
                </a:cubicBezTo>
                <a:cubicBezTo>
                  <a:pt x="136278" y="146261"/>
                  <a:pt x="136126" y="146515"/>
                  <a:pt x="136024" y="146870"/>
                </a:cubicBezTo>
                <a:cubicBezTo>
                  <a:pt x="134907" y="149508"/>
                  <a:pt x="132823" y="151639"/>
                  <a:pt x="130181" y="152806"/>
                </a:cubicBezTo>
                <a:lnTo>
                  <a:pt x="105133" y="163510"/>
                </a:lnTo>
                <a:cubicBezTo>
                  <a:pt x="101119" y="165184"/>
                  <a:pt x="98528" y="169039"/>
                  <a:pt x="98528" y="173351"/>
                </a:cubicBezTo>
                <a:lnTo>
                  <a:pt x="98528" y="173402"/>
                </a:lnTo>
                <a:lnTo>
                  <a:pt x="98630" y="173402"/>
                </a:lnTo>
                <a:lnTo>
                  <a:pt x="98630" y="189534"/>
                </a:lnTo>
                <a:cubicBezTo>
                  <a:pt x="98630" y="193897"/>
                  <a:pt x="101272" y="197803"/>
                  <a:pt x="105235" y="199477"/>
                </a:cubicBezTo>
                <a:lnTo>
                  <a:pt x="130181" y="209826"/>
                </a:lnTo>
                <a:cubicBezTo>
                  <a:pt x="132874" y="210942"/>
                  <a:pt x="135008" y="213073"/>
                  <a:pt x="136075" y="215812"/>
                </a:cubicBezTo>
                <a:cubicBezTo>
                  <a:pt x="136228" y="216116"/>
                  <a:pt x="136329" y="216421"/>
                  <a:pt x="136482" y="216725"/>
                </a:cubicBezTo>
                <a:cubicBezTo>
                  <a:pt x="137549" y="219363"/>
                  <a:pt x="137650" y="222305"/>
                  <a:pt x="136532" y="224943"/>
                </a:cubicBezTo>
                <a:lnTo>
                  <a:pt x="126371" y="250156"/>
                </a:lnTo>
                <a:cubicBezTo>
                  <a:pt x="124745" y="254164"/>
                  <a:pt x="125710" y="258729"/>
                  <a:pt x="128759" y="261773"/>
                </a:cubicBezTo>
                <a:lnTo>
                  <a:pt x="140191" y="273238"/>
                </a:lnTo>
                <a:cubicBezTo>
                  <a:pt x="143239" y="276332"/>
                  <a:pt x="147913" y="277195"/>
                  <a:pt x="151927" y="275572"/>
                </a:cubicBezTo>
                <a:lnTo>
                  <a:pt x="177077" y="265223"/>
                </a:lnTo>
                <a:cubicBezTo>
                  <a:pt x="179617" y="264208"/>
                  <a:pt x="182564" y="264208"/>
                  <a:pt x="185206" y="265223"/>
                </a:cubicBezTo>
                <a:cubicBezTo>
                  <a:pt x="185409" y="265273"/>
                  <a:pt x="185663" y="265426"/>
                  <a:pt x="185867" y="265476"/>
                </a:cubicBezTo>
                <a:cubicBezTo>
                  <a:pt x="188559" y="266491"/>
                  <a:pt x="190795" y="268622"/>
                  <a:pt x="191964" y="271310"/>
                </a:cubicBezTo>
                <a:lnTo>
                  <a:pt x="202735" y="296472"/>
                </a:lnTo>
                <a:cubicBezTo>
                  <a:pt x="204411" y="300480"/>
                  <a:pt x="208273" y="303016"/>
                  <a:pt x="212642" y="303016"/>
                </a:cubicBezTo>
                <a:lnTo>
                  <a:pt x="228799" y="303016"/>
                </a:lnTo>
                <a:cubicBezTo>
                  <a:pt x="233169" y="303016"/>
                  <a:pt x="237081" y="300378"/>
                  <a:pt x="238757" y="296421"/>
                </a:cubicBezTo>
                <a:lnTo>
                  <a:pt x="249224" y="271057"/>
                </a:lnTo>
                <a:cubicBezTo>
                  <a:pt x="250342" y="268419"/>
                  <a:pt x="252475" y="266288"/>
                  <a:pt x="255117" y="265223"/>
                </a:cubicBezTo>
                <a:cubicBezTo>
                  <a:pt x="255219" y="265172"/>
                  <a:pt x="255422" y="265070"/>
                  <a:pt x="255575" y="265020"/>
                </a:cubicBezTo>
                <a:cubicBezTo>
                  <a:pt x="258217" y="263954"/>
                  <a:pt x="261113" y="263954"/>
                  <a:pt x="263704" y="264969"/>
                </a:cubicBezTo>
                <a:lnTo>
                  <a:pt x="289463" y="275216"/>
                </a:lnTo>
                <a:cubicBezTo>
                  <a:pt x="293426" y="276840"/>
                  <a:pt x="298050" y="275927"/>
                  <a:pt x="301098" y="272883"/>
                </a:cubicBezTo>
                <a:lnTo>
                  <a:pt x="312530" y="261418"/>
                </a:lnTo>
                <a:cubicBezTo>
                  <a:pt x="315680" y="258374"/>
                  <a:pt x="316595" y="253707"/>
                  <a:pt x="314918" y="249750"/>
                </a:cubicBezTo>
                <a:lnTo>
                  <a:pt x="304350" y="224284"/>
                </a:lnTo>
                <a:cubicBezTo>
                  <a:pt x="303283" y="221747"/>
                  <a:pt x="303283" y="218805"/>
                  <a:pt x="304299" y="216268"/>
                </a:cubicBezTo>
                <a:lnTo>
                  <a:pt x="304401" y="215913"/>
                </a:lnTo>
                <a:cubicBezTo>
                  <a:pt x="305519" y="213225"/>
                  <a:pt x="307602" y="211094"/>
                  <a:pt x="310244" y="209978"/>
                </a:cubicBezTo>
                <a:lnTo>
                  <a:pt x="335851" y="199071"/>
                </a:lnTo>
                <a:cubicBezTo>
                  <a:pt x="339865" y="197397"/>
                  <a:pt x="342405" y="193542"/>
                  <a:pt x="342405" y="189179"/>
                </a:cubicBezTo>
                <a:lnTo>
                  <a:pt x="342405" y="173047"/>
                </a:lnTo>
                <a:cubicBezTo>
                  <a:pt x="342405" y="168684"/>
                  <a:pt x="339763" y="164778"/>
                  <a:pt x="335800" y="163104"/>
                </a:cubicBezTo>
                <a:lnTo>
                  <a:pt x="310295" y="152450"/>
                </a:lnTo>
                <a:cubicBezTo>
                  <a:pt x="307602" y="151334"/>
                  <a:pt x="305519" y="149153"/>
                  <a:pt x="304401" y="146464"/>
                </a:cubicBezTo>
                <a:cubicBezTo>
                  <a:pt x="304401" y="146363"/>
                  <a:pt x="304350" y="146312"/>
                  <a:pt x="304350" y="146261"/>
                </a:cubicBezTo>
                <a:cubicBezTo>
                  <a:pt x="303232" y="143674"/>
                  <a:pt x="303232" y="140783"/>
                  <a:pt x="304248" y="138145"/>
                </a:cubicBezTo>
                <a:lnTo>
                  <a:pt x="314562" y="112425"/>
                </a:lnTo>
                <a:cubicBezTo>
                  <a:pt x="316188" y="108417"/>
                  <a:pt x="315223" y="103851"/>
                  <a:pt x="312174" y="100808"/>
                </a:cubicBezTo>
                <a:lnTo>
                  <a:pt x="300743" y="89343"/>
                </a:lnTo>
                <a:cubicBezTo>
                  <a:pt x="297694" y="86248"/>
                  <a:pt x="293020" y="85386"/>
                  <a:pt x="289006" y="87009"/>
                </a:cubicBezTo>
                <a:lnTo>
                  <a:pt x="263704" y="97409"/>
                </a:lnTo>
                <a:cubicBezTo>
                  <a:pt x="261062" y="98575"/>
                  <a:pt x="258064" y="98474"/>
                  <a:pt x="255422" y="97409"/>
                </a:cubicBezTo>
                <a:cubicBezTo>
                  <a:pt x="255270" y="97409"/>
                  <a:pt x="255168" y="97358"/>
                  <a:pt x="255016" y="97257"/>
                </a:cubicBezTo>
                <a:cubicBezTo>
                  <a:pt x="252374" y="96191"/>
                  <a:pt x="250291" y="94162"/>
                  <a:pt x="249122" y="91524"/>
                </a:cubicBezTo>
                <a:lnTo>
                  <a:pt x="238300" y="66159"/>
                </a:lnTo>
                <a:cubicBezTo>
                  <a:pt x="236623" y="62152"/>
                  <a:pt x="232711" y="59615"/>
                  <a:pt x="228393" y="59615"/>
                </a:cubicBezTo>
                <a:close/>
                <a:moveTo>
                  <a:pt x="227935" y="8"/>
                </a:moveTo>
                <a:cubicBezTo>
                  <a:pt x="355767" y="-1007"/>
                  <a:pt x="459669" y="102076"/>
                  <a:pt x="459669" y="229458"/>
                </a:cubicBezTo>
                <a:cubicBezTo>
                  <a:pt x="459669" y="249598"/>
                  <a:pt x="464597" y="269484"/>
                  <a:pt x="474099" y="287341"/>
                </a:cubicBezTo>
                <a:lnTo>
                  <a:pt x="516625" y="367443"/>
                </a:lnTo>
                <a:cubicBezTo>
                  <a:pt x="523890" y="381039"/>
                  <a:pt x="514135" y="397526"/>
                  <a:pt x="498689" y="397779"/>
                </a:cubicBezTo>
                <a:lnTo>
                  <a:pt x="459720" y="398540"/>
                </a:lnTo>
                <a:lnTo>
                  <a:pt x="459720" y="483107"/>
                </a:lnTo>
                <a:cubicBezTo>
                  <a:pt x="459720" y="509689"/>
                  <a:pt x="438025" y="531402"/>
                  <a:pt x="411402" y="531402"/>
                </a:cubicBezTo>
                <a:lnTo>
                  <a:pt x="344844" y="531402"/>
                </a:lnTo>
                <a:lnTo>
                  <a:pt x="344844" y="590958"/>
                </a:lnTo>
                <a:cubicBezTo>
                  <a:pt x="344844" y="600293"/>
                  <a:pt x="337273" y="607902"/>
                  <a:pt x="327925" y="607902"/>
                </a:cubicBezTo>
                <a:lnTo>
                  <a:pt x="89688" y="607902"/>
                </a:lnTo>
                <a:cubicBezTo>
                  <a:pt x="80339" y="607902"/>
                  <a:pt x="72718" y="600293"/>
                  <a:pt x="72718" y="590958"/>
                </a:cubicBezTo>
                <a:lnTo>
                  <a:pt x="72718" y="529829"/>
                </a:lnTo>
                <a:cubicBezTo>
                  <a:pt x="72718" y="461648"/>
                  <a:pt x="56358" y="394482"/>
                  <a:pt x="25111" y="333657"/>
                </a:cubicBezTo>
                <a:cubicBezTo>
                  <a:pt x="9462" y="303118"/>
                  <a:pt x="419" y="268469"/>
                  <a:pt x="12" y="231792"/>
                </a:cubicBezTo>
                <a:cubicBezTo>
                  <a:pt x="-1258" y="104562"/>
                  <a:pt x="100510" y="1022"/>
                  <a:pt x="227935" y="8"/>
                </a:cubicBezTo>
                <a:close/>
              </a:path>
            </a:pathLst>
          </a:custGeom>
          <a:solidFill>
            <a:schemeClr val="bg1"/>
          </a:solidFill>
          <a:ln>
            <a:noFill/>
          </a:ln>
        </p:spPr>
      </p:sp>
      <p:sp>
        <p:nvSpPr>
          <p:cNvPr id="40" name="文本框 39"/>
          <p:cNvSpPr txBox="1"/>
          <p:nvPr/>
        </p:nvSpPr>
        <p:spPr>
          <a:xfrm>
            <a:off x="7677151" y="1988429"/>
            <a:ext cx="4179489" cy="85555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1" name="文本框 40"/>
          <p:cNvSpPr txBox="1"/>
          <p:nvPr/>
        </p:nvSpPr>
        <p:spPr>
          <a:xfrm>
            <a:off x="7677151" y="3606838"/>
            <a:ext cx="4179489" cy="85555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2" name="文本框 41"/>
          <p:cNvSpPr txBox="1"/>
          <p:nvPr/>
        </p:nvSpPr>
        <p:spPr>
          <a:xfrm>
            <a:off x="7677151" y="5225247"/>
            <a:ext cx="4179489" cy="85555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图片 5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5184598" y="-125361"/>
            <a:ext cx="7144743" cy="7144743"/>
          </a:xfrm>
          <a:prstGeom prst="rect">
            <a:avLst/>
          </a:prstGeom>
        </p:spPr>
      </p:pic>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grpSp>
        <p:nvGrpSpPr>
          <p:cNvPr id="12" name="组合 11"/>
          <p:cNvGrpSpPr/>
          <p:nvPr/>
        </p:nvGrpSpPr>
        <p:grpSpPr>
          <a:xfrm>
            <a:off x="3944779" y="1519655"/>
            <a:ext cx="4518699" cy="4518699"/>
            <a:chOff x="3837771" y="1344730"/>
            <a:chExt cx="4518699" cy="4518699"/>
          </a:xfrm>
        </p:grpSpPr>
        <p:sp>
          <p:nvSpPr>
            <p:cNvPr id="13" name="矩形: 圆角 12"/>
            <p:cNvSpPr/>
            <p:nvPr/>
          </p:nvSpPr>
          <p:spPr>
            <a:xfrm rot="2700000">
              <a:off x="5585714" y="1344731"/>
              <a:ext cx="1022813" cy="4518699"/>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4" name="矩形: 圆角 13"/>
            <p:cNvSpPr/>
            <p:nvPr/>
          </p:nvSpPr>
          <p:spPr>
            <a:xfrm rot="18900000" flipV="1">
              <a:off x="5585714" y="1344730"/>
              <a:ext cx="1022813" cy="4518699"/>
            </a:xfrm>
            <a:prstGeom prst="roundRect">
              <a:avLst>
                <a:gd name="adj" fmla="val 50000"/>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grpSp>
      <p:grpSp>
        <p:nvGrpSpPr>
          <p:cNvPr id="15" name="组合 14"/>
          <p:cNvGrpSpPr/>
          <p:nvPr/>
        </p:nvGrpSpPr>
        <p:grpSpPr>
          <a:xfrm>
            <a:off x="767408" y="1484784"/>
            <a:ext cx="3415668" cy="1889593"/>
            <a:chOff x="660400" y="1309859"/>
            <a:chExt cx="3415668" cy="1889593"/>
          </a:xfrm>
        </p:grpSpPr>
        <p:sp>
          <p:nvSpPr>
            <p:cNvPr id="16" name="文本框 15"/>
            <p:cNvSpPr txBox="1"/>
            <p:nvPr/>
          </p:nvSpPr>
          <p:spPr>
            <a:xfrm>
              <a:off x="660400" y="1309859"/>
              <a:ext cx="1528624" cy="523220"/>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优势分析</a:t>
              </a:r>
              <a:endParaRPr kumimoji="0" lang="zh-CN" altLang="en-US" sz="2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p:cNvSpPr txBox="1"/>
            <p:nvPr/>
          </p:nvSpPr>
          <p:spPr>
            <a:xfrm>
              <a:off x="660400" y="2029452"/>
              <a:ext cx="3415668" cy="1170000"/>
            </a:xfrm>
            <a:prstGeom prst="rect">
              <a:avLst/>
            </a:prstGeom>
            <a:noFill/>
          </p:spPr>
          <p:txBody>
            <a:bodyPr wrap="square" lIns="0"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在这里输入对项目的具体优势分析  在这里输入对项目的具体优势分析   在这里</a:t>
              </a:r>
              <a:endPar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cxnSp>
          <p:nvCxnSpPr>
            <p:cNvPr id="18" name="直接连接符 17"/>
            <p:cNvCxnSpPr/>
            <p:nvPr/>
          </p:nvCxnSpPr>
          <p:spPr>
            <a:xfrm>
              <a:off x="682977" y="1930967"/>
              <a:ext cx="513537" cy="0"/>
            </a:xfrm>
            <a:prstGeom prst="line">
              <a:avLst/>
            </a:prstGeom>
            <a:ln w="38100">
              <a:solidFill>
                <a:srgbClr val="0326A0"/>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767408" y="4053595"/>
            <a:ext cx="3415668" cy="1889593"/>
            <a:chOff x="660400" y="1309859"/>
            <a:chExt cx="3415668" cy="1889593"/>
          </a:xfrm>
        </p:grpSpPr>
        <p:sp>
          <p:nvSpPr>
            <p:cNvPr id="20" name="文本框 19"/>
            <p:cNvSpPr txBox="1"/>
            <p:nvPr/>
          </p:nvSpPr>
          <p:spPr>
            <a:xfrm>
              <a:off x="660400" y="1309859"/>
              <a:ext cx="1528624" cy="523220"/>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机会分析</a:t>
              </a:r>
              <a:endParaRPr kumimoji="0" lang="zh-CN" altLang="en-US" sz="2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21" name="文本框 20"/>
            <p:cNvSpPr txBox="1"/>
            <p:nvPr/>
          </p:nvSpPr>
          <p:spPr>
            <a:xfrm>
              <a:off x="660400" y="2029452"/>
              <a:ext cx="3415668" cy="1170000"/>
            </a:xfrm>
            <a:prstGeom prst="rect">
              <a:avLst/>
            </a:prstGeom>
            <a:noFill/>
          </p:spPr>
          <p:txBody>
            <a:bodyPr wrap="square" lIns="0"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在这里输入对项目的具体机会分析  在这里输入对项目的具体机会分析   在这里</a:t>
              </a:r>
              <a:endPar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cxnSp>
          <p:nvCxnSpPr>
            <p:cNvPr id="22" name="直接连接符 21"/>
            <p:cNvCxnSpPr/>
            <p:nvPr/>
          </p:nvCxnSpPr>
          <p:spPr>
            <a:xfrm>
              <a:off x="682977" y="1930967"/>
              <a:ext cx="51353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8257847" y="1484784"/>
            <a:ext cx="3415668" cy="1889593"/>
            <a:chOff x="660400" y="1309859"/>
            <a:chExt cx="3415668" cy="1889593"/>
          </a:xfrm>
        </p:grpSpPr>
        <p:sp>
          <p:nvSpPr>
            <p:cNvPr id="24" name="文本框 23"/>
            <p:cNvSpPr txBox="1"/>
            <p:nvPr/>
          </p:nvSpPr>
          <p:spPr>
            <a:xfrm>
              <a:off x="660400" y="1309859"/>
              <a:ext cx="1528624" cy="523220"/>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劣势分析</a:t>
              </a:r>
              <a:endParaRPr kumimoji="0" lang="zh-CN" altLang="en-US" sz="2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25" name="文本框 24"/>
            <p:cNvSpPr txBox="1"/>
            <p:nvPr/>
          </p:nvSpPr>
          <p:spPr>
            <a:xfrm>
              <a:off x="660400" y="2029452"/>
              <a:ext cx="3415668" cy="1170000"/>
            </a:xfrm>
            <a:prstGeom prst="rect">
              <a:avLst/>
            </a:prstGeom>
            <a:noFill/>
          </p:spPr>
          <p:txBody>
            <a:bodyPr wrap="square" lIns="0"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在这里输入对项目的具体劣势分析  在这里输入对项目的具体劣势分析   在这里</a:t>
              </a:r>
              <a:endPar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682977" y="1930967"/>
              <a:ext cx="51353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8257847" y="4053595"/>
            <a:ext cx="3415668" cy="1889593"/>
            <a:chOff x="660400" y="1309859"/>
            <a:chExt cx="3415668" cy="1889593"/>
          </a:xfrm>
        </p:grpSpPr>
        <p:sp>
          <p:nvSpPr>
            <p:cNvPr id="35" name="文本框 34"/>
            <p:cNvSpPr txBox="1"/>
            <p:nvPr/>
          </p:nvSpPr>
          <p:spPr>
            <a:xfrm>
              <a:off x="660400" y="1309859"/>
              <a:ext cx="1528624" cy="523220"/>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威胁分析</a:t>
              </a:r>
              <a:endParaRPr kumimoji="0" lang="zh-CN" altLang="en-US" sz="2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36" name="文本框 35"/>
            <p:cNvSpPr txBox="1"/>
            <p:nvPr/>
          </p:nvSpPr>
          <p:spPr>
            <a:xfrm>
              <a:off x="660400" y="2029452"/>
              <a:ext cx="3415668" cy="1170000"/>
            </a:xfrm>
            <a:prstGeom prst="rect">
              <a:avLst/>
            </a:prstGeom>
            <a:noFill/>
          </p:spPr>
          <p:txBody>
            <a:bodyPr wrap="square" lIns="0"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在这里输入对项目的具体威胁分析  在这里输入对项目的具体威胁分析   在这里</a:t>
              </a:r>
              <a:endPar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cxnSp>
          <p:nvCxnSpPr>
            <p:cNvPr id="37" name="直接连接符 36"/>
            <p:cNvCxnSpPr/>
            <p:nvPr/>
          </p:nvCxnSpPr>
          <p:spPr>
            <a:xfrm>
              <a:off x="682977" y="1930967"/>
              <a:ext cx="513537" cy="0"/>
            </a:xfrm>
            <a:prstGeom prst="line">
              <a:avLst/>
            </a:prstGeom>
            <a:ln w="38100">
              <a:solidFill>
                <a:srgbClr val="0326A0"/>
              </a:solidFill>
            </a:ln>
          </p:spPr>
          <p:style>
            <a:lnRef idx="1">
              <a:schemeClr val="accent1"/>
            </a:lnRef>
            <a:fillRef idx="0">
              <a:schemeClr val="accent1"/>
            </a:fillRef>
            <a:effectRef idx="0">
              <a:schemeClr val="accent1"/>
            </a:effectRef>
            <a:fontRef idx="minor">
              <a:schemeClr val="tx1"/>
            </a:fontRef>
          </p:style>
        </p:cxnSp>
      </p:grpSp>
      <p:grpSp>
        <p:nvGrpSpPr>
          <p:cNvPr id="38" name="组合 37"/>
          <p:cNvGrpSpPr/>
          <p:nvPr/>
        </p:nvGrpSpPr>
        <p:grpSpPr>
          <a:xfrm>
            <a:off x="4529908" y="1947957"/>
            <a:ext cx="868428" cy="1067921"/>
            <a:chOff x="4422900" y="1773032"/>
            <a:chExt cx="868428" cy="1067921"/>
          </a:xfrm>
        </p:grpSpPr>
        <p:sp>
          <p:nvSpPr>
            <p:cNvPr id="39" name="椭圆 38"/>
            <p:cNvSpPr/>
            <p:nvPr/>
          </p:nvSpPr>
          <p:spPr>
            <a:xfrm flipH="1">
              <a:off x="4422900" y="1931077"/>
              <a:ext cx="868428" cy="8684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4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endParaRPr>
            </a:p>
          </p:txBody>
        </p:sp>
        <p:sp>
          <p:nvSpPr>
            <p:cNvPr id="40" name="文本框 39"/>
            <p:cNvSpPr txBox="1"/>
            <p:nvPr/>
          </p:nvSpPr>
          <p:spPr>
            <a:xfrm>
              <a:off x="4546260" y="1773032"/>
              <a:ext cx="719327" cy="10679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54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Arial" panose="020B0604020202020204" pitchFamily="34" charset="0"/>
                </a:rPr>
                <a:t>S</a:t>
              </a:r>
              <a:endParaRPr kumimoji="0" lang="zh-CN" altLang="en-US" sz="54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41" name="组合 40"/>
          <p:cNvGrpSpPr/>
          <p:nvPr/>
        </p:nvGrpSpPr>
        <p:grpSpPr>
          <a:xfrm>
            <a:off x="7007682" y="1895220"/>
            <a:ext cx="868428" cy="1079210"/>
            <a:chOff x="6900674" y="1720295"/>
            <a:chExt cx="868428" cy="1079210"/>
          </a:xfrm>
        </p:grpSpPr>
        <p:sp>
          <p:nvSpPr>
            <p:cNvPr id="42" name="椭圆 41"/>
            <p:cNvSpPr/>
            <p:nvPr/>
          </p:nvSpPr>
          <p:spPr>
            <a:xfrm flipH="1">
              <a:off x="6900674" y="1931077"/>
              <a:ext cx="868428" cy="8684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3" name="文本框 42"/>
            <p:cNvSpPr txBox="1"/>
            <p:nvPr/>
          </p:nvSpPr>
          <p:spPr>
            <a:xfrm>
              <a:off x="6961824" y="1720295"/>
              <a:ext cx="719327" cy="10679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5400" b="1" i="0" u="none" strike="noStrike" kern="1200" cap="none" spc="0" normalizeH="0" baseline="0" noProof="0" dirty="0">
                  <a:ln>
                    <a:noFill/>
                  </a:ln>
                  <a:solidFill>
                    <a:srgbClr val="FFA405"/>
                  </a:solidFill>
                  <a:effectLst/>
                  <a:uLnTx/>
                  <a:uFillTx/>
                  <a:latin typeface="微软雅黑" panose="020B0503020204020204" pitchFamily="34" charset="-122"/>
                  <a:ea typeface="微软雅黑" panose="020B0503020204020204" pitchFamily="34" charset="-122"/>
                  <a:cs typeface="Arial" panose="020B0604020202020204" pitchFamily="34" charset="0"/>
                </a:rPr>
                <a:t>w</a:t>
              </a:r>
              <a:endParaRPr kumimoji="0" lang="zh-CN" altLang="en-US" sz="5400" b="1" i="0" u="none" strike="noStrike" kern="1200" cap="none" spc="0" normalizeH="0" baseline="0" noProof="0" dirty="0">
                <a:ln>
                  <a:noFill/>
                </a:ln>
                <a:solidFill>
                  <a:srgbClr val="FFA405"/>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44" name="组合 43"/>
          <p:cNvGrpSpPr/>
          <p:nvPr/>
        </p:nvGrpSpPr>
        <p:grpSpPr>
          <a:xfrm>
            <a:off x="4529908" y="4375975"/>
            <a:ext cx="868428" cy="1067921"/>
            <a:chOff x="4422900" y="4201050"/>
            <a:chExt cx="868428" cy="1067921"/>
          </a:xfrm>
        </p:grpSpPr>
        <p:sp>
          <p:nvSpPr>
            <p:cNvPr id="45" name="椭圆 44"/>
            <p:cNvSpPr/>
            <p:nvPr/>
          </p:nvSpPr>
          <p:spPr>
            <a:xfrm flipH="1">
              <a:off x="4422900" y="4400543"/>
              <a:ext cx="868428" cy="8684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6" name="文本框 45"/>
            <p:cNvSpPr txBox="1"/>
            <p:nvPr/>
          </p:nvSpPr>
          <p:spPr>
            <a:xfrm>
              <a:off x="4542281" y="4201050"/>
              <a:ext cx="719327" cy="10679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5400" b="1" i="0" u="none" strike="noStrike" kern="1200" cap="none" spc="0" normalizeH="0" baseline="0" noProof="0" dirty="0">
                  <a:ln>
                    <a:noFill/>
                  </a:ln>
                  <a:solidFill>
                    <a:srgbClr val="FFA405"/>
                  </a:solidFill>
                  <a:effectLst/>
                  <a:uLnTx/>
                  <a:uFillTx/>
                  <a:latin typeface="微软雅黑" panose="020B0503020204020204" pitchFamily="34" charset="-122"/>
                  <a:ea typeface="微软雅黑" panose="020B0503020204020204" pitchFamily="34" charset="-122"/>
                  <a:cs typeface="Arial" panose="020B0604020202020204" pitchFamily="34" charset="0"/>
                </a:rPr>
                <a:t>o</a:t>
              </a:r>
              <a:endParaRPr kumimoji="0" lang="zh-CN" altLang="en-US" sz="5400" b="1" i="0" u="none" strike="noStrike" kern="1200" cap="none" spc="0" normalizeH="0" baseline="0" noProof="0" dirty="0">
                <a:ln>
                  <a:noFill/>
                </a:ln>
                <a:solidFill>
                  <a:srgbClr val="FFA405"/>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47" name="组合 46"/>
          <p:cNvGrpSpPr/>
          <p:nvPr/>
        </p:nvGrpSpPr>
        <p:grpSpPr>
          <a:xfrm>
            <a:off x="7007682" y="4464432"/>
            <a:ext cx="868428" cy="1067921"/>
            <a:chOff x="6900674" y="4289507"/>
            <a:chExt cx="868428" cy="1067921"/>
          </a:xfrm>
        </p:grpSpPr>
        <p:sp>
          <p:nvSpPr>
            <p:cNvPr id="48" name="椭圆 47"/>
            <p:cNvSpPr/>
            <p:nvPr/>
          </p:nvSpPr>
          <p:spPr>
            <a:xfrm flipH="1">
              <a:off x="6900674" y="4400543"/>
              <a:ext cx="868428" cy="8684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endParaRPr>
            </a:p>
          </p:txBody>
        </p:sp>
        <p:sp>
          <p:nvSpPr>
            <p:cNvPr id="49" name="文本框 48"/>
            <p:cNvSpPr txBox="1"/>
            <p:nvPr/>
          </p:nvSpPr>
          <p:spPr>
            <a:xfrm>
              <a:off x="6996418" y="4289507"/>
              <a:ext cx="719327" cy="10679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54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Arial" panose="020B0604020202020204" pitchFamily="34" charset="0"/>
                </a:rPr>
                <a:t>T</a:t>
              </a:r>
              <a:endParaRPr kumimoji="0" lang="zh-CN" altLang="en-US" sz="5400" b="1" i="0"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50" name="椭圆 49"/>
          <p:cNvSpPr/>
          <p:nvPr/>
        </p:nvSpPr>
        <p:spPr>
          <a:xfrm>
            <a:off x="5387762" y="2966396"/>
            <a:ext cx="1627713" cy="1627713"/>
          </a:xfrm>
          <a:prstGeom prst="ellipse">
            <a:avLst/>
          </a:prstGeom>
          <a:pattFill prst="dkUpDiag">
            <a:fgClr>
              <a:schemeClr val="bg1"/>
            </a:fgClr>
            <a:bgClr>
              <a:schemeClr val="bg1">
                <a:lumMod val="9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51" name="small-sharp-pencil_16463"/>
          <p:cNvSpPr>
            <a:spLocks noChangeAspect="1"/>
          </p:cNvSpPr>
          <p:nvPr/>
        </p:nvSpPr>
        <p:spPr bwMode="auto">
          <a:xfrm>
            <a:off x="5839748" y="3374377"/>
            <a:ext cx="790224" cy="804464"/>
          </a:xfrm>
          <a:custGeom>
            <a:avLst/>
            <a:gdLst>
              <a:gd name="connsiteX0" fmla="*/ 295041 w 590280"/>
              <a:gd name="connsiteY0" fmla="*/ 572408 h 600916"/>
              <a:gd name="connsiteX1" fmla="*/ 350237 w 590280"/>
              <a:gd name="connsiteY1" fmla="*/ 573002 h 600916"/>
              <a:gd name="connsiteX2" fmla="*/ 403447 w 590280"/>
              <a:gd name="connsiteY2" fmla="*/ 574190 h 600916"/>
              <a:gd name="connsiteX3" fmla="*/ 497956 w 590280"/>
              <a:gd name="connsiteY3" fmla="*/ 578545 h 600916"/>
              <a:gd name="connsiteX4" fmla="*/ 590280 w 590280"/>
              <a:gd name="connsiteY4" fmla="*/ 586662 h 600916"/>
              <a:gd name="connsiteX5" fmla="*/ 497956 w 590280"/>
              <a:gd name="connsiteY5" fmla="*/ 594779 h 600916"/>
              <a:gd name="connsiteX6" fmla="*/ 403447 w 590280"/>
              <a:gd name="connsiteY6" fmla="*/ 599134 h 600916"/>
              <a:gd name="connsiteX7" fmla="*/ 350237 w 590280"/>
              <a:gd name="connsiteY7" fmla="*/ 600322 h 600916"/>
              <a:gd name="connsiteX8" fmla="*/ 295041 w 590280"/>
              <a:gd name="connsiteY8" fmla="*/ 600916 h 600916"/>
              <a:gd name="connsiteX9" fmla="*/ 240043 w 590280"/>
              <a:gd name="connsiteY9" fmla="*/ 600322 h 600916"/>
              <a:gd name="connsiteX10" fmla="*/ 186634 w 590280"/>
              <a:gd name="connsiteY10" fmla="*/ 599134 h 600916"/>
              <a:gd name="connsiteX11" fmla="*/ 92126 w 590280"/>
              <a:gd name="connsiteY11" fmla="*/ 594779 h 600916"/>
              <a:gd name="connsiteX12" fmla="*/ 0 w 590280"/>
              <a:gd name="connsiteY12" fmla="*/ 586662 h 600916"/>
              <a:gd name="connsiteX13" fmla="*/ 92126 w 590280"/>
              <a:gd name="connsiteY13" fmla="*/ 578545 h 600916"/>
              <a:gd name="connsiteX14" fmla="*/ 186634 w 590280"/>
              <a:gd name="connsiteY14" fmla="*/ 574190 h 600916"/>
              <a:gd name="connsiteX15" fmla="*/ 240043 w 590280"/>
              <a:gd name="connsiteY15" fmla="*/ 573002 h 600916"/>
              <a:gd name="connsiteX16" fmla="*/ 295041 w 590280"/>
              <a:gd name="connsiteY16" fmla="*/ 572408 h 600916"/>
              <a:gd name="connsiteX17" fmla="*/ 535091 w 590280"/>
              <a:gd name="connsiteY17" fmla="*/ 487517 h 600916"/>
              <a:gd name="connsiteX18" fmla="*/ 584352 w 590280"/>
              <a:gd name="connsiteY18" fmla="*/ 580734 h 600916"/>
              <a:gd name="connsiteX19" fmla="*/ 490994 w 590280"/>
              <a:gd name="connsiteY19" fmla="*/ 531547 h 600916"/>
              <a:gd name="connsiteX20" fmla="*/ 243214 w 590280"/>
              <a:gd name="connsiteY20" fmla="*/ 67371 h 600916"/>
              <a:gd name="connsiteX21" fmla="*/ 446918 w 590280"/>
              <a:gd name="connsiteY21" fmla="*/ 270623 h 600916"/>
              <a:gd name="connsiteX22" fmla="*/ 522960 w 590280"/>
              <a:gd name="connsiteY22" fmla="*/ 459003 h 600916"/>
              <a:gd name="connsiteX23" fmla="*/ 462405 w 590280"/>
              <a:gd name="connsiteY23" fmla="*/ 519483 h 600916"/>
              <a:gd name="connsiteX24" fmla="*/ 273789 w 590280"/>
              <a:gd name="connsiteY24" fmla="*/ 443536 h 600916"/>
              <a:gd name="connsiteX25" fmla="*/ 70283 w 590280"/>
              <a:gd name="connsiteY25" fmla="*/ 240085 h 600916"/>
              <a:gd name="connsiteX26" fmla="*/ 125633 w 590280"/>
              <a:gd name="connsiteY26" fmla="*/ 437 h 600916"/>
              <a:gd name="connsiteX27" fmla="*/ 222987 w 590280"/>
              <a:gd name="connsiteY27" fmla="*/ 46960 h 600916"/>
              <a:gd name="connsiteX28" fmla="*/ 49825 w 590280"/>
              <a:gd name="connsiteY28" fmla="*/ 219863 h 600916"/>
              <a:gd name="connsiteX29" fmla="*/ 34534 w 590280"/>
              <a:gd name="connsiteY29" fmla="*/ 31692 h 600916"/>
              <a:gd name="connsiteX30" fmla="*/ 125633 w 590280"/>
              <a:gd name="connsiteY30" fmla="*/ 437 h 600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90280" h="600916">
                <a:moveTo>
                  <a:pt x="295041" y="572408"/>
                </a:moveTo>
                <a:cubicBezTo>
                  <a:pt x="313506" y="572606"/>
                  <a:pt x="331970" y="572804"/>
                  <a:pt x="350237" y="573002"/>
                </a:cubicBezTo>
                <a:cubicBezTo>
                  <a:pt x="368305" y="573002"/>
                  <a:pt x="386174" y="573794"/>
                  <a:pt x="403447" y="574190"/>
                </a:cubicBezTo>
                <a:cubicBezTo>
                  <a:pt x="437995" y="575180"/>
                  <a:pt x="470358" y="576764"/>
                  <a:pt x="497956" y="578545"/>
                </a:cubicBezTo>
                <a:cubicBezTo>
                  <a:pt x="553350" y="581911"/>
                  <a:pt x="590280" y="586662"/>
                  <a:pt x="590280" y="586662"/>
                </a:cubicBezTo>
                <a:cubicBezTo>
                  <a:pt x="590280" y="586662"/>
                  <a:pt x="553350" y="591414"/>
                  <a:pt x="497956" y="594779"/>
                </a:cubicBezTo>
                <a:cubicBezTo>
                  <a:pt x="470358" y="596561"/>
                  <a:pt x="437995" y="598145"/>
                  <a:pt x="403447" y="599134"/>
                </a:cubicBezTo>
                <a:cubicBezTo>
                  <a:pt x="386174" y="599530"/>
                  <a:pt x="368305" y="600322"/>
                  <a:pt x="350237" y="600322"/>
                </a:cubicBezTo>
                <a:cubicBezTo>
                  <a:pt x="331970" y="600520"/>
                  <a:pt x="313506" y="600718"/>
                  <a:pt x="295041" y="600916"/>
                </a:cubicBezTo>
                <a:cubicBezTo>
                  <a:pt x="276576" y="600718"/>
                  <a:pt x="258111" y="600520"/>
                  <a:pt x="240043" y="600322"/>
                </a:cubicBezTo>
                <a:cubicBezTo>
                  <a:pt x="221777" y="600322"/>
                  <a:pt x="203908" y="599530"/>
                  <a:pt x="186634" y="599134"/>
                </a:cubicBezTo>
                <a:cubicBezTo>
                  <a:pt x="152087" y="598145"/>
                  <a:pt x="119922" y="596561"/>
                  <a:pt x="92126" y="594779"/>
                </a:cubicBezTo>
                <a:cubicBezTo>
                  <a:pt x="36731" y="591414"/>
                  <a:pt x="0" y="586662"/>
                  <a:pt x="0" y="586662"/>
                </a:cubicBezTo>
                <a:cubicBezTo>
                  <a:pt x="0" y="586662"/>
                  <a:pt x="36731" y="581911"/>
                  <a:pt x="92126" y="578545"/>
                </a:cubicBezTo>
                <a:cubicBezTo>
                  <a:pt x="119724" y="576764"/>
                  <a:pt x="152087" y="575180"/>
                  <a:pt x="186634" y="574190"/>
                </a:cubicBezTo>
                <a:cubicBezTo>
                  <a:pt x="203908" y="573794"/>
                  <a:pt x="221777" y="573002"/>
                  <a:pt x="240043" y="573002"/>
                </a:cubicBezTo>
                <a:cubicBezTo>
                  <a:pt x="258111" y="572804"/>
                  <a:pt x="276576" y="572606"/>
                  <a:pt x="295041" y="572408"/>
                </a:cubicBezTo>
                <a:close/>
                <a:moveTo>
                  <a:pt x="535091" y="487517"/>
                </a:moveTo>
                <a:lnTo>
                  <a:pt x="584352" y="580734"/>
                </a:lnTo>
                <a:lnTo>
                  <a:pt x="490994" y="531547"/>
                </a:lnTo>
                <a:close/>
                <a:moveTo>
                  <a:pt x="243214" y="67371"/>
                </a:moveTo>
                <a:lnTo>
                  <a:pt x="446918" y="270623"/>
                </a:lnTo>
                <a:lnTo>
                  <a:pt x="522960" y="459003"/>
                </a:lnTo>
                <a:lnTo>
                  <a:pt x="462405" y="519483"/>
                </a:lnTo>
                <a:lnTo>
                  <a:pt x="273789" y="443536"/>
                </a:lnTo>
                <a:lnTo>
                  <a:pt x="70283" y="240085"/>
                </a:lnTo>
                <a:close/>
                <a:moveTo>
                  <a:pt x="125633" y="437"/>
                </a:moveTo>
                <a:cubicBezTo>
                  <a:pt x="159739" y="3189"/>
                  <a:pt x="194888" y="18903"/>
                  <a:pt x="222987" y="46960"/>
                </a:cubicBezTo>
                <a:lnTo>
                  <a:pt x="49825" y="219863"/>
                </a:lnTo>
                <a:cubicBezTo>
                  <a:pt x="-6373" y="163749"/>
                  <a:pt x="-13125" y="79478"/>
                  <a:pt x="34534" y="31692"/>
                </a:cubicBezTo>
                <a:cubicBezTo>
                  <a:pt x="58463" y="7898"/>
                  <a:pt x="91527" y="-2314"/>
                  <a:pt x="125633" y="437"/>
                </a:cubicBezTo>
                <a:close/>
              </a:path>
            </a:pathLst>
          </a:custGeom>
          <a:solidFill>
            <a:srgbClr val="0326A0"/>
          </a:solidFill>
          <a:ln>
            <a:noFill/>
          </a:ln>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
        <p:nvSpPr>
          <p:cNvPr id="12" name="矩形: 剪去单角 11"/>
          <p:cNvSpPr/>
          <p:nvPr/>
        </p:nvSpPr>
        <p:spPr>
          <a:xfrm>
            <a:off x="4223370" y="1124614"/>
            <a:ext cx="3497438" cy="2746618"/>
          </a:xfrm>
          <a:prstGeom prst="snip1Rect">
            <a:avLst>
              <a:gd name="adj" fmla="val 0"/>
            </a:avLst>
          </a:prstGeom>
          <a:blipFill>
            <a:blip r:embed="rId6">
              <a:extLst>
                <a:ext uri="{28A0092B-C50C-407E-A947-70E740481C1C}">
                  <a14:useLocalDpi xmlns:a14="http://schemas.microsoft.com/office/drawing/2010/main" val="0"/>
                </a:ext>
              </a:extLst>
            </a:blip>
            <a:stretch>
              <a:fillRect/>
            </a:stretch>
          </a:blipFill>
          <a:ln w="12700" cap="flat" cmpd="sng" algn="ctr">
            <a:noFill/>
            <a:prstDash val="solid"/>
            <a:miter lim="800000"/>
          </a:ln>
          <a:effectLst/>
        </p:spPr>
        <p:txBody>
          <a:bodyPr/>
          <a:lstStyle/>
          <a:p>
            <a:endParaRPr lang="zh-CN" altLang="en-US" dirty="0"/>
          </a:p>
        </p:txBody>
      </p:sp>
      <p:pic>
        <p:nvPicPr>
          <p:cNvPr id="13" name="图片 1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554309" y="1124613"/>
            <a:ext cx="3497438" cy="2739641"/>
          </a:xfrm>
          <a:prstGeom prst="rect">
            <a:avLst/>
          </a:prstGeom>
        </p:spPr>
      </p:pic>
      <p:pic>
        <p:nvPicPr>
          <p:cNvPr id="14" name="图片占位符 88"/>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a:xfrm>
            <a:off x="7880592" y="1124613"/>
            <a:ext cx="3517900" cy="2727859"/>
          </a:xfrm>
          <a:prstGeom prst="rect">
            <a:avLst/>
          </a:prstGeom>
        </p:spPr>
      </p:pic>
      <p:sp>
        <p:nvSpPr>
          <p:cNvPr id="15" name="文本框 14"/>
          <p:cNvSpPr txBox="1"/>
          <p:nvPr/>
        </p:nvSpPr>
        <p:spPr>
          <a:xfrm>
            <a:off x="920967" y="4093020"/>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请输入你的标题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6" name="组合 15"/>
          <p:cNvGrpSpPr/>
          <p:nvPr/>
        </p:nvGrpSpPr>
        <p:grpSpPr>
          <a:xfrm flipV="1">
            <a:off x="4212019" y="3710600"/>
            <a:ext cx="3509074" cy="308325"/>
            <a:chOff x="4341850" y="3188990"/>
            <a:chExt cx="3509074" cy="308325"/>
          </a:xfrm>
          <a:solidFill>
            <a:srgbClr val="0326A0"/>
          </a:solidFill>
        </p:grpSpPr>
        <p:grpSp>
          <p:nvGrpSpPr>
            <p:cNvPr id="17" name="组合 16"/>
            <p:cNvGrpSpPr/>
            <p:nvPr/>
          </p:nvGrpSpPr>
          <p:grpSpPr>
            <a:xfrm rot="16200000" flipH="1">
              <a:off x="5941838" y="2871379"/>
              <a:ext cx="308325" cy="943548"/>
              <a:chOff x="7141580" y="1944341"/>
              <a:chExt cx="262837" cy="804344"/>
            </a:xfrm>
            <a:grpFill/>
          </p:grpSpPr>
          <p:sp>
            <p:nvSpPr>
              <p:cNvPr id="20" name="矩形: 圆角 19"/>
              <p:cNvSpPr/>
              <p:nvPr/>
            </p:nvSpPr>
            <p:spPr>
              <a:xfrm>
                <a:off x="7141580" y="1944341"/>
                <a:ext cx="262837" cy="8043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grpSp>
            <p:nvGrpSpPr>
              <p:cNvPr id="21" name="组合 20"/>
              <p:cNvGrpSpPr/>
              <p:nvPr/>
            </p:nvGrpSpPr>
            <p:grpSpPr>
              <a:xfrm>
                <a:off x="7217731" y="2253168"/>
                <a:ext cx="110533" cy="186690"/>
                <a:chOff x="7217731" y="2194560"/>
                <a:chExt cx="110533" cy="186690"/>
              </a:xfrm>
              <a:grpFill/>
            </p:grpSpPr>
            <p:cxnSp>
              <p:nvCxnSpPr>
                <p:cNvPr id="22" name="直接连接符 21"/>
                <p:cNvCxnSpPr/>
                <p:nvPr/>
              </p:nvCxnSpPr>
              <p:spPr>
                <a:xfrm flipH="1">
                  <a:off x="7217731" y="2194560"/>
                  <a:ext cx="110533" cy="93345"/>
                </a:xfrm>
                <a:prstGeom prst="line">
                  <a:avLst/>
                </a:prstGeom>
                <a:grpFill/>
                <a:ln w="381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flipV="1">
                  <a:off x="7217731" y="2287905"/>
                  <a:ext cx="110533" cy="93345"/>
                </a:xfrm>
                <a:prstGeom prst="line">
                  <a:avLst/>
                </a:prstGeom>
                <a:grpFill/>
                <a:ln w="38100" cap="rnd">
                  <a:solidFill>
                    <a:schemeClr val="bg1"/>
                  </a:solidFill>
                  <a:round/>
                </a:ln>
              </p:spPr>
              <p:style>
                <a:lnRef idx="1">
                  <a:schemeClr val="accent1"/>
                </a:lnRef>
                <a:fillRef idx="0">
                  <a:schemeClr val="accent1"/>
                </a:fillRef>
                <a:effectRef idx="0">
                  <a:schemeClr val="accent1"/>
                </a:effectRef>
                <a:fontRef idx="minor">
                  <a:schemeClr val="tx1"/>
                </a:fontRef>
              </p:style>
            </p:cxnSp>
          </p:grpSp>
        </p:grpSp>
        <p:cxnSp>
          <p:nvCxnSpPr>
            <p:cNvPr id="18" name="直接连接符 17"/>
            <p:cNvCxnSpPr>
              <a:endCxn id="20" idx="0"/>
            </p:cNvCxnSpPr>
            <p:nvPr/>
          </p:nvCxnSpPr>
          <p:spPr>
            <a:xfrm>
              <a:off x="4341850" y="3336681"/>
              <a:ext cx="1282377" cy="6472"/>
            </a:xfrm>
            <a:prstGeom prst="line">
              <a:avLst/>
            </a:prstGeom>
            <a:grpFill/>
            <a:ln w="50800">
              <a:solidFill>
                <a:srgbClr val="0326A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6545475" y="3336681"/>
              <a:ext cx="1305449" cy="6472"/>
            </a:xfrm>
            <a:prstGeom prst="line">
              <a:avLst/>
            </a:prstGeom>
            <a:grpFill/>
            <a:ln w="50800">
              <a:solidFill>
                <a:srgbClr val="0326A0"/>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flipV="1">
            <a:off x="542959" y="3710602"/>
            <a:ext cx="3518387" cy="308325"/>
            <a:chOff x="4336969" y="3188990"/>
            <a:chExt cx="3518387" cy="308325"/>
          </a:xfrm>
        </p:grpSpPr>
        <p:grpSp>
          <p:nvGrpSpPr>
            <p:cNvPr id="25" name="组合 24"/>
            <p:cNvGrpSpPr/>
            <p:nvPr/>
          </p:nvGrpSpPr>
          <p:grpSpPr>
            <a:xfrm rot="16200000" flipH="1">
              <a:off x="5941838" y="2871379"/>
              <a:ext cx="308325" cy="943548"/>
              <a:chOff x="7141580" y="1944341"/>
              <a:chExt cx="262837" cy="804344"/>
            </a:xfrm>
          </p:grpSpPr>
          <p:sp>
            <p:nvSpPr>
              <p:cNvPr id="35" name="矩形: 圆角 34"/>
              <p:cNvSpPr/>
              <p:nvPr/>
            </p:nvSpPr>
            <p:spPr>
              <a:xfrm>
                <a:off x="7141580" y="1944341"/>
                <a:ext cx="262837" cy="80434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grpSp>
            <p:nvGrpSpPr>
              <p:cNvPr id="36" name="组合 35"/>
              <p:cNvGrpSpPr/>
              <p:nvPr/>
            </p:nvGrpSpPr>
            <p:grpSpPr>
              <a:xfrm>
                <a:off x="7217731" y="2253168"/>
                <a:ext cx="110533" cy="186690"/>
                <a:chOff x="7217731" y="2194560"/>
                <a:chExt cx="110533" cy="186690"/>
              </a:xfrm>
            </p:grpSpPr>
            <p:cxnSp>
              <p:nvCxnSpPr>
                <p:cNvPr id="37" name="直接连接符 36"/>
                <p:cNvCxnSpPr/>
                <p:nvPr/>
              </p:nvCxnSpPr>
              <p:spPr>
                <a:xfrm flipH="1">
                  <a:off x="7217731" y="2194560"/>
                  <a:ext cx="110533" cy="93345"/>
                </a:xfrm>
                <a:prstGeom prst="line">
                  <a:avLst/>
                </a:prstGeom>
                <a:ln w="381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flipV="1">
                  <a:off x="7217731" y="2287905"/>
                  <a:ext cx="110533" cy="93345"/>
                </a:xfrm>
                <a:prstGeom prst="line">
                  <a:avLst/>
                </a:prstGeom>
                <a:ln w="38100" cap="rnd">
                  <a:solidFill>
                    <a:schemeClr val="bg1"/>
                  </a:solidFill>
                  <a:round/>
                </a:ln>
              </p:spPr>
              <p:style>
                <a:lnRef idx="1">
                  <a:schemeClr val="accent1"/>
                </a:lnRef>
                <a:fillRef idx="0">
                  <a:schemeClr val="accent1"/>
                </a:fillRef>
                <a:effectRef idx="0">
                  <a:schemeClr val="accent1"/>
                </a:effectRef>
                <a:fontRef idx="minor">
                  <a:schemeClr val="tx1"/>
                </a:fontRef>
              </p:style>
            </p:cxnSp>
          </p:grpSp>
        </p:grpSp>
        <p:cxnSp>
          <p:nvCxnSpPr>
            <p:cNvPr id="26" name="直接连接符 25"/>
            <p:cNvCxnSpPr>
              <a:endCxn id="35" idx="0"/>
            </p:cNvCxnSpPr>
            <p:nvPr/>
          </p:nvCxnSpPr>
          <p:spPr>
            <a:xfrm>
              <a:off x="4336969" y="3343151"/>
              <a:ext cx="1287258" cy="3"/>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35" idx="2"/>
            </p:cNvCxnSpPr>
            <p:nvPr/>
          </p:nvCxnSpPr>
          <p:spPr>
            <a:xfrm flipV="1">
              <a:off x="6567775" y="3343153"/>
              <a:ext cx="1287581"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9" name="文本框 38"/>
          <p:cNvSpPr txBox="1"/>
          <p:nvPr/>
        </p:nvSpPr>
        <p:spPr>
          <a:xfrm>
            <a:off x="4654661" y="4131581"/>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请输入你的标题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0" name="矩形 39"/>
          <p:cNvSpPr/>
          <p:nvPr/>
        </p:nvSpPr>
        <p:spPr>
          <a:xfrm>
            <a:off x="479376" y="4571548"/>
            <a:ext cx="3645228" cy="1857753"/>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41" name="组合 40"/>
          <p:cNvGrpSpPr/>
          <p:nvPr/>
        </p:nvGrpSpPr>
        <p:grpSpPr>
          <a:xfrm flipV="1">
            <a:off x="7876198" y="3717073"/>
            <a:ext cx="3518062" cy="308325"/>
            <a:chOff x="4336969" y="3188990"/>
            <a:chExt cx="3518062" cy="308325"/>
          </a:xfrm>
        </p:grpSpPr>
        <p:grpSp>
          <p:nvGrpSpPr>
            <p:cNvPr id="42" name="组合 41"/>
            <p:cNvGrpSpPr/>
            <p:nvPr/>
          </p:nvGrpSpPr>
          <p:grpSpPr>
            <a:xfrm rot="16200000" flipH="1">
              <a:off x="5941838" y="2871379"/>
              <a:ext cx="308325" cy="943548"/>
              <a:chOff x="7141580" y="1944341"/>
              <a:chExt cx="262837" cy="804344"/>
            </a:xfrm>
          </p:grpSpPr>
          <p:sp>
            <p:nvSpPr>
              <p:cNvPr id="45" name="矩形: 圆角 44"/>
              <p:cNvSpPr/>
              <p:nvPr/>
            </p:nvSpPr>
            <p:spPr>
              <a:xfrm>
                <a:off x="7141580" y="1944341"/>
                <a:ext cx="262837" cy="80434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grpSp>
            <p:nvGrpSpPr>
              <p:cNvPr id="46" name="组合 45"/>
              <p:cNvGrpSpPr/>
              <p:nvPr/>
            </p:nvGrpSpPr>
            <p:grpSpPr>
              <a:xfrm>
                <a:off x="7217731" y="2253168"/>
                <a:ext cx="110533" cy="186690"/>
                <a:chOff x="7217731" y="2194560"/>
                <a:chExt cx="110533" cy="186690"/>
              </a:xfrm>
            </p:grpSpPr>
            <p:cxnSp>
              <p:nvCxnSpPr>
                <p:cNvPr id="47" name="直接连接符 46"/>
                <p:cNvCxnSpPr/>
                <p:nvPr/>
              </p:nvCxnSpPr>
              <p:spPr>
                <a:xfrm flipH="1">
                  <a:off x="7217731" y="2194560"/>
                  <a:ext cx="110533" cy="93345"/>
                </a:xfrm>
                <a:prstGeom prst="line">
                  <a:avLst/>
                </a:prstGeom>
                <a:ln w="381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flipV="1">
                  <a:off x="7217731" y="2287905"/>
                  <a:ext cx="110533" cy="93345"/>
                </a:xfrm>
                <a:prstGeom prst="line">
                  <a:avLst/>
                </a:prstGeom>
                <a:ln w="38100" cap="rnd">
                  <a:solidFill>
                    <a:schemeClr val="bg1"/>
                  </a:solidFill>
                  <a:round/>
                </a:ln>
              </p:spPr>
              <p:style>
                <a:lnRef idx="1">
                  <a:schemeClr val="accent1"/>
                </a:lnRef>
                <a:fillRef idx="0">
                  <a:schemeClr val="accent1"/>
                </a:fillRef>
                <a:effectRef idx="0">
                  <a:schemeClr val="accent1"/>
                </a:effectRef>
                <a:fontRef idx="minor">
                  <a:schemeClr val="tx1"/>
                </a:fontRef>
              </p:style>
            </p:cxnSp>
          </p:grpSp>
        </p:grpSp>
        <p:cxnSp>
          <p:nvCxnSpPr>
            <p:cNvPr id="43" name="直接连接符 42"/>
            <p:cNvCxnSpPr>
              <a:endCxn id="45" idx="0"/>
            </p:cNvCxnSpPr>
            <p:nvPr/>
          </p:nvCxnSpPr>
          <p:spPr>
            <a:xfrm>
              <a:off x="4336969" y="3343151"/>
              <a:ext cx="1287258" cy="3"/>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45" idx="2"/>
            </p:cNvCxnSpPr>
            <p:nvPr/>
          </p:nvCxnSpPr>
          <p:spPr>
            <a:xfrm>
              <a:off x="6567775" y="3343154"/>
              <a:ext cx="1287256"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9" name="文本框 48"/>
          <p:cNvSpPr txBox="1"/>
          <p:nvPr/>
        </p:nvSpPr>
        <p:spPr>
          <a:xfrm>
            <a:off x="8265495" y="4107378"/>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请输入你的标题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0" name="矩形 49"/>
          <p:cNvSpPr/>
          <p:nvPr/>
        </p:nvSpPr>
        <p:spPr>
          <a:xfrm>
            <a:off x="4143555" y="4571548"/>
            <a:ext cx="3645228" cy="1857753"/>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1" name="矩形 50"/>
          <p:cNvSpPr/>
          <p:nvPr/>
        </p:nvSpPr>
        <p:spPr>
          <a:xfrm>
            <a:off x="7807734" y="4571548"/>
            <a:ext cx="3645228" cy="1857753"/>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1093742" y="-2043608"/>
            <a:ext cx="10004509" cy="10004509"/>
          </a:xfrm>
          <a:prstGeom prst="rect">
            <a:avLst/>
          </a:prstGeom>
        </p:spPr>
      </p:pic>
      <p:pic>
        <p:nvPicPr>
          <p:cNvPr id="16" name="图片占位符 15"/>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0" y="0"/>
            <a:ext cx="12192000" cy="4056185"/>
          </a:xfrm>
        </p:spPr>
      </p:pic>
      <p:cxnSp>
        <p:nvCxnSpPr>
          <p:cNvPr id="4" name="直接连接符 3"/>
          <p:cNvCxnSpPr/>
          <p:nvPr/>
        </p:nvCxnSpPr>
        <p:spPr>
          <a:xfrm>
            <a:off x="0" y="4056185"/>
            <a:ext cx="4298873" cy="0"/>
          </a:xfrm>
          <a:prstGeom prst="line">
            <a:avLst/>
          </a:prstGeom>
          <a:ln w="101600">
            <a:solidFill>
              <a:srgbClr val="0326A0"/>
            </a:solidFill>
          </a:ln>
        </p:spPr>
        <p:style>
          <a:lnRef idx="1">
            <a:schemeClr val="accent1"/>
          </a:lnRef>
          <a:fillRef idx="0">
            <a:schemeClr val="accent1"/>
          </a:fillRef>
          <a:effectRef idx="0">
            <a:schemeClr val="accent1"/>
          </a:effectRef>
          <a:fontRef idx="minor">
            <a:schemeClr val="tx1"/>
          </a:fontRef>
        </p:style>
      </p:cxnSp>
      <p:sp>
        <p:nvSpPr>
          <p:cNvPr id="6" name="矩形: 圆角 5"/>
          <p:cNvSpPr/>
          <p:nvPr/>
        </p:nvSpPr>
        <p:spPr>
          <a:xfrm>
            <a:off x="4224759" y="3429000"/>
            <a:ext cx="3742482" cy="982721"/>
          </a:xfrm>
          <a:prstGeom prst="roundRect">
            <a:avLst>
              <a:gd name="adj" fmla="val 50000"/>
            </a:avLst>
          </a:prstGeom>
          <a:solidFill>
            <a:srgbClr val="0326A0"/>
          </a:solidFill>
          <a:ln>
            <a:solidFill>
              <a:srgbClr val="0326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7" name="文本框 6"/>
          <p:cNvSpPr txBox="1"/>
          <p:nvPr/>
        </p:nvSpPr>
        <p:spPr>
          <a:xfrm>
            <a:off x="4474046" y="3458695"/>
            <a:ext cx="3239494"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PART 03</a:t>
            </a:r>
            <a:endParaRPr kumimoji="0" lang="zh-CN" altLang="en-US"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14" name="直接连接符 13"/>
          <p:cNvCxnSpPr/>
          <p:nvPr/>
        </p:nvCxnSpPr>
        <p:spPr>
          <a:xfrm>
            <a:off x="7893127" y="4056186"/>
            <a:ext cx="4298873" cy="0"/>
          </a:xfrm>
          <a:prstGeom prst="line">
            <a:avLst/>
          </a:prstGeom>
          <a:ln w="101600">
            <a:solidFill>
              <a:srgbClr val="0326A0"/>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418831" y="4772125"/>
            <a:ext cx="734992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请在这里输入你的标题</a:t>
            </a:r>
            <a:endParaRPr kumimoji="0" lang="zh-CN" altLang="en-US" sz="4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10" name="矩形 9"/>
          <p:cNvSpPr/>
          <p:nvPr/>
        </p:nvSpPr>
        <p:spPr>
          <a:xfrm>
            <a:off x="4298873" y="5603122"/>
            <a:ext cx="3594254"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lumMod val="85000"/>
                    <a:lumOff val="15000"/>
                  </a:prstClr>
                </a:solidFill>
                <a:effectLst/>
                <a:uLnTx/>
                <a:uFillTx/>
                <a:latin typeface="Segoe UI Light" panose="020B0502040204020203"/>
                <a:ea typeface="微软雅黑 Light"/>
                <a:cs typeface="Segoe UI Light" panose="020B0502040204020203" pitchFamily="34" charset="0"/>
              </a:rPr>
              <a:t>Please enter your English title here</a:t>
            </a:r>
            <a:endParaRPr kumimoji="0" lang="zh-CN" altLang="en-US" sz="1800" b="0" i="0" u="none" strike="noStrike" kern="1200" cap="none" spc="0" normalizeH="0" baseline="0" noProof="0" dirty="0">
              <a:ln>
                <a:noFill/>
              </a:ln>
              <a:solidFill>
                <a:prstClr val="black">
                  <a:lumMod val="85000"/>
                  <a:lumOff val="15000"/>
                </a:prstClr>
              </a:solidFill>
              <a:effectLst/>
              <a:uLnTx/>
              <a:uFillTx/>
              <a:latin typeface="Segoe UI Light" panose="020B0502040204020203"/>
              <a:ea typeface="微软雅黑 Light"/>
              <a:cs typeface="Segoe UI Light" panose="020B0502040204020203" pitchFamily="34" charset="0"/>
            </a:endParaRPr>
          </a:p>
        </p:txBody>
      </p:sp>
      <p:sp>
        <p:nvSpPr>
          <p:cNvPr id="11" name="等腰三角形 10"/>
          <p:cNvSpPr/>
          <p:nvPr/>
        </p:nvSpPr>
        <p:spPr>
          <a:xfrm>
            <a:off x="5922380" y="6572723"/>
            <a:ext cx="347240" cy="299345"/>
          </a:xfrm>
          <a:prstGeom prst="triangl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9" name="文本框 18"/>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18" name="组合 17"/>
          <p:cNvGrpSpPr/>
          <p:nvPr/>
        </p:nvGrpSpPr>
        <p:grpSpPr>
          <a:xfrm>
            <a:off x="314529" y="5915876"/>
            <a:ext cx="1698941" cy="738666"/>
            <a:chOff x="303233" y="6434232"/>
            <a:chExt cx="1698941" cy="738666"/>
          </a:xfrm>
        </p:grpSpPr>
        <p:pic>
          <p:nvPicPr>
            <p:cNvPr id="20" name="图片 19"/>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21" name="图片 20"/>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915107" y="6803565"/>
              <a:ext cx="1087067" cy="369333"/>
            </a:xfrm>
            <a:prstGeom prst="rect">
              <a:avLst/>
            </a:pr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图片 49"/>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5184598" y="-125361"/>
            <a:ext cx="7144743" cy="7144743"/>
          </a:xfrm>
          <a:prstGeom prst="rect">
            <a:avLst/>
          </a:prstGeom>
        </p:spPr>
      </p:pic>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
        <p:nvSpPr>
          <p:cNvPr id="12" name="椭圆 11"/>
          <p:cNvSpPr/>
          <p:nvPr/>
        </p:nvSpPr>
        <p:spPr>
          <a:xfrm>
            <a:off x="5345809" y="2900837"/>
            <a:ext cx="1469985" cy="14699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3" name="椭圆 12"/>
          <p:cNvSpPr/>
          <p:nvPr/>
        </p:nvSpPr>
        <p:spPr>
          <a:xfrm>
            <a:off x="4400542" y="1955570"/>
            <a:ext cx="3360518" cy="3360518"/>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4" name="earth-tool-for-education-with-maps_45166"/>
          <p:cNvSpPr>
            <a:spLocks noChangeAspect="1"/>
          </p:cNvSpPr>
          <p:nvPr/>
        </p:nvSpPr>
        <p:spPr bwMode="auto">
          <a:xfrm>
            <a:off x="5567656" y="3105508"/>
            <a:ext cx="1026290" cy="1023668"/>
          </a:xfrm>
          <a:custGeom>
            <a:avLst/>
            <a:gdLst>
              <a:gd name="connsiteX0" fmla="*/ 353905 w 608133"/>
              <a:gd name="connsiteY0" fmla="*/ 372216 h 606580"/>
              <a:gd name="connsiteX1" fmla="*/ 357698 w 608133"/>
              <a:gd name="connsiteY1" fmla="*/ 373425 h 606580"/>
              <a:gd name="connsiteX2" fmla="*/ 354188 w 608133"/>
              <a:gd name="connsiteY2" fmla="*/ 382408 h 606580"/>
              <a:gd name="connsiteX3" fmla="*/ 333146 w 608133"/>
              <a:gd name="connsiteY3" fmla="*/ 392715 h 606580"/>
              <a:gd name="connsiteX4" fmla="*/ 333146 w 608133"/>
              <a:gd name="connsiteY4" fmla="*/ 400756 h 606580"/>
              <a:gd name="connsiteX5" fmla="*/ 341831 w 608133"/>
              <a:gd name="connsiteY5" fmla="*/ 400756 h 606580"/>
              <a:gd name="connsiteX6" fmla="*/ 341831 w 608133"/>
              <a:gd name="connsiteY6" fmla="*/ 406245 h 606580"/>
              <a:gd name="connsiteX7" fmla="*/ 319097 w 608133"/>
              <a:gd name="connsiteY7" fmla="*/ 406245 h 606580"/>
              <a:gd name="connsiteX8" fmla="*/ 319097 w 608133"/>
              <a:gd name="connsiteY8" fmla="*/ 400756 h 606580"/>
              <a:gd name="connsiteX9" fmla="*/ 329187 w 608133"/>
              <a:gd name="connsiteY9" fmla="*/ 400756 h 606580"/>
              <a:gd name="connsiteX10" fmla="*/ 329187 w 608133"/>
              <a:gd name="connsiteY10" fmla="*/ 392715 h 606580"/>
              <a:gd name="connsiteX11" fmla="*/ 329187 w 608133"/>
              <a:gd name="connsiteY11" fmla="*/ 390162 h 606580"/>
              <a:gd name="connsiteX12" fmla="*/ 329187 w 608133"/>
              <a:gd name="connsiteY12" fmla="*/ 388631 h 606580"/>
              <a:gd name="connsiteX13" fmla="*/ 330464 w 608133"/>
              <a:gd name="connsiteY13" fmla="*/ 388758 h 606580"/>
              <a:gd name="connsiteX14" fmla="*/ 350484 w 608133"/>
              <a:gd name="connsiteY14" fmla="*/ 380430 h 606580"/>
              <a:gd name="connsiteX15" fmla="*/ 154231 w 608133"/>
              <a:gd name="connsiteY15" fmla="*/ 365050 h 606580"/>
              <a:gd name="connsiteX16" fmla="*/ 154668 w 608133"/>
              <a:gd name="connsiteY16" fmla="*/ 366964 h 606580"/>
              <a:gd name="connsiteX17" fmla="*/ 155372 w 608133"/>
              <a:gd name="connsiteY17" fmla="*/ 370090 h 606580"/>
              <a:gd name="connsiteX18" fmla="*/ 153754 w 608133"/>
              <a:gd name="connsiteY18" fmla="*/ 367178 h 606580"/>
              <a:gd name="connsiteX19" fmla="*/ 153213 w 608133"/>
              <a:gd name="connsiteY19" fmla="*/ 366194 h 606580"/>
              <a:gd name="connsiteX20" fmla="*/ 154228 w 608133"/>
              <a:gd name="connsiteY20" fmla="*/ 365035 h 606580"/>
              <a:gd name="connsiteX21" fmla="*/ 153198 w 608133"/>
              <a:gd name="connsiteY21" fmla="*/ 366178 h 606580"/>
              <a:gd name="connsiteX22" fmla="*/ 153754 w 608133"/>
              <a:gd name="connsiteY22" fmla="*/ 367178 h 606580"/>
              <a:gd name="connsiteX23" fmla="*/ 155385 w 608133"/>
              <a:gd name="connsiteY23" fmla="*/ 370149 h 606580"/>
              <a:gd name="connsiteX24" fmla="*/ 155372 w 608133"/>
              <a:gd name="connsiteY24" fmla="*/ 370090 h 606580"/>
              <a:gd name="connsiteX25" fmla="*/ 155386 w 608133"/>
              <a:gd name="connsiteY25" fmla="*/ 370116 h 606580"/>
              <a:gd name="connsiteX26" fmla="*/ 154668 w 608133"/>
              <a:gd name="connsiteY26" fmla="*/ 366964 h 606580"/>
              <a:gd name="connsiteX27" fmla="*/ 154235 w 608133"/>
              <a:gd name="connsiteY27" fmla="*/ 365045 h 606580"/>
              <a:gd name="connsiteX28" fmla="*/ 154231 w 608133"/>
              <a:gd name="connsiteY28" fmla="*/ 365050 h 606580"/>
              <a:gd name="connsiteX29" fmla="*/ 129357 w 608133"/>
              <a:gd name="connsiteY29" fmla="*/ 298669 h 606580"/>
              <a:gd name="connsiteX30" fmla="*/ 136291 w 608133"/>
              <a:gd name="connsiteY30" fmla="*/ 312738 h 606580"/>
              <a:gd name="connsiteX31" fmla="*/ 136471 w 608133"/>
              <a:gd name="connsiteY31" fmla="*/ 313109 h 606580"/>
              <a:gd name="connsiteX32" fmla="*/ 133402 w 608133"/>
              <a:gd name="connsiteY32" fmla="*/ 312982 h 606580"/>
              <a:gd name="connsiteX33" fmla="*/ 127529 w 608133"/>
              <a:gd name="connsiteY33" fmla="*/ 313873 h 606580"/>
              <a:gd name="connsiteX34" fmla="*/ 127529 w 608133"/>
              <a:gd name="connsiteY34" fmla="*/ 300738 h 606580"/>
              <a:gd name="connsiteX35" fmla="*/ 129305 w 608133"/>
              <a:gd name="connsiteY35" fmla="*/ 298562 h 606580"/>
              <a:gd name="connsiteX36" fmla="*/ 127512 w 608133"/>
              <a:gd name="connsiteY36" fmla="*/ 300731 h 606580"/>
              <a:gd name="connsiteX37" fmla="*/ 127512 w 608133"/>
              <a:gd name="connsiteY37" fmla="*/ 313875 h 606580"/>
              <a:gd name="connsiteX38" fmla="*/ 127529 w 608133"/>
              <a:gd name="connsiteY38" fmla="*/ 313873 h 606580"/>
              <a:gd name="connsiteX39" fmla="*/ 127529 w 608133"/>
              <a:gd name="connsiteY39" fmla="*/ 313880 h 606580"/>
              <a:gd name="connsiteX40" fmla="*/ 133407 w 608133"/>
              <a:gd name="connsiteY40" fmla="*/ 312987 h 606580"/>
              <a:gd name="connsiteX41" fmla="*/ 136473 w 608133"/>
              <a:gd name="connsiteY41" fmla="*/ 313115 h 606580"/>
              <a:gd name="connsiteX42" fmla="*/ 136471 w 608133"/>
              <a:gd name="connsiteY42" fmla="*/ 313109 h 606580"/>
              <a:gd name="connsiteX43" fmla="*/ 136474 w 608133"/>
              <a:gd name="connsiteY43" fmla="*/ 313109 h 606580"/>
              <a:gd name="connsiteX44" fmla="*/ 136291 w 608133"/>
              <a:gd name="connsiteY44" fmla="*/ 312738 h 606580"/>
              <a:gd name="connsiteX45" fmla="*/ 129445 w 608133"/>
              <a:gd name="connsiteY45" fmla="*/ 298569 h 606580"/>
              <a:gd name="connsiteX46" fmla="*/ 129357 w 608133"/>
              <a:gd name="connsiteY46" fmla="*/ 298669 h 606580"/>
              <a:gd name="connsiteX47" fmla="*/ 70350 w 608133"/>
              <a:gd name="connsiteY47" fmla="*/ 249152 h 606580"/>
              <a:gd name="connsiteX48" fmla="*/ 73599 w 608133"/>
              <a:gd name="connsiteY48" fmla="*/ 253747 h 606580"/>
              <a:gd name="connsiteX49" fmla="*/ 73003 w 608133"/>
              <a:gd name="connsiteY49" fmla="*/ 254932 h 606580"/>
              <a:gd name="connsiteX50" fmla="*/ 69753 w 608133"/>
              <a:gd name="connsiteY50" fmla="*/ 254932 h 606580"/>
              <a:gd name="connsiteX51" fmla="*/ 68611 w 608133"/>
              <a:gd name="connsiteY51" fmla="*/ 254900 h 606580"/>
              <a:gd name="connsiteX52" fmla="*/ 67343 w 608133"/>
              <a:gd name="connsiteY52" fmla="*/ 250596 h 606580"/>
              <a:gd name="connsiteX53" fmla="*/ 67374 w 608133"/>
              <a:gd name="connsiteY53" fmla="*/ 250579 h 606580"/>
              <a:gd name="connsiteX54" fmla="*/ 12543 w 608133"/>
              <a:gd name="connsiteY54" fmla="*/ 235433 h 606580"/>
              <a:gd name="connsiteX55" fmla="*/ 14960 w 608133"/>
              <a:gd name="connsiteY55" fmla="*/ 247257 h 606580"/>
              <a:gd name="connsiteX56" fmla="*/ 20187 w 608133"/>
              <a:gd name="connsiteY56" fmla="*/ 255668 h 606580"/>
              <a:gd name="connsiteX57" fmla="*/ 23757 w 608133"/>
              <a:gd name="connsiteY57" fmla="*/ 259618 h 606580"/>
              <a:gd name="connsiteX58" fmla="*/ 30131 w 608133"/>
              <a:gd name="connsiteY58" fmla="*/ 262039 h 606580"/>
              <a:gd name="connsiteX59" fmla="*/ 24139 w 608133"/>
              <a:gd name="connsiteY59" fmla="*/ 269048 h 606580"/>
              <a:gd name="connsiteX60" fmla="*/ 12537 w 608133"/>
              <a:gd name="connsiteY60" fmla="*/ 270195 h 606580"/>
              <a:gd name="connsiteX61" fmla="*/ 3740 w 608133"/>
              <a:gd name="connsiteY61" fmla="*/ 270195 h 606580"/>
              <a:gd name="connsiteX62" fmla="*/ 4760 w 608133"/>
              <a:gd name="connsiteY62" fmla="*/ 260001 h 606580"/>
              <a:gd name="connsiteX63" fmla="*/ 10311 w 608133"/>
              <a:gd name="connsiteY63" fmla="*/ 258832 h 606580"/>
              <a:gd name="connsiteX64" fmla="*/ 12012 w 608133"/>
              <a:gd name="connsiteY64" fmla="*/ 258505 h 606580"/>
              <a:gd name="connsiteX65" fmla="*/ 12008 w 608133"/>
              <a:gd name="connsiteY65" fmla="*/ 258475 h 606580"/>
              <a:gd name="connsiteX66" fmla="*/ 12027 w 608133"/>
              <a:gd name="connsiteY66" fmla="*/ 258471 h 606580"/>
              <a:gd name="connsiteX67" fmla="*/ 11390 w 608133"/>
              <a:gd name="connsiteY67" fmla="*/ 253756 h 606580"/>
              <a:gd name="connsiteX68" fmla="*/ 11386 w 608133"/>
              <a:gd name="connsiteY68" fmla="*/ 253754 h 606580"/>
              <a:gd name="connsiteX69" fmla="*/ 11373 w 608133"/>
              <a:gd name="connsiteY69" fmla="*/ 253656 h 606580"/>
              <a:gd name="connsiteX70" fmla="*/ 7285 w 608133"/>
              <a:gd name="connsiteY70" fmla="*/ 251138 h 606580"/>
              <a:gd name="connsiteX71" fmla="*/ 5398 w 608133"/>
              <a:gd name="connsiteY71" fmla="*/ 249933 h 606580"/>
              <a:gd name="connsiteX72" fmla="*/ 4888 w 608133"/>
              <a:gd name="connsiteY72" fmla="*/ 249679 h 606580"/>
              <a:gd name="connsiteX73" fmla="*/ 7565 w 608133"/>
              <a:gd name="connsiteY73" fmla="*/ 236426 h 606580"/>
              <a:gd name="connsiteX74" fmla="*/ 8330 w 608133"/>
              <a:gd name="connsiteY74" fmla="*/ 236298 h 606580"/>
              <a:gd name="connsiteX75" fmla="*/ 8443 w 608133"/>
              <a:gd name="connsiteY75" fmla="*/ 236274 h 606580"/>
              <a:gd name="connsiteX76" fmla="*/ 8434 w 608133"/>
              <a:gd name="connsiteY76" fmla="*/ 236304 h 606580"/>
              <a:gd name="connsiteX77" fmla="*/ 606846 w 608133"/>
              <a:gd name="connsiteY77" fmla="*/ 233360 h 606580"/>
              <a:gd name="connsiteX78" fmla="*/ 608133 w 608133"/>
              <a:gd name="connsiteY78" fmla="*/ 238441 h 606580"/>
              <a:gd name="connsiteX79" fmla="*/ 605945 w 608133"/>
              <a:gd name="connsiteY79" fmla="*/ 234376 h 606580"/>
              <a:gd name="connsiteX80" fmla="*/ 204076 w 608133"/>
              <a:gd name="connsiteY80" fmla="*/ 166111 h 606580"/>
              <a:gd name="connsiteX81" fmla="*/ 204076 w 608133"/>
              <a:gd name="connsiteY81" fmla="*/ 171954 h 606580"/>
              <a:gd name="connsiteX82" fmla="*/ 199732 w 608133"/>
              <a:gd name="connsiteY82" fmla="*/ 176272 h 606580"/>
              <a:gd name="connsiteX83" fmla="*/ 189892 w 608133"/>
              <a:gd name="connsiteY83" fmla="*/ 176272 h 606580"/>
              <a:gd name="connsiteX84" fmla="*/ 191426 w 608133"/>
              <a:gd name="connsiteY84" fmla="*/ 169668 h 606580"/>
              <a:gd name="connsiteX85" fmla="*/ 196026 w 608133"/>
              <a:gd name="connsiteY85" fmla="*/ 169286 h 606580"/>
              <a:gd name="connsiteX86" fmla="*/ 197048 w 608133"/>
              <a:gd name="connsiteY86" fmla="*/ 167000 h 606580"/>
              <a:gd name="connsiteX87" fmla="*/ 581533 w 608133"/>
              <a:gd name="connsiteY87" fmla="*/ 165335 h 606580"/>
              <a:gd name="connsiteX88" fmla="*/ 588657 w 608133"/>
              <a:gd name="connsiteY88" fmla="*/ 180163 h 606580"/>
              <a:gd name="connsiteX89" fmla="*/ 585604 w 608133"/>
              <a:gd name="connsiteY89" fmla="*/ 180035 h 606580"/>
              <a:gd name="connsiteX90" fmla="*/ 579625 w 608133"/>
              <a:gd name="connsiteY90" fmla="*/ 180930 h 606580"/>
              <a:gd name="connsiteX91" fmla="*/ 579625 w 608133"/>
              <a:gd name="connsiteY91" fmla="*/ 167380 h 606580"/>
              <a:gd name="connsiteX92" fmla="*/ 208944 w 608133"/>
              <a:gd name="connsiteY92" fmla="*/ 160607 h 606580"/>
              <a:gd name="connsiteX93" fmla="*/ 209708 w 608133"/>
              <a:gd name="connsiteY93" fmla="*/ 160607 h 606580"/>
              <a:gd name="connsiteX94" fmla="*/ 221293 w 608133"/>
              <a:gd name="connsiteY94" fmla="*/ 164052 h 606580"/>
              <a:gd name="connsiteX95" fmla="*/ 221293 w 608133"/>
              <a:gd name="connsiteY95" fmla="*/ 169922 h 606580"/>
              <a:gd name="connsiteX96" fmla="*/ 211618 w 608133"/>
              <a:gd name="connsiteY96" fmla="*/ 169922 h 606580"/>
              <a:gd name="connsiteX97" fmla="*/ 208944 w 608133"/>
              <a:gd name="connsiteY97" fmla="*/ 166094 h 606580"/>
              <a:gd name="connsiteX98" fmla="*/ 179788 w 608133"/>
              <a:gd name="connsiteY98" fmla="*/ 153974 h 606580"/>
              <a:gd name="connsiteX99" fmla="*/ 189892 w 608133"/>
              <a:gd name="connsiteY99" fmla="*/ 153974 h 606580"/>
              <a:gd name="connsiteX100" fmla="*/ 176846 w 608133"/>
              <a:gd name="connsiteY100" fmla="*/ 171968 h 606580"/>
              <a:gd name="connsiteX101" fmla="*/ 171474 w 608133"/>
              <a:gd name="connsiteY101" fmla="*/ 169161 h 606580"/>
              <a:gd name="connsiteX102" fmla="*/ 172625 w 608133"/>
              <a:gd name="connsiteY102" fmla="*/ 161504 h 606580"/>
              <a:gd name="connsiteX103" fmla="*/ 196031 w 608133"/>
              <a:gd name="connsiteY103" fmla="*/ 153974 h 606580"/>
              <a:gd name="connsiteX104" fmla="*/ 206334 w 608133"/>
              <a:gd name="connsiteY104" fmla="*/ 153974 h 606580"/>
              <a:gd name="connsiteX105" fmla="*/ 206334 w 608133"/>
              <a:gd name="connsiteY105" fmla="*/ 159972 h 606580"/>
              <a:gd name="connsiteX106" fmla="*/ 201747 w 608133"/>
              <a:gd name="connsiteY106" fmla="*/ 162936 h 606580"/>
              <a:gd name="connsiteX107" fmla="*/ 196031 w 608133"/>
              <a:gd name="connsiteY107" fmla="*/ 164065 h 606580"/>
              <a:gd name="connsiteX108" fmla="*/ 215085 w 608133"/>
              <a:gd name="connsiteY108" fmla="*/ 152986 h 606580"/>
              <a:gd name="connsiteX109" fmla="*/ 219811 w 608133"/>
              <a:gd name="connsiteY109" fmla="*/ 155921 h 606580"/>
              <a:gd name="connsiteX110" fmla="*/ 216107 w 608133"/>
              <a:gd name="connsiteY110" fmla="*/ 158984 h 606580"/>
              <a:gd name="connsiteX111" fmla="*/ 212402 w 608133"/>
              <a:gd name="connsiteY111" fmla="*/ 155921 h 606580"/>
              <a:gd name="connsiteX112" fmla="*/ 201253 w 608133"/>
              <a:gd name="connsiteY112" fmla="*/ 144306 h 606580"/>
              <a:gd name="connsiteX113" fmla="*/ 207533 w 608133"/>
              <a:gd name="connsiteY113" fmla="*/ 150044 h 606580"/>
              <a:gd name="connsiteX114" fmla="*/ 201253 w 608133"/>
              <a:gd name="connsiteY114" fmla="*/ 151574 h 606580"/>
              <a:gd name="connsiteX115" fmla="*/ 48012 w 608133"/>
              <a:gd name="connsiteY115" fmla="*/ 142895 h 606580"/>
              <a:gd name="connsiteX116" fmla="*/ 48267 w 608133"/>
              <a:gd name="connsiteY116" fmla="*/ 146335 h 606580"/>
              <a:gd name="connsiteX117" fmla="*/ 39587 w 608133"/>
              <a:gd name="connsiteY117" fmla="*/ 156655 h 606580"/>
              <a:gd name="connsiteX118" fmla="*/ 48012 w 608133"/>
              <a:gd name="connsiteY118" fmla="*/ 142895 h 606580"/>
              <a:gd name="connsiteX119" fmla="*/ 183223 w 608133"/>
              <a:gd name="connsiteY119" fmla="*/ 141625 h 606580"/>
              <a:gd name="connsiteX120" fmla="*/ 195249 w 608133"/>
              <a:gd name="connsiteY120" fmla="*/ 141625 h 606580"/>
              <a:gd name="connsiteX121" fmla="*/ 195249 w 608133"/>
              <a:gd name="connsiteY121" fmla="*/ 145325 h 606580"/>
              <a:gd name="connsiteX122" fmla="*/ 197936 w 608133"/>
              <a:gd name="connsiteY122" fmla="*/ 145325 h 606580"/>
              <a:gd name="connsiteX123" fmla="*/ 197936 w 608133"/>
              <a:gd name="connsiteY123" fmla="*/ 151575 h 606580"/>
              <a:gd name="connsiteX124" fmla="*/ 179512 w 608133"/>
              <a:gd name="connsiteY124" fmla="*/ 151575 h 606580"/>
              <a:gd name="connsiteX125" fmla="*/ 172603 w 608133"/>
              <a:gd name="connsiteY125" fmla="*/ 149662 h 606580"/>
              <a:gd name="connsiteX126" fmla="*/ 174394 w 608133"/>
              <a:gd name="connsiteY126" fmla="*/ 145325 h 606580"/>
              <a:gd name="connsiteX127" fmla="*/ 163284 w 608133"/>
              <a:gd name="connsiteY127" fmla="*/ 118762 h 606580"/>
              <a:gd name="connsiteX128" fmla="*/ 170557 w 608133"/>
              <a:gd name="connsiteY128" fmla="*/ 120418 h 606580"/>
              <a:gd name="connsiteX129" fmla="*/ 168005 w 608133"/>
              <a:gd name="connsiteY129" fmla="*/ 130101 h 606580"/>
              <a:gd name="connsiteX130" fmla="*/ 160221 w 608133"/>
              <a:gd name="connsiteY130" fmla="*/ 132522 h 606580"/>
              <a:gd name="connsiteX131" fmla="*/ 155244 w 608133"/>
              <a:gd name="connsiteY131" fmla="*/ 122584 h 606580"/>
              <a:gd name="connsiteX132" fmla="*/ 531175 w 608133"/>
              <a:gd name="connsiteY132" fmla="*/ 94910 h 606580"/>
              <a:gd name="connsiteX133" fmla="*/ 546388 w 608133"/>
              <a:gd name="connsiteY133" fmla="*/ 112005 h 606580"/>
              <a:gd name="connsiteX134" fmla="*/ 540380 w 608133"/>
              <a:gd name="connsiteY134" fmla="*/ 120807 h 606580"/>
              <a:gd name="connsiteX135" fmla="*/ 519286 w 608133"/>
              <a:gd name="connsiteY135" fmla="*/ 120679 h 606580"/>
              <a:gd name="connsiteX136" fmla="*/ 517880 w 608133"/>
              <a:gd name="connsiteY136" fmla="*/ 116342 h 606580"/>
              <a:gd name="connsiteX137" fmla="*/ 531175 w 608133"/>
              <a:gd name="connsiteY137" fmla="*/ 109708 h 606580"/>
              <a:gd name="connsiteX138" fmla="*/ 144924 w 608133"/>
              <a:gd name="connsiteY138" fmla="*/ 86584 h 606580"/>
              <a:gd name="connsiteX139" fmla="*/ 144924 w 608133"/>
              <a:gd name="connsiteY139" fmla="*/ 93238 h 606580"/>
              <a:gd name="connsiteX140" fmla="*/ 129693 w 608133"/>
              <a:gd name="connsiteY140" fmla="*/ 94134 h 606580"/>
              <a:gd name="connsiteX141" fmla="*/ 126877 w 608133"/>
              <a:gd name="connsiteY141" fmla="*/ 90807 h 606580"/>
              <a:gd name="connsiteX142" fmla="*/ 137629 w 608133"/>
              <a:gd name="connsiteY142" fmla="*/ 87736 h 606580"/>
              <a:gd name="connsiteX143" fmla="*/ 144924 w 608133"/>
              <a:gd name="connsiteY143" fmla="*/ 86584 h 606580"/>
              <a:gd name="connsiteX144" fmla="*/ 134155 w 608133"/>
              <a:gd name="connsiteY144" fmla="*/ 70142 h 606580"/>
              <a:gd name="connsiteX145" fmla="*/ 145154 w 608133"/>
              <a:gd name="connsiteY145" fmla="*/ 70142 h 606580"/>
              <a:gd name="connsiteX146" fmla="*/ 145154 w 608133"/>
              <a:gd name="connsiteY146" fmla="*/ 74879 h 606580"/>
              <a:gd name="connsiteX147" fmla="*/ 141957 w 608133"/>
              <a:gd name="connsiteY147" fmla="*/ 79104 h 606580"/>
              <a:gd name="connsiteX148" fmla="*/ 126736 w 608133"/>
              <a:gd name="connsiteY148" fmla="*/ 79104 h 606580"/>
              <a:gd name="connsiteX149" fmla="*/ 126736 w 608133"/>
              <a:gd name="connsiteY149" fmla="*/ 72959 h 606580"/>
              <a:gd name="connsiteX150" fmla="*/ 126736 w 608133"/>
              <a:gd name="connsiteY150" fmla="*/ 72447 h 606580"/>
              <a:gd name="connsiteX151" fmla="*/ 133515 w 608133"/>
              <a:gd name="connsiteY151" fmla="*/ 72447 h 606580"/>
              <a:gd name="connsiteX152" fmla="*/ 310515 w 608133"/>
              <a:gd name="connsiteY152" fmla="*/ 0 h 606580"/>
              <a:gd name="connsiteX153" fmla="*/ 345017 w 608133"/>
              <a:gd name="connsiteY153" fmla="*/ 2042 h 606580"/>
              <a:gd name="connsiteX154" fmla="*/ 362268 w 608133"/>
              <a:gd name="connsiteY154" fmla="*/ 4338 h 606580"/>
              <a:gd name="connsiteX155" fmla="*/ 365973 w 608133"/>
              <a:gd name="connsiteY155" fmla="*/ 5104 h 606580"/>
              <a:gd name="connsiteX156" fmla="*/ 510625 w 608133"/>
              <a:gd name="connsiteY156" fmla="*/ 75408 h 606580"/>
              <a:gd name="connsiteX157" fmla="*/ 507047 w 608133"/>
              <a:gd name="connsiteY157" fmla="*/ 81788 h 606580"/>
              <a:gd name="connsiteX158" fmla="*/ 492863 w 608133"/>
              <a:gd name="connsiteY158" fmla="*/ 87274 h 606580"/>
              <a:gd name="connsiteX159" fmla="*/ 486857 w 608133"/>
              <a:gd name="connsiteY159" fmla="*/ 93654 h 606580"/>
              <a:gd name="connsiteX160" fmla="*/ 488263 w 608133"/>
              <a:gd name="connsiteY160" fmla="*/ 101182 h 606580"/>
              <a:gd name="connsiteX161" fmla="*/ 495546 w 608133"/>
              <a:gd name="connsiteY161" fmla="*/ 102203 h 606580"/>
              <a:gd name="connsiteX162" fmla="*/ 500019 w 608133"/>
              <a:gd name="connsiteY162" fmla="*/ 113048 h 606580"/>
              <a:gd name="connsiteX163" fmla="*/ 512542 w 608133"/>
              <a:gd name="connsiteY163" fmla="*/ 108072 h 606580"/>
              <a:gd name="connsiteX164" fmla="*/ 514714 w 608133"/>
              <a:gd name="connsiteY164" fmla="*/ 122618 h 606580"/>
              <a:gd name="connsiteX165" fmla="*/ 510880 w 608133"/>
              <a:gd name="connsiteY165" fmla="*/ 122618 h 606580"/>
              <a:gd name="connsiteX166" fmla="*/ 500530 w 608133"/>
              <a:gd name="connsiteY166" fmla="*/ 121086 h 606580"/>
              <a:gd name="connsiteX167" fmla="*/ 489029 w 608133"/>
              <a:gd name="connsiteY167" fmla="*/ 123000 h 606580"/>
              <a:gd name="connsiteX168" fmla="*/ 477912 w 608133"/>
              <a:gd name="connsiteY168" fmla="*/ 138439 h 606580"/>
              <a:gd name="connsiteX169" fmla="*/ 461939 w 608133"/>
              <a:gd name="connsiteY169" fmla="*/ 140991 h 606580"/>
              <a:gd name="connsiteX170" fmla="*/ 459639 w 608133"/>
              <a:gd name="connsiteY170" fmla="*/ 154388 h 606580"/>
              <a:gd name="connsiteX171" fmla="*/ 466412 w 608133"/>
              <a:gd name="connsiteY171" fmla="*/ 155920 h 606580"/>
              <a:gd name="connsiteX172" fmla="*/ 464495 w 608133"/>
              <a:gd name="connsiteY172" fmla="*/ 164596 h 606580"/>
              <a:gd name="connsiteX173" fmla="*/ 448650 w 608133"/>
              <a:gd name="connsiteY173" fmla="*/ 161406 h 606580"/>
              <a:gd name="connsiteX174" fmla="*/ 434210 w 608133"/>
              <a:gd name="connsiteY174" fmla="*/ 164596 h 606580"/>
              <a:gd name="connsiteX175" fmla="*/ 431143 w 608133"/>
              <a:gd name="connsiteY175" fmla="*/ 172507 h 606580"/>
              <a:gd name="connsiteX176" fmla="*/ 433571 w 608133"/>
              <a:gd name="connsiteY176" fmla="*/ 189221 h 606580"/>
              <a:gd name="connsiteX177" fmla="*/ 442133 w 608133"/>
              <a:gd name="connsiteY177" fmla="*/ 193177 h 606580"/>
              <a:gd name="connsiteX178" fmla="*/ 456444 w 608133"/>
              <a:gd name="connsiteY178" fmla="*/ 193049 h 606580"/>
              <a:gd name="connsiteX179" fmla="*/ 466028 w 608133"/>
              <a:gd name="connsiteY179" fmla="*/ 192284 h 606580"/>
              <a:gd name="connsiteX180" fmla="*/ 468967 w 608133"/>
              <a:gd name="connsiteY180" fmla="*/ 184628 h 606580"/>
              <a:gd name="connsiteX181" fmla="*/ 484046 w 608133"/>
              <a:gd name="connsiteY181" fmla="*/ 165362 h 606580"/>
              <a:gd name="connsiteX182" fmla="*/ 493885 w 608133"/>
              <a:gd name="connsiteY182" fmla="*/ 167403 h 606580"/>
              <a:gd name="connsiteX183" fmla="*/ 503724 w 608133"/>
              <a:gd name="connsiteY183" fmla="*/ 158727 h 606580"/>
              <a:gd name="connsiteX184" fmla="*/ 505513 w 608133"/>
              <a:gd name="connsiteY184" fmla="*/ 165489 h 606580"/>
              <a:gd name="connsiteX185" fmla="*/ 529537 w 608133"/>
              <a:gd name="connsiteY185" fmla="*/ 181438 h 606580"/>
              <a:gd name="connsiteX186" fmla="*/ 526598 w 608133"/>
              <a:gd name="connsiteY186" fmla="*/ 185394 h 606580"/>
              <a:gd name="connsiteX187" fmla="*/ 515736 w 608133"/>
              <a:gd name="connsiteY187" fmla="*/ 184756 h 606580"/>
              <a:gd name="connsiteX188" fmla="*/ 519953 w 608133"/>
              <a:gd name="connsiteY188" fmla="*/ 190625 h 606580"/>
              <a:gd name="connsiteX189" fmla="*/ 526598 w 608133"/>
              <a:gd name="connsiteY189" fmla="*/ 192029 h 606580"/>
              <a:gd name="connsiteX190" fmla="*/ 534393 w 608133"/>
              <a:gd name="connsiteY190" fmla="*/ 188839 h 606580"/>
              <a:gd name="connsiteX191" fmla="*/ 534265 w 608133"/>
              <a:gd name="connsiteY191" fmla="*/ 179524 h 606580"/>
              <a:gd name="connsiteX192" fmla="*/ 537715 w 608133"/>
              <a:gd name="connsiteY192" fmla="*/ 177866 h 606580"/>
              <a:gd name="connsiteX193" fmla="*/ 534904 w 608133"/>
              <a:gd name="connsiteY193" fmla="*/ 174931 h 606580"/>
              <a:gd name="connsiteX194" fmla="*/ 518931 w 608133"/>
              <a:gd name="connsiteY194" fmla="*/ 166127 h 606580"/>
              <a:gd name="connsiteX195" fmla="*/ 514714 w 608133"/>
              <a:gd name="connsiteY195" fmla="*/ 154388 h 606580"/>
              <a:gd name="connsiteX196" fmla="*/ 528003 w 608133"/>
              <a:gd name="connsiteY196" fmla="*/ 154388 h 606580"/>
              <a:gd name="connsiteX197" fmla="*/ 532220 w 608133"/>
              <a:gd name="connsiteY197" fmla="*/ 158599 h 606580"/>
              <a:gd name="connsiteX198" fmla="*/ 543721 w 608133"/>
              <a:gd name="connsiteY198" fmla="*/ 168296 h 606580"/>
              <a:gd name="connsiteX199" fmla="*/ 544232 w 608133"/>
              <a:gd name="connsiteY199" fmla="*/ 180162 h 606580"/>
              <a:gd name="connsiteX200" fmla="*/ 556116 w 608133"/>
              <a:gd name="connsiteY200" fmla="*/ 192539 h 606580"/>
              <a:gd name="connsiteX201" fmla="*/ 560588 w 608133"/>
              <a:gd name="connsiteY201" fmla="*/ 175441 h 606580"/>
              <a:gd name="connsiteX202" fmla="*/ 568766 w 608133"/>
              <a:gd name="connsiteY202" fmla="*/ 171103 h 606580"/>
              <a:gd name="connsiteX203" fmla="*/ 570300 w 608133"/>
              <a:gd name="connsiteY203" fmla="*/ 185011 h 606580"/>
              <a:gd name="connsiteX204" fmla="*/ 578350 w 608133"/>
              <a:gd name="connsiteY204" fmla="*/ 193815 h 606580"/>
              <a:gd name="connsiteX205" fmla="*/ 594323 w 608133"/>
              <a:gd name="connsiteY205" fmla="*/ 193432 h 606580"/>
              <a:gd name="connsiteX206" fmla="*/ 602629 w 608133"/>
              <a:gd name="connsiteY206" fmla="*/ 217547 h 606580"/>
              <a:gd name="connsiteX207" fmla="*/ 600968 w 608133"/>
              <a:gd name="connsiteY207" fmla="*/ 219078 h 606580"/>
              <a:gd name="connsiteX208" fmla="*/ 576434 w 608133"/>
              <a:gd name="connsiteY208" fmla="*/ 219078 h 606580"/>
              <a:gd name="connsiteX209" fmla="*/ 561483 w 608133"/>
              <a:gd name="connsiteY209" fmla="*/ 208105 h 606580"/>
              <a:gd name="connsiteX210" fmla="*/ 545765 w 608133"/>
              <a:gd name="connsiteY210" fmla="*/ 209636 h 606580"/>
              <a:gd name="connsiteX211" fmla="*/ 545765 w 608133"/>
              <a:gd name="connsiteY211" fmla="*/ 219078 h 606580"/>
              <a:gd name="connsiteX212" fmla="*/ 540782 w 608133"/>
              <a:gd name="connsiteY212" fmla="*/ 219078 h 606580"/>
              <a:gd name="connsiteX213" fmla="*/ 535415 w 608133"/>
              <a:gd name="connsiteY213" fmla="*/ 215251 h 606580"/>
              <a:gd name="connsiteX214" fmla="*/ 508197 w 608133"/>
              <a:gd name="connsiteY214" fmla="*/ 208488 h 606580"/>
              <a:gd name="connsiteX215" fmla="*/ 508197 w 608133"/>
              <a:gd name="connsiteY215" fmla="*/ 191008 h 606580"/>
              <a:gd name="connsiteX216" fmla="*/ 473567 w 608133"/>
              <a:gd name="connsiteY216" fmla="*/ 193687 h 606580"/>
              <a:gd name="connsiteX217" fmla="*/ 462961 w 608133"/>
              <a:gd name="connsiteY217" fmla="*/ 199429 h 606580"/>
              <a:gd name="connsiteX218" fmla="*/ 449161 w 608133"/>
              <a:gd name="connsiteY218" fmla="*/ 199429 h 606580"/>
              <a:gd name="connsiteX219" fmla="*/ 442516 w 608133"/>
              <a:gd name="connsiteY219" fmla="*/ 198791 h 606580"/>
              <a:gd name="connsiteX220" fmla="*/ 425904 w 608133"/>
              <a:gd name="connsiteY220" fmla="*/ 207850 h 606580"/>
              <a:gd name="connsiteX221" fmla="*/ 425904 w 608133"/>
              <a:gd name="connsiteY221" fmla="*/ 224948 h 606580"/>
              <a:gd name="connsiteX222" fmla="*/ 391914 w 608133"/>
              <a:gd name="connsiteY222" fmla="*/ 249190 h 606580"/>
              <a:gd name="connsiteX223" fmla="*/ 394725 w 608133"/>
              <a:gd name="connsiteY223" fmla="*/ 259526 h 606580"/>
              <a:gd name="connsiteX224" fmla="*/ 401625 w 608133"/>
              <a:gd name="connsiteY224" fmla="*/ 259526 h 606580"/>
              <a:gd name="connsiteX225" fmla="*/ 399836 w 608133"/>
              <a:gd name="connsiteY225" fmla="*/ 269350 h 606580"/>
              <a:gd name="connsiteX226" fmla="*/ 394853 w 608133"/>
              <a:gd name="connsiteY226" fmla="*/ 271136 h 606580"/>
              <a:gd name="connsiteX227" fmla="*/ 394725 w 608133"/>
              <a:gd name="connsiteY227" fmla="*/ 296910 h 606580"/>
              <a:gd name="connsiteX228" fmla="*/ 423987 w 608133"/>
              <a:gd name="connsiteY228" fmla="*/ 329957 h 606580"/>
              <a:gd name="connsiteX229" fmla="*/ 436893 w 608133"/>
              <a:gd name="connsiteY229" fmla="*/ 329957 h 606580"/>
              <a:gd name="connsiteX230" fmla="*/ 437660 w 608133"/>
              <a:gd name="connsiteY230" fmla="*/ 327916 h 606580"/>
              <a:gd name="connsiteX231" fmla="*/ 460661 w 608133"/>
              <a:gd name="connsiteY231" fmla="*/ 327916 h 606580"/>
              <a:gd name="connsiteX232" fmla="*/ 467306 w 608133"/>
              <a:gd name="connsiteY232" fmla="*/ 321791 h 606580"/>
              <a:gd name="connsiteX233" fmla="*/ 480340 w 608133"/>
              <a:gd name="connsiteY233" fmla="*/ 321791 h 606580"/>
              <a:gd name="connsiteX234" fmla="*/ 487496 w 608133"/>
              <a:gd name="connsiteY234" fmla="*/ 328936 h 606580"/>
              <a:gd name="connsiteX235" fmla="*/ 506919 w 608133"/>
              <a:gd name="connsiteY235" fmla="*/ 330850 h 606580"/>
              <a:gd name="connsiteX236" fmla="*/ 504363 w 608133"/>
              <a:gd name="connsiteY236" fmla="*/ 356369 h 606580"/>
              <a:gd name="connsiteX237" fmla="*/ 525959 w 608133"/>
              <a:gd name="connsiteY237" fmla="*/ 394009 h 606580"/>
              <a:gd name="connsiteX238" fmla="*/ 514586 w 608133"/>
              <a:gd name="connsiteY238" fmla="*/ 415445 h 606580"/>
              <a:gd name="connsiteX239" fmla="*/ 515353 w 608133"/>
              <a:gd name="connsiteY239" fmla="*/ 425525 h 606580"/>
              <a:gd name="connsiteX240" fmla="*/ 524298 w 608133"/>
              <a:gd name="connsiteY240" fmla="*/ 434329 h 606580"/>
              <a:gd name="connsiteX241" fmla="*/ 524298 w 608133"/>
              <a:gd name="connsiteY241" fmla="*/ 458571 h 606580"/>
              <a:gd name="connsiteX242" fmla="*/ 536054 w 608133"/>
              <a:gd name="connsiteY242" fmla="*/ 474265 h 606580"/>
              <a:gd name="connsiteX243" fmla="*/ 536054 w 608133"/>
              <a:gd name="connsiteY243" fmla="*/ 494425 h 606580"/>
              <a:gd name="connsiteX244" fmla="*/ 546149 w 608133"/>
              <a:gd name="connsiteY244" fmla="*/ 494425 h 606580"/>
              <a:gd name="connsiteX245" fmla="*/ 307576 w 608133"/>
              <a:gd name="connsiteY245" fmla="*/ 606580 h 606580"/>
              <a:gd name="connsiteX246" fmla="*/ 0 w 608133"/>
              <a:gd name="connsiteY246" fmla="*/ 304694 h 606580"/>
              <a:gd name="connsiteX247" fmla="*/ 5367 w 608133"/>
              <a:gd name="connsiteY247" fmla="*/ 249956 h 606580"/>
              <a:gd name="connsiteX248" fmla="*/ 7285 w 608133"/>
              <a:gd name="connsiteY248" fmla="*/ 251138 h 606580"/>
              <a:gd name="connsiteX249" fmla="*/ 11386 w 608133"/>
              <a:gd name="connsiteY249" fmla="*/ 253754 h 606580"/>
              <a:gd name="connsiteX250" fmla="*/ 12008 w 608133"/>
              <a:gd name="connsiteY250" fmla="*/ 258475 h 606580"/>
              <a:gd name="connsiteX251" fmla="*/ 10311 w 608133"/>
              <a:gd name="connsiteY251" fmla="*/ 258832 h 606580"/>
              <a:gd name="connsiteX252" fmla="*/ 4728 w 608133"/>
              <a:gd name="connsiteY252" fmla="*/ 259908 h 606580"/>
              <a:gd name="connsiteX253" fmla="*/ 3705 w 608133"/>
              <a:gd name="connsiteY253" fmla="*/ 270243 h 606580"/>
              <a:gd name="connsiteX254" fmla="*/ 12651 w 608133"/>
              <a:gd name="connsiteY254" fmla="*/ 270243 h 606580"/>
              <a:gd name="connsiteX255" fmla="*/ 24279 w 608133"/>
              <a:gd name="connsiteY255" fmla="*/ 269095 h 606580"/>
              <a:gd name="connsiteX256" fmla="*/ 30285 w 608133"/>
              <a:gd name="connsiteY256" fmla="*/ 262077 h 606580"/>
              <a:gd name="connsiteX257" fmla="*/ 23896 w 608133"/>
              <a:gd name="connsiteY257" fmla="*/ 259653 h 606580"/>
              <a:gd name="connsiteX258" fmla="*/ 20446 w 608133"/>
              <a:gd name="connsiteY258" fmla="*/ 255570 h 606580"/>
              <a:gd name="connsiteX259" fmla="*/ 15079 w 608133"/>
              <a:gd name="connsiteY259" fmla="*/ 247277 h 606580"/>
              <a:gd name="connsiteX260" fmla="*/ 12651 w 608133"/>
              <a:gd name="connsiteY260" fmla="*/ 235410 h 606580"/>
              <a:gd name="connsiteX261" fmla="*/ 12543 w 608133"/>
              <a:gd name="connsiteY261" fmla="*/ 235433 h 606580"/>
              <a:gd name="connsiteX262" fmla="*/ 12537 w 608133"/>
              <a:gd name="connsiteY262" fmla="*/ 235406 h 606580"/>
              <a:gd name="connsiteX263" fmla="*/ 8443 w 608133"/>
              <a:gd name="connsiteY263" fmla="*/ 236274 h 606580"/>
              <a:gd name="connsiteX264" fmla="*/ 24663 w 608133"/>
              <a:gd name="connsiteY264" fmla="*/ 186925 h 606580"/>
              <a:gd name="connsiteX265" fmla="*/ 24663 w 608133"/>
              <a:gd name="connsiteY265" fmla="*/ 201470 h 606580"/>
              <a:gd name="connsiteX266" fmla="*/ 37441 w 608133"/>
              <a:gd name="connsiteY266" fmla="*/ 207595 h 606580"/>
              <a:gd name="connsiteX267" fmla="*/ 37441 w 608133"/>
              <a:gd name="connsiteY267" fmla="*/ 231583 h 606580"/>
              <a:gd name="connsiteX268" fmla="*/ 49708 w 608133"/>
              <a:gd name="connsiteY268" fmla="*/ 252253 h 606580"/>
              <a:gd name="connsiteX269" fmla="*/ 59675 w 608133"/>
              <a:gd name="connsiteY269" fmla="*/ 253784 h 606580"/>
              <a:gd name="connsiteX270" fmla="*/ 60953 w 608133"/>
              <a:gd name="connsiteY270" fmla="*/ 246639 h 606580"/>
              <a:gd name="connsiteX271" fmla="*/ 49197 w 608133"/>
              <a:gd name="connsiteY271" fmla="*/ 228775 h 606580"/>
              <a:gd name="connsiteX272" fmla="*/ 46897 w 608133"/>
              <a:gd name="connsiteY272" fmla="*/ 211295 h 606580"/>
              <a:gd name="connsiteX273" fmla="*/ 53797 w 608133"/>
              <a:gd name="connsiteY273" fmla="*/ 211295 h 606580"/>
              <a:gd name="connsiteX274" fmla="*/ 56736 w 608133"/>
              <a:gd name="connsiteY274" fmla="*/ 229286 h 606580"/>
              <a:gd name="connsiteX275" fmla="*/ 70537 w 608133"/>
              <a:gd name="connsiteY275" fmla="*/ 249063 h 606580"/>
              <a:gd name="connsiteX276" fmla="*/ 70350 w 608133"/>
              <a:gd name="connsiteY276" fmla="*/ 249152 h 606580"/>
              <a:gd name="connsiteX277" fmla="*/ 70260 w 608133"/>
              <a:gd name="connsiteY277" fmla="*/ 249025 h 606580"/>
              <a:gd name="connsiteX278" fmla="*/ 67374 w 608133"/>
              <a:gd name="connsiteY278" fmla="*/ 250579 h 606580"/>
              <a:gd name="connsiteX279" fmla="*/ 67342 w 608133"/>
              <a:gd name="connsiteY279" fmla="*/ 250594 h 606580"/>
              <a:gd name="connsiteX280" fmla="*/ 67343 w 608133"/>
              <a:gd name="connsiteY280" fmla="*/ 250596 h 606580"/>
              <a:gd name="connsiteX281" fmla="*/ 67178 w 608133"/>
              <a:gd name="connsiteY281" fmla="*/ 250684 h 606580"/>
              <a:gd name="connsiteX282" fmla="*/ 68462 w 608133"/>
              <a:gd name="connsiteY282" fmla="*/ 254896 h 606580"/>
              <a:gd name="connsiteX283" fmla="*/ 68611 w 608133"/>
              <a:gd name="connsiteY283" fmla="*/ 254900 h 606580"/>
              <a:gd name="connsiteX284" fmla="*/ 68620 w 608133"/>
              <a:gd name="connsiteY284" fmla="*/ 254932 h 606580"/>
              <a:gd name="connsiteX285" fmla="*/ 69753 w 608133"/>
              <a:gd name="connsiteY285" fmla="*/ 254932 h 606580"/>
              <a:gd name="connsiteX286" fmla="*/ 72957 w 608133"/>
              <a:gd name="connsiteY286" fmla="*/ 255023 h 606580"/>
              <a:gd name="connsiteX287" fmla="*/ 73003 w 608133"/>
              <a:gd name="connsiteY287" fmla="*/ 254932 h 606580"/>
              <a:gd name="connsiteX288" fmla="*/ 73093 w 608133"/>
              <a:gd name="connsiteY288" fmla="*/ 254932 h 606580"/>
              <a:gd name="connsiteX289" fmla="*/ 69387 w 608133"/>
              <a:gd name="connsiteY289" fmla="*/ 261695 h 606580"/>
              <a:gd name="connsiteX290" fmla="*/ 80121 w 608133"/>
              <a:gd name="connsiteY290" fmla="*/ 277899 h 606580"/>
              <a:gd name="connsiteX291" fmla="*/ 106955 w 608133"/>
              <a:gd name="connsiteY291" fmla="*/ 284534 h 606580"/>
              <a:gd name="connsiteX292" fmla="*/ 106955 w 608133"/>
              <a:gd name="connsiteY292" fmla="*/ 280196 h 606580"/>
              <a:gd name="connsiteX293" fmla="*/ 117689 w 608133"/>
              <a:gd name="connsiteY293" fmla="*/ 281727 h 606580"/>
              <a:gd name="connsiteX294" fmla="*/ 116667 w 608133"/>
              <a:gd name="connsiteY294" fmla="*/ 289255 h 606580"/>
              <a:gd name="connsiteX295" fmla="*/ 125101 w 608133"/>
              <a:gd name="connsiteY295" fmla="*/ 290786 h 606580"/>
              <a:gd name="connsiteX296" fmla="*/ 138135 w 608133"/>
              <a:gd name="connsiteY296" fmla="*/ 294358 h 606580"/>
              <a:gd name="connsiteX297" fmla="*/ 156536 w 608133"/>
              <a:gd name="connsiteY297" fmla="*/ 315029 h 606580"/>
              <a:gd name="connsiteX298" fmla="*/ 180048 w 608133"/>
              <a:gd name="connsiteY298" fmla="*/ 316815 h 606580"/>
              <a:gd name="connsiteX299" fmla="*/ 182348 w 608133"/>
              <a:gd name="connsiteY299" fmla="*/ 335699 h 606580"/>
              <a:gd name="connsiteX300" fmla="*/ 166247 w 608133"/>
              <a:gd name="connsiteY300" fmla="*/ 346799 h 606580"/>
              <a:gd name="connsiteX301" fmla="*/ 165480 w 608133"/>
              <a:gd name="connsiteY301" fmla="*/ 363769 h 606580"/>
              <a:gd name="connsiteX302" fmla="*/ 163180 w 608133"/>
              <a:gd name="connsiteY302" fmla="*/ 374104 h 606580"/>
              <a:gd name="connsiteX303" fmla="*/ 186437 w 608133"/>
              <a:gd name="connsiteY303" fmla="*/ 402813 h 606580"/>
              <a:gd name="connsiteX304" fmla="*/ 188226 w 608133"/>
              <a:gd name="connsiteY304" fmla="*/ 412638 h 606580"/>
              <a:gd name="connsiteX305" fmla="*/ 197682 w 608133"/>
              <a:gd name="connsiteY305" fmla="*/ 414934 h 606580"/>
              <a:gd name="connsiteX306" fmla="*/ 216722 w 608133"/>
              <a:gd name="connsiteY306" fmla="*/ 428332 h 606580"/>
              <a:gd name="connsiteX307" fmla="*/ 216722 w 608133"/>
              <a:gd name="connsiteY307" fmla="*/ 480262 h 606580"/>
              <a:gd name="connsiteX308" fmla="*/ 222983 w 608133"/>
              <a:gd name="connsiteY308" fmla="*/ 482049 h 606580"/>
              <a:gd name="connsiteX309" fmla="*/ 218639 w 608133"/>
              <a:gd name="connsiteY309" fmla="*/ 506036 h 606580"/>
              <a:gd name="connsiteX310" fmla="*/ 229372 w 608133"/>
              <a:gd name="connsiteY310" fmla="*/ 520199 h 606580"/>
              <a:gd name="connsiteX311" fmla="*/ 227456 w 608133"/>
              <a:gd name="connsiteY311" fmla="*/ 543932 h 606580"/>
              <a:gd name="connsiteX312" fmla="*/ 241640 w 608133"/>
              <a:gd name="connsiteY312" fmla="*/ 568557 h 606580"/>
              <a:gd name="connsiteX313" fmla="*/ 259785 w 608133"/>
              <a:gd name="connsiteY313" fmla="*/ 584251 h 606580"/>
              <a:gd name="connsiteX314" fmla="*/ 278058 w 608133"/>
              <a:gd name="connsiteY314" fmla="*/ 584506 h 606580"/>
              <a:gd name="connsiteX315" fmla="*/ 279847 w 608133"/>
              <a:gd name="connsiteY315" fmla="*/ 578765 h 606580"/>
              <a:gd name="connsiteX316" fmla="*/ 266430 w 608133"/>
              <a:gd name="connsiteY316" fmla="*/ 567536 h 606580"/>
              <a:gd name="connsiteX317" fmla="*/ 267196 w 608133"/>
              <a:gd name="connsiteY317" fmla="*/ 562050 h 606580"/>
              <a:gd name="connsiteX318" fmla="*/ 269624 w 608133"/>
              <a:gd name="connsiteY318" fmla="*/ 555287 h 606580"/>
              <a:gd name="connsiteX319" fmla="*/ 270135 w 608133"/>
              <a:gd name="connsiteY319" fmla="*/ 548270 h 606580"/>
              <a:gd name="connsiteX320" fmla="*/ 261063 w 608133"/>
              <a:gd name="connsiteY320" fmla="*/ 548015 h 606580"/>
              <a:gd name="connsiteX321" fmla="*/ 256463 w 608133"/>
              <a:gd name="connsiteY321" fmla="*/ 542273 h 606580"/>
              <a:gd name="connsiteX322" fmla="*/ 264002 w 608133"/>
              <a:gd name="connsiteY322" fmla="*/ 535128 h 606580"/>
              <a:gd name="connsiteX323" fmla="*/ 265024 w 608133"/>
              <a:gd name="connsiteY323" fmla="*/ 529769 h 606580"/>
              <a:gd name="connsiteX324" fmla="*/ 256590 w 608133"/>
              <a:gd name="connsiteY324" fmla="*/ 527344 h 606580"/>
              <a:gd name="connsiteX325" fmla="*/ 257102 w 608133"/>
              <a:gd name="connsiteY325" fmla="*/ 522241 h 606580"/>
              <a:gd name="connsiteX326" fmla="*/ 269113 w 608133"/>
              <a:gd name="connsiteY326" fmla="*/ 520454 h 606580"/>
              <a:gd name="connsiteX327" fmla="*/ 287386 w 608133"/>
              <a:gd name="connsiteY327" fmla="*/ 511778 h 606580"/>
              <a:gd name="connsiteX328" fmla="*/ 293520 w 608133"/>
              <a:gd name="connsiteY328" fmla="*/ 500677 h 606580"/>
              <a:gd name="connsiteX329" fmla="*/ 312688 w 608133"/>
              <a:gd name="connsiteY329" fmla="*/ 476562 h 606580"/>
              <a:gd name="connsiteX330" fmla="*/ 308343 w 608133"/>
              <a:gd name="connsiteY330" fmla="*/ 457551 h 606580"/>
              <a:gd name="connsiteX331" fmla="*/ 314221 w 608133"/>
              <a:gd name="connsiteY331" fmla="*/ 447471 h 606580"/>
              <a:gd name="connsiteX332" fmla="*/ 331855 w 608133"/>
              <a:gd name="connsiteY332" fmla="*/ 447981 h 606580"/>
              <a:gd name="connsiteX333" fmla="*/ 343739 w 608133"/>
              <a:gd name="connsiteY333" fmla="*/ 438667 h 606580"/>
              <a:gd name="connsiteX334" fmla="*/ 347573 w 608133"/>
              <a:gd name="connsiteY334" fmla="*/ 402175 h 606580"/>
              <a:gd name="connsiteX335" fmla="*/ 360734 w 608133"/>
              <a:gd name="connsiteY335" fmla="*/ 385715 h 606580"/>
              <a:gd name="connsiteX336" fmla="*/ 363034 w 608133"/>
              <a:gd name="connsiteY336" fmla="*/ 375125 h 606580"/>
              <a:gd name="connsiteX337" fmla="*/ 357698 w 608133"/>
              <a:gd name="connsiteY337" fmla="*/ 373425 h 606580"/>
              <a:gd name="connsiteX338" fmla="*/ 362777 w 608133"/>
              <a:gd name="connsiteY338" fmla="*/ 360422 h 606580"/>
              <a:gd name="connsiteX339" fmla="*/ 330464 w 608133"/>
              <a:gd name="connsiteY339" fmla="*/ 328129 h 606580"/>
              <a:gd name="connsiteX340" fmla="*/ 328421 w 608133"/>
              <a:gd name="connsiteY340" fmla="*/ 328257 h 606580"/>
              <a:gd name="connsiteX341" fmla="*/ 328421 w 608133"/>
              <a:gd name="connsiteY341" fmla="*/ 332341 h 606580"/>
              <a:gd name="connsiteX342" fmla="*/ 330464 w 608133"/>
              <a:gd name="connsiteY342" fmla="*/ 332214 h 606580"/>
              <a:gd name="connsiteX343" fmla="*/ 358818 w 608133"/>
              <a:gd name="connsiteY343" fmla="*/ 360422 h 606580"/>
              <a:gd name="connsiteX344" fmla="*/ 353905 w 608133"/>
              <a:gd name="connsiteY344" fmla="*/ 372216 h 606580"/>
              <a:gd name="connsiteX345" fmla="*/ 351023 w 608133"/>
              <a:gd name="connsiteY345" fmla="*/ 371297 h 606580"/>
              <a:gd name="connsiteX346" fmla="*/ 343100 w 608133"/>
              <a:gd name="connsiteY346" fmla="*/ 358410 h 606580"/>
              <a:gd name="connsiteX347" fmla="*/ 316010 w 608133"/>
              <a:gd name="connsiteY347" fmla="*/ 358155 h 606580"/>
              <a:gd name="connsiteX348" fmla="*/ 294542 w 608133"/>
              <a:gd name="connsiteY348" fmla="*/ 350117 h 606580"/>
              <a:gd name="connsiteX349" fmla="*/ 293520 w 608133"/>
              <a:gd name="connsiteY349" fmla="*/ 334933 h 606580"/>
              <a:gd name="connsiteX350" fmla="*/ 286236 w 608133"/>
              <a:gd name="connsiteY350" fmla="*/ 322557 h 606580"/>
              <a:gd name="connsiteX351" fmla="*/ 266813 w 608133"/>
              <a:gd name="connsiteY351" fmla="*/ 322301 h 606580"/>
              <a:gd name="connsiteX352" fmla="*/ 255568 w 608133"/>
              <a:gd name="connsiteY352" fmla="*/ 304949 h 606580"/>
              <a:gd name="connsiteX353" fmla="*/ 245601 w 608133"/>
              <a:gd name="connsiteY353" fmla="*/ 300100 h 606580"/>
              <a:gd name="connsiteX354" fmla="*/ 245090 w 608133"/>
              <a:gd name="connsiteY354" fmla="*/ 305459 h 606580"/>
              <a:gd name="connsiteX355" fmla="*/ 226944 w 608133"/>
              <a:gd name="connsiteY355" fmla="*/ 306480 h 606580"/>
              <a:gd name="connsiteX356" fmla="*/ 220300 w 608133"/>
              <a:gd name="connsiteY356" fmla="*/ 297421 h 606580"/>
              <a:gd name="connsiteX357" fmla="*/ 201388 w 608133"/>
              <a:gd name="connsiteY357" fmla="*/ 293593 h 606580"/>
              <a:gd name="connsiteX358" fmla="*/ 185798 w 608133"/>
              <a:gd name="connsiteY358" fmla="*/ 311328 h 606580"/>
              <a:gd name="connsiteX359" fmla="*/ 163691 w 608133"/>
              <a:gd name="connsiteY359" fmla="*/ 307628 h 606580"/>
              <a:gd name="connsiteX360" fmla="*/ 163564 w 608133"/>
              <a:gd name="connsiteY360" fmla="*/ 307628 h 606580"/>
              <a:gd name="connsiteX361" fmla="*/ 161264 w 608133"/>
              <a:gd name="connsiteY361" fmla="*/ 307245 h 606580"/>
              <a:gd name="connsiteX362" fmla="*/ 159475 w 608133"/>
              <a:gd name="connsiteY362" fmla="*/ 279940 h 606580"/>
              <a:gd name="connsiteX363" fmla="*/ 141585 w 608133"/>
              <a:gd name="connsiteY363" fmla="*/ 277006 h 606580"/>
              <a:gd name="connsiteX364" fmla="*/ 148741 w 608133"/>
              <a:gd name="connsiteY364" fmla="*/ 263608 h 606580"/>
              <a:gd name="connsiteX365" fmla="*/ 146696 w 608133"/>
              <a:gd name="connsiteY365" fmla="*/ 255825 h 606580"/>
              <a:gd name="connsiteX366" fmla="*/ 123184 w 608133"/>
              <a:gd name="connsiteY366" fmla="*/ 271392 h 606580"/>
              <a:gd name="connsiteX367" fmla="*/ 108361 w 608133"/>
              <a:gd name="connsiteY367" fmla="*/ 269605 h 606580"/>
              <a:gd name="connsiteX368" fmla="*/ 103122 w 608133"/>
              <a:gd name="connsiteY368" fmla="*/ 258250 h 606580"/>
              <a:gd name="connsiteX369" fmla="*/ 106316 w 608133"/>
              <a:gd name="connsiteY369" fmla="*/ 246383 h 606580"/>
              <a:gd name="connsiteX370" fmla="*/ 114495 w 608133"/>
              <a:gd name="connsiteY370" fmla="*/ 231583 h 606580"/>
              <a:gd name="connsiteX371" fmla="*/ 133279 w 608133"/>
              <a:gd name="connsiteY371" fmla="*/ 222268 h 606580"/>
              <a:gd name="connsiteX372" fmla="*/ 169570 w 608133"/>
              <a:gd name="connsiteY372" fmla="*/ 222268 h 606580"/>
              <a:gd name="connsiteX373" fmla="*/ 169442 w 608133"/>
              <a:gd name="connsiteY373" fmla="*/ 233114 h 606580"/>
              <a:gd name="connsiteX374" fmla="*/ 182476 w 608133"/>
              <a:gd name="connsiteY374" fmla="*/ 239111 h 606580"/>
              <a:gd name="connsiteX375" fmla="*/ 181453 w 608133"/>
              <a:gd name="connsiteY375" fmla="*/ 220482 h 606580"/>
              <a:gd name="connsiteX376" fmla="*/ 190909 w 608133"/>
              <a:gd name="connsiteY376" fmla="*/ 211168 h 606580"/>
              <a:gd name="connsiteX377" fmla="*/ 209821 w 608133"/>
              <a:gd name="connsiteY377" fmla="*/ 198791 h 606580"/>
              <a:gd name="connsiteX378" fmla="*/ 211099 w 608133"/>
              <a:gd name="connsiteY378" fmla="*/ 190242 h 606580"/>
              <a:gd name="connsiteX379" fmla="*/ 230011 w 608133"/>
              <a:gd name="connsiteY379" fmla="*/ 170720 h 606580"/>
              <a:gd name="connsiteX380" fmla="*/ 250201 w 608133"/>
              <a:gd name="connsiteY380" fmla="*/ 159747 h 606580"/>
              <a:gd name="connsiteX381" fmla="*/ 248412 w 608133"/>
              <a:gd name="connsiteY381" fmla="*/ 158344 h 606580"/>
              <a:gd name="connsiteX382" fmla="*/ 261957 w 608133"/>
              <a:gd name="connsiteY382" fmla="*/ 145712 h 606580"/>
              <a:gd name="connsiteX383" fmla="*/ 266941 w 608133"/>
              <a:gd name="connsiteY383" fmla="*/ 146988 h 606580"/>
              <a:gd name="connsiteX384" fmla="*/ 269241 w 608133"/>
              <a:gd name="connsiteY384" fmla="*/ 149795 h 606580"/>
              <a:gd name="connsiteX385" fmla="*/ 274480 w 608133"/>
              <a:gd name="connsiteY385" fmla="*/ 144181 h 606580"/>
              <a:gd name="connsiteX386" fmla="*/ 275758 w 608133"/>
              <a:gd name="connsiteY386" fmla="*/ 143543 h 606580"/>
              <a:gd name="connsiteX387" fmla="*/ 270008 w 608133"/>
              <a:gd name="connsiteY387" fmla="*/ 142777 h 606580"/>
              <a:gd name="connsiteX388" fmla="*/ 264257 w 608133"/>
              <a:gd name="connsiteY388" fmla="*/ 140991 h 606580"/>
              <a:gd name="connsiteX389" fmla="*/ 264257 w 608133"/>
              <a:gd name="connsiteY389" fmla="*/ 135505 h 606580"/>
              <a:gd name="connsiteX390" fmla="*/ 267324 w 608133"/>
              <a:gd name="connsiteY390" fmla="*/ 132953 h 606580"/>
              <a:gd name="connsiteX391" fmla="*/ 274097 w 608133"/>
              <a:gd name="connsiteY391" fmla="*/ 132953 h 606580"/>
              <a:gd name="connsiteX392" fmla="*/ 277164 w 608133"/>
              <a:gd name="connsiteY392" fmla="*/ 134356 h 606580"/>
              <a:gd name="connsiteX393" fmla="*/ 279719 w 608133"/>
              <a:gd name="connsiteY393" fmla="*/ 139588 h 606580"/>
              <a:gd name="connsiteX394" fmla="*/ 283042 w 608133"/>
              <a:gd name="connsiteY394" fmla="*/ 139077 h 606580"/>
              <a:gd name="connsiteX395" fmla="*/ 283042 w 608133"/>
              <a:gd name="connsiteY395" fmla="*/ 138694 h 606580"/>
              <a:gd name="connsiteX396" fmla="*/ 283936 w 608133"/>
              <a:gd name="connsiteY396" fmla="*/ 138950 h 606580"/>
              <a:gd name="connsiteX397" fmla="*/ 293392 w 608133"/>
              <a:gd name="connsiteY397" fmla="*/ 137546 h 606580"/>
              <a:gd name="connsiteX398" fmla="*/ 294670 w 608133"/>
              <a:gd name="connsiteY398" fmla="*/ 132953 h 606580"/>
              <a:gd name="connsiteX399" fmla="*/ 300165 w 608133"/>
              <a:gd name="connsiteY399" fmla="*/ 134356 h 606580"/>
              <a:gd name="connsiteX400" fmla="*/ 300165 w 608133"/>
              <a:gd name="connsiteY400" fmla="*/ 139205 h 606580"/>
              <a:gd name="connsiteX401" fmla="*/ 295181 w 608133"/>
              <a:gd name="connsiteY401" fmla="*/ 142650 h 606580"/>
              <a:gd name="connsiteX402" fmla="*/ 295820 w 608133"/>
              <a:gd name="connsiteY402" fmla="*/ 148009 h 606580"/>
              <a:gd name="connsiteX403" fmla="*/ 312943 w 608133"/>
              <a:gd name="connsiteY403" fmla="*/ 153240 h 606580"/>
              <a:gd name="connsiteX404" fmla="*/ 312943 w 608133"/>
              <a:gd name="connsiteY404" fmla="*/ 153495 h 606580"/>
              <a:gd name="connsiteX405" fmla="*/ 316904 w 608133"/>
              <a:gd name="connsiteY405" fmla="*/ 153113 h 606580"/>
              <a:gd name="connsiteX406" fmla="*/ 317160 w 608133"/>
              <a:gd name="connsiteY406" fmla="*/ 145840 h 606580"/>
              <a:gd name="connsiteX407" fmla="*/ 303615 w 608133"/>
              <a:gd name="connsiteY407" fmla="*/ 139715 h 606580"/>
              <a:gd name="connsiteX408" fmla="*/ 302848 w 608133"/>
              <a:gd name="connsiteY408" fmla="*/ 136270 h 606580"/>
              <a:gd name="connsiteX409" fmla="*/ 314093 w 608133"/>
              <a:gd name="connsiteY409" fmla="*/ 132442 h 606580"/>
              <a:gd name="connsiteX410" fmla="*/ 314604 w 608133"/>
              <a:gd name="connsiteY410" fmla="*/ 121852 h 606580"/>
              <a:gd name="connsiteX411" fmla="*/ 302848 w 608133"/>
              <a:gd name="connsiteY411" fmla="*/ 114834 h 606580"/>
              <a:gd name="connsiteX412" fmla="*/ 302081 w 608133"/>
              <a:gd name="connsiteY412" fmla="*/ 96844 h 606580"/>
              <a:gd name="connsiteX413" fmla="*/ 285981 w 608133"/>
              <a:gd name="connsiteY413" fmla="*/ 104754 h 606580"/>
              <a:gd name="connsiteX414" fmla="*/ 280103 w 608133"/>
              <a:gd name="connsiteY414" fmla="*/ 104754 h 606580"/>
              <a:gd name="connsiteX415" fmla="*/ 281636 w 608133"/>
              <a:gd name="connsiteY415" fmla="*/ 91102 h 606580"/>
              <a:gd name="connsiteX416" fmla="*/ 259785 w 608133"/>
              <a:gd name="connsiteY416" fmla="*/ 85998 h 606580"/>
              <a:gd name="connsiteX417" fmla="*/ 250712 w 608133"/>
              <a:gd name="connsiteY417" fmla="*/ 92761 h 606580"/>
              <a:gd name="connsiteX418" fmla="*/ 250712 w 608133"/>
              <a:gd name="connsiteY418" fmla="*/ 113303 h 606580"/>
              <a:gd name="connsiteX419" fmla="*/ 234356 w 608133"/>
              <a:gd name="connsiteY419" fmla="*/ 118407 h 606580"/>
              <a:gd name="connsiteX420" fmla="*/ 227839 w 608133"/>
              <a:gd name="connsiteY420" fmla="*/ 131932 h 606580"/>
              <a:gd name="connsiteX421" fmla="*/ 220683 w 608133"/>
              <a:gd name="connsiteY421" fmla="*/ 133080 h 606580"/>
              <a:gd name="connsiteX422" fmla="*/ 220683 w 608133"/>
              <a:gd name="connsiteY422" fmla="*/ 115855 h 606580"/>
              <a:gd name="connsiteX423" fmla="*/ 205349 w 608133"/>
              <a:gd name="connsiteY423" fmla="*/ 113686 h 606580"/>
              <a:gd name="connsiteX424" fmla="*/ 197682 w 608133"/>
              <a:gd name="connsiteY424" fmla="*/ 108837 h 606580"/>
              <a:gd name="connsiteX425" fmla="*/ 194743 w 608133"/>
              <a:gd name="connsiteY425" fmla="*/ 97609 h 606580"/>
              <a:gd name="connsiteX426" fmla="*/ 222089 w 608133"/>
              <a:gd name="connsiteY426" fmla="*/ 81788 h 606580"/>
              <a:gd name="connsiteX427" fmla="*/ 235506 w 608133"/>
              <a:gd name="connsiteY427" fmla="*/ 77832 h 606580"/>
              <a:gd name="connsiteX428" fmla="*/ 236912 w 608133"/>
              <a:gd name="connsiteY428" fmla="*/ 86636 h 606580"/>
              <a:gd name="connsiteX429" fmla="*/ 244323 w 608133"/>
              <a:gd name="connsiteY429" fmla="*/ 86253 h 606580"/>
              <a:gd name="connsiteX430" fmla="*/ 244962 w 608133"/>
              <a:gd name="connsiteY430" fmla="*/ 81788 h 606580"/>
              <a:gd name="connsiteX431" fmla="*/ 252757 w 608133"/>
              <a:gd name="connsiteY431" fmla="*/ 80767 h 606580"/>
              <a:gd name="connsiteX432" fmla="*/ 252885 w 608133"/>
              <a:gd name="connsiteY432" fmla="*/ 79108 h 606580"/>
              <a:gd name="connsiteX433" fmla="*/ 249562 w 608133"/>
              <a:gd name="connsiteY433" fmla="*/ 77832 h 606580"/>
              <a:gd name="connsiteX434" fmla="*/ 248796 w 608133"/>
              <a:gd name="connsiteY434" fmla="*/ 72984 h 606580"/>
              <a:gd name="connsiteX435" fmla="*/ 258379 w 608133"/>
              <a:gd name="connsiteY435" fmla="*/ 72218 h 606580"/>
              <a:gd name="connsiteX436" fmla="*/ 264130 w 608133"/>
              <a:gd name="connsiteY436" fmla="*/ 66221 h 606580"/>
              <a:gd name="connsiteX437" fmla="*/ 264513 w 608133"/>
              <a:gd name="connsiteY437" fmla="*/ 65838 h 606580"/>
              <a:gd name="connsiteX438" fmla="*/ 266302 w 608133"/>
              <a:gd name="connsiteY438" fmla="*/ 64052 h 606580"/>
              <a:gd name="connsiteX439" fmla="*/ 286492 w 608133"/>
              <a:gd name="connsiteY439" fmla="*/ 61500 h 606580"/>
              <a:gd name="connsiteX440" fmla="*/ 295437 w 608133"/>
              <a:gd name="connsiteY440" fmla="*/ 69028 h 606580"/>
              <a:gd name="connsiteX441" fmla="*/ 272052 w 608133"/>
              <a:gd name="connsiteY441" fmla="*/ 81405 h 606580"/>
              <a:gd name="connsiteX442" fmla="*/ 301826 w 608133"/>
              <a:gd name="connsiteY442" fmla="*/ 88295 h 606580"/>
              <a:gd name="connsiteX443" fmla="*/ 305659 w 608133"/>
              <a:gd name="connsiteY443" fmla="*/ 78470 h 606580"/>
              <a:gd name="connsiteX444" fmla="*/ 318693 w 608133"/>
              <a:gd name="connsiteY444" fmla="*/ 78470 h 606580"/>
              <a:gd name="connsiteX445" fmla="*/ 323294 w 608133"/>
              <a:gd name="connsiteY445" fmla="*/ 69921 h 606580"/>
              <a:gd name="connsiteX446" fmla="*/ 314093 w 608133"/>
              <a:gd name="connsiteY446" fmla="*/ 67625 h 606580"/>
              <a:gd name="connsiteX447" fmla="*/ 314093 w 608133"/>
              <a:gd name="connsiteY447" fmla="*/ 56779 h 606580"/>
              <a:gd name="connsiteX448" fmla="*/ 285214 w 608133"/>
              <a:gd name="connsiteY448" fmla="*/ 44147 h 606580"/>
              <a:gd name="connsiteX449" fmla="*/ 265280 w 608133"/>
              <a:gd name="connsiteY449" fmla="*/ 46444 h 606580"/>
              <a:gd name="connsiteX450" fmla="*/ 254035 w 608133"/>
              <a:gd name="connsiteY450" fmla="*/ 52186 h 606580"/>
              <a:gd name="connsiteX451" fmla="*/ 254801 w 608133"/>
              <a:gd name="connsiteY451" fmla="*/ 66349 h 606580"/>
              <a:gd name="connsiteX452" fmla="*/ 243045 w 608133"/>
              <a:gd name="connsiteY452" fmla="*/ 64562 h 606580"/>
              <a:gd name="connsiteX453" fmla="*/ 241256 w 608133"/>
              <a:gd name="connsiteY453" fmla="*/ 56779 h 606580"/>
              <a:gd name="connsiteX454" fmla="*/ 252501 w 608133"/>
              <a:gd name="connsiteY454" fmla="*/ 46572 h 606580"/>
              <a:gd name="connsiteX455" fmla="*/ 232056 w 608133"/>
              <a:gd name="connsiteY455" fmla="*/ 45679 h 606580"/>
              <a:gd name="connsiteX456" fmla="*/ 226178 w 608133"/>
              <a:gd name="connsiteY456" fmla="*/ 47337 h 606580"/>
              <a:gd name="connsiteX457" fmla="*/ 223622 w 608133"/>
              <a:gd name="connsiteY457" fmla="*/ 54227 h 606580"/>
              <a:gd name="connsiteX458" fmla="*/ 231289 w 608133"/>
              <a:gd name="connsiteY458" fmla="*/ 55503 h 606580"/>
              <a:gd name="connsiteX459" fmla="*/ 229756 w 608133"/>
              <a:gd name="connsiteY459" fmla="*/ 63031 h 606580"/>
              <a:gd name="connsiteX460" fmla="*/ 216722 w 608133"/>
              <a:gd name="connsiteY460" fmla="*/ 63797 h 606580"/>
              <a:gd name="connsiteX461" fmla="*/ 214677 w 608133"/>
              <a:gd name="connsiteY461" fmla="*/ 68773 h 606580"/>
              <a:gd name="connsiteX462" fmla="*/ 195765 w 608133"/>
              <a:gd name="connsiteY462" fmla="*/ 69283 h 606580"/>
              <a:gd name="connsiteX463" fmla="*/ 194487 w 608133"/>
              <a:gd name="connsiteY463" fmla="*/ 58693 h 606580"/>
              <a:gd name="connsiteX464" fmla="*/ 209310 w 608133"/>
              <a:gd name="connsiteY464" fmla="*/ 58438 h 606580"/>
              <a:gd name="connsiteX465" fmla="*/ 220555 w 608133"/>
              <a:gd name="connsiteY465" fmla="*/ 47593 h 606580"/>
              <a:gd name="connsiteX466" fmla="*/ 214422 w 608133"/>
              <a:gd name="connsiteY466" fmla="*/ 44658 h 606580"/>
              <a:gd name="connsiteX467" fmla="*/ 206244 w 608133"/>
              <a:gd name="connsiteY467" fmla="*/ 52441 h 606580"/>
              <a:gd name="connsiteX468" fmla="*/ 192698 w 608133"/>
              <a:gd name="connsiteY468" fmla="*/ 51676 h 606580"/>
              <a:gd name="connsiteX469" fmla="*/ 184520 w 608133"/>
              <a:gd name="connsiteY469" fmla="*/ 40575 h 606580"/>
              <a:gd name="connsiteX470" fmla="*/ 167142 w 608133"/>
              <a:gd name="connsiteY470" fmla="*/ 40575 h 606580"/>
              <a:gd name="connsiteX471" fmla="*/ 148996 w 608133"/>
              <a:gd name="connsiteY471" fmla="*/ 53972 h 606580"/>
              <a:gd name="connsiteX472" fmla="*/ 165608 w 608133"/>
              <a:gd name="connsiteY472" fmla="*/ 53972 h 606580"/>
              <a:gd name="connsiteX473" fmla="*/ 167142 w 608133"/>
              <a:gd name="connsiteY473" fmla="*/ 58693 h 606580"/>
              <a:gd name="connsiteX474" fmla="*/ 162797 w 608133"/>
              <a:gd name="connsiteY474" fmla="*/ 62776 h 606580"/>
              <a:gd name="connsiteX475" fmla="*/ 181198 w 608133"/>
              <a:gd name="connsiteY475" fmla="*/ 63287 h 606580"/>
              <a:gd name="connsiteX476" fmla="*/ 184009 w 608133"/>
              <a:gd name="connsiteY476" fmla="*/ 69794 h 606580"/>
              <a:gd name="connsiteX477" fmla="*/ 163308 w 608133"/>
              <a:gd name="connsiteY477" fmla="*/ 69028 h 606580"/>
              <a:gd name="connsiteX478" fmla="*/ 162286 w 608133"/>
              <a:gd name="connsiteY478" fmla="*/ 64052 h 606580"/>
              <a:gd name="connsiteX479" fmla="*/ 149252 w 608133"/>
              <a:gd name="connsiteY479" fmla="*/ 61245 h 606580"/>
              <a:gd name="connsiteX480" fmla="*/ 142352 w 608133"/>
              <a:gd name="connsiteY480" fmla="*/ 57545 h 606580"/>
              <a:gd name="connsiteX481" fmla="*/ 129445 w 608133"/>
              <a:gd name="connsiteY481" fmla="*/ 57545 h 606580"/>
              <a:gd name="connsiteX482" fmla="*/ 310515 w 608133"/>
              <a:gd name="connsiteY482" fmla="*/ 0 h 60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Lst>
            <a:rect l="l" t="t" r="r" b="b"/>
            <a:pathLst>
              <a:path w="608133" h="606580">
                <a:moveTo>
                  <a:pt x="353905" y="372216"/>
                </a:moveTo>
                <a:lnTo>
                  <a:pt x="357698" y="373425"/>
                </a:lnTo>
                <a:lnTo>
                  <a:pt x="354188" y="382408"/>
                </a:lnTo>
                <a:cubicBezTo>
                  <a:pt x="348856" y="388184"/>
                  <a:pt x="341448" y="392013"/>
                  <a:pt x="333146" y="392715"/>
                </a:cubicBezTo>
                <a:lnTo>
                  <a:pt x="333146" y="400756"/>
                </a:lnTo>
                <a:lnTo>
                  <a:pt x="341831" y="400756"/>
                </a:lnTo>
                <a:lnTo>
                  <a:pt x="341831" y="406245"/>
                </a:lnTo>
                <a:lnTo>
                  <a:pt x="319097" y="406245"/>
                </a:lnTo>
                <a:lnTo>
                  <a:pt x="319097" y="400756"/>
                </a:lnTo>
                <a:lnTo>
                  <a:pt x="329187" y="400756"/>
                </a:lnTo>
                <a:lnTo>
                  <a:pt x="329187" y="392715"/>
                </a:lnTo>
                <a:lnTo>
                  <a:pt x="329187" y="390162"/>
                </a:lnTo>
                <a:lnTo>
                  <a:pt x="329187" y="388631"/>
                </a:lnTo>
                <a:cubicBezTo>
                  <a:pt x="329570" y="388631"/>
                  <a:pt x="330081" y="388758"/>
                  <a:pt x="330464" y="388758"/>
                </a:cubicBezTo>
                <a:cubicBezTo>
                  <a:pt x="338255" y="388758"/>
                  <a:pt x="345344" y="385567"/>
                  <a:pt x="350484" y="380430"/>
                </a:cubicBezTo>
                <a:close/>
                <a:moveTo>
                  <a:pt x="154231" y="365050"/>
                </a:moveTo>
                <a:lnTo>
                  <a:pt x="154668" y="366964"/>
                </a:lnTo>
                <a:lnTo>
                  <a:pt x="155372" y="370090"/>
                </a:lnTo>
                <a:lnTo>
                  <a:pt x="153754" y="367178"/>
                </a:lnTo>
                <a:lnTo>
                  <a:pt x="153213" y="366194"/>
                </a:lnTo>
                <a:close/>
                <a:moveTo>
                  <a:pt x="154228" y="365035"/>
                </a:moveTo>
                <a:lnTo>
                  <a:pt x="153198" y="366178"/>
                </a:lnTo>
                <a:lnTo>
                  <a:pt x="153754" y="367178"/>
                </a:lnTo>
                <a:lnTo>
                  <a:pt x="155385" y="370149"/>
                </a:lnTo>
                <a:lnTo>
                  <a:pt x="155372" y="370090"/>
                </a:lnTo>
                <a:lnTo>
                  <a:pt x="155386" y="370116"/>
                </a:lnTo>
                <a:lnTo>
                  <a:pt x="154668" y="366964"/>
                </a:lnTo>
                <a:lnTo>
                  <a:pt x="154235" y="365045"/>
                </a:lnTo>
                <a:lnTo>
                  <a:pt x="154231" y="365050"/>
                </a:lnTo>
                <a:close/>
                <a:moveTo>
                  <a:pt x="129357" y="298669"/>
                </a:moveTo>
                <a:lnTo>
                  <a:pt x="136291" y="312738"/>
                </a:lnTo>
                <a:lnTo>
                  <a:pt x="136471" y="313109"/>
                </a:lnTo>
                <a:lnTo>
                  <a:pt x="133402" y="312982"/>
                </a:lnTo>
                <a:lnTo>
                  <a:pt x="127529" y="313873"/>
                </a:lnTo>
                <a:lnTo>
                  <a:pt x="127529" y="300738"/>
                </a:lnTo>
                <a:close/>
                <a:moveTo>
                  <a:pt x="129305" y="298562"/>
                </a:moveTo>
                <a:lnTo>
                  <a:pt x="127512" y="300731"/>
                </a:lnTo>
                <a:lnTo>
                  <a:pt x="127512" y="313875"/>
                </a:lnTo>
                <a:lnTo>
                  <a:pt x="127529" y="313873"/>
                </a:lnTo>
                <a:lnTo>
                  <a:pt x="127529" y="313880"/>
                </a:lnTo>
                <a:lnTo>
                  <a:pt x="133407" y="312987"/>
                </a:lnTo>
                <a:lnTo>
                  <a:pt x="136473" y="313115"/>
                </a:lnTo>
                <a:lnTo>
                  <a:pt x="136471" y="313109"/>
                </a:lnTo>
                <a:lnTo>
                  <a:pt x="136474" y="313109"/>
                </a:lnTo>
                <a:lnTo>
                  <a:pt x="136291" y="312738"/>
                </a:lnTo>
                <a:lnTo>
                  <a:pt x="129445" y="298569"/>
                </a:lnTo>
                <a:lnTo>
                  <a:pt x="129357" y="298669"/>
                </a:lnTo>
                <a:close/>
                <a:moveTo>
                  <a:pt x="70350" y="249152"/>
                </a:moveTo>
                <a:lnTo>
                  <a:pt x="73599" y="253747"/>
                </a:lnTo>
                <a:lnTo>
                  <a:pt x="73003" y="254932"/>
                </a:lnTo>
                <a:lnTo>
                  <a:pt x="69753" y="254932"/>
                </a:lnTo>
                <a:lnTo>
                  <a:pt x="68611" y="254900"/>
                </a:lnTo>
                <a:lnTo>
                  <a:pt x="67343" y="250596"/>
                </a:lnTo>
                <a:lnTo>
                  <a:pt x="67374" y="250579"/>
                </a:lnTo>
                <a:close/>
                <a:moveTo>
                  <a:pt x="12543" y="235433"/>
                </a:moveTo>
                <a:lnTo>
                  <a:pt x="14960" y="247257"/>
                </a:lnTo>
                <a:lnTo>
                  <a:pt x="20187" y="255668"/>
                </a:lnTo>
                <a:lnTo>
                  <a:pt x="23757" y="259618"/>
                </a:lnTo>
                <a:lnTo>
                  <a:pt x="30131" y="262039"/>
                </a:lnTo>
                <a:lnTo>
                  <a:pt x="24139" y="269048"/>
                </a:lnTo>
                <a:lnTo>
                  <a:pt x="12537" y="270195"/>
                </a:lnTo>
                <a:lnTo>
                  <a:pt x="3740" y="270195"/>
                </a:lnTo>
                <a:lnTo>
                  <a:pt x="4760" y="260001"/>
                </a:lnTo>
                <a:lnTo>
                  <a:pt x="10311" y="258832"/>
                </a:lnTo>
                <a:lnTo>
                  <a:pt x="12012" y="258505"/>
                </a:lnTo>
                <a:lnTo>
                  <a:pt x="12008" y="258475"/>
                </a:lnTo>
                <a:lnTo>
                  <a:pt x="12027" y="258471"/>
                </a:lnTo>
                <a:lnTo>
                  <a:pt x="11390" y="253756"/>
                </a:lnTo>
                <a:lnTo>
                  <a:pt x="11386" y="253754"/>
                </a:lnTo>
                <a:lnTo>
                  <a:pt x="11373" y="253656"/>
                </a:lnTo>
                <a:lnTo>
                  <a:pt x="7285" y="251138"/>
                </a:lnTo>
                <a:lnTo>
                  <a:pt x="5398" y="249933"/>
                </a:lnTo>
                <a:lnTo>
                  <a:pt x="4888" y="249679"/>
                </a:lnTo>
                <a:cubicBezTo>
                  <a:pt x="5653" y="245218"/>
                  <a:pt x="6545" y="240758"/>
                  <a:pt x="7565" y="236426"/>
                </a:cubicBezTo>
                <a:lnTo>
                  <a:pt x="8330" y="236298"/>
                </a:lnTo>
                <a:lnTo>
                  <a:pt x="8443" y="236274"/>
                </a:lnTo>
                <a:lnTo>
                  <a:pt x="8434" y="236304"/>
                </a:lnTo>
                <a:close/>
                <a:moveTo>
                  <a:pt x="606846" y="233360"/>
                </a:moveTo>
                <a:cubicBezTo>
                  <a:pt x="607361" y="235011"/>
                  <a:pt x="607747" y="236663"/>
                  <a:pt x="608133" y="238441"/>
                </a:cubicBezTo>
                <a:lnTo>
                  <a:pt x="605945" y="234376"/>
                </a:lnTo>
                <a:close/>
                <a:moveTo>
                  <a:pt x="204076" y="166111"/>
                </a:moveTo>
                <a:lnTo>
                  <a:pt x="204076" y="171954"/>
                </a:lnTo>
                <a:lnTo>
                  <a:pt x="199732" y="176272"/>
                </a:lnTo>
                <a:lnTo>
                  <a:pt x="189892" y="176272"/>
                </a:lnTo>
                <a:lnTo>
                  <a:pt x="191426" y="169668"/>
                </a:lnTo>
                <a:lnTo>
                  <a:pt x="196026" y="169286"/>
                </a:lnTo>
                <a:lnTo>
                  <a:pt x="197048" y="167000"/>
                </a:lnTo>
                <a:close/>
                <a:moveTo>
                  <a:pt x="581533" y="165335"/>
                </a:moveTo>
                <a:cubicBezTo>
                  <a:pt x="584078" y="170193"/>
                  <a:pt x="586495" y="175178"/>
                  <a:pt x="588657" y="180163"/>
                </a:cubicBezTo>
                <a:lnTo>
                  <a:pt x="585604" y="180035"/>
                </a:lnTo>
                <a:lnTo>
                  <a:pt x="579625" y="180930"/>
                </a:lnTo>
                <a:lnTo>
                  <a:pt x="579625" y="167380"/>
                </a:lnTo>
                <a:close/>
                <a:moveTo>
                  <a:pt x="208944" y="160607"/>
                </a:moveTo>
                <a:lnTo>
                  <a:pt x="209708" y="160607"/>
                </a:lnTo>
                <a:lnTo>
                  <a:pt x="221293" y="164052"/>
                </a:lnTo>
                <a:lnTo>
                  <a:pt x="221293" y="169922"/>
                </a:lnTo>
                <a:lnTo>
                  <a:pt x="211618" y="169922"/>
                </a:lnTo>
                <a:lnTo>
                  <a:pt x="208944" y="166094"/>
                </a:lnTo>
                <a:close/>
                <a:moveTo>
                  <a:pt x="179788" y="153974"/>
                </a:moveTo>
                <a:lnTo>
                  <a:pt x="189892" y="153974"/>
                </a:lnTo>
                <a:lnTo>
                  <a:pt x="176846" y="171968"/>
                </a:lnTo>
                <a:lnTo>
                  <a:pt x="171474" y="169161"/>
                </a:lnTo>
                <a:lnTo>
                  <a:pt x="172625" y="161504"/>
                </a:lnTo>
                <a:close/>
                <a:moveTo>
                  <a:pt x="196031" y="153974"/>
                </a:moveTo>
                <a:lnTo>
                  <a:pt x="206334" y="153974"/>
                </a:lnTo>
                <a:lnTo>
                  <a:pt x="206334" y="159972"/>
                </a:lnTo>
                <a:lnTo>
                  <a:pt x="201747" y="162936"/>
                </a:lnTo>
                <a:lnTo>
                  <a:pt x="196031" y="164065"/>
                </a:lnTo>
                <a:close/>
                <a:moveTo>
                  <a:pt x="215085" y="152986"/>
                </a:moveTo>
                <a:lnTo>
                  <a:pt x="219811" y="155921"/>
                </a:lnTo>
                <a:lnTo>
                  <a:pt x="216107" y="158984"/>
                </a:lnTo>
                <a:lnTo>
                  <a:pt x="212402" y="155921"/>
                </a:lnTo>
                <a:close/>
                <a:moveTo>
                  <a:pt x="201253" y="144306"/>
                </a:moveTo>
                <a:lnTo>
                  <a:pt x="207533" y="150044"/>
                </a:lnTo>
                <a:lnTo>
                  <a:pt x="201253" y="151574"/>
                </a:lnTo>
                <a:close/>
                <a:moveTo>
                  <a:pt x="48012" y="142895"/>
                </a:moveTo>
                <a:lnTo>
                  <a:pt x="48267" y="146335"/>
                </a:lnTo>
                <a:lnTo>
                  <a:pt x="39587" y="156655"/>
                </a:lnTo>
                <a:cubicBezTo>
                  <a:pt x="42268" y="151941"/>
                  <a:pt x="45076" y="147354"/>
                  <a:pt x="48012" y="142895"/>
                </a:cubicBezTo>
                <a:close/>
                <a:moveTo>
                  <a:pt x="183223" y="141625"/>
                </a:moveTo>
                <a:lnTo>
                  <a:pt x="195249" y="141625"/>
                </a:lnTo>
                <a:lnTo>
                  <a:pt x="195249" y="145325"/>
                </a:lnTo>
                <a:lnTo>
                  <a:pt x="197936" y="145325"/>
                </a:lnTo>
                <a:lnTo>
                  <a:pt x="197936" y="151575"/>
                </a:lnTo>
                <a:lnTo>
                  <a:pt x="179512" y="151575"/>
                </a:lnTo>
                <a:lnTo>
                  <a:pt x="172603" y="149662"/>
                </a:lnTo>
                <a:lnTo>
                  <a:pt x="174394" y="145325"/>
                </a:lnTo>
                <a:close/>
                <a:moveTo>
                  <a:pt x="163284" y="118762"/>
                </a:moveTo>
                <a:lnTo>
                  <a:pt x="170557" y="120418"/>
                </a:lnTo>
                <a:lnTo>
                  <a:pt x="168005" y="130101"/>
                </a:lnTo>
                <a:lnTo>
                  <a:pt x="160221" y="132522"/>
                </a:lnTo>
                <a:lnTo>
                  <a:pt x="155244" y="122584"/>
                </a:lnTo>
                <a:close/>
                <a:moveTo>
                  <a:pt x="531175" y="94910"/>
                </a:moveTo>
                <a:cubicBezTo>
                  <a:pt x="536417" y="100396"/>
                  <a:pt x="541530" y="106136"/>
                  <a:pt x="546388" y="112005"/>
                </a:cubicBezTo>
                <a:lnTo>
                  <a:pt x="540380" y="120807"/>
                </a:lnTo>
                <a:lnTo>
                  <a:pt x="519286" y="120679"/>
                </a:lnTo>
                <a:lnTo>
                  <a:pt x="517880" y="116342"/>
                </a:lnTo>
                <a:lnTo>
                  <a:pt x="531175" y="109708"/>
                </a:lnTo>
                <a:close/>
                <a:moveTo>
                  <a:pt x="144924" y="86584"/>
                </a:moveTo>
                <a:cubicBezTo>
                  <a:pt x="145436" y="86584"/>
                  <a:pt x="144924" y="93238"/>
                  <a:pt x="144924" y="93238"/>
                </a:cubicBezTo>
                <a:lnTo>
                  <a:pt x="129693" y="94134"/>
                </a:lnTo>
                <a:lnTo>
                  <a:pt x="126877" y="90807"/>
                </a:lnTo>
                <a:lnTo>
                  <a:pt x="137629" y="87736"/>
                </a:lnTo>
                <a:cubicBezTo>
                  <a:pt x="137629" y="87736"/>
                  <a:pt x="144284" y="86584"/>
                  <a:pt x="144924" y="86584"/>
                </a:cubicBezTo>
                <a:close/>
                <a:moveTo>
                  <a:pt x="134155" y="70142"/>
                </a:moveTo>
                <a:lnTo>
                  <a:pt x="145154" y="70142"/>
                </a:lnTo>
                <a:lnTo>
                  <a:pt x="145154" y="74879"/>
                </a:lnTo>
                <a:lnTo>
                  <a:pt x="141957" y="79104"/>
                </a:lnTo>
                <a:lnTo>
                  <a:pt x="126736" y="79104"/>
                </a:lnTo>
                <a:lnTo>
                  <a:pt x="126736" y="72959"/>
                </a:lnTo>
                <a:lnTo>
                  <a:pt x="126736" y="72447"/>
                </a:lnTo>
                <a:lnTo>
                  <a:pt x="133515" y="72447"/>
                </a:lnTo>
                <a:close/>
                <a:moveTo>
                  <a:pt x="310515" y="0"/>
                </a:moveTo>
                <a:cubicBezTo>
                  <a:pt x="322144" y="0"/>
                  <a:pt x="333772" y="766"/>
                  <a:pt x="345017" y="2042"/>
                </a:cubicBezTo>
                <a:cubicBezTo>
                  <a:pt x="350895" y="2680"/>
                  <a:pt x="356645" y="3318"/>
                  <a:pt x="362268" y="4338"/>
                </a:cubicBezTo>
                <a:cubicBezTo>
                  <a:pt x="363546" y="4593"/>
                  <a:pt x="364696" y="4849"/>
                  <a:pt x="365973" y="5104"/>
                </a:cubicBezTo>
                <a:cubicBezTo>
                  <a:pt x="420793" y="15439"/>
                  <a:pt x="470373" y="40320"/>
                  <a:pt x="510625" y="75408"/>
                </a:cubicBezTo>
                <a:lnTo>
                  <a:pt x="507047" y="81788"/>
                </a:lnTo>
                <a:lnTo>
                  <a:pt x="492863" y="87274"/>
                </a:lnTo>
                <a:lnTo>
                  <a:pt x="486857" y="93654"/>
                </a:lnTo>
                <a:lnTo>
                  <a:pt x="488263" y="101182"/>
                </a:lnTo>
                <a:lnTo>
                  <a:pt x="495546" y="102203"/>
                </a:lnTo>
                <a:lnTo>
                  <a:pt x="500019" y="113048"/>
                </a:lnTo>
                <a:lnTo>
                  <a:pt x="512542" y="108072"/>
                </a:lnTo>
                <a:lnTo>
                  <a:pt x="514714" y="122618"/>
                </a:lnTo>
                <a:lnTo>
                  <a:pt x="510880" y="122618"/>
                </a:lnTo>
                <a:lnTo>
                  <a:pt x="500530" y="121086"/>
                </a:lnTo>
                <a:lnTo>
                  <a:pt x="489029" y="123000"/>
                </a:lnTo>
                <a:lnTo>
                  <a:pt x="477912" y="138439"/>
                </a:lnTo>
                <a:lnTo>
                  <a:pt x="461939" y="140991"/>
                </a:lnTo>
                <a:lnTo>
                  <a:pt x="459639" y="154388"/>
                </a:lnTo>
                <a:lnTo>
                  <a:pt x="466412" y="155920"/>
                </a:lnTo>
                <a:lnTo>
                  <a:pt x="464495" y="164596"/>
                </a:lnTo>
                <a:lnTo>
                  <a:pt x="448650" y="161406"/>
                </a:lnTo>
                <a:lnTo>
                  <a:pt x="434210" y="164596"/>
                </a:lnTo>
                <a:lnTo>
                  <a:pt x="431143" y="172507"/>
                </a:lnTo>
                <a:lnTo>
                  <a:pt x="433571" y="189221"/>
                </a:lnTo>
                <a:lnTo>
                  <a:pt x="442133" y="193177"/>
                </a:lnTo>
                <a:lnTo>
                  <a:pt x="456444" y="193049"/>
                </a:lnTo>
                <a:lnTo>
                  <a:pt x="466028" y="192284"/>
                </a:lnTo>
                <a:lnTo>
                  <a:pt x="468967" y="184628"/>
                </a:lnTo>
                <a:lnTo>
                  <a:pt x="484046" y="165362"/>
                </a:lnTo>
                <a:lnTo>
                  <a:pt x="493885" y="167403"/>
                </a:lnTo>
                <a:lnTo>
                  <a:pt x="503724" y="158727"/>
                </a:lnTo>
                <a:lnTo>
                  <a:pt x="505513" y="165489"/>
                </a:lnTo>
                <a:lnTo>
                  <a:pt x="529537" y="181438"/>
                </a:lnTo>
                <a:lnTo>
                  <a:pt x="526598" y="185394"/>
                </a:lnTo>
                <a:lnTo>
                  <a:pt x="515736" y="184756"/>
                </a:lnTo>
                <a:lnTo>
                  <a:pt x="519953" y="190625"/>
                </a:lnTo>
                <a:lnTo>
                  <a:pt x="526598" y="192029"/>
                </a:lnTo>
                <a:lnTo>
                  <a:pt x="534393" y="188839"/>
                </a:lnTo>
                <a:lnTo>
                  <a:pt x="534265" y="179524"/>
                </a:lnTo>
                <a:lnTo>
                  <a:pt x="537715" y="177866"/>
                </a:lnTo>
                <a:lnTo>
                  <a:pt x="534904" y="174931"/>
                </a:lnTo>
                <a:lnTo>
                  <a:pt x="518931" y="166127"/>
                </a:lnTo>
                <a:lnTo>
                  <a:pt x="514714" y="154388"/>
                </a:lnTo>
                <a:lnTo>
                  <a:pt x="528003" y="154388"/>
                </a:lnTo>
                <a:lnTo>
                  <a:pt x="532220" y="158599"/>
                </a:lnTo>
                <a:lnTo>
                  <a:pt x="543721" y="168296"/>
                </a:lnTo>
                <a:lnTo>
                  <a:pt x="544232" y="180162"/>
                </a:lnTo>
                <a:lnTo>
                  <a:pt x="556116" y="192539"/>
                </a:lnTo>
                <a:lnTo>
                  <a:pt x="560588" y="175441"/>
                </a:lnTo>
                <a:lnTo>
                  <a:pt x="568766" y="171103"/>
                </a:lnTo>
                <a:lnTo>
                  <a:pt x="570300" y="185011"/>
                </a:lnTo>
                <a:lnTo>
                  <a:pt x="578350" y="193815"/>
                </a:lnTo>
                <a:lnTo>
                  <a:pt x="594323" y="193432"/>
                </a:lnTo>
                <a:cubicBezTo>
                  <a:pt x="597518" y="201343"/>
                  <a:pt x="600201" y="209381"/>
                  <a:pt x="602629" y="217547"/>
                </a:cubicBezTo>
                <a:lnTo>
                  <a:pt x="600968" y="219078"/>
                </a:lnTo>
                <a:lnTo>
                  <a:pt x="576434" y="219078"/>
                </a:lnTo>
                <a:lnTo>
                  <a:pt x="561483" y="208105"/>
                </a:lnTo>
                <a:lnTo>
                  <a:pt x="545765" y="209636"/>
                </a:lnTo>
                <a:lnTo>
                  <a:pt x="545765" y="219078"/>
                </a:lnTo>
                <a:lnTo>
                  <a:pt x="540782" y="219078"/>
                </a:lnTo>
                <a:lnTo>
                  <a:pt x="535415" y="215251"/>
                </a:lnTo>
                <a:lnTo>
                  <a:pt x="508197" y="208488"/>
                </a:lnTo>
                <a:lnTo>
                  <a:pt x="508197" y="191008"/>
                </a:lnTo>
                <a:lnTo>
                  <a:pt x="473567" y="193687"/>
                </a:lnTo>
                <a:lnTo>
                  <a:pt x="462961" y="199429"/>
                </a:lnTo>
                <a:lnTo>
                  <a:pt x="449161" y="199429"/>
                </a:lnTo>
                <a:lnTo>
                  <a:pt x="442516" y="198791"/>
                </a:lnTo>
                <a:lnTo>
                  <a:pt x="425904" y="207850"/>
                </a:lnTo>
                <a:lnTo>
                  <a:pt x="425904" y="224948"/>
                </a:lnTo>
                <a:lnTo>
                  <a:pt x="391914" y="249190"/>
                </a:lnTo>
                <a:lnTo>
                  <a:pt x="394725" y="259526"/>
                </a:lnTo>
                <a:lnTo>
                  <a:pt x="401625" y="259526"/>
                </a:lnTo>
                <a:lnTo>
                  <a:pt x="399836" y="269350"/>
                </a:lnTo>
                <a:lnTo>
                  <a:pt x="394853" y="271136"/>
                </a:lnTo>
                <a:lnTo>
                  <a:pt x="394725" y="296910"/>
                </a:lnTo>
                <a:lnTo>
                  <a:pt x="423987" y="329957"/>
                </a:lnTo>
                <a:lnTo>
                  <a:pt x="436893" y="329957"/>
                </a:lnTo>
                <a:lnTo>
                  <a:pt x="437660" y="327916"/>
                </a:lnTo>
                <a:lnTo>
                  <a:pt x="460661" y="327916"/>
                </a:lnTo>
                <a:lnTo>
                  <a:pt x="467306" y="321791"/>
                </a:lnTo>
                <a:lnTo>
                  <a:pt x="480340" y="321791"/>
                </a:lnTo>
                <a:lnTo>
                  <a:pt x="487496" y="328936"/>
                </a:lnTo>
                <a:lnTo>
                  <a:pt x="506919" y="330850"/>
                </a:lnTo>
                <a:lnTo>
                  <a:pt x="504363" y="356369"/>
                </a:lnTo>
                <a:lnTo>
                  <a:pt x="525959" y="394009"/>
                </a:lnTo>
                <a:lnTo>
                  <a:pt x="514586" y="415445"/>
                </a:lnTo>
                <a:lnTo>
                  <a:pt x="515353" y="425525"/>
                </a:lnTo>
                <a:lnTo>
                  <a:pt x="524298" y="434329"/>
                </a:lnTo>
                <a:lnTo>
                  <a:pt x="524298" y="458571"/>
                </a:lnTo>
                <a:lnTo>
                  <a:pt x="536054" y="474265"/>
                </a:lnTo>
                <a:lnTo>
                  <a:pt x="536054" y="494425"/>
                </a:lnTo>
                <a:lnTo>
                  <a:pt x="546149" y="494425"/>
                </a:lnTo>
                <a:cubicBezTo>
                  <a:pt x="489668" y="562815"/>
                  <a:pt x="403670" y="606580"/>
                  <a:pt x="307576" y="606580"/>
                </a:cubicBezTo>
                <a:cubicBezTo>
                  <a:pt x="138518" y="606580"/>
                  <a:pt x="894" y="471331"/>
                  <a:pt x="0" y="304694"/>
                </a:cubicBezTo>
                <a:cubicBezTo>
                  <a:pt x="128" y="285937"/>
                  <a:pt x="1917" y="267691"/>
                  <a:pt x="5367" y="249956"/>
                </a:cubicBezTo>
                <a:lnTo>
                  <a:pt x="7285" y="251138"/>
                </a:lnTo>
                <a:lnTo>
                  <a:pt x="11386" y="253754"/>
                </a:lnTo>
                <a:lnTo>
                  <a:pt x="12008" y="258475"/>
                </a:lnTo>
                <a:lnTo>
                  <a:pt x="10311" y="258832"/>
                </a:lnTo>
                <a:lnTo>
                  <a:pt x="4728" y="259908"/>
                </a:lnTo>
                <a:lnTo>
                  <a:pt x="3705" y="270243"/>
                </a:lnTo>
                <a:lnTo>
                  <a:pt x="12651" y="270243"/>
                </a:lnTo>
                <a:lnTo>
                  <a:pt x="24279" y="269095"/>
                </a:lnTo>
                <a:lnTo>
                  <a:pt x="30285" y="262077"/>
                </a:lnTo>
                <a:lnTo>
                  <a:pt x="23896" y="259653"/>
                </a:lnTo>
                <a:lnTo>
                  <a:pt x="20446" y="255570"/>
                </a:lnTo>
                <a:lnTo>
                  <a:pt x="15079" y="247277"/>
                </a:lnTo>
                <a:lnTo>
                  <a:pt x="12651" y="235410"/>
                </a:lnTo>
                <a:lnTo>
                  <a:pt x="12543" y="235433"/>
                </a:lnTo>
                <a:lnTo>
                  <a:pt x="12537" y="235406"/>
                </a:lnTo>
                <a:lnTo>
                  <a:pt x="8443" y="236274"/>
                </a:lnTo>
                <a:lnTo>
                  <a:pt x="24663" y="186925"/>
                </a:lnTo>
                <a:lnTo>
                  <a:pt x="24663" y="201470"/>
                </a:lnTo>
                <a:lnTo>
                  <a:pt x="37441" y="207595"/>
                </a:lnTo>
                <a:lnTo>
                  <a:pt x="37441" y="231583"/>
                </a:lnTo>
                <a:lnTo>
                  <a:pt x="49708" y="252253"/>
                </a:lnTo>
                <a:lnTo>
                  <a:pt x="59675" y="253784"/>
                </a:lnTo>
                <a:lnTo>
                  <a:pt x="60953" y="246639"/>
                </a:lnTo>
                <a:lnTo>
                  <a:pt x="49197" y="228775"/>
                </a:lnTo>
                <a:lnTo>
                  <a:pt x="46897" y="211295"/>
                </a:lnTo>
                <a:lnTo>
                  <a:pt x="53797" y="211295"/>
                </a:lnTo>
                <a:lnTo>
                  <a:pt x="56736" y="229286"/>
                </a:lnTo>
                <a:lnTo>
                  <a:pt x="70537" y="249063"/>
                </a:lnTo>
                <a:lnTo>
                  <a:pt x="70350" y="249152"/>
                </a:lnTo>
                <a:lnTo>
                  <a:pt x="70260" y="249025"/>
                </a:lnTo>
                <a:lnTo>
                  <a:pt x="67374" y="250579"/>
                </a:lnTo>
                <a:lnTo>
                  <a:pt x="67342" y="250594"/>
                </a:lnTo>
                <a:lnTo>
                  <a:pt x="67343" y="250596"/>
                </a:lnTo>
                <a:lnTo>
                  <a:pt x="67178" y="250684"/>
                </a:lnTo>
                <a:lnTo>
                  <a:pt x="68462" y="254896"/>
                </a:lnTo>
                <a:lnTo>
                  <a:pt x="68611" y="254900"/>
                </a:lnTo>
                <a:lnTo>
                  <a:pt x="68620" y="254932"/>
                </a:lnTo>
                <a:lnTo>
                  <a:pt x="69753" y="254932"/>
                </a:lnTo>
                <a:lnTo>
                  <a:pt x="72957" y="255023"/>
                </a:lnTo>
                <a:lnTo>
                  <a:pt x="73003" y="254932"/>
                </a:lnTo>
                <a:lnTo>
                  <a:pt x="73093" y="254932"/>
                </a:lnTo>
                <a:lnTo>
                  <a:pt x="69387" y="261695"/>
                </a:lnTo>
                <a:lnTo>
                  <a:pt x="80121" y="277899"/>
                </a:lnTo>
                <a:lnTo>
                  <a:pt x="106955" y="284534"/>
                </a:lnTo>
                <a:lnTo>
                  <a:pt x="106955" y="280196"/>
                </a:lnTo>
                <a:lnTo>
                  <a:pt x="117689" y="281727"/>
                </a:lnTo>
                <a:lnTo>
                  <a:pt x="116667" y="289255"/>
                </a:lnTo>
                <a:lnTo>
                  <a:pt x="125101" y="290786"/>
                </a:lnTo>
                <a:lnTo>
                  <a:pt x="138135" y="294358"/>
                </a:lnTo>
                <a:lnTo>
                  <a:pt x="156536" y="315029"/>
                </a:lnTo>
                <a:lnTo>
                  <a:pt x="180048" y="316815"/>
                </a:lnTo>
                <a:lnTo>
                  <a:pt x="182348" y="335699"/>
                </a:lnTo>
                <a:lnTo>
                  <a:pt x="166247" y="346799"/>
                </a:lnTo>
                <a:lnTo>
                  <a:pt x="165480" y="363769"/>
                </a:lnTo>
                <a:lnTo>
                  <a:pt x="163180" y="374104"/>
                </a:lnTo>
                <a:lnTo>
                  <a:pt x="186437" y="402813"/>
                </a:lnTo>
                <a:lnTo>
                  <a:pt x="188226" y="412638"/>
                </a:lnTo>
                <a:cubicBezTo>
                  <a:pt x="188226" y="412638"/>
                  <a:pt x="196660" y="414934"/>
                  <a:pt x="197682" y="414934"/>
                </a:cubicBezTo>
                <a:cubicBezTo>
                  <a:pt x="198704" y="414934"/>
                  <a:pt x="216722" y="428332"/>
                  <a:pt x="216722" y="428332"/>
                </a:cubicBezTo>
                <a:lnTo>
                  <a:pt x="216722" y="480262"/>
                </a:lnTo>
                <a:lnTo>
                  <a:pt x="222983" y="482049"/>
                </a:lnTo>
                <a:lnTo>
                  <a:pt x="218639" y="506036"/>
                </a:lnTo>
                <a:lnTo>
                  <a:pt x="229372" y="520199"/>
                </a:lnTo>
                <a:lnTo>
                  <a:pt x="227456" y="543932"/>
                </a:lnTo>
                <a:lnTo>
                  <a:pt x="241640" y="568557"/>
                </a:lnTo>
                <a:lnTo>
                  <a:pt x="259785" y="584251"/>
                </a:lnTo>
                <a:lnTo>
                  <a:pt x="278058" y="584506"/>
                </a:lnTo>
                <a:lnTo>
                  <a:pt x="279847" y="578765"/>
                </a:lnTo>
                <a:lnTo>
                  <a:pt x="266430" y="567536"/>
                </a:lnTo>
                <a:lnTo>
                  <a:pt x="267196" y="562050"/>
                </a:lnTo>
                <a:lnTo>
                  <a:pt x="269624" y="555287"/>
                </a:lnTo>
                <a:lnTo>
                  <a:pt x="270135" y="548270"/>
                </a:lnTo>
                <a:lnTo>
                  <a:pt x="261063" y="548015"/>
                </a:lnTo>
                <a:lnTo>
                  <a:pt x="256463" y="542273"/>
                </a:lnTo>
                <a:lnTo>
                  <a:pt x="264002" y="535128"/>
                </a:lnTo>
                <a:lnTo>
                  <a:pt x="265024" y="529769"/>
                </a:lnTo>
                <a:lnTo>
                  <a:pt x="256590" y="527344"/>
                </a:lnTo>
                <a:lnTo>
                  <a:pt x="257102" y="522241"/>
                </a:lnTo>
                <a:lnTo>
                  <a:pt x="269113" y="520454"/>
                </a:lnTo>
                <a:lnTo>
                  <a:pt x="287386" y="511778"/>
                </a:lnTo>
                <a:lnTo>
                  <a:pt x="293520" y="500677"/>
                </a:lnTo>
                <a:lnTo>
                  <a:pt x="312688" y="476562"/>
                </a:lnTo>
                <a:lnTo>
                  <a:pt x="308343" y="457551"/>
                </a:lnTo>
                <a:lnTo>
                  <a:pt x="314221" y="447471"/>
                </a:lnTo>
                <a:lnTo>
                  <a:pt x="331855" y="447981"/>
                </a:lnTo>
                <a:lnTo>
                  <a:pt x="343739" y="438667"/>
                </a:lnTo>
                <a:lnTo>
                  <a:pt x="347573" y="402175"/>
                </a:lnTo>
                <a:lnTo>
                  <a:pt x="360734" y="385715"/>
                </a:lnTo>
                <a:lnTo>
                  <a:pt x="363034" y="375125"/>
                </a:lnTo>
                <a:lnTo>
                  <a:pt x="357698" y="373425"/>
                </a:lnTo>
                <a:lnTo>
                  <a:pt x="362777" y="360422"/>
                </a:lnTo>
                <a:cubicBezTo>
                  <a:pt x="362777" y="342680"/>
                  <a:pt x="348345" y="328129"/>
                  <a:pt x="330464" y="328129"/>
                </a:cubicBezTo>
                <a:cubicBezTo>
                  <a:pt x="329826" y="328129"/>
                  <a:pt x="329187" y="328129"/>
                  <a:pt x="328421" y="328257"/>
                </a:cubicBezTo>
                <a:lnTo>
                  <a:pt x="328421" y="332341"/>
                </a:lnTo>
                <a:cubicBezTo>
                  <a:pt x="329187" y="332214"/>
                  <a:pt x="329826" y="332214"/>
                  <a:pt x="330464" y="332214"/>
                </a:cubicBezTo>
                <a:cubicBezTo>
                  <a:pt x="346046" y="332214"/>
                  <a:pt x="358818" y="344850"/>
                  <a:pt x="358818" y="360422"/>
                </a:cubicBezTo>
                <a:lnTo>
                  <a:pt x="353905" y="372216"/>
                </a:lnTo>
                <a:lnTo>
                  <a:pt x="351023" y="371297"/>
                </a:lnTo>
                <a:lnTo>
                  <a:pt x="343100" y="358410"/>
                </a:lnTo>
                <a:lnTo>
                  <a:pt x="316010" y="358155"/>
                </a:lnTo>
                <a:lnTo>
                  <a:pt x="294542" y="350117"/>
                </a:lnTo>
                <a:lnTo>
                  <a:pt x="293520" y="334933"/>
                </a:lnTo>
                <a:lnTo>
                  <a:pt x="286236" y="322557"/>
                </a:lnTo>
                <a:lnTo>
                  <a:pt x="266813" y="322301"/>
                </a:lnTo>
                <a:lnTo>
                  <a:pt x="255568" y="304949"/>
                </a:lnTo>
                <a:lnTo>
                  <a:pt x="245601" y="300100"/>
                </a:lnTo>
                <a:lnTo>
                  <a:pt x="245090" y="305459"/>
                </a:lnTo>
                <a:lnTo>
                  <a:pt x="226944" y="306480"/>
                </a:lnTo>
                <a:lnTo>
                  <a:pt x="220300" y="297421"/>
                </a:lnTo>
                <a:lnTo>
                  <a:pt x="201388" y="293593"/>
                </a:lnTo>
                <a:lnTo>
                  <a:pt x="185798" y="311328"/>
                </a:lnTo>
                <a:lnTo>
                  <a:pt x="163691" y="307628"/>
                </a:lnTo>
                <a:lnTo>
                  <a:pt x="163564" y="307628"/>
                </a:lnTo>
                <a:lnTo>
                  <a:pt x="161264" y="307245"/>
                </a:lnTo>
                <a:lnTo>
                  <a:pt x="159475" y="279940"/>
                </a:lnTo>
                <a:lnTo>
                  <a:pt x="141585" y="277006"/>
                </a:lnTo>
                <a:lnTo>
                  <a:pt x="148741" y="263608"/>
                </a:lnTo>
                <a:lnTo>
                  <a:pt x="146696" y="255825"/>
                </a:lnTo>
                <a:lnTo>
                  <a:pt x="123184" y="271392"/>
                </a:lnTo>
                <a:lnTo>
                  <a:pt x="108361" y="269605"/>
                </a:lnTo>
                <a:lnTo>
                  <a:pt x="103122" y="258250"/>
                </a:lnTo>
                <a:lnTo>
                  <a:pt x="106316" y="246383"/>
                </a:lnTo>
                <a:lnTo>
                  <a:pt x="114495" y="231583"/>
                </a:lnTo>
                <a:lnTo>
                  <a:pt x="133279" y="222268"/>
                </a:lnTo>
                <a:lnTo>
                  <a:pt x="169570" y="222268"/>
                </a:lnTo>
                <a:lnTo>
                  <a:pt x="169442" y="233114"/>
                </a:lnTo>
                <a:lnTo>
                  <a:pt x="182476" y="239111"/>
                </a:lnTo>
                <a:lnTo>
                  <a:pt x="181453" y="220482"/>
                </a:lnTo>
                <a:lnTo>
                  <a:pt x="190909" y="211168"/>
                </a:lnTo>
                <a:lnTo>
                  <a:pt x="209821" y="198791"/>
                </a:lnTo>
                <a:lnTo>
                  <a:pt x="211099" y="190242"/>
                </a:lnTo>
                <a:lnTo>
                  <a:pt x="230011" y="170720"/>
                </a:lnTo>
                <a:lnTo>
                  <a:pt x="250201" y="159747"/>
                </a:lnTo>
                <a:lnTo>
                  <a:pt x="248412" y="158344"/>
                </a:lnTo>
                <a:lnTo>
                  <a:pt x="261957" y="145712"/>
                </a:lnTo>
                <a:lnTo>
                  <a:pt x="266941" y="146988"/>
                </a:lnTo>
                <a:lnTo>
                  <a:pt x="269241" y="149795"/>
                </a:lnTo>
                <a:lnTo>
                  <a:pt x="274480" y="144181"/>
                </a:lnTo>
                <a:lnTo>
                  <a:pt x="275758" y="143543"/>
                </a:lnTo>
                <a:lnTo>
                  <a:pt x="270008" y="142777"/>
                </a:lnTo>
                <a:lnTo>
                  <a:pt x="264257" y="140991"/>
                </a:lnTo>
                <a:lnTo>
                  <a:pt x="264257" y="135505"/>
                </a:lnTo>
                <a:lnTo>
                  <a:pt x="267324" y="132953"/>
                </a:lnTo>
                <a:lnTo>
                  <a:pt x="274097" y="132953"/>
                </a:lnTo>
                <a:lnTo>
                  <a:pt x="277164" y="134356"/>
                </a:lnTo>
                <a:lnTo>
                  <a:pt x="279719" y="139588"/>
                </a:lnTo>
                <a:lnTo>
                  <a:pt x="283042" y="139077"/>
                </a:lnTo>
                <a:lnTo>
                  <a:pt x="283042" y="138694"/>
                </a:lnTo>
                <a:lnTo>
                  <a:pt x="283936" y="138950"/>
                </a:lnTo>
                <a:lnTo>
                  <a:pt x="293392" y="137546"/>
                </a:lnTo>
                <a:lnTo>
                  <a:pt x="294670" y="132953"/>
                </a:lnTo>
                <a:lnTo>
                  <a:pt x="300165" y="134356"/>
                </a:lnTo>
                <a:lnTo>
                  <a:pt x="300165" y="139205"/>
                </a:lnTo>
                <a:lnTo>
                  <a:pt x="295181" y="142650"/>
                </a:lnTo>
                <a:lnTo>
                  <a:pt x="295820" y="148009"/>
                </a:lnTo>
                <a:lnTo>
                  <a:pt x="312943" y="153240"/>
                </a:lnTo>
                <a:cubicBezTo>
                  <a:pt x="312943" y="153240"/>
                  <a:pt x="312943" y="153368"/>
                  <a:pt x="312943" y="153495"/>
                </a:cubicBezTo>
                <a:lnTo>
                  <a:pt x="316904" y="153113"/>
                </a:lnTo>
                <a:lnTo>
                  <a:pt x="317160" y="145840"/>
                </a:lnTo>
                <a:lnTo>
                  <a:pt x="303615" y="139715"/>
                </a:lnTo>
                <a:lnTo>
                  <a:pt x="302848" y="136270"/>
                </a:lnTo>
                <a:lnTo>
                  <a:pt x="314093" y="132442"/>
                </a:lnTo>
                <a:lnTo>
                  <a:pt x="314604" y="121852"/>
                </a:lnTo>
                <a:lnTo>
                  <a:pt x="302848" y="114834"/>
                </a:lnTo>
                <a:lnTo>
                  <a:pt x="302081" y="96844"/>
                </a:lnTo>
                <a:lnTo>
                  <a:pt x="285981" y="104754"/>
                </a:lnTo>
                <a:lnTo>
                  <a:pt x="280103" y="104754"/>
                </a:lnTo>
                <a:lnTo>
                  <a:pt x="281636" y="91102"/>
                </a:lnTo>
                <a:lnTo>
                  <a:pt x="259785" y="85998"/>
                </a:lnTo>
                <a:lnTo>
                  <a:pt x="250712" y="92761"/>
                </a:lnTo>
                <a:lnTo>
                  <a:pt x="250712" y="113303"/>
                </a:lnTo>
                <a:lnTo>
                  <a:pt x="234356" y="118407"/>
                </a:lnTo>
                <a:lnTo>
                  <a:pt x="227839" y="131932"/>
                </a:lnTo>
                <a:lnTo>
                  <a:pt x="220683" y="133080"/>
                </a:lnTo>
                <a:lnTo>
                  <a:pt x="220683" y="115855"/>
                </a:lnTo>
                <a:lnTo>
                  <a:pt x="205349" y="113686"/>
                </a:lnTo>
                <a:lnTo>
                  <a:pt x="197682" y="108837"/>
                </a:lnTo>
                <a:lnTo>
                  <a:pt x="194743" y="97609"/>
                </a:lnTo>
                <a:lnTo>
                  <a:pt x="222089" y="81788"/>
                </a:lnTo>
                <a:lnTo>
                  <a:pt x="235506" y="77832"/>
                </a:lnTo>
                <a:lnTo>
                  <a:pt x="236912" y="86636"/>
                </a:lnTo>
                <a:lnTo>
                  <a:pt x="244323" y="86253"/>
                </a:lnTo>
                <a:lnTo>
                  <a:pt x="244962" y="81788"/>
                </a:lnTo>
                <a:lnTo>
                  <a:pt x="252757" y="80767"/>
                </a:lnTo>
                <a:lnTo>
                  <a:pt x="252885" y="79108"/>
                </a:lnTo>
                <a:lnTo>
                  <a:pt x="249562" y="77832"/>
                </a:lnTo>
                <a:lnTo>
                  <a:pt x="248796" y="72984"/>
                </a:lnTo>
                <a:lnTo>
                  <a:pt x="258379" y="72218"/>
                </a:lnTo>
                <a:lnTo>
                  <a:pt x="264130" y="66221"/>
                </a:lnTo>
                <a:lnTo>
                  <a:pt x="264513" y="65838"/>
                </a:lnTo>
                <a:lnTo>
                  <a:pt x="266302" y="64052"/>
                </a:lnTo>
                <a:lnTo>
                  <a:pt x="286492" y="61500"/>
                </a:lnTo>
                <a:lnTo>
                  <a:pt x="295437" y="69028"/>
                </a:lnTo>
                <a:lnTo>
                  <a:pt x="272052" y="81405"/>
                </a:lnTo>
                <a:lnTo>
                  <a:pt x="301826" y="88295"/>
                </a:lnTo>
                <a:lnTo>
                  <a:pt x="305659" y="78470"/>
                </a:lnTo>
                <a:lnTo>
                  <a:pt x="318693" y="78470"/>
                </a:lnTo>
                <a:lnTo>
                  <a:pt x="323294" y="69921"/>
                </a:lnTo>
                <a:lnTo>
                  <a:pt x="314093" y="67625"/>
                </a:lnTo>
                <a:lnTo>
                  <a:pt x="314093" y="56779"/>
                </a:lnTo>
                <a:lnTo>
                  <a:pt x="285214" y="44147"/>
                </a:lnTo>
                <a:lnTo>
                  <a:pt x="265280" y="46444"/>
                </a:lnTo>
                <a:lnTo>
                  <a:pt x="254035" y="52186"/>
                </a:lnTo>
                <a:lnTo>
                  <a:pt x="254801" y="66349"/>
                </a:lnTo>
                <a:lnTo>
                  <a:pt x="243045" y="64562"/>
                </a:lnTo>
                <a:lnTo>
                  <a:pt x="241256" y="56779"/>
                </a:lnTo>
                <a:lnTo>
                  <a:pt x="252501" y="46572"/>
                </a:lnTo>
                <a:lnTo>
                  <a:pt x="232056" y="45679"/>
                </a:lnTo>
                <a:lnTo>
                  <a:pt x="226178" y="47337"/>
                </a:lnTo>
                <a:lnTo>
                  <a:pt x="223622" y="54227"/>
                </a:lnTo>
                <a:lnTo>
                  <a:pt x="231289" y="55503"/>
                </a:lnTo>
                <a:lnTo>
                  <a:pt x="229756" y="63031"/>
                </a:lnTo>
                <a:lnTo>
                  <a:pt x="216722" y="63797"/>
                </a:lnTo>
                <a:lnTo>
                  <a:pt x="214677" y="68773"/>
                </a:lnTo>
                <a:lnTo>
                  <a:pt x="195765" y="69283"/>
                </a:lnTo>
                <a:cubicBezTo>
                  <a:pt x="195765" y="69283"/>
                  <a:pt x="195254" y="58693"/>
                  <a:pt x="194487" y="58693"/>
                </a:cubicBezTo>
                <a:cubicBezTo>
                  <a:pt x="193721" y="58693"/>
                  <a:pt x="209310" y="58438"/>
                  <a:pt x="209310" y="58438"/>
                </a:cubicBezTo>
                <a:lnTo>
                  <a:pt x="220555" y="47593"/>
                </a:lnTo>
                <a:lnTo>
                  <a:pt x="214422" y="44658"/>
                </a:lnTo>
                <a:lnTo>
                  <a:pt x="206244" y="52441"/>
                </a:lnTo>
                <a:lnTo>
                  <a:pt x="192698" y="51676"/>
                </a:lnTo>
                <a:lnTo>
                  <a:pt x="184520" y="40575"/>
                </a:lnTo>
                <a:lnTo>
                  <a:pt x="167142" y="40575"/>
                </a:lnTo>
                <a:lnTo>
                  <a:pt x="148996" y="53972"/>
                </a:lnTo>
                <a:lnTo>
                  <a:pt x="165608" y="53972"/>
                </a:lnTo>
                <a:lnTo>
                  <a:pt x="167142" y="58693"/>
                </a:lnTo>
                <a:lnTo>
                  <a:pt x="162797" y="62776"/>
                </a:lnTo>
                <a:lnTo>
                  <a:pt x="181198" y="63287"/>
                </a:lnTo>
                <a:lnTo>
                  <a:pt x="184009" y="69794"/>
                </a:lnTo>
                <a:lnTo>
                  <a:pt x="163308" y="69028"/>
                </a:lnTo>
                <a:lnTo>
                  <a:pt x="162286" y="64052"/>
                </a:lnTo>
                <a:lnTo>
                  <a:pt x="149252" y="61245"/>
                </a:lnTo>
                <a:lnTo>
                  <a:pt x="142352" y="57545"/>
                </a:lnTo>
                <a:lnTo>
                  <a:pt x="129445" y="57545"/>
                </a:lnTo>
                <a:cubicBezTo>
                  <a:pt x="180431" y="21436"/>
                  <a:pt x="242917" y="0"/>
                  <a:pt x="310515" y="0"/>
                </a:cubicBezTo>
                <a:close/>
              </a:path>
            </a:pathLst>
          </a:custGeom>
          <a:solidFill>
            <a:schemeClr val="bg1"/>
          </a:solidFill>
          <a:ln>
            <a:noFill/>
          </a:ln>
        </p:spPr>
      </p:sp>
      <p:sp>
        <p:nvSpPr>
          <p:cNvPr id="15" name="椭圆 14"/>
          <p:cNvSpPr/>
          <p:nvPr/>
        </p:nvSpPr>
        <p:spPr>
          <a:xfrm>
            <a:off x="4061139" y="3252387"/>
            <a:ext cx="770622" cy="770622"/>
          </a:xfrm>
          <a:prstGeom prst="ellips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6" name="椭圆 15"/>
          <p:cNvSpPr/>
          <p:nvPr/>
        </p:nvSpPr>
        <p:spPr>
          <a:xfrm>
            <a:off x="7397933" y="3252387"/>
            <a:ext cx="770622" cy="770622"/>
          </a:xfrm>
          <a:prstGeom prst="ellips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7" name="文本框 16"/>
          <p:cNvSpPr txBox="1"/>
          <p:nvPr/>
        </p:nvSpPr>
        <p:spPr>
          <a:xfrm>
            <a:off x="1913517" y="1412776"/>
            <a:ext cx="2762046" cy="52322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8" name="组合 17"/>
          <p:cNvGrpSpPr/>
          <p:nvPr/>
        </p:nvGrpSpPr>
        <p:grpSpPr>
          <a:xfrm>
            <a:off x="4787389" y="1848204"/>
            <a:ext cx="940323" cy="770622"/>
            <a:chOff x="4872038" y="1875762"/>
            <a:chExt cx="940323" cy="770622"/>
          </a:xfrm>
        </p:grpSpPr>
        <p:sp>
          <p:nvSpPr>
            <p:cNvPr id="19" name="椭圆 18"/>
            <p:cNvSpPr/>
            <p:nvPr/>
          </p:nvSpPr>
          <p:spPr>
            <a:xfrm>
              <a:off x="4872038" y="1875762"/>
              <a:ext cx="770622" cy="770622"/>
            </a:xfrm>
            <a:prstGeom prst="ellips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文本框 19"/>
            <p:cNvSpPr txBox="1"/>
            <p:nvPr/>
          </p:nvSpPr>
          <p:spPr>
            <a:xfrm>
              <a:off x="4946308" y="2002560"/>
              <a:ext cx="86605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1" name="文本框 20"/>
          <p:cNvSpPr txBox="1"/>
          <p:nvPr/>
        </p:nvSpPr>
        <p:spPr>
          <a:xfrm>
            <a:off x="4144603" y="3375624"/>
            <a:ext cx="86605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22" name="组合 21"/>
          <p:cNvGrpSpPr/>
          <p:nvPr/>
        </p:nvGrpSpPr>
        <p:grpSpPr>
          <a:xfrm>
            <a:off x="4787389" y="4632788"/>
            <a:ext cx="928297" cy="770622"/>
            <a:chOff x="4872038" y="4660346"/>
            <a:chExt cx="928297" cy="770622"/>
          </a:xfrm>
        </p:grpSpPr>
        <p:sp>
          <p:nvSpPr>
            <p:cNvPr id="23" name="椭圆 22"/>
            <p:cNvSpPr/>
            <p:nvPr/>
          </p:nvSpPr>
          <p:spPr>
            <a:xfrm>
              <a:off x="4872038" y="4660346"/>
              <a:ext cx="770622" cy="770622"/>
            </a:xfrm>
            <a:prstGeom prst="ellips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文本框 23"/>
            <p:cNvSpPr txBox="1"/>
            <p:nvPr/>
          </p:nvSpPr>
          <p:spPr>
            <a:xfrm>
              <a:off x="4934282" y="4793044"/>
              <a:ext cx="86605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5" name="组合 24"/>
          <p:cNvGrpSpPr/>
          <p:nvPr/>
        </p:nvGrpSpPr>
        <p:grpSpPr>
          <a:xfrm>
            <a:off x="6627311" y="4632788"/>
            <a:ext cx="927620" cy="770622"/>
            <a:chOff x="6642510" y="4659608"/>
            <a:chExt cx="927620" cy="770622"/>
          </a:xfrm>
        </p:grpSpPr>
        <p:sp>
          <p:nvSpPr>
            <p:cNvPr id="26" name="椭圆 25"/>
            <p:cNvSpPr/>
            <p:nvPr/>
          </p:nvSpPr>
          <p:spPr>
            <a:xfrm>
              <a:off x="6642510" y="4659608"/>
              <a:ext cx="770622" cy="770622"/>
            </a:xfrm>
            <a:prstGeom prst="ellips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7" name="文本框 26"/>
            <p:cNvSpPr txBox="1"/>
            <p:nvPr/>
          </p:nvSpPr>
          <p:spPr>
            <a:xfrm>
              <a:off x="6704077" y="4800049"/>
              <a:ext cx="86605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06</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35" name="组合 34"/>
          <p:cNvGrpSpPr/>
          <p:nvPr/>
        </p:nvGrpSpPr>
        <p:grpSpPr>
          <a:xfrm>
            <a:off x="6627311" y="1848204"/>
            <a:ext cx="927620" cy="770622"/>
            <a:chOff x="6642510" y="1900796"/>
            <a:chExt cx="927620" cy="770622"/>
          </a:xfrm>
        </p:grpSpPr>
        <p:sp>
          <p:nvSpPr>
            <p:cNvPr id="36" name="椭圆 35"/>
            <p:cNvSpPr/>
            <p:nvPr/>
          </p:nvSpPr>
          <p:spPr>
            <a:xfrm>
              <a:off x="6642510" y="1900796"/>
              <a:ext cx="770622" cy="770622"/>
            </a:xfrm>
            <a:prstGeom prst="ellips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7" name="文本框 36"/>
            <p:cNvSpPr txBox="1"/>
            <p:nvPr/>
          </p:nvSpPr>
          <p:spPr>
            <a:xfrm>
              <a:off x="6704077" y="2024497"/>
              <a:ext cx="86605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8" name="文本框 37"/>
          <p:cNvSpPr txBox="1"/>
          <p:nvPr/>
        </p:nvSpPr>
        <p:spPr>
          <a:xfrm>
            <a:off x="7463359" y="3375624"/>
            <a:ext cx="86605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05</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p:cNvSpPr txBox="1"/>
          <p:nvPr/>
        </p:nvSpPr>
        <p:spPr>
          <a:xfrm>
            <a:off x="1083368" y="1916421"/>
            <a:ext cx="3586863" cy="858055"/>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0" name="文本框 39"/>
          <p:cNvSpPr txBox="1"/>
          <p:nvPr/>
        </p:nvSpPr>
        <p:spPr>
          <a:xfrm>
            <a:off x="1237517" y="3012513"/>
            <a:ext cx="2762046" cy="52322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1" name="文本框 40"/>
          <p:cNvSpPr txBox="1"/>
          <p:nvPr/>
        </p:nvSpPr>
        <p:spPr>
          <a:xfrm>
            <a:off x="1899466" y="4655642"/>
            <a:ext cx="2762046" cy="52322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2" name="文本框 41"/>
          <p:cNvSpPr txBox="1"/>
          <p:nvPr/>
        </p:nvSpPr>
        <p:spPr>
          <a:xfrm>
            <a:off x="1069317" y="5159287"/>
            <a:ext cx="3586863" cy="858055"/>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3" name="文本框 42"/>
          <p:cNvSpPr txBox="1"/>
          <p:nvPr/>
        </p:nvSpPr>
        <p:spPr>
          <a:xfrm>
            <a:off x="7569215" y="1412776"/>
            <a:ext cx="276204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4" name="文本框 43"/>
          <p:cNvSpPr txBox="1"/>
          <p:nvPr/>
        </p:nvSpPr>
        <p:spPr>
          <a:xfrm>
            <a:off x="7569215" y="1916421"/>
            <a:ext cx="3586863" cy="85805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5" name="文本框 44"/>
          <p:cNvSpPr txBox="1"/>
          <p:nvPr/>
        </p:nvSpPr>
        <p:spPr>
          <a:xfrm>
            <a:off x="8233981" y="3012513"/>
            <a:ext cx="276204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6" name="文本框 45"/>
          <p:cNvSpPr txBox="1"/>
          <p:nvPr/>
        </p:nvSpPr>
        <p:spPr>
          <a:xfrm>
            <a:off x="8233981" y="3516158"/>
            <a:ext cx="3586863" cy="85805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7" name="文本框 46"/>
          <p:cNvSpPr txBox="1"/>
          <p:nvPr/>
        </p:nvSpPr>
        <p:spPr>
          <a:xfrm>
            <a:off x="7513213" y="4655642"/>
            <a:ext cx="276204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8" name="文本框 47"/>
          <p:cNvSpPr txBox="1"/>
          <p:nvPr/>
        </p:nvSpPr>
        <p:spPr>
          <a:xfrm>
            <a:off x="7513213" y="5159287"/>
            <a:ext cx="3586863" cy="85805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9" name="文本框 48"/>
          <p:cNvSpPr txBox="1"/>
          <p:nvPr/>
        </p:nvSpPr>
        <p:spPr>
          <a:xfrm>
            <a:off x="380575" y="3599161"/>
            <a:ext cx="3586863" cy="858055"/>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5184598" y="-125361"/>
            <a:ext cx="7144743" cy="7144743"/>
          </a:xfrm>
          <a:prstGeom prst="rect">
            <a:avLst/>
          </a:prstGeom>
        </p:spPr>
      </p:pic>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
        <p:nvSpPr>
          <p:cNvPr id="12" name="文本框 11"/>
          <p:cNvSpPr txBox="1"/>
          <p:nvPr/>
        </p:nvSpPr>
        <p:spPr>
          <a:xfrm>
            <a:off x="4714977" y="1132973"/>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p:cNvSpPr txBox="1"/>
          <p:nvPr/>
        </p:nvSpPr>
        <p:spPr>
          <a:xfrm>
            <a:off x="4302569" y="1636618"/>
            <a:ext cx="3586863" cy="85805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4" name="文本框 13"/>
          <p:cNvSpPr txBox="1"/>
          <p:nvPr/>
        </p:nvSpPr>
        <p:spPr>
          <a:xfrm>
            <a:off x="2063642" y="2293738"/>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835841" y="2797383"/>
            <a:ext cx="3586863" cy="858055"/>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571074" y="3915106"/>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p:cNvSpPr txBox="1"/>
          <p:nvPr/>
        </p:nvSpPr>
        <p:spPr>
          <a:xfrm>
            <a:off x="7366312" y="2293738"/>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p:cNvSpPr txBox="1"/>
          <p:nvPr/>
        </p:nvSpPr>
        <p:spPr>
          <a:xfrm>
            <a:off x="7778721" y="2797383"/>
            <a:ext cx="3586863" cy="85805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9266836" y="3915106"/>
            <a:ext cx="276204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20" name="组合 19"/>
          <p:cNvGrpSpPr/>
          <p:nvPr/>
        </p:nvGrpSpPr>
        <p:grpSpPr>
          <a:xfrm>
            <a:off x="2925164" y="4897100"/>
            <a:ext cx="1015232" cy="3545855"/>
            <a:chOff x="2925164" y="4897100"/>
            <a:chExt cx="1015232" cy="3545855"/>
          </a:xfrm>
        </p:grpSpPr>
        <p:grpSp>
          <p:nvGrpSpPr>
            <p:cNvPr id="21" name="组合 20"/>
            <p:cNvGrpSpPr/>
            <p:nvPr/>
          </p:nvGrpSpPr>
          <p:grpSpPr>
            <a:xfrm>
              <a:off x="2925164" y="4897100"/>
              <a:ext cx="899155" cy="3545855"/>
              <a:chOff x="2925164" y="4439900"/>
              <a:chExt cx="899155" cy="3545855"/>
            </a:xfrm>
          </p:grpSpPr>
          <p:cxnSp>
            <p:nvCxnSpPr>
              <p:cNvPr id="23" name="直接连接符 22"/>
              <p:cNvCxnSpPr/>
              <p:nvPr/>
            </p:nvCxnSpPr>
            <p:spPr>
              <a:xfrm>
                <a:off x="3374742" y="5227315"/>
                <a:ext cx="0" cy="275844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2925164" y="4439900"/>
                <a:ext cx="899155" cy="899155"/>
              </a:xfrm>
              <a:prstGeom prst="ellips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1"/>
            <p:cNvSpPr txBox="1"/>
            <p:nvPr/>
          </p:nvSpPr>
          <p:spPr>
            <a:xfrm>
              <a:off x="3074343" y="5101062"/>
              <a:ext cx="86605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5" name="组合 24"/>
          <p:cNvGrpSpPr/>
          <p:nvPr/>
        </p:nvGrpSpPr>
        <p:grpSpPr>
          <a:xfrm>
            <a:off x="4302851" y="3501501"/>
            <a:ext cx="980487" cy="4617715"/>
            <a:chOff x="4285793" y="3501501"/>
            <a:chExt cx="980487" cy="4617715"/>
          </a:xfrm>
        </p:grpSpPr>
        <p:grpSp>
          <p:nvGrpSpPr>
            <p:cNvPr id="26" name="组合 25"/>
            <p:cNvGrpSpPr/>
            <p:nvPr/>
          </p:nvGrpSpPr>
          <p:grpSpPr>
            <a:xfrm>
              <a:off x="4285793" y="3501501"/>
              <a:ext cx="899155" cy="4617715"/>
              <a:chOff x="4099564" y="3368040"/>
              <a:chExt cx="899155" cy="4617715"/>
            </a:xfrm>
          </p:grpSpPr>
          <p:cxnSp>
            <p:nvCxnSpPr>
              <p:cNvPr id="35" name="直接连接符 34"/>
              <p:cNvCxnSpPr/>
              <p:nvPr/>
            </p:nvCxnSpPr>
            <p:spPr>
              <a:xfrm>
                <a:off x="4549142" y="4267195"/>
                <a:ext cx="0" cy="3718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4099564" y="3368040"/>
                <a:ext cx="899155" cy="8991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7" name="文本框 26"/>
            <p:cNvSpPr txBox="1"/>
            <p:nvPr/>
          </p:nvSpPr>
          <p:spPr>
            <a:xfrm>
              <a:off x="4400227" y="3689468"/>
              <a:ext cx="86605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37" name="组合 36"/>
          <p:cNvGrpSpPr/>
          <p:nvPr/>
        </p:nvGrpSpPr>
        <p:grpSpPr>
          <a:xfrm>
            <a:off x="5645793" y="2517388"/>
            <a:ext cx="980160" cy="5925567"/>
            <a:chOff x="5646422" y="2517388"/>
            <a:chExt cx="980160" cy="5925567"/>
          </a:xfrm>
        </p:grpSpPr>
        <p:grpSp>
          <p:nvGrpSpPr>
            <p:cNvPr id="38" name="组合 37"/>
            <p:cNvGrpSpPr/>
            <p:nvPr/>
          </p:nvGrpSpPr>
          <p:grpSpPr>
            <a:xfrm>
              <a:off x="5646422" y="2517388"/>
              <a:ext cx="899155" cy="5925567"/>
              <a:chOff x="5646422" y="2517388"/>
              <a:chExt cx="899155" cy="5925567"/>
            </a:xfrm>
          </p:grpSpPr>
          <p:cxnSp>
            <p:nvCxnSpPr>
              <p:cNvPr id="40" name="直接连接符 39"/>
              <p:cNvCxnSpPr>
                <a:stCxn id="41" idx="4"/>
              </p:cNvCxnSpPr>
              <p:nvPr/>
            </p:nvCxnSpPr>
            <p:spPr>
              <a:xfrm>
                <a:off x="6096000" y="3416543"/>
                <a:ext cx="2" cy="5026412"/>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a:off x="5646422" y="2517388"/>
                <a:ext cx="899155" cy="899155"/>
              </a:xfrm>
              <a:prstGeom prst="ellips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9" name="文本框 38"/>
            <p:cNvSpPr txBox="1"/>
            <p:nvPr/>
          </p:nvSpPr>
          <p:spPr>
            <a:xfrm>
              <a:off x="5760529" y="2705356"/>
              <a:ext cx="86605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42" name="组合 41"/>
          <p:cNvGrpSpPr/>
          <p:nvPr/>
        </p:nvGrpSpPr>
        <p:grpSpPr>
          <a:xfrm>
            <a:off x="6988408" y="3501501"/>
            <a:ext cx="1016817" cy="4617715"/>
            <a:chOff x="7007051" y="3501501"/>
            <a:chExt cx="1016817" cy="4617715"/>
          </a:xfrm>
        </p:grpSpPr>
        <p:grpSp>
          <p:nvGrpSpPr>
            <p:cNvPr id="43" name="组合 42"/>
            <p:cNvGrpSpPr/>
            <p:nvPr/>
          </p:nvGrpSpPr>
          <p:grpSpPr>
            <a:xfrm>
              <a:off x="7007051" y="3501501"/>
              <a:ext cx="899155" cy="4617715"/>
              <a:chOff x="7193284" y="3368040"/>
              <a:chExt cx="899155" cy="4617715"/>
            </a:xfrm>
          </p:grpSpPr>
          <p:cxnSp>
            <p:nvCxnSpPr>
              <p:cNvPr id="45" name="直接连接符 44"/>
              <p:cNvCxnSpPr/>
              <p:nvPr/>
            </p:nvCxnSpPr>
            <p:spPr>
              <a:xfrm>
                <a:off x="7642862" y="4267195"/>
                <a:ext cx="0" cy="3718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6" name="椭圆 45"/>
              <p:cNvSpPr/>
              <p:nvPr/>
            </p:nvSpPr>
            <p:spPr>
              <a:xfrm>
                <a:off x="7193284" y="3368040"/>
                <a:ext cx="899155" cy="8991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44" name="文本框 43"/>
            <p:cNvSpPr txBox="1"/>
            <p:nvPr/>
          </p:nvSpPr>
          <p:spPr>
            <a:xfrm>
              <a:off x="7157815" y="3704221"/>
              <a:ext cx="86605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47" name="组合 46"/>
          <p:cNvGrpSpPr/>
          <p:nvPr/>
        </p:nvGrpSpPr>
        <p:grpSpPr>
          <a:xfrm>
            <a:off x="8367681" y="4897100"/>
            <a:ext cx="978401" cy="3545855"/>
            <a:chOff x="8367681" y="4897100"/>
            <a:chExt cx="978401" cy="3545855"/>
          </a:xfrm>
        </p:grpSpPr>
        <p:grpSp>
          <p:nvGrpSpPr>
            <p:cNvPr id="48" name="组合 47"/>
            <p:cNvGrpSpPr/>
            <p:nvPr/>
          </p:nvGrpSpPr>
          <p:grpSpPr>
            <a:xfrm>
              <a:off x="8367681" y="4897100"/>
              <a:ext cx="899155" cy="3545855"/>
              <a:chOff x="8740144" y="4439900"/>
              <a:chExt cx="899155" cy="3545855"/>
            </a:xfrm>
          </p:grpSpPr>
          <p:cxnSp>
            <p:nvCxnSpPr>
              <p:cNvPr id="50" name="直接连接符 49"/>
              <p:cNvCxnSpPr/>
              <p:nvPr/>
            </p:nvCxnSpPr>
            <p:spPr>
              <a:xfrm>
                <a:off x="9189722" y="5227315"/>
                <a:ext cx="0" cy="275844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1" name="椭圆 50"/>
              <p:cNvSpPr/>
              <p:nvPr/>
            </p:nvSpPr>
            <p:spPr>
              <a:xfrm>
                <a:off x="8740144" y="4439900"/>
                <a:ext cx="899155" cy="899155"/>
              </a:xfrm>
              <a:prstGeom prst="ellips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49" name="文本框 48"/>
            <p:cNvSpPr txBox="1"/>
            <p:nvPr/>
          </p:nvSpPr>
          <p:spPr>
            <a:xfrm>
              <a:off x="8480029" y="5091138"/>
              <a:ext cx="86605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05</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2" name="文本框 51"/>
          <p:cNvSpPr txBox="1"/>
          <p:nvPr/>
        </p:nvSpPr>
        <p:spPr>
          <a:xfrm>
            <a:off x="9254804" y="4405854"/>
            <a:ext cx="2762046" cy="85356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这里输入解释说明文字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3" name="文本框 52"/>
          <p:cNvSpPr txBox="1"/>
          <p:nvPr/>
        </p:nvSpPr>
        <p:spPr>
          <a:xfrm>
            <a:off x="-679179" y="4403328"/>
            <a:ext cx="3586863" cy="855555"/>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
        <p:nvSpPr>
          <p:cNvPr id="12" name="任意多边形: 形状 11"/>
          <p:cNvSpPr/>
          <p:nvPr/>
        </p:nvSpPr>
        <p:spPr>
          <a:xfrm rot="18900000">
            <a:off x="-155725" y="1818648"/>
            <a:ext cx="4279092" cy="4279092"/>
          </a:xfrm>
          <a:custGeom>
            <a:avLst/>
            <a:gdLst>
              <a:gd name="connsiteX0" fmla="*/ 2574594 w 4279092"/>
              <a:gd name="connsiteY0" fmla="*/ 44157 h 4279092"/>
              <a:gd name="connsiteX1" fmla="*/ 3100481 w 4279092"/>
              <a:gd name="connsiteY1" fmla="*/ 570044 h 4279092"/>
              <a:gd name="connsiteX2" fmla="*/ 3100481 w 4279092"/>
              <a:gd name="connsiteY2" fmla="*/ 1179763 h 4279092"/>
              <a:gd name="connsiteX3" fmla="*/ 3710200 w 4279092"/>
              <a:gd name="connsiteY3" fmla="*/ 1179763 h 4279092"/>
              <a:gd name="connsiteX4" fmla="*/ 4234935 w 4279092"/>
              <a:gd name="connsiteY4" fmla="*/ 1704498 h 4279092"/>
              <a:gd name="connsiteX5" fmla="*/ 4234935 w 4279092"/>
              <a:gd name="connsiteY5" fmla="*/ 1917708 h 4279092"/>
              <a:gd name="connsiteX6" fmla="*/ 1917708 w 4279092"/>
              <a:gd name="connsiteY6" fmla="*/ 4234935 h 4279092"/>
              <a:gd name="connsiteX7" fmla="*/ 1704498 w 4279092"/>
              <a:gd name="connsiteY7" fmla="*/ 4234935 h 4279092"/>
              <a:gd name="connsiteX8" fmla="*/ 44157 w 4279092"/>
              <a:gd name="connsiteY8" fmla="*/ 2574594 h 4279092"/>
              <a:gd name="connsiteX9" fmla="*/ 44157 w 4279092"/>
              <a:gd name="connsiteY9" fmla="*/ 2361384 h 4279092"/>
              <a:gd name="connsiteX10" fmla="*/ 2361384 w 4279092"/>
              <a:gd name="connsiteY10" fmla="*/ 44157 h 4279092"/>
              <a:gd name="connsiteX11" fmla="*/ 2574594 w 4279092"/>
              <a:gd name="connsiteY11" fmla="*/ 44157 h 4279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79092" h="4279092">
                <a:moveTo>
                  <a:pt x="2574594" y="44157"/>
                </a:moveTo>
                <a:lnTo>
                  <a:pt x="3100481" y="570044"/>
                </a:lnTo>
                <a:lnTo>
                  <a:pt x="3100481" y="1179763"/>
                </a:lnTo>
                <a:lnTo>
                  <a:pt x="3710200" y="1179763"/>
                </a:lnTo>
                <a:lnTo>
                  <a:pt x="4234935" y="1704498"/>
                </a:lnTo>
                <a:cubicBezTo>
                  <a:pt x="4293812" y="1763375"/>
                  <a:pt x="4293812" y="1858831"/>
                  <a:pt x="4234935" y="1917708"/>
                </a:cubicBezTo>
                <a:lnTo>
                  <a:pt x="1917708" y="4234935"/>
                </a:lnTo>
                <a:cubicBezTo>
                  <a:pt x="1858831" y="4293812"/>
                  <a:pt x="1763375" y="4293812"/>
                  <a:pt x="1704498" y="4234935"/>
                </a:cubicBezTo>
                <a:lnTo>
                  <a:pt x="44157" y="2574594"/>
                </a:lnTo>
                <a:cubicBezTo>
                  <a:pt x="-14719" y="2515717"/>
                  <a:pt x="-14719" y="2420261"/>
                  <a:pt x="44157" y="2361384"/>
                </a:cubicBezTo>
                <a:lnTo>
                  <a:pt x="2361384" y="44157"/>
                </a:lnTo>
                <a:cubicBezTo>
                  <a:pt x="2420261" y="-14719"/>
                  <a:pt x="2515717" y="-14719"/>
                  <a:pt x="2574594" y="44157"/>
                </a:cubicBezTo>
                <a:close/>
              </a:path>
            </a:pathLst>
          </a:custGeom>
          <a:noFill/>
          <a:ln>
            <a:solidFill>
              <a:srgbClr val="0326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grpSp>
        <p:nvGrpSpPr>
          <p:cNvPr id="13" name="组合 12"/>
          <p:cNvGrpSpPr/>
          <p:nvPr/>
        </p:nvGrpSpPr>
        <p:grpSpPr>
          <a:xfrm>
            <a:off x="1670875" y="1722411"/>
            <a:ext cx="643398" cy="751354"/>
            <a:chOff x="1672255" y="1720972"/>
            <a:chExt cx="643398" cy="751354"/>
          </a:xfrm>
        </p:grpSpPr>
        <p:sp>
          <p:nvSpPr>
            <p:cNvPr id="14" name="任意多边形: 形状 13"/>
            <p:cNvSpPr/>
            <p:nvPr/>
          </p:nvSpPr>
          <p:spPr>
            <a:xfrm rot="18900000">
              <a:off x="1681157" y="1862607"/>
              <a:ext cx="609719" cy="609719"/>
            </a:xfrm>
            <a:custGeom>
              <a:avLst/>
              <a:gdLst>
                <a:gd name="connsiteX0" fmla="*/ 0 w 609719"/>
                <a:gd name="connsiteY0" fmla="*/ 0 h 609719"/>
                <a:gd name="connsiteX1" fmla="*/ 115609 w 609719"/>
                <a:gd name="connsiteY1" fmla="*/ 115609 h 609719"/>
                <a:gd name="connsiteX2" fmla="*/ 115609 w 609719"/>
                <a:gd name="connsiteY2" fmla="*/ 509211 h 609719"/>
                <a:gd name="connsiteX3" fmla="*/ 509211 w 609719"/>
                <a:gd name="connsiteY3" fmla="*/ 509211 h 609719"/>
                <a:gd name="connsiteX4" fmla="*/ 609719 w 609719"/>
                <a:gd name="connsiteY4" fmla="*/ 609719 h 609719"/>
                <a:gd name="connsiteX5" fmla="*/ 0 w 609719"/>
                <a:gd name="connsiteY5" fmla="*/ 609719 h 609719"/>
                <a:gd name="connsiteX6" fmla="*/ 0 w 609719"/>
                <a:gd name="connsiteY6" fmla="*/ 0 h 609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719" h="609719">
                  <a:moveTo>
                    <a:pt x="0" y="0"/>
                  </a:moveTo>
                  <a:lnTo>
                    <a:pt x="115609" y="115609"/>
                  </a:lnTo>
                  <a:lnTo>
                    <a:pt x="115609" y="509211"/>
                  </a:lnTo>
                  <a:lnTo>
                    <a:pt x="509211" y="509211"/>
                  </a:lnTo>
                  <a:lnTo>
                    <a:pt x="609719" y="609719"/>
                  </a:lnTo>
                  <a:lnTo>
                    <a:pt x="0" y="609719"/>
                  </a:lnTo>
                  <a:lnTo>
                    <a:pt x="0" y="0"/>
                  </a:lnTo>
                  <a:close/>
                </a:path>
              </a:pathLst>
            </a:custGeom>
            <a:solidFill>
              <a:srgbClr val="0326A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5" name="直角三角形 14"/>
            <p:cNvSpPr/>
            <p:nvPr/>
          </p:nvSpPr>
          <p:spPr>
            <a:xfrm rot="18882053">
              <a:off x="1672255" y="1720972"/>
              <a:ext cx="643398" cy="643398"/>
            </a:xfrm>
            <a:prstGeom prst="rtTriangl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grpSp>
      <p:sp>
        <p:nvSpPr>
          <p:cNvPr id="16" name="任意多边形: 形状 15"/>
          <p:cNvSpPr/>
          <p:nvPr/>
        </p:nvSpPr>
        <p:spPr>
          <a:xfrm rot="18900000">
            <a:off x="5321073" y="1818648"/>
            <a:ext cx="4279092" cy="4279092"/>
          </a:xfrm>
          <a:custGeom>
            <a:avLst/>
            <a:gdLst>
              <a:gd name="connsiteX0" fmla="*/ 2574594 w 4279092"/>
              <a:gd name="connsiteY0" fmla="*/ 44157 h 4279092"/>
              <a:gd name="connsiteX1" fmla="*/ 3100481 w 4279092"/>
              <a:gd name="connsiteY1" fmla="*/ 570044 h 4279092"/>
              <a:gd name="connsiteX2" fmla="*/ 3100481 w 4279092"/>
              <a:gd name="connsiteY2" fmla="*/ 1179763 h 4279092"/>
              <a:gd name="connsiteX3" fmla="*/ 3710200 w 4279092"/>
              <a:gd name="connsiteY3" fmla="*/ 1179763 h 4279092"/>
              <a:gd name="connsiteX4" fmla="*/ 4234935 w 4279092"/>
              <a:gd name="connsiteY4" fmla="*/ 1704498 h 4279092"/>
              <a:gd name="connsiteX5" fmla="*/ 4234935 w 4279092"/>
              <a:gd name="connsiteY5" fmla="*/ 1917708 h 4279092"/>
              <a:gd name="connsiteX6" fmla="*/ 1917708 w 4279092"/>
              <a:gd name="connsiteY6" fmla="*/ 4234935 h 4279092"/>
              <a:gd name="connsiteX7" fmla="*/ 1704498 w 4279092"/>
              <a:gd name="connsiteY7" fmla="*/ 4234935 h 4279092"/>
              <a:gd name="connsiteX8" fmla="*/ 44157 w 4279092"/>
              <a:gd name="connsiteY8" fmla="*/ 2574594 h 4279092"/>
              <a:gd name="connsiteX9" fmla="*/ 44157 w 4279092"/>
              <a:gd name="connsiteY9" fmla="*/ 2361384 h 4279092"/>
              <a:gd name="connsiteX10" fmla="*/ 2361384 w 4279092"/>
              <a:gd name="connsiteY10" fmla="*/ 44157 h 4279092"/>
              <a:gd name="connsiteX11" fmla="*/ 2574594 w 4279092"/>
              <a:gd name="connsiteY11" fmla="*/ 44157 h 4279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79092" h="4279092">
                <a:moveTo>
                  <a:pt x="2574594" y="44157"/>
                </a:moveTo>
                <a:lnTo>
                  <a:pt x="3100481" y="570044"/>
                </a:lnTo>
                <a:lnTo>
                  <a:pt x="3100481" y="1179763"/>
                </a:lnTo>
                <a:lnTo>
                  <a:pt x="3710200" y="1179763"/>
                </a:lnTo>
                <a:lnTo>
                  <a:pt x="4234935" y="1704498"/>
                </a:lnTo>
                <a:cubicBezTo>
                  <a:pt x="4293812" y="1763375"/>
                  <a:pt x="4293812" y="1858831"/>
                  <a:pt x="4234935" y="1917708"/>
                </a:cubicBezTo>
                <a:lnTo>
                  <a:pt x="1917708" y="4234935"/>
                </a:lnTo>
                <a:cubicBezTo>
                  <a:pt x="1858831" y="4293812"/>
                  <a:pt x="1763375" y="4293812"/>
                  <a:pt x="1704498" y="4234935"/>
                </a:cubicBezTo>
                <a:lnTo>
                  <a:pt x="44157" y="2574594"/>
                </a:lnTo>
                <a:cubicBezTo>
                  <a:pt x="-14719" y="2515717"/>
                  <a:pt x="-14719" y="2420261"/>
                  <a:pt x="44157" y="2361384"/>
                </a:cubicBezTo>
                <a:lnTo>
                  <a:pt x="2361384" y="44157"/>
                </a:lnTo>
                <a:cubicBezTo>
                  <a:pt x="2420261" y="-14719"/>
                  <a:pt x="2515717" y="-14719"/>
                  <a:pt x="2574594" y="44157"/>
                </a:cubicBezTo>
                <a:close/>
              </a:path>
            </a:pathLst>
          </a:custGeom>
          <a:noFill/>
          <a:ln>
            <a:solidFill>
              <a:srgbClr val="0326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7" name="任意多边形: 形状 16"/>
          <p:cNvSpPr/>
          <p:nvPr/>
        </p:nvSpPr>
        <p:spPr>
          <a:xfrm rot="2700000" flipV="1">
            <a:off x="8059471" y="1290893"/>
            <a:ext cx="4279092" cy="4279092"/>
          </a:xfrm>
          <a:custGeom>
            <a:avLst/>
            <a:gdLst>
              <a:gd name="connsiteX0" fmla="*/ 2574594 w 4279092"/>
              <a:gd name="connsiteY0" fmla="*/ 44157 h 4279092"/>
              <a:gd name="connsiteX1" fmla="*/ 3100481 w 4279092"/>
              <a:gd name="connsiteY1" fmla="*/ 570044 h 4279092"/>
              <a:gd name="connsiteX2" fmla="*/ 3100481 w 4279092"/>
              <a:gd name="connsiteY2" fmla="*/ 1179763 h 4279092"/>
              <a:gd name="connsiteX3" fmla="*/ 3710200 w 4279092"/>
              <a:gd name="connsiteY3" fmla="*/ 1179763 h 4279092"/>
              <a:gd name="connsiteX4" fmla="*/ 4234935 w 4279092"/>
              <a:gd name="connsiteY4" fmla="*/ 1704498 h 4279092"/>
              <a:gd name="connsiteX5" fmla="*/ 4234935 w 4279092"/>
              <a:gd name="connsiteY5" fmla="*/ 1917708 h 4279092"/>
              <a:gd name="connsiteX6" fmla="*/ 1917708 w 4279092"/>
              <a:gd name="connsiteY6" fmla="*/ 4234935 h 4279092"/>
              <a:gd name="connsiteX7" fmla="*/ 1704498 w 4279092"/>
              <a:gd name="connsiteY7" fmla="*/ 4234935 h 4279092"/>
              <a:gd name="connsiteX8" fmla="*/ 44157 w 4279092"/>
              <a:gd name="connsiteY8" fmla="*/ 2574594 h 4279092"/>
              <a:gd name="connsiteX9" fmla="*/ 44157 w 4279092"/>
              <a:gd name="connsiteY9" fmla="*/ 2361384 h 4279092"/>
              <a:gd name="connsiteX10" fmla="*/ 2361384 w 4279092"/>
              <a:gd name="connsiteY10" fmla="*/ 44157 h 4279092"/>
              <a:gd name="connsiteX11" fmla="*/ 2574594 w 4279092"/>
              <a:gd name="connsiteY11" fmla="*/ 44157 h 4279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79092" h="4279092">
                <a:moveTo>
                  <a:pt x="2574594" y="44157"/>
                </a:moveTo>
                <a:lnTo>
                  <a:pt x="3100481" y="570044"/>
                </a:lnTo>
                <a:lnTo>
                  <a:pt x="3100481" y="1179763"/>
                </a:lnTo>
                <a:lnTo>
                  <a:pt x="3710200" y="1179763"/>
                </a:lnTo>
                <a:lnTo>
                  <a:pt x="4234935" y="1704498"/>
                </a:lnTo>
                <a:cubicBezTo>
                  <a:pt x="4293812" y="1763375"/>
                  <a:pt x="4293812" y="1858831"/>
                  <a:pt x="4234935" y="1917708"/>
                </a:cubicBezTo>
                <a:lnTo>
                  <a:pt x="1917708" y="4234935"/>
                </a:lnTo>
                <a:cubicBezTo>
                  <a:pt x="1858831" y="4293812"/>
                  <a:pt x="1763375" y="4293812"/>
                  <a:pt x="1704498" y="4234935"/>
                </a:cubicBezTo>
                <a:lnTo>
                  <a:pt x="44157" y="2574594"/>
                </a:lnTo>
                <a:cubicBezTo>
                  <a:pt x="-14719" y="2515717"/>
                  <a:pt x="-14719" y="2420261"/>
                  <a:pt x="44157" y="2361384"/>
                </a:cubicBezTo>
                <a:lnTo>
                  <a:pt x="2361384" y="44157"/>
                </a:lnTo>
                <a:cubicBezTo>
                  <a:pt x="2420261" y="-14719"/>
                  <a:pt x="2515717" y="-14719"/>
                  <a:pt x="2574594" y="44157"/>
                </a:cubicBez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8" name="任意多边形: 形状 17"/>
          <p:cNvSpPr/>
          <p:nvPr/>
        </p:nvSpPr>
        <p:spPr>
          <a:xfrm rot="2700000" flipV="1">
            <a:off x="2582674" y="1290893"/>
            <a:ext cx="4279092" cy="4279092"/>
          </a:xfrm>
          <a:custGeom>
            <a:avLst/>
            <a:gdLst>
              <a:gd name="connsiteX0" fmla="*/ 2574594 w 4279092"/>
              <a:gd name="connsiteY0" fmla="*/ 44157 h 4279092"/>
              <a:gd name="connsiteX1" fmla="*/ 3100481 w 4279092"/>
              <a:gd name="connsiteY1" fmla="*/ 570044 h 4279092"/>
              <a:gd name="connsiteX2" fmla="*/ 3100481 w 4279092"/>
              <a:gd name="connsiteY2" fmla="*/ 1179763 h 4279092"/>
              <a:gd name="connsiteX3" fmla="*/ 3710200 w 4279092"/>
              <a:gd name="connsiteY3" fmla="*/ 1179763 h 4279092"/>
              <a:gd name="connsiteX4" fmla="*/ 4234935 w 4279092"/>
              <a:gd name="connsiteY4" fmla="*/ 1704498 h 4279092"/>
              <a:gd name="connsiteX5" fmla="*/ 4234935 w 4279092"/>
              <a:gd name="connsiteY5" fmla="*/ 1917708 h 4279092"/>
              <a:gd name="connsiteX6" fmla="*/ 1917708 w 4279092"/>
              <a:gd name="connsiteY6" fmla="*/ 4234935 h 4279092"/>
              <a:gd name="connsiteX7" fmla="*/ 1704498 w 4279092"/>
              <a:gd name="connsiteY7" fmla="*/ 4234935 h 4279092"/>
              <a:gd name="connsiteX8" fmla="*/ 44157 w 4279092"/>
              <a:gd name="connsiteY8" fmla="*/ 2574594 h 4279092"/>
              <a:gd name="connsiteX9" fmla="*/ 44157 w 4279092"/>
              <a:gd name="connsiteY9" fmla="*/ 2361384 h 4279092"/>
              <a:gd name="connsiteX10" fmla="*/ 2361384 w 4279092"/>
              <a:gd name="connsiteY10" fmla="*/ 44157 h 4279092"/>
              <a:gd name="connsiteX11" fmla="*/ 2574594 w 4279092"/>
              <a:gd name="connsiteY11" fmla="*/ 44157 h 4279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79092" h="4279092">
                <a:moveTo>
                  <a:pt x="2574594" y="44157"/>
                </a:moveTo>
                <a:lnTo>
                  <a:pt x="3100481" y="570044"/>
                </a:lnTo>
                <a:lnTo>
                  <a:pt x="3100481" y="1179763"/>
                </a:lnTo>
                <a:lnTo>
                  <a:pt x="3710200" y="1179763"/>
                </a:lnTo>
                <a:lnTo>
                  <a:pt x="4234935" y="1704498"/>
                </a:lnTo>
                <a:cubicBezTo>
                  <a:pt x="4293812" y="1763375"/>
                  <a:pt x="4293812" y="1858831"/>
                  <a:pt x="4234935" y="1917708"/>
                </a:cubicBezTo>
                <a:lnTo>
                  <a:pt x="1917708" y="4234935"/>
                </a:lnTo>
                <a:cubicBezTo>
                  <a:pt x="1858831" y="4293812"/>
                  <a:pt x="1763375" y="4293812"/>
                  <a:pt x="1704498" y="4234935"/>
                </a:cubicBezTo>
                <a:lnTo>
                  <a:pt x="44157" y="2574594"/>
                </a:lnTo>
                <a:cubicBezTo>
                  <a:pt x="-14719" y="2515717"/>
                  <a:pt x="-14719" y="2420261"/>
                  <a:pt x="44157" y="2361384"/>
                </a:cubicBezTo>
                <a:lnTo>
                  <a:pt x="2361384" y="44157"/>
                </a:lnTo>
                <a:cubicBezTo>
                  <a:pt x="2420261" y="-14719"/>
                  <a:pt x="2515717" y="-14719"/>
                  <a:pt x="2574594" y="44157"/>
                </a:cubicBez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9" name="文本框 18"/>
          <p:cNvSpPr txBox="1"/>
          <p:nvPr/>
        </p:nvSpPr>
        <p:spPr>
          <a:xfrm>
            <a:off x="612616" y="2762932"/>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 name="文本框 19"/>
          <p:cNvSpPr txBox="1"/>
          <p:nvPr/>
        </p:nvSpPr>
        <p:spPr>
          <a:xfrm>
            <a:off x="766350" y="3472472"/>
            <a:ext cx="2454578" cy="2053896"/>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在这里输入解释说明文字在这里输入解释说明文字在这里输入解释说明文字在这里输入文字。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21" name="直接连接符 20"/>
          <p:cNvCxnSpPr/>
          <p:nvPr/>
        </p:nvCxnSpPr>
        <p:spPr>
          <a:xfrm>
            <a:off x="1802405" y="3393114"/>
            <a:ext cx="373697" cy="0"/>
          </a:xfrm>
          <a:prstGeom prst="line">
            <a:avLst/>
          </a:prstGeom>
          <a:ln w="38100">
            <a:solidFill>
              <a:srgbClr val="0326A0"/>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3326888" y="1905403"/>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文本框 22"/>
          <p:cNvSpPr txBox="1"/>
          <p:nvPr/>
        </p:nvSpPr>
        <p:spPr>
          <a:xfrm>
            <a:off x="3480622" y="2614943"/>
            <a:ext cx="2454578" cy="2055884"/>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在这里输入解释说明文字在这里输入解释说明文字在这里输入解释说明文字在这里输入文字。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24" name="直接连接符 23"/>
          <p:cNvCxnSpPr/>
          <p:nvPr/>
        </p:nvCxnSpPr>
        <p:spPr>
          <a:xfrm>
            <a:off x="4516677" y="2535585"/>
            <a:ext cx="37369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8833935" y="1905403"/>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6" name="文本框 25"/>
          <p:cNvSpPr txBox="1"/>
          <p:nvPr/>
        </p:nvSpPr>
        <p:spPr>
          <a:xfrm>
            <a:off x="8987669" y="2614943"/>
            <a:ext cx="2454578" cy="2055884"/>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在这里输入解释说明文字在这里输入解释说明文字在这里输入解释说明文字在这里输入文字。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27" name="直接连接符 26"/>
          <p:cNvCxnSpPr/>
          <p:nvPr/>
        </p:nvCxnSpPr>
        <p:spPr>
          <a:xfrm>
            <a:off x="10023724" y="2535585"/>
            <a:ext cx="37369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087460" y="2762932"/>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6" name="文本框 35"/>
          <p:cNvSpPr txBox="1"/>
          <p:nvPr/>
        </p:nvSpPr>
        <p:spPr>
          <a:xfrm>
            <a:off x="6241194" y="3472472"/>
            <a:ext cx="2454578" cy="2055884"/>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在这里输入解释说明文字在这里输入解释说明文字在这里输入解释说明文字在这里输入文字。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37" name="直接连接符 36"/>
          <p:cNvCxnSpPr/>
          <p:nvPr/>
        </p:nvCxnSpPr>
        <p:spPr>
          <a:xfrm>
            <a:off x="7277249" y="3393114"/>
            <a:ext cx="373697" cy="0"/>
          </a:xfrm>
          <a:prstGeom prst="line">
            <a:avLst/>
          </a:prstGeom>
          <a:ln w="38100">
            <a:solidFill>
              <a:srgbClr val="0326A0"/>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flipV="1">
            <a:off x="4411821" y="4911950"/>
            <a:ext cx="643398" cy="751354"/>
            <a:chOff x="1672255" y="1720972"/>
            <a:chExt cx="643398" cy="751354"/>
          </a:xfrm>
          <a:solidFill>
            <a:schemeClr val="accent2"/>
          </a:solidFill>
        </p:grpSpPr>
        <p:sp>
          <p:nvSpPr>
            <p:cNvPr id="39" name="任意多边形: 形状 38"/>
            <p:cNvSpPr/>
            <p:nvPr/>
          </p:nvSpPr>
          <p:spPr>
            <a:xfrm rot="18900000">
              <a:off x="1681157" y="1862607"/>
              <a:ext cx="609719" cy="609719"/>
            </a:xfrm>
            <a:custGeom>
              <a:avLst/>
              <a:gdLst>
                <a:gd name="connsiteX0" fmla="*/ 0 w 609719"/>
                <a:gd name="connsiteY0" fmla="*/ 0 h 609719"/>
                <a:gd name="connsiteX1" fmla="*/ 115609 w 609719"/>
                <a:gd name="connsiteY1" fmla="*/ 115609 h 609719"/>
                <a:gd name="connsiteX2" fmla="*/ 115609 w 609719"/>
                <a:gd name="connsiteY2" fmla="*/ 509211 h 609719"/>
                <a:gd name="connsiteX3" fmla="*/ 509211 w 609719"/>
                <a:gd name="connsiteY3" fmla="*/ 509211 h 609719"/>
                <a:gd name="connsiteX4" fmla="*/ 609719 w 609719"/>
                <a:gd name="connsiteY4" fmla="*/ 609719 h 609719"/>
                <a:gd name="connsiteX5" fmla="*/ 0 w 609719"/>
                <a:gd name="connsiteY5" fmla="*/ 609719 h 609719"/>
                <a:gd name="connsiteX6" fmla="*/ 0 w 609719"/>
                <a:gd name="connsiteY6" fmla="*/ 0 h 609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719" h="609719">
                  <a:moveTo>
                    <a:pt x="0" y="0"/>
                  </a:moveTo>
                  <a:lnTo>
                    <a:pt x="115609" y="115609"/>
                  </a:lnTo>
                  <a:lnTo>
                    <a:pt x="115609" y="509211"/>
                  </a:lnTo>
                  <a:lnTo>
                    <a:pt x="509211" y="509211"/>
                  </a:lnTo>
                  <a:lnTo>
                    <a:pt x="609719" y="609719"/>
                  </a:lnTo>
                  <a:lnTo>
                    <a:pt x="0" y="609719"/>
                  </a:lnTo>
                  <a:lnTo>
                    <a:pt x="0" y="0"/>
                  </a:lnTo>
                  <a:close/>
                </a:path>
              </a:pathLst>
            </a:cu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40" name="直角三角形 39"/>
            <p:cNvSpPr/>
            <p:nvPr/>
          </p:nvSpPr>
          <p:spPr>
            <a:xfrm rot="18882053">
              <a:off x="1672255" y="1720972"/>
              <a:ext cx="643398" cy="643398"/>
            </a:xfrm>
            <a:prstGeom prst="rtTriangle">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grpSp>
      <p:grpSp>
        <p:nvGrpSpPr>
          <p:cNvPr id="41" name="组合 40"/>
          <p:cNvGrpSpPr/>
          <p:nvPr/>
        </p:nvGrpSpPr>
        <p:grpSpPr>
          <a:xfrm flipV="1">
            <a:off x="9883917" y="4911950"/>
            <a:ext cx="643398" cy="751354"/>
            <a:chOff x="1672255" y="1720972"/>
            <a:chExt cx="643398" cy="751354"/>
          </a:xfrm>
          <a:solidFill>
            <a:schemeClr val="accent2"/>
          </a:solidFill>
        </p:grpSpPr>
        <p:sp>
          <p:nvSpPr>
            <p:cNvPr id="42" name="任意多边形: 形状 41"/>
            <p:cNvSpPr/>
            <p:nvPr/>
          </p:nvSpPr>
          <p:spPr>
            <a:xfrm rot="18900000">
              <a:off x="1681157" y="1862607"/>
              <a:ext cx="609719" cy="609719"/>
            </a:xfrm>
            <a:custGeom>
              <a:avLst/>
              <a:gdLst>
                <a:gd name="connsiteX0" fmla="*/ 0 w 609719"/>
                <a:gd name="connsiteY0" fmla="*/ 0 h 609719"/>
                <a:gd name="connsiteX1" fmla="*/ 115609 w 609719"/>
                <a:gd name="connsiteY1" fmla="*/ 115609 h 609719"/>
                <a:gd name="connsiteX2" fmla="*/ 115609 w 609719"/>
                <a:gd name="connsiteY2" fmla="*/ 509211 h 609719"/>
                <a:gd name="connsiteX3" fmla="*/ 509211 w 609719"/>
                <a:gd name="connsiteY3" fmla="*/ 509211 h 609719"/>
                <a:gd name="connsiteX4" fmla="*/ 609719 w 609719"/>
                <a:gd name="connsiteY4" fmla="*/ 609719 h 609719"/>
                <a:gd name="connsiteX5" fmla="*/ 0 w 609719"/>
                <a:gd name="connsiteY5" fmla="*/ 609719 h 609719"/>
                <a:gd name="connsiteX6" fmla="*/ 0 w 609719"/>
                <a:gd name="connsiteY6" fmla="*/ 0 h 609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719" h="609719">
                  <a:moveTo>
                    <a:pt x="0" y="0"/>
                  </a:moveTo>
                  <a:lnTo>
                    <a:pt x="115609" y="115609"/>
                  </a:lnTo>
                  <a:lnTo>
                    <a:pt x="115609" y="509211"/>
                  </a:lnTo>
                  <a:lnTo>
                    <a:pt x="509211" y="509211"/>
                  </a:lnTo>
                  <a:lnTo>
                    <a:pt x="609719" y="609719"/>
                  </a:lnTo>
                  <a:lnTo>
                    <a:pt x="0" y="609719"/>
                  </a:lnTo>
                  <a:lnTo>
                    <a:pt x="0" y="0"/>
                  </a:lnTo>
                  <a:close/>
                </a:path>
              </a:pathLst>
            </a:cu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43" name="直角三角形 42"/>
            <p:cNvSpPr/>
            <p:nvPr/>
          </p:nvSpPr>
          <p:spPr>
            <a:xfrm rot="18882053">
              <a:off x="1672255" y="1720972"/>
              <a:ext cx="643398" cy="643398"/>
            </a:xfrm>
            <a:prstGeom prst="rtTriangle">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grpSp>
      <p:grpSp>
        <p:nvGrpSpPr>
          <p:cNvPr id="44" name="组合 43"/>
          <p:cNvGrpSpPr/>
          <p:nvPr/>
        </p:nvGrpSpPr>
        <p:grpSpPr>
          <a:xfrm>
            <a:off x="7142120" y="1722411"/>
            <a:ext cx="643398" cy="751354"/>
            <a:chOff x="1672255" y="1720972"/>
            <a:chExt cx="643398" cy="751354"/>
          </a:xfrm>
          <a:solidFill>
            <a:srgbClr val="0326A0"/>
          </a:solidFill>
        </p:grpSpPr>
        <p:sp>
          <p:nvSpPr>
            <p:cNvPr id="45" name="任意多边形: 形状 44"/>
            <p:cNvSpPr/>
            <p:nvPr/>
          </p:nvSpPr>
          <p:spPr>
            <a:xfrm rot="18900000">
              <a:off x="1681157" y="1862607"/>
              <a:ext cx="609719" cy="609719"/>
            </a:xfrm>
            <a:custGeom>
              <a:avLst/>
              <a:gdLst>
                <a:gd name="connsiteX0" fmla="*/ 0 w 609719"/>
                <a:gd name="connsiteY0" fmla="*/ 0 h 609719"/>
                <a:gd name="connsiteX1" fmla="*/ 115609 w 609719"/>
                <a:gd name="connsiteY1" fmla="*/ 115609 h 609719"/>
                <a:gd name="connsiteX2" fmla="*/ 115609 w 609719"/>
                <a:gd name="connsiteY2" fmla="*/ 509211 h 609719"/>
                <a:gd name="connsiteX3" fmla="*/ 509211 w 609719"/>
                <a:gd name="connsiteY3" fmla="*/ 509211 h 609719"/>
                <a:gd name="connsiteX4" fmla="*/ 609719 w 609719"/>
                <a:gd name="connsiteY4" fmla="*/ 609719 h 609719"/>
                <a:gd name="connsiteX5" fmla="*/ 0 w 609719"/>
                <a:gd name="connsiteY5" fmla="*/ 609719 h 609719"/>
                <a:gd name="connsiteX6" fmla="*/ 0 w 609719"/>
                <a:gd name="connsiteY6" fmla="*/ 0 h 609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719" h="609719">
                  <a:moveTo>
                    <a:pt x="0" y="0"/>
                  </a:moveTo>
                  <a:lnTo>
                    <a:pt x="115609" y="115609"/>
                  </a:lnTo>
                  <a:lnTo>
                    <a:pt x="115609" y="509211"/>
                  </a:lnTo>
                  <a:lnTo>
                    <a:pt x="509211" y="509211"/>
                  </a:lnTo>
                  <a:lnTo>
                    <a:pt x="609719" y="609719"/>
                  </a:lnTo>
                  <a:lnTo>
                    <a:pt x="0" y="609719"/>
                  </a:lnTo>
                  <a:lnTo>
                    <a:pt x="0" y="0"/>
                  </a:lnTo>
                  <a:close/>
                </a:path>
              </a:pathLst>
            </a:cu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46" name="直角三角形 45"/>
            <p:cNvSpPr/>
            <p:nvPr/>
          </p:nvSpPr>
          <p:spPr>
            <a:xfrm rot="18882053">
              <a:off x="1672255" y="1720972"/>
              <a:ext cx="643398" cy="643398"/>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grpSp>
      <p:sp>
        <p:nvSpPr>
          <p:cNvPr id="47" name="writing_122117"/>
          <p:cNvSpPr>
            <a:spLocks noChangeAspect="1"/>
          </p:cNvSpPr>
          <p:nvPr/>
        </p:nvSpPr>
        <p:spPr bwMode="auto">
          <a:xfrm>
            <a:off x="4553725" y="4955845"/>
            <a:ext cx="336990" cy="336480"/>
          </a:xfrm>
          <a:custGeom>
            <a:avLst/>
            <a:gdLst>
              <a:gd name="connsiteX0" fmla="*/ 45797 w 605028"/>
              <a:gd name="connsiteY0" fmla="*/ 445126 h 604110"/>
              <a:gd name="connsiteX1" fmla="*/ 159266 w 605028"/>
              <a:gd name="connsiteY1" fmla="*/ 558313 h 604110"/>
              <a:gd name="connsiteX2" fmla="*/ 0 w 605028"/>
              <a:gd name="connsiteY2" fmla="*/ 604110 h 604110"/>
              <a:gd name="connsiteX3" fmla="*/ 460648 w 605028"/>
              <a:gd name="connsiteY3" fmla="*/ 330740 h 604110"/>
              <a:gd name="connsiteX4" fmla="*/ 504033 w 605028"/>
              <a:gd name="connsiteY4" fmla="*/ 374171 h 604110"/>
              <a:gd name="connsiteX5" fmla="*/ 441749 w 605028"/>
              <a:gd name="connsiteY5" fmla="*/ 436273 h 604110"/>
              <a:gd name="connsiteX6" fmla="*/ 470504 w 605028"/>
              <a:gd name="connsiteY6" fmla="*/ 464990 h 604110"/>
              <a:gd name="connsiteX7" fmla="*/ 532787 w 605028"/>
              <a:gd name="connsiteY7" fmla="*/ 402786 h 604110"/>
              <a:gd name="connsiteX8" fmla="*/ 605028 w 605028"/>
              <a:gd name="connsiteY8" fmla="*/ 474934 h 604110"/>
              <a:gd name="connsiteX9" fmla="*/ 475685 w 605028"/>
              <a:gd name="connsiteY9" fmla="*/ 604110 h 604110"/>
              <a:gd name="connsiteX10" fmla="*/ 331305 w 605028"/>
              <a:gd name="connsiteY10" fmla="*/ 459916 h 604110"/>
              <a:gd name="connsiteX11" fmla="*/ 354026 w 605028"/>
              <a:gd name="connsiteY11" fmla="*/ 121443 h 604110"/>
              <a:gd name="connsiteX12" fmla="*/ 483302 w 605028"/>
              <a:gd name="connsiteY12" fmla="*/ 250578 h 604110"/>
              <a:gd name="connsiteX13" fmla="*/ 195889 w 605028"/>
              <a:gd name="connsiteY13" fmla="*/ 537637 h 604110"/>
              <a:gd name="connsiteX14" fmla="*/ 66543 w 605028"/>
              <a:gd name="connsiteY14" fmla="*/ 408503 h 604110"/>
              <a:gd name="connsiteX15" fmla="*/ 475681 w 605028"/>
              <a:gd name="connsiteY15" fmla="*/ 0 h 604110"/>
              <a:gd name="connsiteX16" fmla="*/ 605028 w 605028"/>
              <a:gd name="connsiteY16" fmla="*/ 129134 h 604110"/>
              <a:gd name="connsiteX17" fmla="*/ 512093 w 605028"/>
              <a:gd name="connsiteY17" fmla="*/ 221857 h 604110"/>
              <a:gd name="connsiteX18" fmla="*/ 382817 w 605028"/>
              <a:gd name="connsiteY18" fmla="*/ 92864 h 604110"/>
              <a:gd name="connsiteX19" fmla="*/ 129376 w 605028"/>
              <a:gd name="connsiteY19" fmla="*/ 0 h 604110"/>
              <a:gd name="connsiteX20" fmla="*/ 201636 w 605028"/>
              <a:gd name="connsiteY20" fmla="*/ 72129 h 604110"/>
              <a:gd name="connsiteX21" fmla="*/ 139336 w 605028"/>
              <a:gd name="connsiteY21" fmla="*/ 134317 h 604110"/>
              <a:gd name="connsiteX22" fmla="*/ 168098 w 605028"/>
              <a:gd name="connsiteY22" fmla="*/ 162925 h 604110"/>
              <a:gd name="connsiteX23" fmla="*/ 230296 w 605028"/>
              <a:gd name="connsiteY23" fmla="*/ 100839 h 604110"/>
              <a:gd name="connsiteX24" fmla="*/ 273794 w 605028"/>
              <a:gd name="connsiteY24" fmla="*/ 144157 h 604110"/>
              <a:gd name="connsiteX25" fmla="*/ 144418 w 605028"/>
              <a:gd name="connsiteY25" fmla="*/ 273300 h 604110"/>
              <a:gd name="connsiteX26" fmla="*/ 0 w 605028"/>
              <a:gd name="connsiteY26" fmla="*/ 129143 h 60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5028" h="604110">
                <a:moveTo>
                  <a:pt x="45797" y="445126"/>
                </a:moveTo>
                <a:lnTo>
                  <a:pt x="159266" y="558313"/>
                </a:lnTo>
                <a:lnTo>
                  <a:pt x="0" y="604110"/>
                </a:lnTo>
                <a:close/>
                <a:moveTo>
                  <a:pt x="460648" y="330740"/>
                </a:moveTo>
                <a:lnTo>
                  <a:pt x="504033" y="374171"/>
                </a:lnTo>
                <a:lnTo>
                  <a:pt x="441749" y="436273"/>
                </a:lnTo>
                <a:lnTo>
                  <a:pt x="470504" y="464990"/>
                </a:lnTo>
                <a:lnTo>
                  <a:pt x="532787" y="402786"/>
                </a:lnTo>
                <a:lnTo>
                  <a:pt x="605028" y="474934"/>
                </a:lnTo>
                <a:lnTo>
                  <a:pt x="475685" y="604110"/>
                </a:lnTo>
                <a:lnTo>
                  <a:pt x="331305" y="459916"/>
                </a:lnTo>
                <a:close/>
                <a:moveTo>
                  <a:pt x="354026" y="121443"/>
                </a:moveTo>
                <a:lnTo>
                  <a:pt x="483302" y="250578"/>
                </a:lnTo>
                <a:lnTo>
                  <a:pt x="195889" y="537637"/>
                </a:lnTo>
                <a:lnTo>
                  <a:pt x="66543" y="408503"/>
                </a:lnTo>
                <a:close/>
                <a:moveTo>
                  <a:pt x="475681" y="0"/>
                </a:moveTo>
                <a:lnTo>
                  <a:pt x="605028" y="129134"/>
                </a:lnTo>
                <a:lnTo>
                  <a:pt x="512093" y="221857"/>
                </a:lnTo>
                <a:lnTo>
                  <a:pt x="382817" y="92864"/>
                </a:lnTo>
                <a:close/>
                <a:moveTo>
                  <a:pt x="129376" y="0"/>
                </a:moveTo>
                <a:lnTo>
                  <a:pt x="201636" y="72129"/>
                </a:lnTo>
                <a:lnTo>
                  <a:pt x="139336" y="134317"/>
                </a:lnTo>
                <a:lnTo>
                  <a:pt x="168098" y="162925"/>
                </a:lnTo>
                <a:lnTo>
                  <a:pt x="230296" y="100839"/>
                </a:lnTo>
                <a:lnTo>
                  <a:pt x="273794" y="144157"/>
                </a:lnTo>
                <a:lnTo>
                  <a:pt x="144418" y="273300"/>
                </a:lnTo>
                <a:lnTo>
                  <a:pt x="0" y="129143"/>
                </a:lnTo>
                <a:close/>
              </a:path>
            </a:pathLst>
          </a:custGeom>
          <a:solidFill>
            <a:schemeClr val="bg1"/>
          </a:solidFill>
          <a:ln>
            <a:noFill/>
          </a:ln>
        </p:spPr>
      </p:sp>
      <p:pic>
        <p:nvPicPr>
          <p:cNvPr id="48" name="图形 47" descr="拼图"/>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11885" y="2084797"/>
            <a:ext cx="361378" cy="361378"/>
          </a:xfrm>
          <a:prstGeom prst="rect">
            <a:avLst/>
          </a:prstGeom>
        </p:spPr>
      </p:pic>
      <p:pic>
        <p:nvPicPr>
          <p:cNvPr id="49" name="图形 48" descr="标牌"/>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983419" y="4892546"/>
            <a:ext cx="463078" cy="463078"/>
          </a:xfrm>
          <a:prstGeom prst="rect">
            <a:avLst/>
          </a:prstGeom>
        </p:spPr>
      </p:pic>
      <p:sp>
        <p:nvSpPr>
          <p:cNvPr id="50" name="accept_38398"/>
          <p:cNvSpPr>
            <a:spLocks noChangeAspect="1"/>
          </p:cNvSpPr>
          <p:nvPr/>
        </p:nvSpPr>
        <p:spPr bwMode="auto">
          <a:xfrm>
            <a:off x="7277249" y="2084797"/>
            <a:ext cx="405057" cy="380459"/>
          </a:xfrm>
          <a:custGeom>
            <a:avLst/>
            <a:gdLst>
              <a:gd name="connsiteX0" fmla="*/ 543411 w 606580"/>
              <a:gd name="connsiteY0" fmla="*/ 61956 h 569745"/>
              <a:gd name="connsiteX1" fmla="*/ 556798 w 606580"/>
              <a:gd name="connsiteY1" fmla="*/ 67559 h 569745"/>
              <a:gd name="connsiteX2" fmla="*/ 601369 w 606580"/>
              <a:gd name="connsiteY2" fmla="*/ 112060 h 569745"/>
              <a:gd name="connsiteX3" fmla="*/ 606580 w 606580"/>
              <a:gd name="connsiteY3" fmla="*/ 125346 h 569745"/>
              <a:gd name="connsiteX4" fmla="*/ 601369 w 606580"/>
              <a:gd name="connsiteY4" fmla="*/ 138712 h 569745"/>
              <a:gd name="connsiteX5" fmla="*/ 295704 w 606580"/>
              <a:gd name="connsiteY5" fmla="*/ 442134 h 569745"/>
              <a:gd name="connsiteX6" fmla="*/ 281916 w 606580"/>
              <a:gd name="connsiteY6" fmla="*/ 447737 h 569745"/>
              <a:gd name="connsiteX7" fmla="*/ 279671 w 606580"/>
              <a:gd name="connsiteY7" fmla="*/ 447337 h 569745"/>
              <a:gd name="connsiteX8" fmla="*/ 268528 w 606580"/>
              <a:gd name="connsiteY8" fmla="*/ 442134 h 569745"/>
              <a:gd name="connsiteX9" fmla="*/ 117339 w 606580"/>
              <a:gd name="connsiteY9" fmla="*/ 290783 h 569745"/>
              <a:gd name="connsiteX10" fmla="*/ 112128 w 606580"/>
              <a:gd name="connsiteY10" fmla="*/ 277497 h 569745"/>
              <a:gd name="connsiteX11" fmla="*/ 117339 w 606580"/>
              <a:gd name="connsiteY11" fmla="*/ 264451 h 569745"/>
              <a:gd name="connsiteX12" fmla="*/ 162311 w 606580"/>
              <a:gd name="connsiteY12" fmla="*/ 219950 h 569745"/>
              <a:gd name="connsiteX13" fmla="*/ 175297 w 606580"/>
              <a:gd name="connsiteY13" fmla="*/ 214428 h 569745"/>
              <a:gd name="connsiteX14" fmla="*/ 188685 w 606580"/>
              <a:gd name="connsiteY14" fmla="*/ 219950 h 569745"/>
              <a:gd name="connsiteX15" fmla="*/ 282316 w 606580"/>
              <a:gd name="connsiteY15" fmla="*/ 313434 h 569745"/>
              <a:gd name="connsiteX16" fmla="*/ 530023 w 606580"/>
              <a:gd name="connsiteY16" fmla="*/ 67559 h 569745"/>
              <a:gd name="connsiteX17" fmla="*/ 543411 w 606580"/>
              <a:gd name="connsiteY17" fmla="*/ 61956 h 569745"/>
              <a:gd name="connsiteX18" fmla="*/ 285296 w 606580"/>
              <a:gd name="connsiteY18" fmla="*/ 0 h 569745"/>
              <a:gd name="connsiteX19" fmla="*/ 332832 w 606580"/>
              <a:gd name="connsiteY19" fmla="*/ 19690 h 569745"/>
              <a:gd name="connsiteX20" fmla="*/ 431271 w 606580"/>
              <a:gd name="connsiteY20" fmla="*/ 117983 h 569745"/>
              <a:gd name="connsiteX21" fmla="*/ 283452 w 606580"/>
              <a:gd name="connsiteY21" fmla="*/ 265982 h 569745"/>
              <a:gd name="connsiteX22" fmla="*/ 213631 w 606580"/>
              <a:gd name="connsiteY22" fmla="*/ 196265 h 569745"/>
              <a:gd name="connsiteX23" fmla="*/ 176837 w 606580"/>
              <a:gd name="connsiteY23" fmla="*/ 180657 h 569745"/>
              <a:gd name="connsiteX24" fmla="*/ 139642 w 606580"/>
              <a:gd name="connsiteY24" fmla="*/ 195865 h 569745"/>
              <a:gd name="connsiteX25" fmla="*/ 95072 w 606580"/>
              <a:gd name="connsiteY25" fmla="*/ 240769 h 569745"/>
              <a:gd name="connsiteX26" fmla="*/ 79521 w 606580"/>
              <a:gd name="connsiteY26" fmla="*/ 277509 h 569745"/>
              <a:gd name="connsiteX27" fmla="*/ 95072 w 606580"/>
              <a:gd name="connsiteY27" fmla="*/ 314568 h 569745"/>
              <a:gd name="connsiteX28" fmla="*/ 245937 w 606580"/>
              <a:gd name="connsiteY28" fmla="*/ 465930 h 569745"/>
              <a:gd name="connsiteX29" fmla="*/ 270787 w 606580"/>
              <a:gd name="connsiteY29" fmla="*/ 479617 h 569745"/>
              <a:gd name="connsiteX30" fmla="*/ 273031 w 606580"/>
              <a:gd name="connsiteY30" fmla="*/ 481138 h 569745"/>
              <a:gd name="connsiteX31" fmla="*/ 283452 w 606580"/>
              <a:gd name="connsiteY31" fmla="*/ 481138 h 569745"/>
              <a:gd name="connsiteX32" fmla="*/ 320247 w 606580"/>
              <a:gd name="connsiteY32" fmla="*/ 465930 h 569745"/>
              <a:gd name="connsiteX33" fmla="*/ 550151 w 606580"/>
              <a:gd name="connsiteY33" fmla="*/ 236287 h 569745"/>
              <a:gd name="connsiteX34" fmla="*/ 550872 w 606580"/>
              <a:gd name="connsiteY34" fmla="*/ 237407 h 569745"/>
              <a:gd name="connsiteX35" fmla="*/ 570592 w 606580"/>
              <a:gd name="connsiteY35" fmla="*/ 284873 h 569745"/>
              <a:gd name="connsiteX36" fmla="*/ 550872 w 606580"/>
              <a:gd name="connsiteY36" fmla="*/ 332338 h 569745"/>
              <a:gd name="connsiteX37" fmla="*/ 332832 w 606580"/>
              <a:gd name="connsiteY37" fmla="*/ 550135 h 569745"/>
              <a:gd name="connsiteX38" fmla="*/ 285456 w 606580"/>
              <a:gd name="connsiteY38" fmla="*/ 569745 h 569745"/>
              <a:gd name="connsiteX39" fmla="*/ 237760 w 606580"/>
              <a:gd name="connsiteY39" fmla="*/ 550135 h 569745"/>
              <a:gd name="connsiteX40" fmla="*/ 19720 w 606580"/>
              <a:gd name="connsiteY40" fmla="*/ 332338 h 569745"/>
              <a:gd name="connsiteX41" fmla="*/ 0 w 606580"/>
              <a:gd name="connsiteY41" fmla="*/ 284873 h 569745"/>
              <a:gd name="connsiteX42" fmla="*/ 19720 w 606580"/>
              <a:gd name="connsiteY42" fmla="*/ 237407 h 569745"/>
              <a:gd name="connsiteX43" fmla="*/ 237760 w 606580"/>
              <a:gd name="connsiteY43" fmla="*/ 19690 h 569745"/>
              <a:gd name="connsiteX44" fmla="*/ 285296 w 606580"/>
              <a:gd name="connsiteY44" fmla="*/ 0 h 569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6580" h="569745">
                <a:moveTo>
                  <a:pt x="543411" y="61956"/>
                </a:moveTo>
                <a:cubicBezTo>
                  <a:pt x="548621" y="61956"/>
                  <a:pt x="553030" y="63797"/>
                  <a:pt x="556798" y="67559"/>
                </a:cubicBezTo>
                <a:lnTo>
                  <a:pt x="601369" y="112060"/>
                </a:lnTo>
                <a:cubicBezTo>
                  <a:pt x="604816" y="115741"/>
                  <a:pt x="606580" y="120223"/>
                  <a:pt x="606580" y="125346"/>
                </a:cubicBezTo>
                <a:cubicBezTo>
                  <a:pt x="606580" y="130548"/>
                  <a:pt x="604816" y="135030"/>
                  <a:pt x="601369" y="138712"/>
                </a:cubicBezTo>
                <a:lnTo>
                  <a:pt x="295704" y="442134"/>
                </a:lnTo>
                <a:cubicBezTo>
                  <a:pt x="291455" y="445896"/>
                  <a:pt x="286886" y="447737"/>
                  <a:pt x="281916" y="447737"/>
                </a:cubicBezTo>
                <a:cubicBezTo>
                  <a:pt x="280954" y="447737"/>
                  <a:pt x="280232" y="447577"/>
                  <a:pt x="279671" y="447337"/>
                </a:cubicBezTo>
                <a:cubicBezTo>
                  <a:pt x="275262" y="446857"/>
                  <a:pt x="271494" y="445096"/>
                  <a:pt x="268528" y="442134"/>
                </a:cubicBezTo>
                <a:lnTo>
                  <a:pt x="117339" y="290783"/>
                </a:lnTo>
                <a:cubicBezTo>
                  <a:pt x="113892" y="287102"/>
                  <a:pt x="112128" y="282700"/>
                  <a:pt x="112128" y="277497"/>
                </a:cubicBezTo>
                <a:cubicBezTo>
                  <a:pt x="112128" y="272295"/>
                  <a:pt x="113892" y="267973"/>
                  <a:pt x="117339" y="264451"/>
                </a:cubicBezTo>
                <a:lnTo>
                  <a:pt x="162311" y="219950"/>
                </a:lnTo>
                <a:cubicBezTo>
                  <a:pt x="165517" y="216268"/>
                  <a:pt x="169846" y="214428"/>
                  <a:pt x="175297" y="214428"/>
                </a:cubicBezTo>
                <a:cubicBezTo>
                  <a:pt x="180748" y="214428"/>
                  <a:pt x="185238" y="216268"/>
                  <a:pt x="188685" y="219950"/>
                </a:cubicBezTo>
                <a:lnTo>
                  <a:pt x="282316" y="313434"/>
                </a:lnTo>
                <a:lnTo>
                  <a:pt x="530023" y="67559"/>
                </a:lnTo>
                <a:cubicBezTo>
                  <a:pt x="533711" y="63797"/>
                  <a:pt x="538200" y="61956"/>
                  <a:pt x="543411" y="61956"/>
                </a:cubicBezTo>
                <a:close/>
                <a:moveTo>
                  <a:pt x="285296" y="0"/>
                </a:moveTo>
                <a:cubicBezTo>
                  <a:pt x="303894" y="0"/>
                  <a:pt x="319685" y="6563"/>
                  <a:pt x="332832" y="19690"/>
                </a:cubicBezTo>
                <a:lnTo>
                  <a:pt x="431271" y="117983"/>
                </a:lnTo>
                <a:lnTo>
                  <a:pt x="283452" y="265982"/>
                </a:lnTo>
                <a:lnTo>
                  <a:pt x="213631" y="196265"/>
                </a:lnTo>
                <a:cubicBezTo>
                  <a:pt x="203210" y="185860"/>
                  <a:pt x="190946" y="180657"/>
                  <a:pt x="176837" y="180657"/>
                </a:cubicBezTo>
                <a:cubicBezTo>
                  <a:pt x="162248" y="180657"/>
                  <a:pt x="149822" y="185780"/>
                  <a:pt x="139642" y="195865"/>
                </a:cubicBezTo>
                <a:lnTo>
                  <a:pt x="95072" y="240769"/>
                </a:lnTo>
                <a:cubicBezTo>
                  <a:pt x="84731" y="250694"/>
                  <a:pt x="79521" y="262861"/>
                  <a:pt x="79521" y="277509"/>
                </a:cubicBezTo>
                <a:cubicBezTo>
                  <a:pt x="79521" y="291836"/>
                  <a:pt x="84731" y="304163"/>
                  <a:pt x="95072" y="314568"/>
                </a:cubicBezTo>
                <a:lnTo>
                  <a:pt x="245937" y="465930"/>
                </a:lnTo>
                <a:cubicBezTo>
                  <a:pt x="253311" y="472813"/>
                  <a:pt x="261648" y="477376"/>
                  <a:pt x="270787" y="479617"/>
                </a:cubicBezTo>
                <a:lnTo>
                  <a:pt x="273031" y="481138"/>
                </a:lnTo>
                <a:lnTo>
                  <a:pt x="283452" y="481138"/>
                </a:lnTo>
                <a:cubicBezTo>
                  <a:pt x="298282" y="481138"/>
                  <a:pt x="310547" y="476015"/>
                  <a:pt x="320247" y="465930"/>
                </a:cubicBezTo>
                <a:lnTo>
                  <a:pt x="550151" y="236287"/>
                </a:lnTo>
                <a:lnTo>
                  <a:pt x="550872" y="237407"/>
                </a:lnTo>
                <a:cubicBezTo>
                  <a:pt x="564019" y="250534"/>
                  <a:pt x="570592" y="266303"/>
                  <a:pt x="570592" y="284873"/>
                </a:cubicBezTo>
                <a:cubicBezTo>
                  <a:pt x="570592" y="303443"/>
                  <a:pt x="564019" y="319291"/>
                  <a:pt x="550872" y="332338"/>
                </a:cubicBezTo>
                <a:lnTo>
                  <a:pt x="332832" y="550135"/>
                </a:lnTo>
                <a:cubicBezTo>
                  <a:pt x="319926" y="563182"/>
                  <a:pt x="304134" y="569745"/>
                  <a:pt x="285456" y="569745"/>
                </a:cubicBezTo>
                <a:cubicBezTo>
                  <a:pt x="266779" y="569745"/>
                  <a:pt x="250826" y="563182"/>
                  <a:pt x="237760" y="550135"/>
                </a:cubicBezTo>
                <a:lnTo>
                  <a:pt x="19720" y="332338"/>
                </a:lnTo>
                <a:cubicBezTo>
                  <a:pt x="6573" y="319291"/>
                  <a:pt x="0" y="303443"/>
                  <a:pt x="0" y="284873"/>
                </a:cubicBezTo>
                <a:cubicBezTo>
                  <a:pt x="0" y="266383"/>
                  <a:pt x="6573" y="250534"/>
                  <a:pt x="19720" y="237407"/>
                </a:cubicBezTo>
                <a:lnTo>
                  <a:pt x="237760" y="19690"/>
                </a:lnTo>
                <a:cubicBezTo>
                  <a:pt x="250907" y="6563"/>
                  <a:pt x="266698" y="0"/>
                  <a:pt x="285296" y="0"/>
                </a:cubicBezTo>
                <a:close/>
              </a:path>
            </a:pathLst>
          </a:custGeom>
          <a:solidFill>
            <a:schemeClr val="bg1"/>
          </a:solidFill>
          <a:ln>
            <a:noFill/>
          </a:ln>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图片 39"/>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5184598" y="-125361"/>
            <a:ext cx="7144743" cy="7144743"/>
          </a:xfrm>
          <a:prstGeom prst="rect">
            <a:avLst/>
          </a:prstGeom>
        </p:spPr>
      </p:pic>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
        <p:nvSpPr>
          <p:cNvPr id="12" name="Round Same Side Corner Rectangle 67"/>
          <p:cNvSpPr/>
          <p:nvPr/>
        </p:nvSpPr>
        <p:spPr>
          <a:xfrm rot="10800000" flipH="1">
            <a:off x="7196329" y="1357633"/>
            <a:ext cx="66537" cy="685392"/>
          </a:xfrm>
          <a:prstGeom prst="round2SameRect">
            <a:avLst>
              <a:gd name="adj1" fmla="val 50000"/>
              <a:gd name="adj2" fmla="val 50000"/>
            </a:avLst>
          </a:prstGeom>
          <a:solidFill>
            <a:srgbClr val="0326A0"/>
          </a:solidFill>
          <a:ln w="25400" cap="flat" cmpd="sng" algn="ctr">
            <a:solidFill>
              <a:srgbClr val="0326A0"/>
            </a:solidFill>
            <a:prstDash val="solid"/>
          </a:ln>
          <a:effectLst/>
        </p:spPr>
        <p:txBody>
          <a:bodyPr lIns="109709" tIns="54855" rIns="109709" bIns="54855" rtlCol="0" anchor="ctr"/>
          <a:lstStyle/>
          <a:p>
            <a:pPr algn="ctr" defTabSz="1219200">
              <a:defRPr/>
            </a:pPr>
            <a:endParaRPr lang="bg-BG" sz="2400" kern="0" dirty="0">
              <a:solidFill>
                <a:prstClr val="white"/>
              </a:solidFill>
              <a:latin typeface="Calibri Light"/>
            </a:endParaRPr>
          </a:p>
        </p:txBody>
      </p:sp>
      <p:sp>
        <p:nvSpPr>
          <p:cNvPr id="13" name="Round Same Side Corner Rectangle 68"/>
          <p:cNvSpPr/>
          <p:nvPr/>
        </p:nvSpPr>
        <p:spPr>
          <a:xfrm rot="10800000" flipH="1">
            <a:off x="7194142" y="2399353"/>
            <a:ext cx="66537" cy="685392"/>
          </a:xfrm>
          <a:prstGeom prst="round2SameRect">
            <a:avLst>
              <a:gd name="adj1" fmla="val 50000"/>
              <a:gd name="adj2" fmla="val 50000"/>
            </a:avLst>
          </a:prstGeom>
          <a:solidFill>
            <a:srgbClr val="0326A0"/>
          </a:solidFill>
          <a:ln w="25400" cap="flat" cmpd="sng" algn="ctr">
            <a:solidFill>
              <a:srgbClr val="0326A0"/>
            </a:solidFill>
            <a:prstDash val="solid"/>
          </a:ln>
          <a:effectLst/>
        </p:spPr>
        <p:txBody>
          <a:bodyPr lIns="109709" tIns="54855" rIns="109709" bIns="54855" rtlCol="0" anchor="ctr"/>
          <a:lstStyle/>
          <a:p>
            <a:pPr algn="ctr" defTabSz="1219200">
              <a:defRPr/>
            </a:pPr>
            <a:endParaRPr lang="bg-BG" sz="2400" kern="0" dirty="0">
              <a:solidFill>
                <a:prstClr val="white"/>
              </a:solidFill>
              <a:latin typeface="Calibri Light"/>
            </a:endParaRPr>
          </a:p>
        </p:txBody>
      </p:sp>
      <p:sp>
        <p:nvSpPr>
          <p:cNvPr id="14" name="Round Same Side Corner Rectangle 69"/>
          <p:cNvSpPr/>
          <p:nvPr/>
        </p:nvSpPr>
        <p:spPr>
          <a:xfrm rot="10800000" flipH="1">
            <a:off x="7196329" y="3346196"/>
            <a:ext cx="66537" cy="685392"/>
          </a:xfrm>
          <a:prstGeom prst="round2SameRect">
            <a:avLst>
              <a:gd name="adj1" fmla="val 50000"/>
              <a:gd name="adj2" fmla="val 50000"/>
            </a:avLst>
          </a:prstGeom>
          <a:solidFill>
            <a:srgbClr val="0326A0"/>
          </a:solidFill>
          <a:ln w="25400" cap="flat" cmpd="sng" algn="ctr">
            <a:solidFill>
              <a:srgbClr val="0326A0"/>
            </a:solidFill>
            <a:prstDash val="solid"/>
          </a:ln>
          <a:effectLst/>
        </p:spPr>
        <p:txBody>
          <a:bodyPr lIns="109709" tIns="54855" rIns="109709" bIns="54855" rtlCol="0" anchor="ctr"/>
          <a:lstStyle/>
          <a:p>
            <a:pPr algn="ctr" defTabSz="1219200">
              <a:defRPr/>
            </a:pPr>
            <a:endParaRPr lang="bg-BG" sz="2400" kern="0" dirty="0">
              <a:solidFill>
                <a:prstClr val="white"/>
              </a:solidFill>
              <a:latin typeface="Calibri Light"/>
            </a:endParaRPr>
          </a:p>
        </p:txBody>
      </p:sp>
      <p:grpSp>
        <p:nvGrpSpPr>
          <p:cNvPr id="15" name="组合 14"/>
          <p:cNvGrpSpPr/>
          <p:nvPr/>
        </p:nvGrpSpPr>
        <p:grpSpPr>
          <a:xfrm>
            <a:off x="7379395" y="1340768"/>
            <a:ext cx="3829173" cy="776151"/>
            <a:chOff x="5228512" y="1109269"/>
            <a:chExt cx="2871880" cy="582113"/>
          </a:xfrm>
        </p:grpSpPr>
        <p:sp>
          <p:nvSpPr>
            <p:cNvPr id="16" name="TextBox 20"/>
            <p:cNvSpPr txBox="1"/>
            <p:nvPr/>
          </p:nvSpPr>
          <p:spPr>
            <a:xfrm>
              <a:off x="5228512" y="1303102"/>
              <a:ext cx="2871880" cy="388280"/>
            </a:xfrm>
            <a:prstGeom prst="rect">
              <a:avLst/>
            </a:prstGeom>
            <a:noFill/>
          </p:spPr>
          <p:txBody>
            <a:bodyPr wrap="square" lIns="45720" tIns="22860" rIns="45720" bIns="22860" rtlCol="0">
              <a:spAutoFit/>
            </a:bodyPr>
            <a:lstStyle/>
            <a:p>
              <a:pPr algn="just" defTabSz="1219200">
                <a:lnSpc>
                  <a:spcPct val="120000"/>
                </a:lnSpc>
              </a:pPr>
              <a:r>
                <a:rPr lang="zh-CN" altLang="en-US" sz="1335" dirty="0">
                  <a:solidFill>
                    <a:prstClr val="black">
                      <a:lumMod val="75000"/>
                      <a:lumOff val="25000"/>
                    </a:prst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335"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7" name="Rectangle 71"/>
            <p:cNvSpPr/>
            <p:nvPr/>
          </p:nvSpPr>
          <p:spPr>
            <a:xfrm>
              <a:off x="5228513" y="1109269"/>
              <a:ext cx="1300356" cy="219291"/>
            </a:xfrm>
            <a:prstGeom prst="rect">
              <a:avLst/>
            </a:prstGeom>
          </p:spPr>
          <p:txBody>
            <a:bodyPr wrap="none" lIns="45720" tIns="22860" rIns="45720" bIns="22860">
              <a:spAutoFit/>
            </a:bodyPr>
            <a:lstStyle/>
            <a:p>
              <a:pPr defTabSz="1219200"/>
              <a:r>
                <a:rPr lang="zh-CN" altLang="en-US" sz="1600" b="1" dirty="0">
                  <a:solidFill>
                    <a:prstClr val="black">
                      <a:lumMod val="75000"/>
                      <a:lumOff val="25000"/>
                    </a:prstClr>
                  </a:solidFill>
                  <a:latin typeface="微软雅黑" panose="020B0503020204020204" pitchFamily="34" charset="-122"/>
                  <a:ea typeface="微软雅黑" panose="020B0503020204020204" pitchFamily="34" charset="-122"/>
                </a:rPr>
                <a:t>点击输入标题文本</a:t>
              </a:r>
              <a:endParaRPr lang="zh-CN" altLang="en-US" sz="16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grpSp>
      <p:grpSp>
        <p:nvGrpSpPr>
          <p:cNvPr id="18" name="组合 17"/>
          <p:cNvGrpSpPr/>
          <p:nvPr/>
        </p:nvGrpSpPr>
        <p:grpSpPr>
          <a:xfrm>
            <a:off x="7379395" y="2353980"/>
            <a:ext cx="3829173" cy="776148"/>
            <a:chOff x="5228512" y="1869180"/>
            <a:chExt cx="2871880" cy="582111"/>
          </a:xfrm>
        </p:grpSpPr>
        <p:sp>
          <p:nvSpPr>
            <p:cNvPr id="19" name="TextBox 22"/>
            <p:cNvSpPr txBox="1"/>
            <p:nvPr/>
          </p:nvSpPr>
          <p:spPr>
            <a:xfrm>
              <a:off x="5228512" y="2063012"/>
              <a:ext cx="2871880" cy="388279"/>
            </a:xfrm>
            <a:prstGeom prst="rect">
              <a:avLst/>
            </a:prstGeom>
            <a:noFill/>
          </p:spPr>
          <p:txBody>
            <a:bodyPr wrap="square" lIns="45720" tIns="22860" rIns="45720" bIns="22860" rtlCol="0">
              <a:spAutoFit/>
            </a:bodyPr>
            <a:lstStyle/>
            <a:p>
              <a:pPr algn="just" defTabSz="1219200">
                <a:lnSpc>
                  <a:spcPct val="120000"/>
                </a:lnSpc>
              </a:pPr>
              <a:r>
                <a:rPr lang="zh-CN" altLang="en-US" sz="1335" dirty="0">
                  <a:solidFill>
                    <a:prstClr val="black">
                      <a:lumMod val="75000"/>
                      <a:lumOff val="25000"/>
                    </a:prst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335"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20" name="Rectangle 73"/>
            <p:cNvSpPr/>
            <p:nvPr/>
          </p:nvSpPr>
          <p:spPr>
            <a:xfrm>
              <a:off x="5228513" y="1869180"/>
              <a:ext cx="1300356" cy="219291"/>
            </a:xfrm>
            <a:prstGeom prst="rect">
              <a:avLst/>
            </a:prstGeom>
          </p:spPr>
          <p:txBody>
            <a:bodyPr wrap="none" lIns="45720" tIns="22860" rIns="45720" bIns="22860">
              <a:spAutoFit/>
            </a:bodyPr>
            <a:lstStyle/>
            <a:p>
              <a:pPr defTabSz="1219200"/>
              <a:r>
                <a:rPr lang="zh-CN" altLang="en-US" sz="1600" b="1" dirty="0">
                  <a:solidFill>
                    <a:prstClr val="black">
                      <a:lumMod val="75000"/>
                      <a:lumOff val="25000"/>
                    </a:prstClr>
                  </a:solidFill>
                  <a:latin typeface="微软雅黑" panose="020B0503020204020204" pitchFamily="34" charset="-122"/>
                  <a:ea typeface="微软雅黑" panose="020B0503020204020204" pitchFamily="34" charset="-122"/>
                </a:rPr>
                <a:t>点击输入标题文本</a:t>
              </a:r>
              <a:endParaRPr lang="zh-CN" altLang="en-US" sz="16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7379395" y="3367198"/>
            <a:ext cx="3829173" cy="776151"/>
            <a:chOff x="5228512" y="2629091"/>
            <a:chExt cx="2871880" cy="582113"/>
          </a:xfrm>
        </p:grpSpPr>
        <p:sp>
          <p:nvSpPr>
            <p:cNvPr id="22" name="TextBox 24"/>
            <p:cNvSpPr txBox="1"/>
            <p:nvPr/>
          </p:nvSpPr>
          <p:spPr>
            <a:xfrm>
              <a:off x="5228512" y="2822924"/>
              <a:ext cx="2871880" cy="388280"/>
            </a:xfrm>
            <a:prstGeom prst="rect">
              <a:avLst/>
            </a:prstGeom>
            <a:noFill/>
          </p:spPr>
          <p:txBody>
            <a:bodyPr wrap="square" lIns="45720" tIns="22860" rIns="45720" bIns="22860" rtlCol="0">
              <a:spAutoFit/>
            </a:bodyPr>
            <a:lstStyle/>
            <a:p>
              <a:pPr algn="just" defTabSz="1219200">
                <a:lnSpc>
                  <a:spcPct val="120000"/>
                </a:lnSpc>
              </a:pPr>
              <a:r>
                <a:rPr lang="zh-CN" altLang="en-US" sz="1335" dirty="0">
                  <a:solidFill>
                    <a:prstClr val="black">
                      <a:lumMod val="75000"/>
                      <a:lumOff val="25000"/>
                    </a:prst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335"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23" name="Rectangle 75"/>
            <p:cNvSpPr/>
            <p:nvPr/>
          </p:nvSpPr>
          <p:spPr>
            <a:xfrm>
              <a:off x="5228513" y="2629091"/>
              <a:ext cx="1300356" cy="219291"/>
            </a:xfrm>
            <a:prstGeom prst="rect">
              <a:avLst/>
            </a:prstGeom>
          </p:spPr>
          <p:txBody>
            <a:bodyPr wrap="none" lIns="45720" tIns="22860" rIns="45720" bIns="22860">
              <a:spAutoFit/>
            </a:bodyPr>
            <a:lstStyle/>
            <a:p>
              <a:pPr defTabSz="1219200"/>
              <a:r>
                <a:rPr lang="zh-CN" altLang="en-US" sz="1600" b="1" dirty="0">
                  <a:solidFill>
                    <a:prstClr val="black">
                      <a:lumMod val="75000"/>
                      <a:lumOff val="25000"/>
                    </a:prstClr>
                  </a:solidFill>
                  <a:latin typeface="微软雅黑" panose="020B0503020204020204" pitchFamily="34" charset="-122"/>
                  <a:ea typeface="微软雅黑" panose="020B0503020204020204" pitchFamily="34" charset="-122"/>
                </a:rPr>
                <a:t>点击输入标题文本</a:t>
              </a:r>
              <a:endParaRPr lang="zh-CN" altLang="en-US" sz="16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grpSp>
      <p:sp>
        <p:nvSpPr>
          <p:cNvPr id="24" name="Round Same Side Corner Rectangle 76"/>
          <p:cNvSpPr/>
          <p:nvPr/>
        </p:nvSpPr>
        <p:spPr>
          <a:xfrm rot="10800000" flipH="1">
            <a:off x="7194142" y="4306846"/>
            <a:ext cx="66537" cy="685392"/>
          </a:xfrm>
          <a:prstGeom prst="round2SameRect">
            <a:avLst>
              <a:gd name="adj1" fmla="val 50000"/>
              <a:gd name="adj2" fmla="val 50000"/>
            </a:avLst>
          </a:prstGeom>
          <a:solidFill>
            <a:srgbClr val="0326A0"/>
          </a:solidFill>
          <a:ln w="25400" cap="flat" cmpd="sng" algn="ctr">
            <a:solidFill>
              <a:srgbClr val="0326A0"/>
            </a:solidFill>
            <a:prstDash val="solid"/>
          </a:ln>
          <a:effectLst/>
        </p:spPr>
        <p:txBody>
          <a:bodyPr lIns="109709" tIns="54855" rIns="109709" bIns="54855" rtlCol="0" anchor="ctr"/>
          <a:lstStyle/>
          <a:p>
            <a:pPr algn="ctr" defTabSz="1219200">
              <a:defRPr/>
            </a:pPr>
            <a:endParaRPr lang="bg-BG" sz="2400" kern="0" dirty="0">
              <a:solidFill>
                <a:prstClr val="white"/>
              </a:solidFill>
              <a:latin typeface="Calibri Light"/>
            </a:endParaRPr>
          </a:p>
        </p:txBody>
      </p:sp>
      <p:sp>
        <p:nvSpPr>
          <p:cNvPr id="25" name="Round Same Side Corner Rectangle 77"/>
          <p:cNvSpPr/>
          <p:nvPr/>
        </p:nvSpPr>
        <p:spPr>
          <a:xfrm rot="10800000" flipH="1">
            <a:off x="7196329" y="5253689"/>
            <a:ext cx="66537" cy="685392"/>
          </a:xfrm>
          <a:prstGeom prst="round2SameRect">
            <a:avLst>
              <a:gd name="adj1" fmla="val 50000"/>
              <a:gd name="adj2" fmla="val 50000"/>
            </a:avLst>
          </a:prstGeom>
          <a:solidFill>
            <a:srgbClr val="0326A0"/>
          </a:solidFill>
          <a:ln w="25400" cap="flat" cmpd="sng" algn="ctr">
            <a:solidFill>
              <a:srgbClr val="0326A0"/>
            </a:solidFill>
            <a:prstDash val="solid"/>
          </a:ln>
          <a:effectLst/>
        </p:spPr>
        <p:txBody>
          <a:bodyPr lIns="109709" tIns="54855" rIns="109709" bIns="54855" rtlCol="0" anchor="ctr"/>
          <a:lstStyle/>
          <a:p>
            <a:pPr algn="ctr" defTabSz="1219200">
              <a:defRPr/>
            </a:pPr>
            <a:endParaRPr lang="bg-BG" sz="2400" kern="0" dirty="0">
              <a:solidFill>
                <a:prstClr val="white"/>
              </a:solidFill>
              <a:latin typeface="Calibri Light"/>
            </a:endParaRPr>
          </a:p>
        </p:txBody>
      </p:sp>
      <p:grpSp>
        <p:nvGrpSpPr>
          <p:cNvPr id="26" name="组合 25"/>
          <p:cNvGrpSpPr/>
          <p:nvPr/>
        </p:nvGrpSpPr>
        <p:grpSpPr>
          <a:xfrm>
            <a:off x="7379395" y="4261477"/>
            <a:ext cx="3829173" cy="776151"/>
            <a:chOff x="5228512" y="3299800"/>
            <a:chExt cx="2871880" cy="582113"/>
          </a:xfrm>
        </p:grpSpPr>
        <p:sp>
          <p:nvSpPr>
            <p:cNvPr id="27" name="TextBox 28"/>
            <p:cNvSpPr txBox="1"/>
            <p:nvPr/>
          </p:nvSpPr>
          <p:spPr>
            <a:xfrm>
              <a:off x="5228512" y="3493633"/>
              <a:ext cx="2871880" cy="388280"/>
            </a:xfrm>
            <a:prstGeom prst="rect">
              <a:avLst/>
            </a:prstGeom>
            <a:noFill/>
          </p:spPr>
          <p:txBody>
            <a:bodyPr wrap="square" lIns="45720" tIns="22860" rIns="45720" bIns="22860" rtlCol="0">
              <a:spAutoFit/>
            </a:bodyPr>
            <a:lstStyle/>
            <a:p>
              <a:pPr algn="just" defTabSz="1219200">
                <a:lnSpc>
                  <a:spcPct val="120000"/>
                </a:lnSpc>
              </a:pPr>
              <a:r>
                <a:rPr lang="zh-CN" altLang="en-US" sz="1335" dirty="0">
                  <a:solidFill>
                    <a:prstClr val="black">
                      <a:lumMod val="75000"/>
                      <a:lumOff val="25000"/>
                    </a:prst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335"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35" name="Rectangle 79"/>
            <p:cNvSpPr/>
            <p:nvPr/>
          </p:nvSpPr>
          <p:spPr>
            <a:xfrm>
              <a:off x="5228513" y="3299800"/>
              <a:ext cx="1300356" cy="219291"/>
            </a:xfrm>
            <a:prstGeom prst="rect">
              <a:avLst/>
            </a:prstGeom>
          </p:spPr>
          <p:txBody>
            <a:bodyPr wrap="none" lIns="45720" tIns="22860" rIns="45720" bIns="22860">
              <a:spAutoFit/>
            </a:bodyPr>
            <a:lstStyle/>
            <a:p>
              <a:pPr defTabSz="1219200"/>
              <a:r>
                <a:rPr lang="zh-CN" altLang="en-US" sz="1600" b="1" dirty="0">
                  <a:solidFill>
                    <a:prstClr val="black">
                      <a:lumMod val="75000"/>
                      <a:lumOff val="25000"/>
                    </a:prstClr>
                  </a:solidFill>
                  <a:latin typeface="微软雅黑" panose="020B0503020204020204" pitchFamily="34" charset="-122"/>
                  <a:ea typeface="微软雅黑" panose="020B0503020204020204" pitchFamily="34" charset="-122"/>
                </a:rPr>
                <a:t>点击输入标题文本</a:t>
              </a:r>
              <a:endParaRPr lang="zh-CN" altLang="en-US" sz="16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7379395" y="5274692"/>
            <a:ext cx="3829173" cy="776151"/>
            <a:chOff x="5228512" y="4059711"/>
            <a:chExt cx="2871880" cy="582113"/>
          </a:xfrm>
        </p:grpSpPr>
        <p:sp>
          <p:nvSpPr>
            <p:cNvPr id="37" name="TextBox 30"/>
            <p:cNvSpPr txBox="1"/>
            <p:nvPr/>
          </p:nvSpPr>
          <p:spPr>
            <a:xfrm>
              <a:off x="5228512" y="4253544"/>
              <a:ext cx="2871880" cy="388280"/>
            </a:xfrm>
            <a:prstGeom prst="rect">
              <a:avLst/>
            </a:prstGeom>
            <a:noFill/>
          </p:spPr>
          <p:txBody>
            <a:bodyPr wrap="square" lIns="45720" tIns="22860" rIns="45720" bIns="22860" rtlCol="0">
              <a:spAutoFit/>
            </a:bodyPr>
            <a:lstStyle/>
            <a:p>
              <a:pPr algn="just" defTabSz="1219200">
                <a:lnSpc>
                  <a:spcPct val="120000"/>
                </a:lnSpc>
              </a:pPr>
              <a:r>
                <a:rPr lang="zh-CN" altLang="en-US" sz="1335" dirty="0">
                  <a:solidFill>
                    <a:prstClr val="black">
                      <a:lumMod val="75000"/>
                      <a:lumOff val="25000"/>
                    </a:prst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335"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38" name="Rectangle 81"/>
            <p:cNvSpPr/>
            <p:nvPr/>
          </p:nvSpPr>
          <p:spPr>
            <a:xfrm>
              <a:off x="5228513" y="4059711"/>
              <a:ext cx="1300356" cy="219291"/>
            </a:xfrm>
            <a:prstGeom prst="rect">
              <a:avLst/>
            </a:prstGeom>
          </p:spPr>
          <p:txBody>
            <a:bodyPr wrap="none" lIns="45720" tIns="22860" rIns="45720" bIns="22860">
              <a:spAutoFit/>
            </a:bodyPr>
            <a:lstStyle/>
            <a:p>
              <a:pPr defTabSz="1219200"/>
              <a:r>
                <a:rPr lang="zh-CN" altLang="en-US" sz="1600" b="1" dirty="0">
                  <a:solidFill>
                    <a:prstClr val="black">
                      <a:lumMod val="75000"/>
                      <a:lumOff val="25000"/>
                    </a:prstClr>
                  </a:solidFill>
                  <a:latin typeface="微软雅黑" panose="020B0503020204020204" pitchFamily="34" charset="-122"/>
                  <a:ea typeface="微软雅黑" panose="020B0503020204020204" pitchFamily="34" charset="-122"/>
                </a:rPr>
                <a:t>点击输入标题文本</a:t>
              </a:r>
              <a:endParaRPr lang="zh-CN" altLang="en-US" sz="16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grpSp>
      <p:pic>
        <p:nvPicPr>
          <p:cNvPr id="39" name="图片 38"/>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551384" y="1357634"/>
            <a:ext cx="6336704" cy="4581448"/>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1093742" y="-2043608"/>
            <a:ext cx="10004509" cy="10004509"/>
          </a:xfrm>
          <a:prstGeom prst="rect">
            <a:avLst/>
          </a:prstGeom>
        </p:spPr>
      </p:pic>
      <p:pic>
        <p:nvPicPr>
          <p:cNvPr id="16" name="图片占位符 15"/>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0" y="0"/>
            <a:ext cx="12192000" cy="4056185"/>
          </a:xfrm>
        </p:spPr>
      </p:pic>
      <p:cxnSp>
        <p:nvCxnSpPr>
          <p:cNvPr id="4" name="直接连接符 3"/>
          <p:cNvCxnSpPr/>
          <p:nvPr/>
        </p:nvCxnSpPr>
        <p:spPr>
          <a:xfrm>
            <a:off x="0" y="4056185"/>
            <a:ext cx="4298873" cy="0"/>
          </a:xfrm>
          <a:prstGeom prst="line">
            <a:avLst/>
          </a:prstGeom>
          <a:ln w="101600">
            <a:solidFill>
              <a:srgbClr val="0326A0"/>
            </a:solidFill>
          </a:ln>
        </p:spPr>
        <p:style>
          <a:lnRef idx="1">
            <a:schemeClr val="accent1"/>
          </a:lnRef>
          <a:fillRef idx="0">
            <a:schemeClr val="accent1"/>
          </a:fillRef>
          <a:effectRef idx="0">
            <a:schemeClr val="accent1"/>
          </a:effectRef>
          <a:fontRef idx="minor">
            <a:schemeClr val="tx1"/>
          </a:fontRef>
        </p:style>
      </p:cxnSp>
      <p:sp>
        <p:nvSpPr>
          <p:cNvPr id="6" name="矩形: 圆角 5"/>
          <p:cNvSpPr/>
          <p:nvPr/>
        </p:nvSpPr>
        <p:spPr>
          <a:xfrm>
            <a:off x="4224759" y="3429000"/>
            <a:ext cx="3742482" cy="982721"/>
          </a:xfrm>
          <a:prstGeom prst="roundRect">
            <a:avLst>
              <a:gd name="adj" fmla="val 50000"/>
            </a:avLst>
          </a:prstGeom>
          <a:solidFill>
            <a:srgbClr val="0326A0"/>
          </a:solidFill>
          <a:ln>
            <a:solidFill>
              <a:srgbClr val="0326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7" name="文本框 6"/>
          <p:cNvSpPr txBox="1"/>
          <p:nvPr/>
        </p:nvSpPr>
        <p:spPr>
          <a:xfrm>
            <a:off x="4474046" y="3458695"/>
            <a:ext cx="3239494"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PART 04</a:t>
            </a:r>
            <a:endParaRPr kumimoji="0" lang="zh-CN" altLang="en-US"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14" name="直接连接符 13"/>
          <p:cNvCxnSpPr/>
          <p:nvPr/>
        </p:nvCxnSpPr>
        <p:spPr>
          <a:xfrm>
            <a:off x="7893127" y="4056186"/>
            <a:ext cx="4298873" cy="0"/>
          </a:xfrm>
          <a:prstGeom prst="line">
            <a:avLst/>
          </a:prstGeom>
          <a:ln w="101600">
            <a:solidFill>
              <a:srgbClr val="0326A0"/>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418831" y="4772125"/>
            <a:ext cx="734992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请在这里输入你的标题</a:t>
            </a:r>
            <a:endParaRPr kumimoji="0" lang="zh-CN" altLang="en-US" sz="4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10" name="矩形 9"/>
          <p:cNvSpPr/>
          <p:nvPr/>
        </p:nvSpPr>
        <p:spPr>
          <a:xfrm>
            <a:off x="4298873" y="5603122"/>
            <a:ext cx="3594254"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lumMod val="85000"/>
                    <a:lumOff val="15000"/>
                  </a:prstClr>
                </a:solidFill>
                <a:effectLst/>
                <a:uLnTx/>
                <a:uFillTx/>
                <a:latin typeface="Segoe UI Light" panose="020B0502040204020203"/>
                <a:ea typeface="微软雅黑 Light"/>
                <a:cs typeface="Segoe UI Light" panose="020B0502040204020203" pitchFamily="34" charset="0"/>
              </a:rPr>
              <a:t>Please enter your English title here</a:t>
            </a:r>
            <a:endParaRPr kumimoji="0" lang="zh-CN" altLang="en-US" sz="1800" b="0" i="0" u="none" strike="noStrike" kern="1200" cap="none" spc="0" normalizeH="0" baseline="0" noProof="0" dirty="0">
              <a:ln>
                <a:noFill/>
              </a:ln>
              <a:solidFill>
                <a:prstClr val="black">
                  <a:lumMod val="85000"/>
                  <a:lumOff val="15000"/>
                </a:prstClr>
              </a:solidFill>
              <a:effectLst/>
              <a:uLnTx/>
              <a:uFillTx/>
              <a:latin typeface="Segoe UI Light" panose="020B0502040204020203"/>
              <a:ea typeface="微软雅黑 Light"/>
              <a:cs typeface="Segoe UI Light" panose="020B0502040204020203" pitchFamily="34" charset="0"/>
            </a:endParaRPr>
          </a:p>
        </p:txBody>
      </p:sp>
      <p:sp>
        <p:nvSpPr>
          <p:cNvPr id="11" name="等腰三角形 10"/>
          <p:cNvSpPr/>
          <p:nvPr/>
        </p:nvSpPr>
        <p:spPr>
          <a:xfrm>
            <a:off x="5922380" y="6572723"/>
            <a:ext cx="347240" cy="299345"/>
          </a:xfrm>
          <a:prstGeom prst="triangl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9" name="文本框 18"/>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18" name="组合 17"/>
          <p:cNvGrpSpPr/>
          <p:nvPr/>
        </p:nvGrpSpPr>
        <p:grpSpPr>
          <a:xfrm>
            <a:off x="314529" y="5915876"/>
            <a:ext cx="1698941" cy="738666"/>
            <a:chOff x="303233" y="6434232"/>
            <a:chExt cx="1698941" cy="738666"/>
          </a:xfrm>
        </p:grpSpPr>
        <p:pic>
          <p:nvPicPr>
            <p:cNvPr id="20" name="图片 19"/>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21" name="图片 20"/>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915107" y="6803565"/>
              <a:ext cx="1087067" cy="369333"/>
            </a:xfrm>
            <a:prstGeom prst="rect">
              <a:avLst/>
            </a:pr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
        <p:nvSpPr>
          <p:cNvPr id="12" name="矩形 11"/>
          <p:cNvSpPr/>
          <p:nvPr/>
        </p:nvSpPr>
        <p:spPr>
          <a:xfrm>
            <a:off x="624255" y="1196752"/>
            <a:ext cx="3525434" cy="5003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3" name="矩形 12"/>
          <p:cNvSpPr/>
          <p:nvPr/>
        </p:nvSpPr>
        <p:spPr>
          <a:xfrm>
            <a:off x="4296274" y="1196752"/>
            <a:ext cx="3525435" cy="5003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4" name="矩形 13"/>
          <p:cNvSpPr/>
          <p:nvPr/>
        </p:nvSpPr>
        <p:spPr>
          <a:xfrm>
            <a:off x="7968294" y="1196752"/>
            <a:ext cx="3525435" cy="5003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cxnSp>
        <p:nvCxnSpPr>
          <p:cNvPr id="15" name="直接连接符 14"/>
          <p:cNvCxnSpPr/>
          <p:nvPr/>
        </p:nvCxnSpPr>
        <p:spPr>
          <a:xfrm>
            <a:off x="623392" y="6200552"/>
            <a:ext cx="3526297" cy="0"/>
          </a:xfrm>
          <a:prstGeom prst="line">
            <a:avLst/>
          </a:prstGeom>
          <a:ln w="50800">
            <a:solidFill>
              <a:srgbClr val="0326A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7955595" y="6200552"/>
            <a:ext cx="3526297" cy="0"/>
          </a:xfrm>
          <a:prstGeom prst="line">
            <a:avLst/>
          </a:prstGeom>
          <a:ln w="50800">
            <a:solidFill>
              <a:srgbClr val="0326A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296274" y="6200552"/>
            <a:ext cx="3526297"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8" name="直角三角形 17"/>
          <p:cNvSpPr/>
          <p:nvPr/>
        </p:nvSpPr>
        <p:spPr>
          <a:xfrm flipV="1">
            <a:off x="623393" y="1209329"/>
            <a:ext cx="801950" cy="801950"/>
          </a:xfrm>
          <a:prstGeom prst="rtTriangl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19" name="直角三角形 18"/>
          <p:cNvSpPr/>
          <p:nvPr/>
        </p:nvSpPr>
        <p:spPr>
          <a:xfrm flipV="1">
            <a:off x="4295412" y="1209329"/>
            <a:ext cx="801950" cy="8019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20" name="直角三角形 19"/>
          <p:cNvSpPr/>
          <p:nvPr/>
        </p:nvSpPr>
        <p:spPr>
          <a:xfrm flipV="1">
            <a:off x="7967432" y="1209329"/>
            <a:ext cx="801950" cy="801950"/>
          </a:xfrm>
          <a:prstGeom prst="rtTriangle">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21" name="文本框 20"/>
          <p:cNvSpPr txBox="1"/>
          <p:nvPr/>
        </p:nvSpPr>
        <p:spPr>
          <a:xfrm>
            <a:off x="1027586" y="1613804"/>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请输入你的标题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文本框 21"/>
          <p:cNvSpPr txBox="1"/>
          <p:nvPr/>
        </p:nvSpPr>
        <p:spPr>
          <a:xfrm>
            <a:off x="4809466" y="1526801"/>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请输入你的标题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文本框 22"/>
          <p:cNvSpPr txBox="1"/>
          <p:nvPr/>
        </p:nvSpPr>
        <p:spPr>
          <a:xfrm>
            <a:off x="8514130" y="1526801"/>
            <a:ext cx="27620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请输入你的标题</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p:nvSpPr>
        <p:spPr>
          <a:xfrm>
            <a:off x="807244" y="2420888"/>
            <a:ext cx="3139482" cy="3654334"/>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在这里输入解释说明文字在这里输入解释说明文字在这里输入解释说明文字在这里输入文字。在这里输入解释说明文字在这里输入解释说明文字在这里输入解释说明文字在这里输入文字。在这里输入文字。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25" name="直接连接符 24"/>
          <p:cNvCxnSpPr/>
          <p:nvPr/>
        </p:nvCxnSpPr>
        <p:spPr>
          <a:xfrm>
            <a:off x="2203657" y="2294807"/>
            <a:ext cx="373697" cy="0"/>
          </a:xfrm>
          <a:prstGeom prst="line">
            <a:avLst/>
          </a:prstGeom>
          <a:ln w="38100">
            <a:solidFill>
              <a:srgbClr val="0326A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5850371" y="2294807"/>
            <a:ext cx="37369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9595056" y="2294807"/>
            <a:ext cx="373697" cy="0"/>
          </a:xfrm>
          <a:prstGeom prst="line">
            <a:avLst/>
          </a:prstGeom>
          <a:ln w="38100">
            <a:solidFill>
              <a:srgbClr val="0326A0"/>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4432030" y="2420888"/>
            <a:ext cx="3139482" cy="3654334"/>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在这里输入解释说明文字在这里输入解释说明文字在这里输入解释说明文字在这里输入文字。在这里输入解释说明文字在这里输入解释说明文字在这里输入解释说明文字在这里输入文字。在这里输入文字。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6" name="矩形 35"/>
          <p:cNvSpPr/>
          <p:nvPr/>
        </p:nvSpPr>
        <p:spPr>
          <a:xfrm>
            <a:off x="8136694" y="2420888"/>
            <a:ext cx="3139482" cy="3654334"/>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在这里输入解释说明文字在这里输入解释说明文字在这里输入解释说明文字在这里输入文字。在这里输入解释说明文字在这里输入解释说明文字在这里输入解释说明文字在这里输入文字。在这里输入文字。</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7" name="ebook_274884"/>
          <p:cNvSpPr>
            <a:spLocks noChangeAspect="1"/>
          </p:cNvSpPr>
          <p:nvPr/>
        </p:nvSpPr>
        <p:spPr bwMode="auto">
          <a:xfrm>
            <a:off x="4386945" y="1289461"/>
            <a:ext cx="317089" cy="237339"/>
          </a:xfrm>
          <a:custGeom>
            <a:avLst/>
            <a:gdLst>
              <a:gd name="connsiteX0" fmla="*/ 446710 w 607639"/>
              <a:gd name="connsiteY0" fmla="*/ 256866 h 420993"/>
              <a:gd name="connsiteX1" fmla="*/ 364838 w 607639"/>
              <a:gd name="connsiteY1" fmla="*/ 267065 h 420993"/>
              <a:gd name="connsiteX2" fmla="*/ 373738 w 607639"/>
              <a:gd name="connsiteY2" fmla="*/ 301992 h 420993"/>
              <a:gd name="connsiteX3" fmla="*/ 519615 w 607639"/>
              <a:gd name="connsiteY3" fmla="*/ 301992 h 420993"/>
              <a:gd name="connsiteX4" fmla="*/ 528515 w 607639"/>
              <a:gd name="connsiteY4" fmla="*/ 267065 h 420993"/>
              <a:gd name="connsiteX5" fmla="*/ 446710 w 607639"/>
              <a:gd name="connsiteY5" fmla="*/ 256866 h 420993"/>
              <a:gd name="connsiteX6" fmla="*/ 160918 w 607639"/>
              <a:gd name="connsiteY6" fmla="*/ 256866 h 420993"/>
              <a:gd name="connsiteX7" fmla="*/ 79035 w 607639"/>
              <a:gd name="connsiteY7" fmla="*/ 267065 h 420993"/>
              <a:gd name="connsiteX8" fmla="*/ 87936 w 607639"/>
              <a:gd name="connsiteY8" fmla="*/ 301992 h 420993"/>
              <a:gd name="connsiteX9" fmla="*/ 233901 w 607639"/>
              <a:gd name="connsiteY9" fmla="*/ 301992 h 420993"/>
              <a:gd name="connsiteX10" fmla="*/ 242801 w 607639"/>
              <a:gd name="connsiteY10" fmla="*/ 267065 h 420993"/>
              <a:gd name="connsiteX11" fmla="*/ 160918 w 607639"/>
              <a:gd name="connsiteY11" fmla="*/ 256866 h 420993"/>
              <a:gd name="connsiteX12" fmla="*/ 446710 w 607639"/>
              <a:gd name="connsiteY12" fmla="*/ 194922 h 420993"/>
              <a:gd name="connsiteX13" fmla="*/ 364838 w 607639"/>
              <a:gd name="connsiteY13" fmla="*/ 205120 h 420993"/>
              <a:gd name="connsiteX14" fmla="*/ 373738 w 607639"/>
              <a:gd name="connsiteY14" fmla="*/ 240047 h 420993"/>
              <a:gd name="connsiteX15" fmla="*/ 519615 w 607639"/>
              <a:gd name="connsiteY15" fmla="*/ 240047 h 420993"/>
              <a:gd name="connsiteX16" fmla="*/ 528515 w 607639"/>
              <a:gd name="connsiteY16" fmla="*/ 205120 h 420993"/>
              <a:gd name="connsiteX17" fmla="*/ 446710 w 607639"/>
              <a:gd name="connsiteY17" fmla="*/ 194922 h 420993"/>
              <a:gd name="connsiteX18" fmla="*/ 160918 w 607639"/>
              <a:gd name="connsiteY18" fmla="*/ 194922 h 420993"/>
              <a:gd name="connsiteX19" fmla="*/ 79035 w 607639"/>
              <a:gd name="connsiteY19" fmla="*/ 205120 h 420993"/>
              <a:gd name="connsiteX20" fmla="*/ 87936 w 607639"/>
              <a:gd name="connsiteY20" fmla="*/ 240047 h 420993"/>
              <a:gd name="connsiteX21" fmla="*/ 233901 w 607639"/>
              <a:gd name="connsiteY21" fmla="*/ 240047 h 420993"/>
              <a:gd name="connsiteX22" fmla="*/ 242801 w 607639"/>
              <a:gd name="connsiteY22" fmla="*/ 205120 h 420993"/>
              <a:gd name="connsiteX23" fmla="*/ 160918 w 607639"/>
              <a:gd name="connsiteY23" fmla="*/ 194922 h 420993"/>
              <a:gd name="connsiteX24" fmla="*/ 446710 w 607639"/>
              <a:gd name="connsiteY24" fmla="*/ 132888 h 420993"/>
              <a:gd name="connsiteX25" fmla="*/ 364838 w 607639"/>
              <a:gd name="connsiteY25" fmla="*/ 143086 h 420993"/>
              <a:gd name="connsiteX26" fmla="*/ 373738 w 607639"/>
              <a:gd name="connsiteY26" fmla="*/ 178013 h 420993"/>
              <a:gd name="connsiteX27" fmla="*/ 519615 w 607639"/>
              <a:gd name="connsiteY27" fmla="*/ 178013 h 420993"/>
              <a:gd name="connsiteX28" fmla="*/ 528515 w 607639"/>
              <a:gd name="connsiteY28" fmla="*/ 143086 h 420993"/>
              <a:gd name="connsiteX29" fmla="*/ 446710 w 607639"/>
              <a:gd name="connsiteY29" fmla="*/ 132888 h 420993"/>
              <a:gd name="connsiteX30" fmla="*/ 160918 w 607639"/>
              <a:gd name="connsiteY30" fmla="*/ 132888 h 420993"/>
              <a:gd name="connsiteX31" fmla="*/ 79035 w 607639"/>
              <a:gd name="connsiteY31" fmla="*/ 143086 h 420993"/>
              <a:gd name="connsiteX32" fmla="*/ 87936 w 607639"/>
              <a:gd name="connsiteY32" fmla="*/ 178013 h 420993"/>
              <a:gd name="connsiteX33" fmla="*/ 233901 w 607639"/>
              <a:gd name="connsiteY33" fmla="*/ 178013 h 420993"/>
              <a:gd name="connsiteX34" fmla="*/ 242801 w 607639"/>
              <a:gd name="connsiteY34" fmla="*/ 143086 h 420993"/>
              <a:gd name="connsiteX35" fmla="*/ 160918 w 607639"/>
              <a:gd name="connsiteY35" fmla="*/ 132888 h 420993"/>
              <a:gd name="connsiteX36" fmla="*/ 446710 w 607639"/>
              <a:gd name="connsiteY36" fmla="*/ 70854 h 420993"/>
              <a:gd name="connsiteX37" fmla="*/ 364838 w 607639"/>
              <a:gd name="connsiteY37" fmla="*/ 81053 h 420993"/>
              <a:gd name="connsiteX38" fmla="*/ 373738 w 607639"/>
              <a:gd name="connsiteY38" fmla="*/ 115980 h 420993"/>
              <a:gd name="connsiteX39" fmla="*/ 519615 w 607639"/>
              <a:gd name="connsiteY39" fmla="*/ 115980 h 420993"/>
              <a:gd name="connsiteX40" fmla="*/ 528515 w 607639"/>
              <a:gd name="connsiteY40" fmla="*/ 81053 h 420993"/>
              <a:gd name="connsiteX41" fmla="*/ 446710 w 607639"/>
              <a:gd name="connsiteY41" fmla="*/ 70854 h 420993"/>
              <a:gd name="connsiteX42" fmla="*/ 160918 w 607639"/>
              <a:gd name="connsiteY42" fmla="*/ 70854 h 420993"/>
              <a:gd name="connsiteX43" fmla="*/ 79035 w 607639"/>
              <a:gd name="connsiteY43" fmla="*/ 81053 h 420993"/>
              <a:gd name="connsiteX44" fmla="*/ 87936 w 607639"/>
              <a:gd name="connsiteY44" fmla="*/ 115980 h 420993"/>
              <a:gd name="connsiteX45" fmla="*/ 233901 w 607639"/>
              <a:gd name="connsiteY45" fmla="*/ 115980 h 420993"/>
              <a:gd name="connsiteX46" fmla="*/ 242801 w 607639"/>
              <a:gd name="connsiteY46" fmla="*/ 81053 h 420993"/>
              <a:gd name="connsiteX47" fmla="*/ 160918 w 607639"/>
              <a:gd name="connsiteY47" fmla="*/ 70854 h 420993"/>
              <a:gd name="connsiteX48" fmla="*/ 446721 w 607639"/>
              <a:gd name="connsiteY48" fmla="*/ 0 h 420993"/>
              <a:gd name="connsiteX49" fmla="*/ 597760 w 607639"/>
              <a:gd name="connsiteY49" fmla="*/ 36349 h 420993"/>
              <a:gd name="connsiteX50" fmla="*/ 607639 w 607639"/>
              <a:gd name="connsiteY50" fmla="*/ 41415 h 420993"/>
              <a:gd name="connsiteX51" fmla="*/ 607639 w 607639"/>
              <a:gd name="connsiteY51" fmla="*/ 420993 h 420993"/>
              <a:gd name="connsiteX52" fmla="*/ 581294 w 607639"/>
              <a:gd name="connsiteY52" fmla="*/ 407484 h 420993"/>
              <a:gd name="connsiteX53" fmla="*/ 446721 w 607639"/>
              <a:gd name="connsiteY53" fmla="*/ 375134 h 420993"/>
              <a:gd name="connsiteX54" fmla="*/ 321849 w 607639"/>
              <a:gd name="connsiteY54" fmla="*/ 402774 h 420993"/>
              <a:gd name="connsiteX55" fmla="*/ 321849 w 607639"/>
              <a:gd name="connsiteY55" fmla="*/ 24351 h 420993"/>
              <a:gd name="connsiteX56" fmla="*/ 446721 w 607639"/>
              <a:gd name="connsiteY56" fmla="*/ 0 h 420993"/>
              <a:gd name="connsiteX57" fmla="*/ 160918 w 607639"/>
              <a:gd name="connsiteY57" fmla="*/ 0 h 420993"/>
              <a:gd name="connsiteX58" fmla="*/ 285790 w 607639"/>
              <a:gd name="connsiteY58" fmla="*/ 24351 h 420993"/>
              <a:gd name="connsiteX59" fmla="*/ 285790 w 607639"/>
              <a:gd name="connsiteY59" fmla="*/ 402774 h 420993"/>
              <a:gd name="connsiteX60" fmla="*/ 160918 w 607639"/>
              <a:gd name="connsiteY60" fmla="*/ 375134 h 420993"/>
              <a:gd name="connsiteX61" fmla="*/ 26256 w 607639"/>
              <a:gd name="connsiteY61" fmla="*/ 407484 h 420993"/>
              <a:gd name="connsiteX62" fmla="*/ 0 w 607639"/>
              <a:gd name="connsiteY62" fmla="*/ 420993 h 420993"/>
              <a:gd name="connsiteX63" fmla="*/ 0 w 607639"/>
              <a:gd name="connsiteY63" fmla="*/ 41415 h 420993"/>
              <a:gd name="connsiteX64" fmla="*/ 9791 w 607639"/>
              <a:gd name="connsiteY64" fmla="*/ 36349 h 420993"/>
              <a:gd name="connsiteX65" fmla="*/ 160918 w 607639"/>
              <a:gd name="connsiteY65" fmla="*/ 0 h 420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7639" h="420993">
                <a:moveTo>
                  <a:pt x="446710" y="256866"/>
                </a:moveTo>
                <a:cubicBezTo>
                  <a:pt x="419174" y="256866"/>
                  <a:pt x="391628" y="260266"/>
                  <a:pt x="364838" y="267065"/>
                </a:cubicBezTo>
                <a:lnTo>
                  <a:pt x="373738" y="301992"/>
                </a:lnTo>
                <a:cubicBezTo>
                  <a:pt x="421444" y="289905"/>
                  <a:pt x="471909" y="289905"/>
                  <a:pt x="519615" y="301992"/>
                </a:cubicBezTo>
                <a:lnTo>
                  <a:pt x="528515" y="267065"/>
                </a:lnTo>
                <a:cubicBezTo>
                  <a:pt x="501770" y="260266"/>
                  <a:pt x="474245" y="256866"/>
                  <a:pt x="446710" y="256866"/>
                </a:cubicBezTo>
                <a:close/>
                <a:moveTo>
                  <a:pt x="160918" y="256866"/>
                </a:moveTo>
                <a:cubicBezTo>
                  <a:pt x="133372" y="256866"/>
                  <a:pt x="105825" y="260266"/>
                  <a:pt x="79035" y="267065"/>
                </a:cubicBezTo>
                <a:lnTo>
                  <a:pt x="87936" y="301992"/>
                </a:lnTo>
                <a:cubicBezTo>
                  <a:pt x="135730" y="289905"/>
                  <a:pt x="186106" y="289905"/>
                  <a:pt x="233901" y="301992"/>
                </a:cubicBezTo>
                <a:lnTo>
                  <a:pt x="242801" y="267065"/>
                </a:lnTo>
                <a:cubicBezTo>
                  <a:pt x="216011" y="260266"/>
                  <a:pt x="188465" y="256866"/>
                  <a:pt x="160918" y="256866"/>
                </a:cubicBezTo>
                <a:close/>
                <a:moveTo>
                  <a:pt x="446710" y="194922"/>
                </a:moveTo>
                <a:cubicBezTo>
                  <a:pt x="419174" y="194922"/>
                  <a:pt x="391628" y="198321"/>
                  <a:pt x="364838" y="205120"/>
                </a:cubicBezTo>
                <a:lnTo>
                  <a:pt x="373738" y="240047"/>
                </a:lnTo>
                <a:cubicBezTo>
                  <a:pt x="421444" y="227871"/>
                  <a:pt x="471909" y="227871"/>
                  <a:pt x="519615" y="240047"/>
                </a:cubicBezTo>
                <a:lnTo>
                  <a:pt x="528515" y="205120"/>
                </a:lnTo>
                <a:cubicBezTo>
                  <a:pt x="501770" y="198321"/>
                  <a:pt x="474245" y="194922"/>
                  <a:pt x="446710" y="194922"/>
                </a:cubicBezTo>
                <a:close/>
                <a:moveTo>
                  <a:pt x="160918" y="194922"/>
                </a:moveTo>
                <a:cubicBezTo>
                  <a:pt x="133372" y="194922"/>
                  <a:pt x="105825" y="198321"/>
                  <a:pt x="79035" y="205120"/>
                </a:cubicBezTo>
                <a:lnTo>
                  <a:pt x="87936" y="240047"/>
                </a:lnTo>
                <a:cubicBezTo>
                  <a:pt x="135730" y="227871"/>
                  <a:pt x="186106" y="227871"/>
                  <a:pt x="233901" y="240047"/>
                </a:cubicBezTo>
                <a:lnTo>
                  <a:pt x="242801" y="205120"/>
                </a:lnTo>
                <a:cubicBezTo>
                  <a:pt x="216011" y="198321"/>
                  <a:pt x="188465" y="194922"/>
                  <a:pt x="160918" y="194922"/>
                </a:cubicBezTo>
                <a:close/>
                <a:moveTo>
                  <a:pt x="446710" y="132888"/>
                </a:moveTo>
                <a:cubicBezTo>
                  <a:pt x="419174" y="132888"/>
                  <a:pt x="391628" y="136287"/>
                  <a:pt x="364838" y="143086"/>
                </a:cubicBezTo>
                <a:lnTo>
                  <a:pt x="373738" y="178013"/>
                </a:lnTo>
                <a:cubicBezTo>
                  <a:pt x="421444" y="165927"/>
                  <a:pt x="471909" y="165927"/>
                  <a:pt x="519615" y="178013"/>
                </a:cubicBezTo>
                <a:lnTo>
                  <a:pt x="528515" y="143086"/>
                </a:lnTo>
                <a:cubicBezTo>
                  <a:pt x="501770" y="136287"/>
                  <a:pt x="474245" y="132888"/>
                  <a:pt x="446710" y="132888"/>
                </a:cubicBezTo>
                <a:close/>
                <a:moveTo>
                  <a:pt x="160918" y="132888"/>
                </a:moveTo>
                <a:cubicBezTo>
                  <a:pt x="133372" y="132888"/>
                  <a:pt x="105825" y="136287"/>
                  <a:pt x="79035" y="143086"/>
                </a:cubicBezTo>
                <a:lnTo>
                  <a:pt x="87936" y="178013"/>
                </a:lnTo>
                <a:cubicBezTo>
                  <a:pt x="135730" y="165927"/>
                  <a:pt x="186106" y="165927"/>
                  <a:pt x="233901" y="178013"/>
                </a:cubicBezTo>
                <a:lnTo>
                  <a:pt x="242801" y="143086"/>
                </a:lnTo>
                <a:cubicBezTo>
                  <a:pt x="216011" y="136287"/>
                  <a:pt x="188465" y="132888"/>
                  <a:pt x="160918" y="132888"/>
                </a:cubicBezTo>
                <a:close/>
                <a:moveTo>
                  <a:pt x="446710" y="70854"/>
                </a:moveTo>
                <a:cubicBezTo>
                  <a:pt x="419174" y="70854"/>
                  <a:pt x="391628" y="74254"/>
                  <a:pt x="364838" y="81053"/>
                </a:cubicBezTo>
                <a:lnTo>
                  <a:pt x="373738" y="115980"/>
                </a:lnTo>
                <a:cubicBezTo>
                  <a:pt x="421444" y="103893"/>
                  <a:pt x="471909" y="103893"/>
                  <a:pt x="519615" y="115980"/>
                </a:cubicBezTo>
                <a:lnTo>
                  <a:pt x="528515" y="81053"/>
                </a:lnTo>
                <a:cubicBezTo>
                  <a:pt x="501770" y="74254"/>
                  <a:pt x="474245" y="70854"/>
                  <a:pt x="446710" y="70854"/>
                </a:cubicBezTo>
                <a:close/>
                <a:moveTo>
                  <a:pt x="160918" y="70854"/>
                </a:moveTo>
                <a:cubicBezTo>
                  <a:pt x="133372" y="70854"/>
                  <a:pt x="105825" y="74254"/>
                  <a:pt x="79035" y="81053"/>
                </a:cubicBezTo>
                <a:lnTo>
                  <a:pt x="87936" y="115980"/>
                </a:lnTo>
                <a:cubicBezTo>
                  <a:pt x="135730" y="103893"/>
                  <a:pt x="186106" y="103893"/>
                  <a:pt x="233901" y="115980"/>
                </a:cubicBezTo>
                <a:lnTo>
                  <a:pt x="242801" y="81053"/>
                </a:lnTo>
                <a:cubicBezTo>
                  <a:pt x="216011" y="74254"/>
                  <a:pt x="188465" y="70854"/>
                  <a:pt x="160918" y="70854"/>
                </a:cubicBezTo>
                <a:close/>
                <a:moveTo>
                  <a:pt x="446721" y="0"/>
                </a:moveTo>
                <a:cubicBezTo>
                  <a:pt x="498966" y="0"/>
                  <a:pt x="551211" y="12620"/>
                  <a:pt x="597760" y="36349"/>
                </a:cubicBezTo>
                <a:lnTo>
                  <a:pt x="607639" y="41415"/>
                </a:lnTo>
                <a:lnTo>
                  <a:pt x="607639" y="420993"/>
                </a:lnTo>
                <a:lnTo>
                  <a:pt x="581294" y="407484"/>
                </a:lnTo>
                <a:cubicBezTo>
                  <a:pt x="539908" y="386333"/>
                  <a:pt x="493270" y="375134"/>
                  <a:pt x="446721" y="375134"/>
                </a:cubicBezTo>
                <a:cubicBezTo>
                  <a:pt x="403732" y="375134"/>
                  <a:pt x="360833" y="384644"/>
                  <a:pt x="321849" y="402774"/>
                </a:cubicBezTo>
                <a:lnTo>
                  <a:pt x="321849" y="24351"/>
                </a:lnTo>
                <a:cubicBezTo>
                  <a:pt x="361367" y="8354"/>
                  <a:pt x="403999" y="0"/>
                  <a:pt x="446721" y="0"/>
                </a:cubicBezTo>
                <a:close/>
                <a:moveTo>
                  <a:pt x="160918" y="0"/>
                </a:moveTo>
                <a:cubicBezTo>
                  <a:pt x="203640" y="0"/>
                  <a:pt x="246273" y="8354"/>
                  <a:pt x="285790" y="24351"/>
                </a:cubicBezTo>
                <a:lnTo>
                  <a:pt x="285790" y="402774"/>
                </a:lnTo>
                <a:cubicBezTo>
                  <a:pt x="246807" y="384644"/>
                  <a:pt x="203907" y="375134"/>
                  <a:pt x="160918" y="375134"/>
                </a:cubicBezTo>
                <a:cubicBezTo>
                  <a:pt x="114281" y="375134"/>
                  <a:pt x="67732" y="386333"/>
                  <a:pt x="26256" y="407484"/>
                </a:cubicBezTo>
                <a:lnTo>
                  <a:pt x="0" y="420993"/>
                </a:lnTo>
                <a:lnTo>
                  <a:pt x="0" y="41415"/>
                </a:lnTo>
                <a:lnTo>
                  <a:pt x="9791" y="36349"/>
                </a:lnTo>
                <a:cubicBezTo>
                  <a:pt x="56339" y="12620"/>
                  <a:pt x="108584" y="0"/>
                  <a:pt x="160918" y="0"/>
                </a:cubicBezTo>
                <a:close/>
              </a:path>
            </a:pathLst>
          </a:custGeom>
          <a:solidFill>
            <a:schemeClr val="bg1"/>
          </a:solidFill>
          <a:ln>
            <a:noFill/>
          </a:ln>
        </p:spPr>
      </p:sp>
      <p:pic>
        <p:nvPicPr>
          <p:cNvPr id="38" name="图形 37" descr="握手"/>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15994" y="1221457"/>
            <a:ext cx="450436" cy="450436"/>
          </a:xfrm>
          <a:prstGeom prst="rect">
            <a:avLst/>
          </a:prstGeom>
        </p:spPr>
      </p:pic>
      <p:pic>
        <p:nvPicPr>
          <p:cNvPr id="39" name="图形 38" descr="黑板"/>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8561" y="1233396"/>
            <a:ext cx="369392" cy="369392"/>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
        <p:nvSpPr>
          <p:cNvPr id="12" name="Text Placeholder 6"/>
          <p:cNvSpPr txBox="1"/>
          <p:nvPr/>
        </p:nvSpPr>
        <p:spPr>
          <a:xfrm>
            <a:off x="768358" y="1323173"/>
            <a:ext cx="10749575" cy="857689"/>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just" defTabSz="1384935">
              <a:lnSpc>
                <a:spcPct val="120000"/>
              </a:lnSpc>
              <a:buFont typeface="Arial" panose="020B0604020202020204"/>
              <a:buNone/>
            </a:pPr>
            <a:r>
              <a:rPr lang="zh-CN" altLang="en-US" sz="1335" dirty="0">
                <a:solidFill>
                  <a:prstClr val="black">
                    <a:lumMod val="75000"/>
                    <a:lumOff val="25000"/>
                  </a:prstClr>
                </a:solidFill>
                <a:latin typeface="微软雅黑" panose="020B0503020204020204" pitchFamily="34" charset="-122"/>
                <a:ea typeface="微软雅黑" panose="020B0503020204020204" pitchFamily="34" charset="-122"/>
              </a:rPr>
              <a:t>详写内容</a:t>
            </a:r>
            <a:r>
              <a:rPr lang="en-US" altLang="zh-CN" sz="1335" dirty="0">
                <a:solidFill>
                  <a:prstClr val="black">
                    <a:lumMod val="75000"/>
                    <a:lumOff val="25000"/>
                  </a:prstClr>
                </a:solidFill>
                <a:latin typeface="微软雅黑" panose="020B0503020204020204" pitchFamily="34" charset="-122"/>
                <a:ea typeface="微软雅黑" panose="020B0503020204020204" pitchFamily="34" charset="-122"/>
              </a:rPr>
              <a:t>……</a:t>
            </a:r>
            <a:r>
              <a:rPr lang="zh-CN" altLang="en-US" sz="1335" dirty="0">
                <a:solidFill>
                  <a:prstClr val="black">
                    <a:lumMod val="75000"/>
                    <a:lumOff val="25000"/>
                  </a:prst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点击输入本栏的具体文字，简明扼要的说明分项内容，此为概念图解，请根据您的具体内容酌情修改。详写内容</a:t>
            </a:r>
            <a:r>
              <a:rPr lang="en-US" altLang="zh-CN" sz="1335" dirty="0">
                <a:solidFill>
                  <a:prstClr val="black">
                    <a:lumMod val="75000"/>
                    <a:lumOff val="25000"/>
                  </a:prstClr>
                </a:solidFill>
                <a:latin typeface="微软雅黑" panose="020B0503020204020204" pitchFamily="34" charset="-122"/>
                <a:ea typeface="微软雅黑" panose="020B0503020204020204" pitchFamily="34" charset="-122"/>
              </a:rPr>
              <a:t>……</a:t>
            </a:r>
            <a:r>
              <a:rPr lang="zh-CN" altLang="en-US" sz="1335" dirty="0">
                <a:solidFill>
                  <a:prstClr val="black">
                    <a:lumMod val="75000"/>
                    <a:lumOff val="25000"/>
                  </a:prst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点击输入本栏的具体文字，简明扼要的说明分项内容，此为概念图解，请根据您的具体内容酌情修改。详写内容</a:t>
            </a:r>
            <a:r>
              <a:rPr lang="en-US" altLang="zh-CN" sz="1335" dirty="0">
                <a:solidFill>
                  <a:prstClr val="black">
                    <a:lumMod val="75000"/>
                    <a:lumOff val="25000"/>
                  </a:prstClr>
                </a:solidFill>
                <a:latin typeface="微软雅黑" panose="020B0503020204020204" pitchFamily="34" charset="-122"/>
                <a:ea typeface="微软雅黑" panose="020B0503020204020204" pitchFamily="34" charset="-122"/>
              </a:rPr>
              <a:t>……</a:t>
            </a:r>
            <a:r>
              <a:rPr lang="zh-CN" altLang="en-US" sz="1335" dirty="0">
                <a:solidFill>
                  <a:prstClr val="black">
                    <a:lumMod val="75000"/>
                    <a:lumOff val="25000"/>
                  </a:prst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335"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3" name="Down Arrow 15"/>
          <p:cNvSpPr/>
          <p:nvPr/>
        </p:nvSpPr>
        <p:spPr>
          <a:xfrm>
            <a:off x="836109" y="2358265"/>
            <a:ext cx="1668241" cy="3638075"/>
          </a:xfrm>
          <a:prstGeom prst="downArrow">
            <a:avLst>
              <a:gd name="adj1" fmla="val 100000"/>
              <a:gd name="adj2" fmla="val 52223"/>
            </a:avLst>
          </a:prstGeom>
          <a:solidFill>
            <a:srgbClr val="011884"/>
          </a:solidFill>
          <a:ln w="9525" cap="flat" cmpd="sng" algn="ctr">
            <a:noFill/>
            <a:prstDash val="solid"/>
          </a:ln>
          <a:effectLst/>
        </p:spPr>
        <p:txBody>
          <a:bodyPr lIns="45708" tIns="22853" rIns="45708" bIns="22853" rtlCol="0" anchor="ctr"/>
          <a:lstStyle/>
          <a:p>
            <a:pPr algn="ctr" defTabSz="1219200">
              <a:defRPr/>
            </a:pPr>
            <a:endParaRPr lang="en-US" sz="2400" kern="0" dirty="0">
              <a:solidFill>
                <a:prstClr val="white"/>
              </a:solidFill>
              <a:latin typeface="Calibri"/>
            </a:endParaRPr>
          </a:p>
        </p:txBody>
      </p:sp>
      <p:sp>
        <p:nvSpPr>
          <p:cNvPr id="14" name="Rectangle 87"/>
          <p:cNvSpPr/>
          <p:nvPr/>
        </p:nvSpPr>
        <p:spPr>
          <a:xfrm>
            <a:off x="836109" y="2357246"/>
            <a:ext cx="1668241" cy="1048295"/>
          </a:xfrm>
          <a:prstGeom prst="rect">
            <a:avLst/>
          </a:prstGeom>
          <a:solidFill>
            <a:srgbClr val="01164B">
              <a:alpha val="15000"/>
            </a:srgbClr>
          </a:solidFill>
          <a:ln w="9525" cap="flat" cmpd="sng" algn="ctr">
            <a:noFill/>
            <a:prstDash val="solid"/>
          </a:ln>
          <a:effectLst/>
        </p:spPr>
        <p:txBody>
          <a:bodyPr lIns="45708" tIns="22853" rIns="45708" bIns="22853" rtlCol="0" anchor="ctr"/>
          <a:lstStyle/>
          <a:p>
            <a:pPr algn="ctr" defTabSz="1219200">
              <a:defRPr/>
            </a:pPr>
            <a:endParaRPr lang="en-US" sz="2400" kern="0" dirty="0">
              <a:solidFill>
                <a:prstClr val="white"/>
              </a:solidFill>
              <a:latin typeface="Calibri"/>
            </a:endParaRPr>
          </a:p>
        </p:txBody>
      </p:sp>
      <p:sp>
        <p:nvSpPr>
          <p:cNvPr id="15" name="Text Placeholder 4"/>
          <p:cNvSpPr txBox="1"/>
          <p:nvPr/>
        </p:nvSpPr>
        <p:spPr>
          <a:xfrm>
            <a:off x="1018567" y="2633889"/>
            <a:ext cx="1323604" cy="556943"/>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defTabSz="1384935">
              <a:buFont typeface="Arial" panose="020B0604020202020204"/>
              <a:buNone/>
            </a:pPr>
            <a:r>
              <a:rPr lang="en-US" sz="3200" b="1" dirty="0">
                <a:solidFill>
                  <a:prstClr val="white"/>
                </a:solidFill>
                <a:latin typeface="微软雅黑" panose="020B0503020204020204" pitchFamily="34" charset="-122"/>
                <a:ea typeface="微软雅黑" panose="020B0503020204020204" pitchFamily="34" charset="-122"/>
                <a:cs typeface="Lato Light"/>
              </a:rPr>
              <a:t>35%</a:t>
            </a:r>
            <a:endParaRPr lang="en-US" sz="3200" b="1" dirty="0">
              <a:solidFill>
                <a:prstClr val="white"/>
              </a:solidFill>
              <a:latin typeface="微软雅黑" panose="020B0503020204020204" pitchFamily="34" charset="-122"/>
              <a:ea typeface="微软雅黑" panose="020B0503020204020204" pitchFamily="34" charset="-122"/>
              <a:cs typeface="Lato Light"/>
            </a:endParaRPr>
          </a:p>
        </p:txBody>
      </p:sp>
      <p:sp>
        <p:nvSpPr>
          <p:cNvPr id="16" name="Text Placeholder 4"/>
          <p:cNvSpPr txBox="1"/>
          <p:nvPr/>
        </p:nvSpPr>
        <p:spPr>
          <a:xfrm>
            <a:off x="1053281" y="3543624"/>
            <a:ext cx="1262584" cy="322128"/>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defTabSz="1384935">
              <a:buFont typeface="Arial" panose="020B0604020202020204"/>
              <a:buNone/>
            </a:pPr>
            <a:r>
              <a:rPr lang="zh-CN" altLang="en-US" sz="1465" b="1" dirty="0">
                <a:solidFill>
                  <a:prstClr val="white"/>
                </a:solidFill>
                <a:latin typeface="微软雅黑" panose="020B0503020204020204" pitchFamily="34" charset="-122"/>
                <a:ea typeface="微软雅黑" panose="020B0503020204020204" pitchFamily="34" charset="-122"/>
                <a:cs typeface="Lato Regular"/>
              </a:rPr>
              <a:t>点击输入文本</a:t>
            </a:r>
            <a:endParaRPr lang="id-ID" altLang="zh-CN" sz="1465" b="1" dirty="0">
              <a:solidFill>
                <a:prstClr val="white"/>
              </a:solidFill>
              <a:latin typeface="微软雅黑" panose="020B0503020204020204" pitchFamily="34" charset="-122"/>
              <a:ea typeface="微软雅黑" panose="020B0503020204020204" pitchFamily="34" charset="-122"/>
              <a:cs typeface="Lato Regular"/>
            </a:endParaRPr>
          </a:p>
        </p:txBody>
      </p:sp>
      <p:sp>
        <p:nvSpPr>
          <p:cNvPr id="17" name="Text Placeholder 6"/>
          <p:cNvSpPr txBox="1"/>
          <p:nvPr/>
        </p:nvSpPr>
        <p:spPr>
          <a:xfrm>
            <a:off x="921507" y="3873713"/>
            <a:ext cx="1510109" cy="831255"/>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just" defTabSz="1384935">
              <a:buFont typeface="Arial" panose="020B0604020202020204"/>
              <a:buNone/>
            </a:pPr>
            <a:r>
              <a:rPr lang="zh-CN" altLang="en-US" sz="1335" dirty="0">
                <a:solidFill>
                  <a:prstClr val="white"/>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335" dirty="0">
              <a:solidFill>
                <a:prstClr val="white"/>
              </a:solidFill>
              <a:latin typeface="微软雅黑" panose="020B0503020204020204" pitchFamily="34" charset="-122"/>
              <a:ea typeface="微软雅黑" panose="020B0503020204020204" pitchFamily="34" charset="-122"/>
            </a:endParaRPr>
          </a:p>
        </p:txBody>
      </p:sp>
      <p:sp>
        <p:nvSpPr>
          <p:cNvPr id="18" name="Down Arrow 91"/>
          <p:cNvSpPr/>
          <p:nvPr/>
        </p:nvSpPr>
        <p:spPr>
          <a:xfrm>
            <a:off x="2626684" y="2358265"/>
            <a:ext cx="1668241" cy="3638075"/>
          </a:xfrm>
          <a:prstGeom prst="downArrow">
            <a:avLst>
              <a:gd name="adj1" fmla="val 100000"/>
              <a:gd name="adj2" fmla="val 52223"/>
            </a:avLst>
          </a:prstGeom>
          <a:solidFill>
            <a:srgbClr val="C4C7CB"/>
          </a:solidFill>
          <a:ln w="9525" cap="flat" cmpd="sng" algn="ctr">
            <a:noFill/>
            <a:prstDash val="solid"/>
          </a:ln>
          <a:effectLst/>
        </p:spPr>
        <p:txBody>
          <a:bodyPr lIns="45708" tIns="22853" rIns="45708" bIns="22853" rtlCol="0" anchor="ctr"/>
          <a:lstStyle/>
          <a:p>
            <a:pPr algn="ctr" defTabSz="1219200">
              <a:defRPr/>
            </a:pPr>
            <a:endParaRPr lang="en-US" sz="2400" kern="0">
              <a:solidFill>
                <a:prstClr val="white"/>
              </a:solidFill>
              <a:latin typeface="Calibri"/>
            </a:endParaRPr>
          </a:p>
        </p:txBody>
      </p:sp>
      <p:sp>
        <p:nvSpPr>
          <p:cNvPr id="19" name="Rectangle 92"/>
          <p:cNvSpPr/>
          <p:nvPr/>
        </p:nvSpPr>
        <p:spPr>
          <a:xfrm>
            <a:off x="2626684" y="2357246"/>
            <a:ext cx="1668241" cy="1048295"/>
          </a:xfrm>
          <a:prstGeom prst="rect">
            <a:avLst/>
          </a:prstGeom>
          <a:solidFill>
            <a:sysClr val="windowText" lastClr="000000">
              <a:alpha val="15000"/>
            </a:sysClr>
          </a:solidFill>
          <a:ln w="9525" cap="flat" cmpd="sng" algn="ctr">
            <a:noFill/>
            <a:prstDash val="solid"/>
          </a:ln>
          <a:effectLst/>
        </p:spPr>
        <p:txBody>
          <a:bodyPr lIns="45708" tIns="22853" rIns="45708" bIns="22853" rtlCol="0" anchor="ctr"/>
          <a:lstStyle/>
          <a:p>
            <a:pPr algn="ctr" defTabSz="1219200">
              <a:defRPr/>
            </a:pPr>
            <a:endParaRPr lang="en-US" sz="2400" kern="0" dirty="0">
              <a:solidFill>
                <a:prstClr val="white"/>
              </a:solidFill>
              <a:latin typeface="Calibri"/>
            </a:endParaRPr>
          </a:p>
        </p:txBody>
      </p:sp>
      <p:sp>
        <p:nvSpPr>
          <p:cNvPr id="20" name="Text Placeholder 4"/>
          <p:cNvSpPr txBox="1"/>
          <p:nvPr/>
        </p:nvSpPr>
        <p:spPr>
          <a:xfrm>
            <a:off x="2809143" y="2633889"/>
            <a:ext cx="1323604" cy="556943"/>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defTabSz="1384935">
              <a:buFont typeface="Arial" panose="020B0604020202020204"/>
              <a:buNone/>
            </a:pPr>
            <a:r>
              <a:rPr lang="en-US" sz="3200" b="1" dirty="0">
                <a:solidFill>
                  <a:prstClr val="white"/>
                </a:solidFill>
                <a:latin typeface="微软雅黑" panose="020B0503020204020204" pitchFamily="34" charset="-122"/>
                <a:ea typeface="微软雅黑" panose="020B0503020204020204" pitchFamily="34" charset="-122"/>
                <a:cs typeface="Lato Light"/>
              </a:rPr>
              <a:t>80%</a:t>
            </a:r>
            <a:endParaRPr lang="en-US" sz="3200" b="1" dirty="0">
              <a:solidFill>
                <a:prstClr val="white"/>
              </a:solidFill>
              <a:latin typeface="微软雅黑" panose="020B0503020204020204" pitchFamily="34" charset="-122"/>
              <a:ea typeface="微软雅黑" panose="020B0503020204020204" pitchFamily="34" charset="-122"/>
              <a:cs typeface="Lato Light"/>
            </a:endParaRPr>
          </a:p>
        </p:txBody>
      </p:sp>
      <p:sp>
        <p:nvSpPr>
          <p:cNvPr id="21" name="Text Placeholder 4"/>
          <p:cNvSpPr txBox="1"/>
          <p:nvPr/>
        </p:nvSpPr>
        <p:spPr>
          <a:xfrm>
            <a:off x="2843856" y="3543624"/>
            <a:ext cx="1262584" cy="322128"/>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defTabSz="1384935">
              <a:buFont typeface="Arial" panose="020B0604020202020204"/>
              <a:buNone/>
            </a:pPr>
            <a:r>
              <a:rPr lang="zh-CN" altLang="en-US" sz="1465" b="1" dirty="0">
                <a:solidFill>
                  <a:prstClr val="black">
                    <a:lumMod val="75000"/>
                    <a:lumOff val="25000"/>
                  </a:prstClr>
                </a:solidFill>
                <a:latin typeface="微软雅黑" panose="020B0503020204020204" pitchFamily="34" charset="-122"/>
                <a:ea typeface="微软雅黑" panose="020B0503020204020204" pitchFamily="34" charset="-122"/>
                <a:cs typeface="Lato Regular"/>
              </a:rPr>
              <a:t>点击输入文本</a:t>
            </a:r>
            <a:endParaRPr lang="id-ID" altLang="zh-CN" sz="1465" b="1" dirty="0">
              <a:solidFill>
                <a:prstClr val="black">
                  <a:lumMod val="75000"/>
                  <a:lumOff val="25000"/>
                </a:prstClr>
              </a:solidFill>
              <a:latin typeface="微软雅黑" panose="020B0503020204020204" pitchFamily="34" charset="-122"/>
              <a:ea typeface="微软雅黑" panose="020B0503020204020204" pitchFamily="34" charset="-122"/>
              <a:cs typeface="Lato Regular"/>
            </a:endParaRPr>
          </a:p>
        </p:txBody>
      </p:sp>
      <p:sp>
        <p:nvSpPr>
          <p:cNvPr id="22" name="Text Placeholder 6"/>
          <p:cNvSpPr txBox="1"/>
          <p:nvPr/>
        </p:nvSpPr>
        <p:spPr>
          <a:xfrm>
            <a:off x="2712082" y="3873713"/>
            <a:ext cx="1510109" cy="831255"/>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just" defTabSz="1384935">
              <a:buFont typeface="Arial" panose="020B0604020202020204"/>
              <a:buNone/>
            </a:pPr>
            <a:r>
              <a:rPr lang="zh-CN" altLang="en-US" sz="1335" dirty="0">
                <a:solidFill>
                  <a:prstClr val="black">
                    <a:lumMod val="75000"/>
                    <a:lumOff val="25000"/>
                  </a:prst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335"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23" name="Down Arrow 96"/>
          <p:cNvSpPr/>
          <p:nvPr/>
        </p:nvSpPr>
        <p:spPr>
          <a:xfrm>
            <a:off x="4408692" y="2358265"/>
            <a:ext cx="1668241" cy="3638075"/>
          </a:xfrm>
          <a:prstGeom prst="downArrow">
            <a:avLst>
              <a:gd name="adj1" fmla="val 100000"/>
              <a:gd name="adj2" fmla="val 52223"/>
            </a:avLst>
          </a:prstGeom>
          <a:solidFill>
            <a:srgbClr val="011884"/>
          </a:solidFill>
          <a:ln w="9525" cap="flat" cmpd="sng" algn="ctr">
            <a:noFill/>
            <a:prstDash val="solid"/>
          </a:ln>
          <a:effectLst/>
        </p:spPr>
        <p:txBody>
          <a:bodyPr lIns="45708" tIns="22853" rIns="45708" bIns="22853" rtlCol="0" anchor="ctr"/>
          <a:lstStyle/>
          <a:p>
            <a:pPr algn="ctr" defTabSz="1219200">
              <a:defRPr/>
            </a:pPr>
            <a:endParaRPr lang="en-US" sz="2400" kern="0" dirty="0">
              <a:solidFill>
                <a:prstClr val="white"/>
              </a:solidFill>
              <a:latin typeface="Calibri"/>
            </a:endParaRPr>
          </a:p>
        </p:txBody>
      </p:sp>
      <p:sp>
        <p:nvSpPr>
          <p:cNvPr id="24" name="Rectangle 97"/>
          <p:cNvSpPr/>
          <p:nvPr/>
        </p:nvSpPr>
        <p:spPr>
          <a:xfrm>
            <a:off x="4408692" y="2357246"/>
            <a:ext cx="1668241" cy="1048295"/>
          </a:xfrm>
          <a:prstGeom prst="rect">
            <a:avLst/>
          </a:prstGeom>
          <a:solidFill>
            <a:srgbClr val="05317C">
              <a:alpha val="15000"/>
            </a:srgbClr>
          </a:solidFill>
          <a:ln w="9525" cap="flat" cmpd="sng" algn="ctr">
            <a:noFill/>
            <a:prstDash val="solid"/>
          </a:ln>
          <a:effectLst/>
        </p:spPr>
        <p:txBody>
          <a:bodyPr lIns="45708" tIns="22853" rIns="45708" bIns="22853" rtlCol="0" anchor="ctr"/>
          <a:lstStyle/>
          <a:p>
            <a:pPr algn="ctr" defTabSz="1219200">
              <a:defRPr/>
            </a:pPr>
            <a:endParaRPr lang="en-US" sz="2400" kern="0" dirty="0">
              <a:solidFill>
                <a:prstClr val="white"/>
              </a:solidFill>
              <a:latin typeface="Calibri"/>
            </a:endParaRPr>
          </a:p>
        </p:txBody>
      </p:sp>
      <p:sp>
        <p:nvSpPr>
          <p:cNvPr id="25" name="Text Placeholder 4"/>
          <p:cNvSpPr txBox="1"/>
          <p:nvPr/>
        </p:nvSpPr>
        <p:spPr>
          <a:xfrm>
            <a:off x="4591150" y="2633889"/>
            <a:ext cx="1323604" cy="556943"/>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defTabSz="1384935">
              <a:buFont typeface="Arial" panose="020B0604020202020204"/>
              <a:buNone/>
            </a:pPr>
            <a:r>
              <a:rPr lang="en-US" sz="3200" b="1" dirty="0">
                <a:solidFill>
                  <a:prstClr val="white"/>
                </a:solidFill>
                <a:latin typeface="微软雅黑" panose="020B0503020204020204" pitchFamily="34" charset="-122"/>
                <a:ea typeface="微软雅黑" panose="020B0503020204020204" pitchFamily="34" charset="-122"/>
                <a:cs typeface="Lato Light"/>
              </a:rPr>
              <a:t>95%</a:t>
            </a:r>
            <a:endParaRPr lang="en-US" sz="3200" b="1" dirty="0">
              <a:solidFill>
                <a:prstClr val="white"/>
              </a:solidFill>
              <a:latin typeface="微软雅黑" panose="020B0503020204020204" pitchFamily="34" charset="-122"/>
              <a:ea typeface="微软雅黑" panose="020B0503020204020204" pitchFamily="34" charset="-122"/>
              <a:cs typeface="Lato Light"/>
            </a:endParaRPr>
          </a:p>
        </p:txBody>
      </p:sp>
      <p:sp>
        <p:nvSpPr>
          <p:cNvPr id="26" name="Text Placeholder 4"/>
          <p:cNvSpPr txBox="1"/>
          <p:nvPr/>
        </p:nvSpPr>
        <p:spPr>
          <a:xfrm>
            <a:off x="4625864" y="3543624"/>
            <a:ext cx="1262584" cy="322128"/>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defTabSz="1384935">
              <a:buFont typeface="Arial" panose="020B0604020202020204"/>
              <a:buNone/>
            </a:pPr>
            <a:r>
              <a:rPr lang="zh-CN" altLang="en-US" sz="1465" b="1" dirty="0">
                <a:solidFill>
                  <a:prstClr val="white"/>
                </a:solidFill>
                <a:latin typeface="微软雅黑" panose="020B0503020204020204" pitchFamily="34" charset="-122"/>
                <a:ea typeface="微软雅黑" panose="020B0503020204020204" pitchFamily="34" charset="-122"/>
                <a:cs typeface="Lato Regular"/>
              </a:rPr>
              <a:t>点击输入文本</a:t>
            </a:r>
            <a:endParaRPr lang="id-ID" altLang="zh-CN" sz="1465" b="1" dirty="0">
              <a:solidFill>
                <a:prstClr val="white"/>
              </a:solidFill>
              <a:latin typeface="微软雅黑" panose="020B0503020204020204" pitchFamily="34" charset="-122"/>
              <a:ea typeface="微软雅黑" panose="020B0503020204020204" pitchFamily="34" charset="-122"/>
              <a:cs typeface="Lato Regular"/>
            </a:endParaRPr>
          </a:p>
        </p:txBody>
      </p:sp>
      <p:sp>
        <p:nvSpPr>
          <p:cNvPr id="27" name="Text Placeholder 6"/>
          <p:cNvSpPr txBox="1"/>
          <p:nvPr/>
        </p:nvSpPr>
        <p:spPr>
          <a:xfrm>
            <a:off x="4494088" y="3873713"/>
            <a:ext cx="1510109" cy="831255"/>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just" defTabSz="1384935">
              <a:buFont typeface="Arial" panose="020B0604020202020204"/>
              <a:buNone/>
            </a:pPr>
            <a:r>
              <a:rPr lang="zh-CN" altLang="en-US" sz="1335" dirty="0">
                <a:solidFill>
                  <a:prstClr val="white"/>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335" dirty="0">
              <a:solidFill>
                <a:prstClr val="white"/>
              </a:solidFill>
              <a:latin typeface="微软雅黑" panose="020B0503020204020204" pitchFamily="34" charset="-122"/>
              <a:ea typeface="微软雅黑" panose="020B0503020204020204" pitchFamily="34" charset="-122"/>
            </a:endParaRPr>
          </a:p>
        </p:txBody>
      </p:sp>
      <p:sp>
        <p:nvSpPr>
          <p:cNvPr id="35" name="Down Arrow 101"/>
          <p:cNvSpPr/>
          <p:nvPr/>
        </p:nvSpPr>
        <p:spPr>
          <a:xfrm>
            <a:off x="6207833" y="2358265"/>
            <a:ext cx="1668241" cy="3638075"/>
          </a:xfrm>
          <a:prstGeom prst="downArrow">
            <a:avLst>
              <a:gd name="adj1" fmla="val 100000"/>
              <a:gd name="adj2" fmla="val 52223"/>
            </a:avLst>
          </a:prstGeom>
          <a:solidFill>
            <a:srgbClr val="C4C7CB"/>
          </a:solidFill>
          <a:ln w="9525" cap="flat" cmpd="sng" algn="ctr">
            <a:noFill/>
            <a:prstDash val="solid"/>
          </a:ln>
          <a:effectLst/>
        </p:spPr>
        <p:txBody>
          <a:bodyPr lIns="45708" tIns="22853" rIns="45708" bIns="22853" rtlCol="0" anchor="ctr"/>
          <a:lstStyle/>
          <a:p>
            <a:pPr algn="ctr" defTabSz="1219200">
              <a:defRPr/>
            </a:pPr>
            <a:endParaRPr lang="en-US" sz="2400" kern="0">
              <a:solidFill>
                <a:prstClr val="white"/>
              </a:solidFill>
              <a:latin typeface="Calibri"/>
            </a:endParaRPr>
          </a:p>
        </p:txBody>
      </p:sp>
      <p:sp>
        <p:nvSpPr>
          <p:cNvPr id="36" name="Rectangle 102"/>
          <p:cNvSpPr/>
          <p:nvPr/>
        </p:nvSpPr>
        <p:spPr>
          <a:xfrm>
            <a:off x="6207833" y="2357246"/>
            <a:ext cx="1668241" cy="1048295"/>
          </a:xfrm>
          <a:prstGeom prst="rect">
            <a:avLst/>
          </a:prstGeom>
          <a:solidFill>
            <a:sysClr val="windowText" lastClr="000000">
              <a:alpha val="15000"/>
            </a:sysClr>
          </a:solidFill>
          <a:ln w="9525" cap="flat" cmpd="sng" algn="ctr">
            <a:noFill/>
            <a:prstDash val="solid"/>
          </a:ln>
          <a:effectLst/>
        </p:spPr>
        <p:txBody>
          <a:bodyPr lIns="45708" tIns="22853" rIns="45708" bIns="22853" rtlCol="0" anchor="ctr"/>
          <a:lstStyle/>
          <a:p>
            <a:pPr algn="ctr" defTabSz="1219200">
              <a:defRPr/>
            </a:pPr>
            <a:endParaRPr lang="en-US" sz="2400" kern="0" dirty="0">
              <a:solidFill>
                <a:prstClr val="white"/>
              </a:solidFill>
              <a:latin typeface="Calibri"/>
            </a:endParaRPr>
          </a:p>
        </p:txBody>
      </p:sp>
      <p:sp>
        <p:nvSpPr>
          <p:cNvPr id="37" name="Text Placeholder 4"/>
          <p:cNvSpPr txBox="1"/>
          <p:nvPr/>
        </p:nvSpPr>
        <p:spPr>
          <a:xfrm>
            <a:off x="6390293" y="2633889"/>
            <a:ext cx="1323604" cy="556943"/>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defTabSz="1384935">
              <a:buFont typeface="Arial" panose="020B0604020202020204"/>
              <a:buNone/>
            </a:pPr>
            <a:r>
              <a:rPr lang="en-US" sz="3200" b="1" dirty="0">
                <a:solidFill>
                  <a:prstClr val="white"/>
                </a:solidFill>
                <a:latin typeface="微软雅黑" panose="020B0503020204020204" pitchFamily="34" charset="-122"/>
                <a:ea typeface="微软雅黑" panose="020B0503020204020204" pitchFamily="34" charset="-122"/>
                <a:cs typeface="Lato Light"/>
              </a:rPr>
              <a:t>25%</a:t>
            </a:r>
            <a:endParaRPr lang="en-US" sz="3200" b="1" dirty="0">
              <a:solidFill>
                <a:prstClr val="white"/>
              </a:solidFill>
              <a:latin typeface="微软雅黑" panose="020B0503020204020204" pitchFamily="34" charset="-122"/>
              <a:ea typeface="微软雅黑" panose="020B0503020204020204" pitchFamily="34" charset="-122"/>
              <a:cs typeface="Lato Light"/>
            </a:endParaRPr>
          </a:p>
        </p:txBody>
      </p:sp>
      <p:sp>
        <p:nvSpPr>
          <p:cNvPr id="38" name="Text Placeholder 4"/>
          <p:cNvSpPr txBox="1"/>
          <p:nvPr/>
        </p:nvSpPr>
        <p:spPr>
          <a:xfrm>
            <a:off x="6425005" y="3543624"/>
            <a:ext cx="1262584" cy="322128"/>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defTabSz="1384935">
              <a:buFont typeface="Arial" panose="020B0604020202020204"/>
              <a:buNone/>
            </a:pPr>
            <a:r>
              <a:rPr lang="zh-CN" altLang="en-US" sz="1465" b="1" dirty="0">
                <a:solidFill>
                  <a:prstClr val="black">
                    <a:lumMod val="75000"/>
                    <a:lumOff val="25000"/>
                  </a:prstClr>
                </a:solidFill>
                <a:latin typeface="微软雅黑" panose="020B0503020204020204" pitchFamily="34" charset="-122"/>
                <a:ea typeface="微软雅黑" panose="020B0503020204020204" pitchFamily="34" charset="-122"/>
                <a:cs typeface="Lato Regular"/>
              </a:rPr>
              <a:t>点击输入文本</a:t>
            </a:r>
            <a:endParaRPr lang="id-ID" altLang="zh-CN" sz="1465" b="1" dirty="0">
              <a:solidFill>
                <a:prstClr val="black">
                  <a:lumMod val="75000"/>
                  <a:lumOff val="25000"/>
                </a:prstClr>
              </a:solidFill>
              <a:latin typeface="微软雅黑" panose="020B0503020204020204" pitchFamily="34" charset="-122"/>
              <a:ea typeface="微软雅黑" panose="020B0503020204020204" pitchFamily="34" charset="-122"/>
              <a:cs typeface="Lato Regular"/>
            </a:endParaRPr>
          </a:p>
        </p:txBody>
      </p:sp>
      <p:sp>
        <p:nvSpPr>
          <p:cNvPr id="39" name="Text Placeholder 6"/>
          <p:cNvSpPr txBox="1"/>
          <p:nvPr/>
        </p:nvSpPr>
        <p:spPr>
          <a:xfrm>
            <a:off x="6293231" y="3873713"/>
            <a:ext cx="1510109" cy="831255"/>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just" defTabSz="1384935">
              <a:buFont typeface="Arial" panose="020B0604020202020204"/>
              <a:buNone/>
            </a:pPr>
            <a:r>
              <a:rPr lang="zh-CN" altLang="en-US" sz="1335" dirty="0">
                <a:solidFill>
                  <a:prstClr val="black">
                    <a:lumMod val="75000"/>
                    <a:lumOff val="25000"/>
                  </a:prst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335"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40" name="Down Arrow 106"/>
          <p:cNvSpPr/>
          <p:nvPr/>
        </p:nvSpPr>
        <p:spPr>
          <a:xfrm>
            <a:off x="8006976" y="2358265"/>
            <a:ext cx="1668241" cy="3638075"/>
          </a:xfrm>
          <a:prstGeom prst="downArrow">
            <a:avLst>
              <a:gd name="adj1" fmla="val 100000"/>
              <a:gd name="adj2" fmla="val 52223"/>
            </a:avLst>
          </a:prstGeom>
          <a:solidFill>
            <a:srgbClr val="011884"/>
          </a:solidFill>
          <a:ln w="9525" cap="flat" cmpd="sng" algn="ctr">
            <a:noFill/>
            <a:prstDash val="solid"/>
          </a:ln>
          <a:effectLst/>
        </p:spPr>
        <p:txBody>
          <a:bodyPr lIns="45708" tIns="22853" rIns="45708" bIns="22853" rtlCol="0" anchor="ctr"/>
          <a:lstStyle/>
          <a:p>
            <a:pPr algn="ctr" defTabSz="1219200">
              <a:defRPr/>
            </a:pPr>
            <a:endParaRPr lang="en-US" sz="2400" kern="0" dirty="0">
              <a:solidFill>
                <a:prstClr val="white"/>
              </a:solidFill>
              <a:latin typeface="Calibri"/>
            </a:endParaRPr>
          </a:p>
        </p:txBody>
      </p:sp>
      <p:sp>
        <p:nvSpPr>
          <p:cNvPr id="41" name="Rectangle 107"/>
          <p:cNvSpPr/>
          <p:nvPr/>
        </p:nvSpPr>
        <p:spPr>
          <a:xfrm>
            <a:off x="8006976" y="2357246"/>
            <a:ext cx="1668241" cy="1048295"/>
          </a:xfrm>
          <a:prstGeom prst="rect">
            <a:avLst/>
          </a:prstGeom>
          <a:solidFill>
            <a:srgbClr val="01164B">
              <a:alpha val="15000"/>
            </a:srgbClr>
          </a:solidFill>
          <a:ln w="9525" cap="flat" cmpd="sng" algn="ctr">
            <a:noFill/>
            <a:prstDash val="solid"/>
          </a:ln>
          <a:effectLst/>
        </p:spPr>
        <p:txBody>
          <a:bodyPr lIns="45708" tIns="22853" rIns="45708" bIns="22853" rtlCol="0" anchor="ctr"/>
          <a:lstStyle/>
          <a:p>
            <a:pPr algn="ctr" defTabSz="1219200">
              <a:defRPr/>
            </a:pPr>
            <a:endParaRPr lang="en-US" sz="2400" kern="0" dirty="0">
              <a:solidFill>
                <a:prstClr val="white"/>
              </a:solidFill>
              <a:latin typeface="Calibri"/>
            </a:endParaRPr>
          </a:p>
        </p:txBody>
      </p:sp>
      <p:sp>
        <p:nvSpPr>
          <p:cNvPr id="42" name="Text Placeholder 4"/>
          <p:cNvSpPr txBox="1"/>
          <p:nvPr/>
        </p:nvSpPr>
        <p:spPr>
          <a:xfrm>
            <a:off x="8189435" y="2633889"/>
            <a:ext cx="1323604" cy="556943"/>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defTabSz="1384935">
              <a:buFont typeface="Arial" panose="020B0604020202020204"/>
              <a:buNone/>
            </a:pPr>
            <a:r>
              <a:rPr lang="en-US" sz="3200" b="1" dirty="0">
                <a:solidFill>
                  <a:prstClr val="white"/>
                </a:solidFill>
                <a:latin typeface="微软雅黑" panose="020B0503020204020204" pitchFamily="34" charset="-122"/>
                <a:ea typeface="微软雅黑" panose="020B0503020204020204" pitchFamily="34" charset="-122"/>
                <a:cs typeface="Lato Light"/>
              </a:rPr>
              <a:t>14%</a:t>
            </a:r>
            <a:endParaRPr lang="en-US" sz="3200" b="1" dirty="0">
              <a:solidFill>
                <a:prstClr val="white"/>
              </a:solidFill>
              <a:latin typeface="微软雅黑" panose="020B0503020204020204" pitchFamily="34" charset="-122"/>
              <a:ea typeface="微软雅黑" panose="020B0503020204020204" pitchFamily="34" charset="-122"/>
              <a:cs typeface="Lato Light"/>
            </a:endParaRPr>
          </a:p>
        </p:txBody>
      </p:sp>
      <p:sp>
        <p:nvSpPr>
          <p:cNvPr id="43" name="Text Placeholder 4"/>
          <p:cNvSpPr txBox="1"/>
          <p:nvPr/>
        </p:nvSpPr>
        <p:spPr>
          <a:xfrm>
            <a:off x="8224147" y="3543624"/>
            <a:ext cx="1262584" cy="322128"/>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defTabSz="1384935">
              <a:buFont typeface="Arial" panose="020B0604020202020204"/>
              <a:buNone/>
            </a:pPr>
            <a:r>
              <a:rPr lang="zh-CN" altLang="en-US" sz="1465" b="1" dirty="0">
                <a:solidFill>
                  <a:prstClr val="white"/>
                </a:solidFill>
                <a:latin typeface="微软雅黑" panose="020B0503020204020204" pitchFamily="34" charset="-122"/>
                <a:ea typeface="微软雅黑" panose="020B0503020204020204" pitchFamily="34" charset="-122"/>
                <a:cs typeface="Lato Regular"/>
              </a:rPr>
              <a:t>点击输入文本</a:t>
            </a:r>
            <a:endParaRPr lang="id-ID" altLang="zh-CN" sz="1465" b="1" dirty="0">
              <a:solidFill>
                <a:prstClr val="white"/>
              </a:solidFill>
              <a:latin typeface="微软雅黑" panose="020B0503020204020204" pitchFamily="34" charset="-122"/>
              <a:ea typeface="微软雅黑" panose="020B0503020204020204" pitchFamily="34" charset="-122"/>
              <a:cs typeface="Lato Regular"/>
            </a:endParaRPr>
          </a:p>
        </p:txBody>
      </p:sp>
      <p:sp>
        <p:nvSpPr>
          <p:cNvPr id="44" name="Text Placeholder 6"/>
          <p:cNvSpPr txBox="1"/>
          <p:nvPr/>
        </p:nvSpPr>
        <p:spPr>
          <a:xfrm>
            <a:off x="8092372" y="3873713"/>
            <a:ext cx="1510109" cy="831255"/>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just" defTabSz="1384935">
              <a:buFont typeface="Arial" panose="020B0604020202020204"/>
              <a:buNone/>
            </a:pPr>
            <a:r>
              <a:rPr lang="zh-CN" altLang="en-US" sz="1335" dirty="0">
                <a:solidFill>
                  <a:prstClr val="white"/>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335" dirty="0">
              <a:solidFill>
                <a:prstClr val="white"/>
              </a:solidFill>
              <a:latin typeface="微软雅黑" panose="020B0503020204020204" pitchFamily="34" charset="-122"/>
              <a:ea typeface="微软雅黑" panose="020B0503020204020204" pitchFamily="34" charset="-122"/>
            </a:endParaRPr>
          </a:p>
        </p:txBody>
      </p:sp>
      <p:sp>
        <p:nvSpPr>
          <p:cNvPr id="45" name="Down Arrow 111"/>
          <p:cNvSpPr/>
          <p:nvPr/>
        </p:nvSpPr>
        <p:spPr>
          <a:xfrm>
            <a:off x="9814685" y="2358265"/>
            <a:ext cx="1668241" cy="3638075"/>
          </a:xfrm>
          <a:prstGeom prst="downArrow">
            <a:avLst>
              <a:gd name="adj1" fmla="val 100000"/>
              <a:gd name="adj2" fmla="val 52223"/>
            </a:avLst>
          </a:prstGeom>
          <a:solidFill>
            <a:srgbClr val="C4C7CB"/>
          </a:solidFill>
          <a:ln w="9525" cap="flat" cmpd="sng" algn="ctr">
            <a:noFill/>
            <a:prstDash val="solid"/>
          </a:ln>
          <a:effectLst/>
        </p:spPr>
        <p:txBody>
          <a:bodyPr lIns="45708" tIns="22853" rIns="45708" bIns="22853" rtlCol="0" anchor="ctr"/>
          <a:lstStyle/>
          <a:p>
            <a:pPr algn="ctr" defTabSz="1219200">
              <a:defRPr/>
            </a:pPr>
            <a:endParaRPr lang="en-US" sz="2400" kern="0">
              <a:solidFill>
                <a:prstClr val="white"/>
              </a:solidFill>
              <a:latin typeface="Calibri"/>
            </a:endParaRPr>
          </a:p>
        </p:txBody>
      </p:sp>
      <p:sp>
        <p:nvSpPr>
          <p:cNvPr id="46" name="Rectangle 112"/>
          <p:cNvSpPr/>
          <p:nvPr/>
        </p:nvSpPr>
        <p:spPr>
          <a:xfrm>
            <a:off x="9814685" y="2357246"/>
            <a:ext cx="1668241" cy="1048295"/>
          </a:xfrm>
          <a:prstGeom prst="rect">
            <a:avLst/>
          </a:prstGeom>
          <a:solidFill>
            <a:sysClr val="windowText" lastClr="000000">
              <a:alpha val="15000"/>
            </a:sysClr>
          </a:solidFill>
          <a:ln w="9525" cap="flat" cmpd="sng" algn="ctr">
            <a:noFill/>
            <a:prstDash val="solid"/>
          </a:ln>
          <a:effectLst/>
        </p:spPr>
        <p:txBody>
          <a:bodyPr lIns="45708" tIns="22853" rIns="45708" bIns="22853" rtlCol="0" anchor="ctr"/>
          <a:lstStyle/>
          <a:p>
            <a:pPr algn="ctr" defTabSz="1219200">
              <a:defRPr/>
            </a:pPr>
            <a:endParaRPr lang="en-US" sz="2400" kern="0" dirty="0">
              <a:solidFill>
                <a:prstClr val="white"/>
              </a:solidFill>
              <a:latin typeface="Calibri"/>
            </a:endParaRPr>
          </a:p>
        </p:txBody>
      </p:sp>
      <p:sp>
        <p:nvSpPr>
          <p:cNvPr id="47" name="Text Placeholder 4"/>
          <p:cNvSpPr txBox="1"/>
          <p:nvPr/>
        </p:nvSpPr>
        <p:spPr>
          <a:xfrm>
            <a:off x="9997143" y="2633889"/>
            <a:ext cx="1323604" cy="556943"/>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defTabSz="1384935">
              <a:buFont typeface="Arial" panose="020B0604020202020204"/>
              <a:buNone/>
            </a:pPr>
            <a:r>
              <a:rPr lang="en-US" sz="3200" b="1" dirty="0">
                <a:solidFill>
                  <a:prstClr val="white"/>
                </a:solidFill>
                <a:latin typeface="微软雅黑" panose="020B0503020204020204" pitchFamily="34" charset="-122"/>
                <a:ea typeface="微软雅黑" panose="020B0503020204020204" pitchFamily="34" charset="-122"/>
                <a:cs typeface="Lato Light"/>
              </a:rPr>
              <a:t>23%</a:t>
            </a:r>
            <a:endParaRPr lang="en-US" sz="3200" b="1" dirty="0">
              <a:solidFill>
                <a:prstClr val="white"/>
              </a:solidFill>
              <a:latin typeface="微软雅黑" panose="020B0503020204020204" pitchFamily="34" charset="-122"/>
              <a:ea typeface="微软雅黑" panose="020B0503020204020204" pitchFamily="34" charset="-122"/>
              <a:cs typeface="Lato Light"/>
            </a:endParaRPr>
          </a:p>
        </p:txBody>
      </p:sp>
      <p:sp>
        <p:nvSpPr>
          <p:cNvPr id="48" name="Text Placeholder 4"/>
          <p:cNvSpPr txBox="1"/>
          <p:nvPr/>
        </p:nvSpPr>
        <p:spPr>
          <a:xfrm>
            <a:off x="10031857" y="3543624"/>
            <a:ext cx="1262584" cy="322128"/>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defTabSz="1384935">
              <a:buFont typeface="Arial" panose="020B0604020202020204"/>
              <a:buNone/>
            </a:pPr>
            <a:r>
              <a:rPr lang="zh-CN" altLang="en-US" sz="1465" b="1" dirty="0">
                <a:solidFill>
                  <a:prstClr val="black">
                    <a:lumMod val="75000"/>
                    <a:lumOff val="25000"/>
                  </a:prstClr>
                </a:solidFill>
                <a:latin typeface="微软雅黑" panose="020B0503020204020204" pitchFamily="34" charset="-122"/>
                <a:ea typeface="微软雅黑" panose="020B0503020204020204" pitchFamily="34" charset="-122"/>
                <a:cs typeface="Lato Regular"/>
              </a:rPr>
              <a:t>点击输入文本</a:t>
            </a:r>
            <a:endParaRPr lang="id-ID" altLang="zh-CN" sz="1465" b="1" dirty="0">
              <a:solidFill>
                <a:prstClr val="black">
                  <a:lumMod val="75000"/>
                  <a:lumOff val="25000"/>
                </a:prstClr>
              </a:solidFill>
              <a:latin typeface="微软雅黑" panose="020B0503020204020204" pitchFamily="34" charset="-122"/>
              <a:ea typeface="微软雅黑" panose="020B0503020204020204" pitchFamily="34" charset="-122"/>
              <a:cs typeface="Lato Regular"/>
            </a:endParaRPr>
          </a:p>
        </p:txBody>
      </p:sp>
      <p:sp>
        <p:nvSpPr>
          <p:cNvPr id="49" name="Text Placeholder 6"/>
          <p:cNvSpPr txBox="1"/>
          <p:nvPr/>
        </p:nvSpPr>
        <p:spPr>
          <a:xfrm>
            <a:off x="9900082" y="3873713"/>
            <a:ext cx="1510109" cy="831255"/>
          </a:xfrm>
          <a:prstGeom prst="rect">
            <a:avLst/>
          </a:prstGeom>
        </p:spPr>
        <p:txBody>
          <a:bodyPr lIns="45708" tIns="22853" rIns="45708" bIns="22853"/>
          <a:lstStyle>
            <a:lvl1pPr marL="779145" indent="-779145" algn="l" defTabSz="1038860"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860"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860"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860"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just" defTabSz="1384935">
              <a:buFont typeface="Arial" panose="020B0604020202020204"/>
              <a:buNone/>
            </a:pPr>
            <a:r>
              <a:rPr lang="zh-CN" altLang="en-US" sz="1335" dirty="0">
                <a:solidFill>
                  <a:prstClr val="black">
                    <a:lumMod val="75000"/>
                    <a:lumOff val="25000"/>
                  </a:prst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335"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
        <p:nvSpPr>
          <p:cNvPr id="12" name="ïšļide"/>
          <p:cNvSpPr/>
          <p:nvPr/>
        </p:nvSpPr>
        <p:spPr>
          <a:xfrm>
            <a:off x="4137959" y="1484784"/>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sz="3200" cap="none">
                <a:solidFill>
                  <a:srgbClr val="000000"/>
                </a:solidFill>
              </a:defRPr>
            </a:pPr>
            <a:endParaRPr kumimoji="0" sz="3200" b="0" i="0" u="none" strike="noStrike" kern="1200" cap="none" spc="0" normalizeH="0" baseline="0" noProof="0">
              <a:ln>
                <a:noFill/>
              </a:ln>
              <a:solidFill>
                <a:srgbClr val="000000"/>
              </a:solidFill>
              <a:effectLst/>
              <a:uLnTx/>
              <a:uFillTx/>
              <a:latin typeface="Arial" panose="020B0604020202020204"/>
            </a:endParaRPr>
          </a:p>
        </p:txBody>
      </p:sp>
      <p:sp>
        <p:nvSpPr>
          <p:cNvPr id="13" name="ïšḷîḓe"/>
          <p:cNvSpPr/>
          <p:nvPr/>
        </p:nvSpPr>
        <p:spPr>
          <a:xfrm>
            <a:off x="4267180" y="1618422"/>
            <a:ext cx="833646" cy="833647"/>
          </a:xfrm>
          <a:prstGeom prst="ellipse">
            <a:avLst/>
          </a:prstGeom>
          <a:solidFill>
            <a:srgbClr val="0326A0"/>
          </a:solidFill>
          <a:ln w="3175" cap="flat"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Arial" panose="020B0604020202020204"/>
                <a:ea typeface="微软雅黑 Light"/>
                <a:cs typeface="+mn-cs"/>
              </a:rPr>
              <a:t>01</a:t>
            </a:r>
            <a:endParaRPr kumimoji="0" lang="zh-CN" altLang="en-US" sz="2000" b="1" i="0" u="none" strike="noStrike" kern="0" cap="none" spc="0" normalizeH="0" baseline="0" noProof="0" dirty="0">
              <a:ln>
                <a:noFill/>
              </a:ln>
              <a:solidFill>
                <a:prstClr val="white"/>
              </a:solidFill>
              <a:effectLst/>
              <a:uLnTx/>
              <a:uFillTx/>
              <a:latin typeface="Arial" panose="020B0604020202020204"/>
              <a:ea typeface="微软雅黑 Light"/>
              <a:cs typeface="+mn-cs"/>
            </a:endParaRPr>
          </a:p>
        </p:txBody>
      </p:sp>
      <p:sp>
        <p:nvSpPr>
          <p:cNvPr id="14" name="ïŝḷiḑê"/>
          <p:cNvSpPr/>
          <p:nvPr/>
        </p:nvSpPr>
        <p:spPr>
          <a:xfrm rot="10800000">
            <a:off x="5263667" y="1685421"/>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9050" cap="flat" cmpd="sng" algn="ctr">
            <a:solidFill>
              <a:sysClr val="window" lastClr="FFFFFF"/>
            </a:solidFill>
            <a:prstDash val="solid"/>
            <a:round/>
          </a:ln>
          <a:effectLst/>
        </p:spPr>
        <p:txBody>
          <a:bodyPr rot="0" spcFirstLastPara="0" vert="horz" wrap="square" lIns="91440" tIns="45720" rIns="91440" bIns="4572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2000" b="0" i="0" u="none" strike="noStrike" kern="0" cap="none" spc="0" normalizeH="0" baseline="0" noProof="0">
              <a:ln>
                <a:noFill/>
              </a:ln>
              <a:solidFill>
                <a:prstClr val="white"/>
              </a:solidFill>
              <a:effectLst/>
              <a:uLnTx/>
              <a:uFillTx/>
              <a:latin typeface="Arial" panose="020B0604020202020204"/>
              <a:ea typeface="微软雅黑 Light"/>
              <a:cs typeface="+mn-cs"/>
            </a:endParaRPr>
          </a:p>
        </p:txBody>
      </p:sp>
      <p:sp>
        <p:nvSpPr>
          <p:cNvPr id="15" name="íṩļïďê"/>
          <p:cNvSpPr/>
          <p:nvPr/>
        </p:nvSpPr>
        <p:spPr>
          <a:xfrm>
            <a:off x="7078476" y="1810406"/>
            <a:ext cx="833646" cy="833647"/>
          </a:xfrm>
          <a:prstGeom prst="ellipse">
            <a:avLst/>
          </a:prstGeom>
          <a:solidFill>
            <a:srgbClr val="FFC000"/>
          </a:solidFill>
          <a:ln w="3175" cap="flat"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Arial" panose="020B0604020202020204"/>
                <a:ea typeface="微软雅黑 Light"/>
                <a:cs typeface="+mn-cs"/>
              </a:rPr>
              <a:t>02</a:t>
            </a:r>
            <a:endParaRPr kumimoji="0" lang="zh-CN" altLang="en-US" sz="2000" b="1" i="0" u="none" strike="noStrike" kern="0" cap="none" spc="0" normalizeH="0" baseline="0" noProof="0" dirty="0">
              <a:ln>
                <a:noFill/>
              </a:ln>
              <a:solidFill>
                <a:prstClr val="white"/>
              </a:solidFill>
              <a:effectLst/>
              <a:uLnTx/>
              <a:uFillTx/>
              <a:latin typeface="Arial" panose="020B0604020202020204"/>
              <a:ea typeface="微软雅黑 Light"/>
              <a:cs typeface="+mn-cs"/>
            </a:endParaRPr>
          </a:p>
        </p:txBody>
      </p:sp>
      <p:sp>
        <p:nvSpPr>
          <p:cNvPr id="16" name="ïsḷïḋê"/>
          <p:cNvSpPr/>
          <p:nvPr/>
        </p:nvSpPr>
        <p:spPr>
          <a:xfrm>
            <a:off x="4137959" y="2957723"/>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sz="3200" cap="none">
                <a:solidFill>
                  <a:srgbClr val="000000"/>
                </a:solidFill>
              </a:defRPr>
            </a:pPr>
            <a:endParaRPr kumimoji="0" sz="3200" b="0" i="0" u="none" strike="noStrike" kern="1200" cap="none" spc="0" normalizeH="0" baseline="0" noProof="0">
              <a:ln>
                <a:noFill/>
              </a:ln>
              <a:solidFill>
                <a:srgbClr val="000000"/>
              </a:solidFill>
              <a:effectLst/>
              <a:uLnTx/>
              <a:uFillTx/>
              <a:latin typeface="Arial" panose="020B0604020202020204"/>
            </a:endParaRPr>
          </a:p>
        </p:txBody>
      </p:sp>
      <p:sp>
        <p:nvSpPr>
          <p:cNvPr id="17" name="í$ḻíḓê"/>
          <p:cNvSpPr/>
          <p:nvPr/>
        </p:nvSpPr>
        <p:spPr>
          <a:xfrm>
            <a:off x="4267180" y="3091361"/>
            <a:ext cx="833646" cy="833647"/>
          </a:xfrm>
          <a:prstGeom prst="ellipse">
            <a:avLst/>
          </a:prstGeom>
          <a:solidFill>
            <a:srgbClr val="0326A0"/>
          </a:solidFill>
          <a:ln w="3175" cap="flat"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Arial" panose="020B0604020202020204"/>
                <a:ea typeface="微软雅黑 Light"/>
                <a:cs typeface="+mn-cs"/>
              </a:rPr>
              <a:t>03</a:t>
            </a:r>
            <a:endParaRPr kumimoji="0" lang="zh-CN" altLang="en-US" sz="2000" b="1" i="0" u="none" strike="noStrike" kern="0" cap="none" spc="0" normalizeH="0" baseline="0" noProof="0" dirty="0">
              <a:ln>
                <a:noFill/>
              </a:ln>
              <a:solidFill>
                <a:prstClr val="white"/>
              </a:solidFill>
              <a:effectLst/>
              <a:uLnTx/>
              <a:uFillTx/>
              <a:latin typeface="Arial" panose="020B0604020202020204"/>
              <a:ea typeface="微软雅黑 Light"/>
              <a:cs typeface="+mn-cs"/>
            </a:endParaRPr>
          </a:p>
        </p:txBody>
      </p:sp>
      <p:sp>
        <p:nvSpPr>
          <p:cNvPr id="18" name="ïŝ1íḍé"/>
          <p:cNvSpPr/>
          <p:nvPr/>
        </p:nvSpPr>
        <p:spPr>
          <a:xfrm rot="10800000">
            <a:off x="5263667" y="3158360"/>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9050" cap="flat" cmpd="sng" algn="ctr">
            <a:solidFill>
              <a:sysClr val="window" lastClr="FFFFFF"/>
            </a:solidFill>
            <a:prstDash val="solid"/>
            <a:round/>
          </a:ln>
          <a:effectLst/>
        </p:spPr>
        <p:txBody>
          <a:bodyPr rot="0" spcFirstLastPara="0" vert="horz" wrap="square" lIns="91440" tIns="45720" rIns="91440" bIns="4572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2000" b="0" i="0" u="none" strike="noStrike" kern="0" cap="none" spc="0" normalizeH="0" baseline="0" noProof="0">
              <a:ln>
                <a:noFill/>
              </a:ln>
              <a:solidFill>
                <a:prstClr val="white"/>
              </a:solidFill>
              <a:effectLst/>
              <a:uLnTx/>
              <a:uFillTx/>
              <a:latin typeface="Arial" panose="020B0604020202020204"/>
              <a:ea typeface="微软雅黑 Light"/>
              <a:cs typeface="+mn-cs"/>
            </a:endParaRPr>
          </a:p>
        </p:txBody>
      </p:sp>
      <p:sp>
        <p:nvSpPr>
          <p:cNvPr id="19" name="ïśľiďê"/>
          <p:cNvSpPr/>
          <p:nvPr/>
        </p:nvSpPr>
        <p:spPr>
          <a:xfrm>
            <a:off x="7078476" y="3283345"/>
            <a:ext cx="833646" cy="833647"/>
          </a:xfrm>
          <a:prstGeom prst="ellipse">
            <a:avLst/>
          </a:prstGeom>
          <a:solidFill>
            <a:srgbClr val="FFC000"/>
          </a:solidFill>
          <a:ln w="3175" cap="flat"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Arial" panose="020B0604020202020204"/>
                <a:ea typeface="微软雅黑 Light"/>
                <a:cs typeface="+mn-cs"/>
              </a:rPr>
              <a:t>04</a:t>
            </a:r>
            <a:endParaRPr kumimoji="0" lang="zh-CN" altLang="en-US" sz="2000" b="1" i="0" u="none" strike="noStrike" kern="0" cap="none" spc="0" normalizeH="0" baseline="0" noProof="0" dirty="0">
              <a:ln>
                <a:noFill/>
              </a:ln>
              <a:solidFill>
                <a:prstClr val="white"/>
              </a:solidFill>
              <a:effectLst/>
              <a:uLnTx/>
              <a:uFillTx/>
              <a:latin typeface="Arial" panose="020B0604020202020204"/>
              <a:ea typeface="微软雅黑 Light"/>
              <a:cs typeface="+mn-cs"/>
            </a:endParaRPr>
          </a:p>
        </p:txBody>
      </p:sp>
      <p:sp>
        <p:nvSpPr>
          <p:cNvPr id="20" name="iṩḻîďè"/>
          <p:cNvSpPr/>
          <p:nvPr/>
        </p:nvSpPr>
        <p:spPr>
          <a:xfrm>
            <a:off x="4137959" y="4430662"/>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sz="3200" cap="none">
                <a:solidFill>
                  <a:srgbClr val="000000"/>
                </a:solidFill>
              </a:defRPr>
            </a:pPr>
            <a:endParaRPr kumimoji="0" sz="3200" b="0" i="0" u="none" strike="noStrike" kern="1200" cap="none" spc="0" normalizeH="0" baseline="0" noProof="0">
              <a:ln>
                <a:noFill/>
              </a:ln>
              <a:solidFill>
                <a:srgbClr val="000000"/>
              </a:solidFill>
              <a:effectLst/>
              <a:uLnTx/>
              <a:uFillTx/>
              <a:latin typeface="Arial" panose="020B0604020202020204"/>
            </a:endParaRPr>
          </a:p>
        </p:txBody>
      </p:sp>
      <p:sp>
        <p:nvSpPr>
          <p:cNvPr id="21" name="îSḻîḋê"/>
          <p:cNvSpPr/>
          <p:nvPr/>
        </p:nvSpPr>
        <p:spPr>
          <a:xfrm>
            <a:off x="4267180" y="4564300"/>
            <a:ext cx="833646" cy="833647"/>
          </a:xfrm>
          <a:prstGeom prst="ellipse">
            <a:avLst/>
          </a:prstGeom>
          <a:solidFill>
            <a:srgbClr val="0326A0"/>
          </a:solidFill>
          <a:ln w="3175" cap="flat"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Arial" panose="020B0604020202020204"/>
                <a:ea typeface="微软雅黑 Light"/>
                <a:cs typeface="+mn-cs"/>
              </a:rPr>
              <a:t>05</a:t>
            </a:r>
            <a:endParaRPr kumimoji="0" lang="zh-CN" altLang="en-US" sz="2000" b="1" i="0" u="none" strike="noStrike" kern="0" cap="none" spc="0" normalizeH="0" baseline="0" noProof="0" dirty="0">
              <a:ln>
                <a:noFill/>
              </a:ln>
              <a:solidFill>
                <a:prstClr val="white"/>
              </a:solidFill>
              <a:effectLst/>
              <a:uLnTx/>
              <a:uFillTx/>
              <a:latin typeface="Arial" panose="020B0604020202020204"/>
              <a:ea typeface="微软雅黑 Light"/>
              <a:cs typeface="+mn-cs"/>
            </a:endParaRPr>
          </a:p>
        </p:txBody>
      </p:sp>
      <p:sp>
        <p:nvSpPr>
          <p:cNvPr id="22" name="íşļïdé"/>
          <p:cNvSpPr/>
          <p:nvPr/>
        </p:nvSpPr>
        <p:spPr>
          <a:xfrm rot="10800000">
            <a:off x="5263667" y="4631299"/>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9050" cap="flat" cmpd="sng" algn="ctr">
            <a:solidFill>
              <a:sysClr val="window" lastClr="FFFFFF"/>
            </a:solidFill>
            <a:prstDash val="solid"/>
            <a:round/>
          </a:ln>
          <a:effectLst/>
        </p:spPr>
        <p:txBody>
          <a:bodyPr rot="0" spcFirstLastPara="0" vert="horz" wrap="square" lIns="91440" tIns="45720" rIns="91440" bIns="4572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2000" b="0" i="0" u="none" strike="noStrike" kern="0" cap="none" spc="0" normalizeH="0" baseline="0" noProof="0">
              <a:ln>
                <a:noFill/>
              </a:ln>
              <a:solidFill>
                <a:prstClr val="white"/>
              </a:solidFill>
              <a:effectLst/>
              <a:uLnTx/>
              <a:uFillTx/>
              <a:latin typeface="Arial" panose="020B0604020202020204"/>
              <a:ea typeface="微软雅黑 Light"/>
              <a:cs typeface="+mn-cs"/>
            </a:endParaRPr>
          </a:p>
        </p:txBody>
      </p:sp>
      <p:sp>
        <p:nvSpPr>
          <p:cNvPr id="23" name="iṡḻïdê"/>
          <p:cNvSpPr/>
          <p:nvPr/>
        </p:nvSpPr>
        <p:spPr>
          <a:xfrm>
            <a:off x="7078476" y="4756284"/>
            <a:ext cx="833646" cy="833647"/>
          </a:xfrm>
          <a:prstGeom prst="ellipse">
            <a:avLst/>
          </a:prstGeom>
          <a:solidFill>
            <a:srgbClr val="FFC000"/>
          </a:solidFill>
          <a:ln w="3175" cap="flat"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Arial" panose="020B0604020202020204"/>
                <a:ea typeface="微软雅黑 Light"/>
                <a:cs typeface="+mn-cs"/>
              </a:rPr>
              <a:t>06</a:t>
            </a:r>
            <a:endParaRPr kumimoji="0" lang="zh-CN" altLang="en-US" sz="2000" b="1" i="0" u="none" strike="noStrike" kern="0" cap="none" spc="0" normalizeH="0" baseline="0" noProof="0" dirty="0">
              <a:ln>
                <a:noFill/>
              </a:ln>
              <a:solidFill>
                <a:prstClr val="white"/>
              </a:solidFill>
              <a:effectLst/>
              <a:uLnTx/>
              <a:uFillTx/>
              <a:latin typeface="Arial" panose="020B0604020202020204"/>
              <a:ea typeface="微软雅黑 Light"/>
              <a:cs typeface="+mn-cs"/>
            </a:endParaRPr>
          </a:p>
        </p:txBody>
      </p:sp>
      <p:sp>
        <p:nvSpPr>
          <p:cNvPr id="24" name="î$ḻïďé"/>
          <p:cNvSpPr txBox="1"/>
          <p:nvPr/>
        </p:nvSpPr>
        <p:spPr>
          <a:xfrm>
            <a:off x="5751990" y="1586463"/>
            <a:ext cx="1092083" cy="371368"/>
          </a:xfrm>
          <a:prstGeom prst="rect">
            <a:avLst/>
          </a:prstGeom>
          <a:noFill/>
        </p:spPr>
        <p:txBody>
          <a:bodyPr wrap="square" lIns="91440" tIns="45720" rIns="91440" bIns="45720" anchor="ctr" anchorCtr="0">
            <a:normAutofit fontScale="85000" lnSpcReduction="10000"/>
          </a:bodyPr>
          <a:lstStyle>
            <a:defPPr>
              <a:defRPr lang="zh-CN"/>
            </a:defPPr>
            <a:lvl1pPr>
              <a:defRPr>
                <a:solidFill>
                  <a:schemeClr val="dk1">
                    <a:lumMod val="100000"/>
                  </a:schemeClr>
                </a:solidFill>
              </a:defRPr>
            </a:lvl1pPr>
          </a:lstStyle>
          <a:p>
            <a:pPr algn="ctr"/>
            <a:r>
              <a:rPr lang="zh-CN" altLang="en-US" sz="1600" dirty="0">
                <a:solidFill>
                  <a:prstClr val="black">
                    <a:lumMod val="100000"/>
                  </a:prstClr>
                </a:solidFill>
                <a:latin typeface="微软雅黑"/>
                <a:ea typeface="微软雅黑"/>
              </a:rPr>
              <a:t>输入小标题</a:t>
            </a:r>
            <a:endParaRPr lang="zh-CN" altLang="en-US" sz="1600" dirty="0">
              <a:solidFill>
                <a:prstClr val="black">
                  <a:lumMod val="100000"/>
                </a:prstClr>
              </a:solidFill>
              <a:latin typeface="微软雅黑"/>
              <a:ea typeface="微软雅黑"/>
            </a:endParaRPr>
          </a:p>
        </p:txBody>
      </p:sp>
      <p:sp>
        <p:nvSpPr>
          <p:cNvPr id="25" name="îŝlïḓê"/>
          <p:cNvSpPr txBox="1"/>
          <p:nvPr/>
        </p:nvSpPr>
        <p:spPr>
          <a:xfrm>
            <a:off x="5327275" y="2304642"/>
            <a:ext cx="1092083" cy="371368"/>
          </a:xfrm>
          <a:prstGeom prst="rect">
            <a:avLst/>
          </a:prstGeom>
          <a:noFill/>
        </p:spPr>
        <p:txBody>
          <a:bodyPr wrap="square" lIns="91440" tIns="45720" rIns="91440" bIns="45720" anchor="ctr" anchorCtr="0">
            <a:normAutofit fontScale="85000" lnSpcReduction="10000"/>
          </a:bodyPr>
          <a:lstStyle>
            <a:defPPr>
              <a:defRPr lang="zh-CN"/>
            </a:defPPr>
            <a:lvl1pPr>
              <a:defRPr>
                <a:solidFill>
                  <a:schemeClr val="dk1">
                    <a:lumMod val="100000"/>
                  </a:schemeClr>
                </a:solidFill>
              </a:defRPr>
            </a:lvl1pPr>
          </a:lstStyle>
          <a:p>
            <a:pPr algn="ctr"/>
            <a:r>
              <a:rPr lang="zh-CN" altLang="en-US" sz="1600" dirty="0">
                <a:solidFill>
                  <a:prstClr val="black">
                    <a:lumMod val="100000"/>
                  </a:prstClr>
                </a:solidFill>
                <a:latin typeface="微软雅黑"/>
                <a:ea typeface="微软雅黑"/>
              </a:rPr>
              <a:t>输入小标题</a:t>
            </a:r>
            <a:endParaRPr lang="zh-CN" altLang="en-US" sz="1600" dirty="0">
              <a:solidFill>
                <a:prstClr val="black">
                  <a:lumMod val="100000"/>
                </a:prstClr>
              </a:solidFill>
              <a:latin typeface="微软雅黑"/>
              <a:ea typeface="微软雅黑"/>
            </a:endParaRPr>
          </a:p>
        </p:txBody>
      </p:sp>
      <p:sp>
        <p:nvSpPr>
          <p:cNvPr id="26" name="işlîḓé"/>
          <p:cNvSpPr txBox="1"/>
          <p:nvPr/>
        </p:nvSpPr>
        <p:spPr>
          <a:xfrm>
            <a:off x="5751990" y="3059402"/>
            <a:ext cx="1092083" cy="371368"/>
          </a:xfrm>
          <a:prstGeom prst="rect">
            <a:avLst/>
          </a:prstGeom>
          <a:noFill/>
        </p:spPr>
        <p:txBody>
          <a:bodyPr wrap="square" lIns="91440" tIns="45720" rIns="91440" bIns="45720" anchor="ctr" anchorCtr="0">
            <a:normAutofit fontScale="85000" lnSpcReduction="10000"/>
          </a:bodyPr>
          <a:lstStyle>
            <a:defPPr>
              <a:defRPr lang="zh-CN"/>
            </a:defPPr>
            <a:lvl1pPr>
              <a:defRPr>
                <a:solidFill>
                  <a:schemeClr val="dk1">
                    <a:lumMod val="100000"/>
                  </a:schemeClr>
                </a:solidFill>
              </a:defRPr>
            </a:lvl1pPr>
          </a:lstStyle>
          <a:p>
            <a:pPr algn="ctr"/>
            <a:r>
              <a:rPr lang="zh-CN" altLang="en-US" sz="1600" dirty="0">
                <a:solidFill>
                  <a:prstClr val="black">
                    <a:lumMod val="100000"/>
                  </a:prstClr>
                </a:solidFill>
                <a:latin typeface="微软雅黑"/>
                <a:ea typeface="微软雅黑"/>
              </a:rPr>
              <a:t>输入小标题</a:t>
            </a:r>
            <a:endParaRPr lang="zh-CN" altLang="en-US" sz="1600" dirty="0">
              <a:solidFill>
                <a:prstClr val="black">
                  <a:lumMod val="100000"/>
                </a:prstClr>
              </a:solidFill>
              <a:latin typeface="微软雅黑"/>
              <a:ea typeface="微软雅黑"/>
            </a:endParaRPr>
          </a:p>
        </p:txBody>
      </p:sp>
      <p:sp>
        <p:nvSpPr>
          <p:cNvPr id="27" name="ïṡľiďé"/>
          <p:cNvSpPr txBox="1"/>
          <p:nvPr/>
        </p:nvSpPr>
        <p:spPr>
          <a:xfrm>
            <a:off x="5327274" y="3777581"/>
            <a:ext cx="1092083" cy="371368"/>
          </a:xfrm>
          <a:prstGeom prst="rect">
            <a:avLst/>
          </a:prstGeom>
          <a:noFill/>
        </p:spPr>
        <p:txBody>
          <a:bodyPr wrap="square" lIns="91440" tIns="45720" rIns="91440" bIns="45720" anchor="ctr" anchorCtr="0">
            <a:normAutofit fontScale="85000" lnSpcReduction="10000"/>
          </a:bodyPr>
          <a:lstStyle>
            <a:defPPr>
              <a:defRPr lang="zh-CN"/>
            </a:defPPr>
            <a:lvl1pPr>
              <a:defRPr>
                <a:solidFill>
                  <a:schemeClr val="dk1">
                    <a:lumMod val="100000"/>
                  </a:schemeClr>
                </a:solidFill>
              </a:defRPr>
            </a:lvl1pPr>
          </a:lstStyle>
          <a:p>
            <a:pPr algn="ctr"/>
            <a:r>
              <a:rPr lang="zh-CN" altLang="en-US" sz="1600" dirty="0">
                <a:solidFill>
                  <a:prstClr val="black">
                    <a:lumMod val="100000"/>
                  </a:prstClr>
                </a:solidFill>
                <a:latin typeface="微软雅黑"/>
                <a:ea typeface="微软雅黑"/>
              </a:rPr>
              <a:t>输入小标题</a:t>
            </a:r>
            <a:endParaRPr lang="zh-CN" altLang="en-US" sz="1600" dirty="0">
              <a:solidFill>
                <a:prstClr val="black">
                  <a:lumMod val="100000"/>
                </a:prstClr>
              </a:solidFill>
              <a:latin typeface="微软雅黑"/>
              <a:ea typeface="微软雅黑"/>
            </a:endParaRPr>
          </a:p>
        </p:txBody>
      </p:sp>
      <p:sp>
        <p:nvSpPr>
          <p:cNvPr id="35" name="islïdé"/>
          <p:cNvSpPr txBox="1"/>
          <p:nvPr/>
        </p:nvSpPr>
        <p:spPr>
          <a:xfrm>
            <a:off x="5751990" y="4532341"/>
            <a:ext cx="1092083" cy="371368"/>
          </a:xfrm>
          <a:prstGeom prst="rect">
            <a:avLst/>
          </a:prstGeom>
          <a:noFill/>
        </p:spPr>
        <p:txBody>
          <a:bodyPr wrap="square" lIns="91440" tIns="45720" rIns="91440" bIns="45720" anchor="ctr" anchorCtr="0">
            <a:normAutofit fontScale="85000" lnSpcReduction="10000"/>
          </a:bodyPr>
          <a:lstStyle>
            <a:defPPr>
              <a:defRPr lang="zh-CN"/>
            </a:defPPr>
            <a:lvl1pPr>
              <a:defRPr>
                <a:solidFill>
                  <a:schemeClr val="dk1">
                    <a:lumMod val="100000"/>
                  </a:schemeClr>
                </a:solidFill>
              </a:defRPr>
            </a:lvl1pPr>
          </a:lstStyle>
          <a:p>
            <a:pPr algn="ctr"/>
            <a:r>
              <a:rPr lang="zh-CN" altLang="en-US" sz="1600" dirty="0">
                <a:solidFill>
                  <a:prstClr val="black">
                    <a:lumMod val="100000"/>
                  </a:prstClr>
                </a:solidFill>
                <a:latin typeface="微软雅黑"/>
                <a:ea typeface="微软雅黑"/>
              </a:rPr>
              <a:t>输入小标题</a:t>
            </a:r>
            <a:endParaRPr lang="zh-CN" altLang="en-US" sz="1600" dirty="0">
              <a:solidFill>
                <a:prstClr val="black">
                  <a:lumMod val="100000"/>
                </a:prstClr>
              </a:solidFill>
              <a:latin typeface="微软雅黑"/>
              <a:ea typeface="微软雅黑"/>
            </a:endParaRPr>
          </a:p>
        </p:txBody>
      </p:sp>
      <p:sp>
        <p:nvSpPr>
          <p:cNvPr id="36" name="i$ľïďé"/>
          <p:cNvSpPr txBox="1"/>
          <p:nvPr/>
        </p:nvSpPr>
        <p:spPr>
          <a:xfrm>
            <a:off x="5327274" y="5250521"/>
            <a:ext cx="1092083" cy="371368"/>
          </a:xfrm>
          <a:prstGeom prst="rect">
            <a:avLst/>
          </a:prstGeom>
          <a:noFill/>
        </p:spPr>
        <p:txBody>
          <a:bodyPr wrap="square" lIns="91440" tIns="45720" rIns="91440" bIns="45720" anchor="ctr" anchorCtr="0">
            <a:normAutofit fontScale="85000" lnSpcReduction="10000"/>
          </a:bodyPr>
          <a:lstStyle>
            <a:defPPr>
              <a:defRPr lang="zh-CN"/>
            </a:defPPr>
            <a:lvl1pPr>
              <a:defRPr>
                <a:solidFill>
                  <a:schemeClr val="dk1">
                    <a:lumMod val="100000"/>
                  </a:schemeClr>
                </a:solidFill>
              </a:defRPr>
            </a:lvl1pPr>
          </a:lstStyle>
          <a:p>
            <a:pPr algn="ctr"/>
            <a:r>
              <a:rPr lang="zh-CN" altLang="en-US" sz="1600" dirty="0">
                <a:solidFill>
                  <a:prstClr val="black">
                    <a:lumMod val="100000"/>
                  </a:prstClr>
                </a:solidFill>
                <a:latin typeface="微软雅黑"/>
                <a:ea typeface="微软雅黑"/>
              </a:rPr>
              <a:t>输入小标题</a:t>
            </a:r>
            <a:endParaRPr lang="zh-CN" altLang="en-US" sz="1600" dirty="0">
              <a:solidFill>
                <a:prstClr val="black">
                  <a:lumMod val="100000"/>
                </a:prstClr>
              </a:solidFill>
              <a:latin typeface="微软雅黑"/>
              <a:ea typeface="微软雅黑"/>
            </a:endParaRPr>
          </a:p>
        </p:txBody>
      </p:sp>
      <p:sp>
        <p:nvSpPr>
          <p:cNvPr id="37" name="íŝ1idé"/>
          <p:cNvSpPr txBox="1"/>
          <p:nvPr/>
        </p:nvSpPr>
        <p:spPr>
          <a:xfrm>
            <a:off x="8190186" y="1706302"/>
            <a:ext cx="3184950"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zh-CN" altLang="en-US" sz="1100" dirty="0">
                <a:solidFill>
                  <a:prstClr val="black">
                    <a:lumMod val="100000"/>
                  </a:prstClr>
                </a:solidFill>
                <a:latin typeface="Arial" panose="020B0604020202020204"/>
              </a:rPr>
              <a:t>在这里输入第二步骤的内容说明在这里在这里输入第二步骤的内容说明在这里</a:t>
            </a:r>
            <a:endParaRPr lang="en-US" altLang="zh-CN" sz="1100" dirty="0">
              <a:solidFill>
                <a:prstClr val="black">
                  <a:lumMod val="100000"/>
                </a:prstClr>
              </a:solidFill>
              <a:latin typeface="Arial" panose="020B0604020202020204"/>
            </a:endParaRPr>
          </a:p>
          <a:p>
            <a:pPr marL="171450" indent="-171450">
              <a:lnSpc>
                <a:spcPct val="150000"/>
              </a:lnSpc>
              <a:buFont typeface="Arial" panose="020B0604020202020204" pitchFamily="34" charset="0"/>
              <a:buChar char="•"/>
            </a:pPr>
            <a:r>
              <a:rPr lang="zh-CN" altLang="en-US" sz="1100" dirty="0">
                <a:solidFill>
                  <a:prstClr val="black">
                    <a:lumMod val="100000"/>
                  </a:prstClr>
                </a:solidFill>
                <a:latin typeface="Arial" panose="020B0604020202020204"/>
              </a:rPr>
              <a:t>在这里输入第二步骤的内容说明</a:t>
            </a:r>
            <a:endParaRPr lang="en-US" altLang="zh-CN" sz="1100" dirty="0">
              <a:solidFill>
                <a:prstClr val="black">
                  <a:lumMod val="100000"/>
                </a:prstClr>
              </a:solidFill>
              <a:latin typeface="Arial" panose="020B0604020202020204"/>
            </a:endParaRPr>
          </a:p>
          <a:p>
            <a:pPr marL="171450" indent="-171450">
              <a:lnSpc>
                <a:spcPct val="150000"/>
              </a:lnSpc>
              <a:buFont typeface="Arial" panose="020B0604020202020204" pitchFamily="34" charset="0"/>
              <a:buChar char="•"/>
            </a:pPr>
            <a:endParaRPr lang="en-US" altLang="zh-CN" sz="1100" dirty="0">
              <a:solidFill>
                <a:prstClr val="black">
                  <a:lumMod val="100000"/>
                </a:prstClr>
              </a:solidFill>
              <a:latin typeface="Arial" panose="020B0604020202020204"/>
            </a:endParaRPr>
          </a:p>
        </p:txBody>
      </p:sp>
      <p:sp>
        <p:nvSpPr>
          <p:cNvPr id="38" name="ïṩlïḓe"/>
          <p:cNvSpPr txBox="1"/>
          <p:nvPr/>
        </p:nvSpPr>
        <p:spPr>
          <a:xfrm>
            <a:off x="8190186" y="3264724"/>
            <a:ext cx="3184950"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zh-CN" altLang="en-US" sz="1100" dirty="0">
                <a:solidFill>
                  <a:prstClr val="black">
                    <a:lumMod val="100000"/>
                  </a:prstClr>
                </a:solidFill>
                <a:latin typeface="Arial" panose="020B0604020202020204"/>
              </a:rPr>
              <a:t>在这里输入第四步骤的内容说明在这里在这里输入第四步骤的内容说明在这里</a:t>
            </a:r>
            <a:endParaRPr lang="en-US" altLang="zh-CN" sz="1100" dirty="0">
              <a:solidFill>
                <a:prstClr val="black">
                  <a:lumMod val="100000"/>
                </a:prstClr>
              </a:solidFill>
              <a:latin typeface="Arial" panose="020B0604020202020204"/>
            </a:endParaRPr>
          </a:p>
          <a:p>
            <a:pPr marL="171450" indent="-171450">
              <a:lnSpc>
                <a:spcPct val="150000"/>
              </a:lnSpc>
              <a:buFont typeface="Arial" panose="020B0604020202020204" pitchFamily="34" charset="0"/>
              <a:buChar char="•"/>
            </a:pPr>
            <a:r>
              <a:rPr lang="zh-CN" altLang="en-US" sz="1100" dirty="0">
                <a:solidFill>
                  <a:prstClr val="black">
                    <a:lumMod val="100000"/>
                  </a:prstClr>
                </a:solidFill>
                <a:latin typeface="Arial" panose="020B0604020202020204"/>
              </a:rPr>
              <a:t>在这里输入第四步骤的内容说明</a:t>
            </a:r>
            <a:endParaRPr lang="en-US" altLang="zh-CN" sz="1100" dirty="0">
              <a:solidFill>
                <a:prstClr val="black">
                  <a:lumMod val="100000"/>
                </a:prstClr>
              </a:solidFill>
              <a:latin typeface="Arial" panose="020B0604020202020204"/>
            </a:endParaRPr>
          </a:p>
          <a:p>
            <a:pPr marL="171450" indent="-171450">
              <a:lnSpc>
                <a:spcPct val="150000"/>
              </a:lnSpc>
              <a:buFont typeface="Arial" panose="020B0604020202020204" pitchFamily="34" charset="0"/>
              <a:buChar char="•"/>
            </a:pPr>
            <a:endParaRPr lang="en-US" altLang="zh-CN" sz="1100" dirty="0">
              <a:solidFill>
                <a:prstClr val="black">
                  <a:lumMod val="100000"/>
                </a:prstClr>
              </a:solidFill>
              <a:latin typeface="Arial" panose="020B0604020202020204"/>
            </a:endParaRPr>
          </a:p>
        </p:txBody>
      </p:sp>
      <p:sp>
        <p:nvSpPr>
          <p:cNvPr id="39" name="íṥļiďê"/>
          <p:cNvSpPr txBox="1"/>
          <p:nvPr/>
        </p:nvSpPr>
        <p:spPr>
          <a:xfrm>
            <a:off x="8190186" y="4823146"/>
            <a:ext cx="3184950"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zh-CN" altLang="en-US" sz="1100" dirty="0">
                <a:solidFill>
                  <a:prstClr val="black">
                    <a:lumMod val="100000"/>
                  </a:prstClr>
                </a:solidFill>
                <a:latin typeface="Arial" panose="020B0604020202020204"/>
              </a:rPr>
              <a:t>在这里输入第六步骤的内容说明在这里在这里输入第六步骤的内容说明在这里</a:t>
            </a:r>
            <a:endParaRPr lang="en-US" altLang="zh-CN" sz="1100" dirty="0">
              <a:solidFill>
                <a:prstClr val="black">
                  <a:lumMod val="100000"/>
                </a:prstClr>
              </a:solidFill>
              <a:latin typeface="Arial" panose="020B0604020202020204"/>
            </a:endParaRPr>
          </a:p>
          <a:p>
            <a:pPr marL="171450" indent="-171450">
              <a:lnSpc>
                <a:spcPct val="150000"/>
              </a:lnSpc>
              <a:buFont typeface="Arial" panose="020B0604020202020204" pitchFamily="34" charset="0"/>
              <a:buChar char="•"/>
            </a:pPr>
            <a:r>
              <a:rPr lang="zh-CN" altLang="en-US" sz="1100" dirty="0">
                <a:solidFill>
                  <a:prstClr val="black">
                    <a:lumMod val="100000"/>
                  </a:prstClr>
                </a:solidFill>
                <a:latin typeface="Arial" panose="020B0604020202020204"/>
              </a:rPr>
              <a:t>在这里输入第六步骤的内容说明</a:t>
            </a:r>
            <a:endParaRPr lang="en-US" altLang="zh-CN" sz="1100" dirty="0">
              <a:solidFill>
                <a:prstClr val="black">
                  <a:lumMod val="100000"/>
                </a:prstClr>
              </a:solidFill>
              <a:latin typeface="Arial" panose="020B0604020202020204"/>
            </a:endParaRPr>
          </a:p>
          <a:p>
            <a:pPr marL="171450" indent="-171450">
              <a:lnSpc>
                <a:spcPct val="150000"/>
              </a:lnSpc>
              <a:buFont typeface="Arial" panose="020B0604020202020204" pitchFamily="34" charset="0"/>
              <a:buChar char="•"/>
            </a:pPr>
            <a:endParaRPr lang="en-US" altLang="zh-CN" sz="1100" dirty="0">
              <a:solidFill>
                <a:prstClr val="black">
                  <a:lumMod val="100000"/>
                </a:prstClr>
              </a:solidFill>
              <a:latin typeface="Arial" panose="020B0604020202020204"/>
            </a:endParaRPr>
          </a:p>
        </p:txBody>
      </p:sp>
      <p:sp>
        <p:nvSpPr>
          <p:cNvPr id="40" name="îṩlíḓê"/>
          <p:cNvSpPr txBox="1"/>
          <p:nvPr/>
        </p:nvSpPr>
        <p:spPr>
          <a:xfrm>
            <a:off x="816864" y="1706302"/>
            <a:ext cx="3172250"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buFont typeface="Arial" panose="020B0604020202020204" pitchFamily="34" charset="0"/>
              <a:buChar char="•"/>
            </a:pPr>
            <a:r>
              <a:rPr lang="zh-CN" altLang="en-US" sz="1100" dirty="0">
                <a:solidFill>
                  <a:prstClr val="black">
                    <a:lumMod val="100000"/>
                  </a:prstClr>
                </a:solidFill>
                <a:latin typeface="Arial" panose="020B0604020202020204"/>
              </a:rPr>
              <a:t>在这里输入第一步骤的内容说明在这里在这里输入第一步骤的内容说明在这里</a:t>
            </a:r>
            <a:endParaRPr lang="en-US" altLang="zh-CN" sz="1100" dirty="0">
              <a:solidFill>
                <a:prstClr val="black">
                  <a:lumMod val="100000"/>
                </a:prstClr>
              </a:solidFill>
              <a:latin typeface="Arial" panose="020B0604020202020204"/>
            </a:endParaRPr>
          </a:p>
          <a:p>
            <a:pPr marL="171450" indent="-171450" algn="r">
              <a:lnSpc>
                <a:spcPct val="150000"/>
              </a:lnSpc>
              <a:buFont typeface="Arial" panose="020B0604020202020204" pitchFamily="34" charset="0"/>
              <a:buChar char="•"/>
            </a:pPr>
            <a:r>
              <a:rPr lang="zh-CN" altLang="en-US" sz="1100" dirty="0">
                <a:solidFill>
                  <a:prstClr val="black">
                    <a:lumMod val="100000"/>
                  </a:prstClr>
                </a:solidFill>
                <a:latin typeface="Arial" panose="020B0604020202020204"/>
              </a:rPr>
              <a:t>在这里输入第一步骤的内容说明</a:t>
            </a:r>
            <a:endParaRPr lang="en-US" altLang="zh-CN" sz="1100" dirty="0">
              <a:solidFill>
                <a:prstClr val="black">
                  <a:lumMod val="100000"/>
                </a:prstClr>
              </a:solidFill>
              <a:latin typeface="Arial" panose="020B0604020202020204"/>
            </a:endParaRPr>
          </a:p>
          <a:p>
            <a:pPr marL="171450" indent="-171450" algn="r">
              <a:lnSpc>
                <a:spcPct val="150000"/>
              </a:lnSpc>
              <a:buFont typeface="Arial" panose="020B0604020202020204" pitchFamily="34" charset="0"/>
              <a:buChar char="•"/>
            </a:pPr>
            <a:endParaRPr lang="en-US" altLang="zh-CN" sz="1100" dirty="0">
              <a:solidFill>
                <a:prstClr val="black">
                  <a:lumMod val="100000"/>
                </a:prstClr>
              </a:solidFill>
              <a:latin typeface="Arial" panose="020B0604020202020204"/>
            </a:endParaRPr>
          </a:p>
        </p:txBody>
      </p:sp>
      <p:sp>
        <p:nvSpPr>
          <p:cNvPr id="41" name="íṧļîďè"/>
          <p:cNvSpPr txBox="1"/>
          <p:nvPr/>
        </p:nvSpPr>
        <p:spPr>
          <a:xfrm>
            <a:off x="731520" y="3264724"/>
            <a:ext cx="3257594"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buFont typeface="Arial" panose="020B0604020202020204" pitchFamily="34" charset="0"/>
              <a:buChar char="•"/>
            </a:pPr>
            <a:r>
              <a:rPr lang="zh-CN" altLang="en-US" sz="1100" dirty="0">
                <a:solidFill>
                  <a:prstClr val="black">
                    <a:lumMod val="100000"/>
                  </a:prstClr>
                </a:solidFill>
                <a:latin typeface="Arial" panose="020B0604020202020204"/>
              </a:rPr>
              <a:t>在这里输入第三步骤的内容说明在这里在这里输入第三步骤的内容说明在这里</a:t>
            </a:r>
            <a:endParaRPr lang="en-US" altLang="zh-CN" sz="1100" dirty="0">
              <a:solidFill>
                <a:prstClr val="black">
                  <a:lumMod val="100000"/>
                </a:prstClr>
              </a:solidFill>
              <a:latin typeface="Arial" panose="020B0604020202020204"/>
            </a:endParaRPr>
          </a:p>
          <a:p>
            <a:pPr marL="171450" indent="-171450" algn="r">
              <a:lnSpc>
                <a:spcPct val="150000"/>
              </a:lnSpc>
              <a:buFont typeface="Arial" panose="020B0604020202020204" pitchFamily="34" charset="0"/>
              <a:buChar char="•"/>
            </a:pPr>
            <a:r>
              <a:rPr lang="zh-CN" altLang="en-US" sz="1100" dirty="0">
                <a:solidFill>
                  <a:prstClr val="black">
                    <a:lumMod val="100000"/>
                  </a:prstClr>
                </a:solidFill>
                <a:latin typeface="Arial" panose="020B0604020202020204"/>
              </a:rPr>
              <a:t>在这里输入第三步骤的内容说明</a:t>
            </a:r>
            <a:endParaRPr lang="en-US" altLang="zh-CN" sz="1100" dirty="0">
              <a:solidFill>
                <a:prstClr val="black">
                  <a:lumMod val="100000"/>
                </a:prstClr>
              </a:solidFill>
              <a:latin typeface="Arial" panose="020B0604020202020204"/>
            </a:endParaRPr>
          </a:p>
          <a:p>
            <a:pPr marL="171450" indent="-171450" algn="r">
              <a:lnSpc>
                <a:spcPct val="150000"/>
              </a:lnSpc>
              <a:buFont typeface="Arial" panose="020B0604020202020204" pitchFamily="34" charset="0"/>
              <a:buChar char="•"/>
            </a:pPr>
            <a:endParaRPr lang="en-US" altLang="zh-CN" sz="1100" dirty="0">
              <a:solidFill>
                <a:prstClr val="black">
                  <a:lumMod val="100000"/>
                </a:prstClr>
              </a:solidFill>
              <a:latin typeface="Arial" panose="020B0604020202020204"/>
            </a:endParaRPr>
          </a:p>
        </p:txBody>
      </p:sp>
      <p:sp>
        <p:nvSpPr>
          <p:cNvPr id="42" name="í$1íde"/>
          <p:cNvSpPr txBox="1"/>
          <p:nvPr/>
        </p:nvSpPr>
        <p:spPr>
          <a:xfrm>
            <a:off x="731520" y="4823146"/>
            <a:ext cx="3257594"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buFont typeface="Arial" panose="020B0604020202020204" pitchFamily="34" charset="0"/>
              <a:buChar char="•"/>
            </a:pPr>
            <a:r>
              <a:rPr lang="zh-CN" altLang="en-US" sz="1100" dirty="0">
                <a:solidFill>
                  <a:prstClr val="black">
                    <a:lumMod val="100000"/>
                  </a:prstClr>
                </a:solidFill>
                <a:latin typeface="Arial" panose="020B0604020202020204"/>
              </a:rPr>
              <a:t>在这里输入第五步骤的内容说明在这里在这里输入第五步骤的内容说明在这里</a:t>
            </a:r>
            <a:endParaRPr lang="en-US" altLang="zh-CN" sz="1100" dirty="0">
              <a:solidFill>
                <a:prstClr val="black">
                  <a:lumMod val="100000"/>
                </a:prstClr>
              </a:solidFill>
              <a:latin typeface="Arial" panose="020B0604020202020204"/>
            </a:endParaRPr>
          </a:p>
          <a:p>
            <a:pPr marL="171450" indent="-171450" algn="r">
              <a:lnSpc>
                <a:spcPct val="150000"/>
              </a:lnSpc>
              <a:buFont typeface="Arial" panose="020B0604020202020204" pitchFamily="34" charset="0"/>
              <a:buChar char="•"/>
            </a:pPr>
            <a:r>
              <a:rPr lang="zh-CN" altLang="en-US" sz="1100" dirty="0">
                <a:solidFill>
                  <a:prstClr val="black">
                    <a:lumMod val="100000"/>
                  </a:prstClr>
                </a:solidFill>
                <a:latin typeface="Arial" panose="020B0604020202020204"/>
              </a:rPr>
              <a:t>在这里输入第五步骤的内容说明</a:t>
            </a:r>
            <a:endParaRPr lang="en-US" altLang="zh-CN" sz="1100" dirty="0">
              <a:solidFill>
                <a:prstClr val="black">
                  <a:lumMod val="100000"/>
                </a:prstClr>
              </a:solidFill>
              <a:latin typeface="Arial" panose="020B0604020202020204"/>
            </a:endParaRPr>
          </a:p>
          <a:p>
            <a:pPr marL="171450" indent="-171450" algn="r">
              <a:lnSpc>
                <a:spcPct val="150000"/>
              </a:lnSpc>
              <a:buFont typeface="Arial" panose="020B0604020202020204" pitchFamily="34" charset="0"/>
              <a:buChar char="•"/>
            </a:pPr>
            <a:endParaRPr lang="en-US" altLang="zh-CN" sz="1100" dirty="0">
              <a:solidFill>
                <a:prstClr val="black">
                  <a:lumMod val="100000"/>
                </a:prstClr>
              </a:solidFill>
              <a:latin typeface="Arial" panose="020B0604020202020204"/>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grpSp>
        <p:nvGrpSpPr>
          <p:cNvPr id="12" name="îŝ1ïḋè"/>
          <p:cNvGrpSpPr>
            <a:grpSpLocks noChangeAspect="1"/>
          </p:cNvGrpSpPr>
          <p:nvPr/>
        </p:nvGrpSpPr>
        <p:grpSpPr>
          <a:xfrm>
            <a:off x="1059321" y="2363895"/>
            <a:ext cx="3475538" cy="3379697"/>
            <a:chOff x="673100" y="2165446"/>
            <a:chExt cx="3956030" cy="3846937"/>
          </a:xfrm>
        </p:grpSpPr>
        <p:sp>
          <p:nvSpPr>
            <p:cNvPr id="13" name="iṥľïďè"/>
            <p:cNvSpPr>
              <a:spLocks noChangeAspect="1"/>
            </p:cNvSpPr>
            <p:nvPr/>
          </p:nvSpPr>
          <p:spPr bwMode="auto">
            <a:xfrm>
              <a:off x="673100" y="2267362"/>
              <a:ext cx="3935932" cy="3745021"/>
            </a:xfrm>
            <a:custGeom>
              <a:avLst/>
              <a:gdLst>
                <a:gd name="T0" fmla="*/ 1032 w 1546"/>
                <a:gd name="T1" fmla="*/ 379 h 1473"/>
                <a:gd name="T2" fmla="*/ 526 w 1546"/>
                <a:gd name="T3" fmla="*/ 0 h 1473"/>
                <a:gd name="T4" fmla="*/ 0 w 1546"/>
                <a:gd name="T5" fmla="*/ 526 h 1473"/>
                <a:gd name="T6" fmla="*/ 465 w 1546"/>
                <a:gd name="T7" fmla="*/ 1050 h 1473"/>
                <a:gd name="T8" fmla="*/ 998 w 1546"/>
                <a:gd name="T9" fmla="*/ 1473 h 1473"/>
                <a:gd name="T10" fmla="*/ 1546 w 1546"/>
                <a:gd name="T11" fmla="*/ 926 h 1473"/>
                <a:gd name="T12" fmla="*/ 1032 w 1546"/>
                <a:gd name="T13" fmla="*/ 379 h 1473"/>
              </a:gdLst>
              <a:ahLst/>
              <a:cxnLst>
                <a:cxn ang="0">
                  <a:pos x="T0" y="T1"/>
                </a:cxn>
                <a:cxn ang="0">
                  <a:pos x="T2" y="T3"/>
                </a:cxn>
                <a:cxn ang="0">
                  <a:pos x="T4" y="T5"/>
                </a:cxn>
                <a:cxn ang="0">
                  <a:pos x="T6" y="T7"/>
                </a:cxn>
                <a:cxn ang="0">
                  <a:pos x="T8" y="T9"/>
                </a:cxn>
                <a:cxn ang="0">
                  <a:pos x="T10" y="T11"/>
                </a:cxn>
                <a:cxn ang="0">
                  <a:pos x="T12" y="T13"/>
                </a:cxn>
              </a:cxnLst>
              <a:rect l="0" t="0" r="r" b="b"/>
              <a:pathLst>
                <a:path w="1546" h="1473">
                  <a:moveTo>
                    <a:pt x="1032" y="379"/>
                  </a:moveTo>
                  <a:cubicBezTo>
                    <a:pt x="969" y="160"/>
                    <a:pt x="766" y="0"/>
                    <a:pt x="526" y="0"/>
                  </a:cubicBezTo>
                  <a:cubicBezTo>
                    <a:pt x="235" y="0"/>
                    <a:pt x="0" y="236"/>
                    <a:pt x="0" y="526"/>
                  </a:cubicBezTo>
                  <a:cubicBezTo>
                    <a:pt x="0" y="797"/>
                    <a:pt x="203" y="1019"/>
                    <a:pt x="465" y="1050"/>
                  </a:cubicBezTo>
                  <a:cubicBezTo>
                    <a:pt x="521" y="1292"/>
                    <a:pt x="738" y="1473"/>
                    <a:pt x="998" y="1473"/>
                  </a:cubicBezTo>
                  <a:cubicBezTo>
                    <a:pt x="1300" y="1473"/>
                    <a:pt x="1546" y="1228"/>
                    <a:pt x="1546" y="926"/>
                  </a:cubicBezTo>
                  <a:cubicBezTo>
                    <a:pt x="1546" y="635"/>
                    <a:pt x="1319" y="397"/>
                    <a:pt x="1032" y="379"/>
                  </a:cubicBezTo>
                </a:path>
              </a:pathLst>
            </a:custGeom>
            <a:solidFill>
              <a:srgbClr val="C5D6F8">
                <a:alpha val="20000"/>
              </a:srgbClr>
            </a:solidFill>
            <a:ln>
              <a:noFill/>
            </a:ln>
          </p:spPr>
          <p:txBody>
            <a:bodyPr wrap="square" lIns="91440" tIns="45720" rIns="91440" bIns="45720" anchor="ctr">
              <a:normAutofit/>
            </a:bodyPr>
            <a:lstStyle/>
            <a:p>
              <a:pPr algn="ctr"/>
              <a:endParaRPr>
                <a:solidFill>
                  <a:prstClr val="black"/>
                </a:solidFill>
                <a:latin typeface="Arial" panose="020B0604020202020204"/>
              </a:endParaRPr>
            </a:p>
          </p:txBody>
        </p:sp>
        <p:sp>
          <p:nvSpPr>
            <p:cNvPr id="14" name="îşļiďê"/>
            <p:cNvSpPr/>
            <p:nvPr/>
          </p:nvSpPr>
          <p:spPr bwMode="auto">
            <a:xfrm>
              <a:off x="1778376" y="2320472"/>
              <a:ext cx="1482793" cy="1060779"/>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15" name="ïṣlïḑè"/>
            <p:cNvSpPr/>
            <p:nvPr/>
          </p:nvSpPr>
          <p:spPr bwMode="auto">
            <a:xfrm>
              <a:off x="1729572" y="2273103"/>
              <a:ext cx="1484228" cy="10593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16" name="ïṣ1ïḑê"/>
            <p:cNvSpPr/>
            <p:nvPr/>
          </p:nvSpPr>
          <p:spPr bwMode="auto">
            <a:xfrm>
              <a:off x="1822875" y="246257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7" name="iṡḷíḋè"/>
            <p:cNvSpPr/>
            <p:nvPr/>
          </p:nvSpPr>
          <p:spPr bwMode="auto">
            <a:xfrm>
              <a:off x="2046801" y="2462579"/>
              <a:ext cx="169380"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8" name="iSľïḋe"/>
            <p:cNvSpPr/>
            <p:nvPr/>
          </p:nvSpPr>
          <p:spPr bwMode="auto">
            <a:xfrm>
              <a:off x="2272162" y="246257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9" name="ïṣlíḋé"/>
            <p:cNvSpPr/>
            <p:nvPr/>
          </p:nvSpPr>
          <p:spPr bwMode="auto">
            <a:xfrm>
              <a:off x="2496088" y="246257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20" name="íŝ1íḓè"/>
            <p:cNvSpPr/>
            <p:nvPr/>
          </p:nvSpPr>
          <p:spPr bwMode="auto">
            <a:xfrm>
              <a:off x="2721450" y="2462579"/>
              <a:ext cx="169380"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21" name="îŝḷíḑè"/>
            <p:cNvSpPr/>
            <p:nvPr/>
          </p:nvSpPr>
          <p:spPr bwMode="auto">
            <a:xfrm>
              <a:off x="2946812" y="246257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22" name="ï$ḻîďè"/>
            <p:cNvSpPr/>
            <p:nvPr/>
          </p:nvSpPr>
          <p:spPr bwMode="auto">
            <a:xfrm>
              <a:off x="1822875" y="266640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23" name="í$ḷidê"/>
            <p:cNvSpPr/>
            <p:nvPr/>
          </p:nvSpPr>
          <p:spPr bwMode="auto">
            <a:xfrm>
              <a:off x="2046801" y="2666409"/>
              <a:ext cx="169380"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24" name="íşľidê"/>
            <p:cNvSpPr/>
            <p:nvPr/>
          </p:nvSpPr>
          <p:spPr bwMode="auto">
            <a:xfrm>
              <a:off x="2272162" y="2666409"/>
              <a:ext cx="167945" cy="167945"/>
            </a:xfrm>
            <a:prstGeom prst="rect">
              <a:avLst/>
            </a:prstGeom>
            <a:solidFill>
              <a:srgbClr val="C648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25" name="iṥľíḓê"/>
            <p:cNvSpPr/>
            <p:nvPr/>
          </p:nvSpPr>
          <p:spPr bwMode="auto">
            <a:xfrm>
              <a:off x="2496088" y="266640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26" name="ïṣḷíḑè"/>
            <p:cNvSpPr/>
            <p:nvPr/>
          </p:nvSpPr>
          <p:spPr bwMode="auto">
            <a:xfrm>
              <a:off x="2721450" y="2666409"/>
              <a:ext cx="169380"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27" name="îṥļiďê"/>
            <p:cNvSpPr/>
            <p:nvPr/>
          </p:nvSpPr>
          <p:spPr bwMode="auto">
            <a:xfrm>
              <a:off x="2946812" y="266640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35" name="i$ḷïďe"/>
            <p:cNvSpPr/>
            <p:nvPr/>
          </p:nvSpPr>
          <p:spPr bwMode="auto">
            <a:xfrm>
              <a:off x="1822875" y="2870240"/>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36" name="ïSļiďê"/>
            <p:cNvSpPr/>
            <p:nvPr/>
          </p:nvSpPr>
          <p:spPr bwMode="auto">
            <a:xfrm>
              <a:off x="2046801" y="2870240"/>
              <a:ext cx="169380"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37" name="ïṥļïḋê"/>
            <p:cNvSpPr/>
            <p:nvPr/>
          </p:nvSpPr>
          <p:spPr bwMode="auto">
            <a:xfrm>
              <a:off x="2272162" y="2870240"/>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38" name="ïṣľïḓe"/>
            <p:cNvSpPr/>
            <p:nvPr/>
          </p:nvSpPr>
          <p:spPr bwMode="auto">
            <a:xfrm>
              <a:off x="2496088" y="2870240"/>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39" name="îşļíḑé"/>
            <p:cNvSpPr/>
            <p:nvPr/>
          </p:nvSpPr>
          <p:spPr bwMode="auto">
            <a:xfrm>
              <a:off x="2721450" y="2870240"/>
              <a:ext cx="169380" cy="167945"/>
            </a:xfrm>
            <a:prstGeom prst="rect">
              <a:avLst/>
            </a:prstGeom>
            <a:solidFill>
              <a:srgbClr val="C648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40" name="íṡḻíďê"/>
            <p:cNvSpPr/>
            <p:nvPr/>
          </p:nvSpPr>
          <p:spPr bwMode="auto">
            <a:xfrm>
              <a:off x="2946812" y="2870240"/>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41" name="iṩļíḍé"/>
            <p:cNvSpPr/>
            <p:nvPr/>
          </p:nvSpPr>
          <p:spPr bwMode="auto">
            <a:xfrm>
              <a:off x="1822875" y="3071199"/>
              <a:ext cx="167945" cy="167945"/>
            </a:xfrm>
            <a:prstGeom prst="rect">
              <a:avLst/>
            </a:prstGeom>
            <a:solidFill>
              <a:srgbClr val="C648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42" name="íŝḷïḑe"/>
            <p:cNvSpPr/>
            <p:nvPr/>
          </p:nvSpPr>
          <p:spPr bwMode="auto">
            <a:xfrm>
              <a:off x="2046801" y="3071199"/>
              <a:ext cx="169380"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43" name="ïŝlîdè"/>
            <p:cNvSpPr/>
            <p:nvPr/>
          </p:nvSpPr>
          <p:spPr bwMode="auto">
            <a:xfrm>
              <a:off x="2272162" y="307119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44" name="îśļîdê"/>
            <p:cNvSpPr/>
            <p:nvPr/>
          </p:nvSpPr>
          <p:spPr bwMode="auto">
            <a:xfrm>
              <a:off x="2496088" y="307119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45" name="íṥľiďé"/>
            <p:cNvSpPr/>
            <p:nvPr/>
          </p:nvSpPr>
          <p:spPr bwMode="auto">
            <a:xfrm>
              <a:off x="2721450" y="3071199"/>
              <a:ext cx="169380"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46" name="ïṩḷîḓê"/>
            <p:cNvSpPr/>
            <p:nvPr/>
          </p:nvSpPr>
          <p:spPr bwMode="auto">
            <a:xfrm>
              <a:off x="2946812" y="307119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47" name="íṣlïḓê"/>
            <p:cNvSpPr/>
            <p:nvPr/>
          </p:nvSpPr>
          <p:spPr bwMode="auto">
            <a:xfrm>
              <a:off x="1729572" y="2273103"/>
              <a:ext cx="1484228" cy="96174"/>
            </a:xfrm>
            <a:prstGeom prst="rect">
              <a:avLst/>
            </a:prstGeom>
            <a:solidFill>
              <a:srgbClr val="C648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48" name="îṧľîḑê"/>
            <p:cNvSpPr/>
            <p:nvPr/>
          </p:nvSpPr>
          <p:spPr bwMode="auto">
            <a:xfrm>
              <a:off x="3213800" y="2273103"/>
              <a:ext cx="47369" cy="146413"/>
            </a:xfrm>
            <a:custGeom>
              <a:avLst/>
              <a:gdLst>
                <a:gd name="T0" fmla="*/ 0 w 33"/>
                <a:gd name="T1" fmla="*/ 0 h 102"/>
                <a:gd name="T2" fmla="*/ 33 w 33"/>
                <a:gd name="T3" fmla="*/ 33 h 102"/>
                <a:gd name="T4" fmla="*/ 33 w 33"/>
                <a:gd name="T5" fmla="*/ 102 h 102"/>
                <a:gd name="T6" fmla="*/ 0 w 33"/>
                <a:gd name="T7" fmla="*/ 67 h 102"/>
                <a:gd name="T8" fmla="*/ 0 w 33"/>
                <a:gd name="T9" fmla="*/ 0 h 102"/>
              </a:gdLst>
              <a:ahLst/>
              <a:cxnLst>
                <a:cxn ang="0">
                  <a:pos x="T0" y="T1"/>
                </a:cxn>
                <a:cxn ang="0">
                  <a:pos x="T2" y="T3"/>
                </a:cxn>
                <a:cxn ang="0">
                  <a:pos x="T4" y="T5"/>
                </a:cxn>
                <a:cxn ang="0">
                  <a:pos x="T6" y="T7"/>
                </a:cxn>
                <a:cxn ang="0">
                  <a:pos x="T8" y="T9"/>
                </a:cxn>
              </a:cxnLst>
              <a:rect l="0" t="0" r="r" b="b"/>
              <a:pathLst>
                <a:path w="33" h="102">
                  <a:moveTo>
                    <a:pt x="0" y="0"/>
                  </a:moveTo>
                  <a:lnTo>
                    <a:pt x="33" y="33"/>
                  </a:lnTo>
                  <a:lnTo>
                    <a:pt x="33" y="102"/>
                  </a:lnTo>
                  <a:lnTo>
                    <a:pt x="0" y="67"/>
                  </a:lnTo>
                  <a:lnTo>
                    <a:pt x="0" y="0"/>
                  </a:lnTo>
                  <a:close/>
                </a:path>
              </a:pathLst>
            </a:custGeom>
            <a:solidFill>
              <a:srgbClr val="BA3A2A"/>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49" name="iŝlîďé"/>
            <p:cNvSpPr/>
            <p:nvPr/>
          </p:nvSpPr>
          <p:spPr bwMode="auto">
            <a:xfrm>
              <a:off x="1729572" y="3332446"/>
              <a:ext cx="48804" cy="48804"/>
            </a:xfrm>
            <a:custGeom>
              <a:avLst/>
              <a:gdLst>
                <a:gd name="T0" fmla="*/ 0 w 34"/>
                <a:gd name="T1" fmla="*/ 0 h 34"/>
                <a:gd name="T2" fmla="*/ 34 w 34"/>
                <a:gd name="T3" fmla="*/ 34 h 34"/>
                <a:gd name="T4" fmla="*/ 34 w 34"/>
                <a:gd name="T5" fmla="*/ 0 h 34"/>
                <a:gd name="T6" fmla="*/ 0 w 34"/>
                <a:gd name="T7" fmla="*/ 0 h 34"/>
              </a:gdLst>
              <a:ahLst/>
              <a:cxnLst>
                <a:cxn ang="0">
                  <a:pos x="T0" y="T1"/>
                </a:cxn>
                <a:cxn ang="0">
                  <a:pos x="T2" y="T3"/>
                </a:cxn>
                <a:cxn ang="0">
                  <a:pos x="T4" y="T5"/>
                </a:cxn>
                <a:cxn ang="0">
                  <a:pos x="T6" y="T7"/>
                </a:cxn>
              </a:cxnLst>
              <a:rect l="0" t="0" r="r" b="b"/>
              <a:pathLst>
                <a:path w="34" h="34">
                  <a:moveTo>
                    <a:pt x="0" y="0"/>
                  </a:moveTo>
                  <a:lnTo>
                    <a:pt x="34" y="34"/>
                  </a:lnTo>
                  <a:lnTo>
                    <a:pt x="34" y="0"/>
                  </a:lnTo>
                  <a:lnTo>
                    <a:pt x="0" y="0"/>
                  </a:lnTo>
                  <a:close/>
                </a:path>
              </a:pathLst>
            </a:custGeom>
            <a:solidFill>
              <a:srgbClr val="EDEEF0"/>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50" name="íṣľîďê"/>
            <p:cNvSpPr/>
            <p:nvPr/>
          </p:nvSpPr>
          <p:spPr bwMode="auto">
            <a:xfrm>
              <a:off x="1946322" y="2165446"/>
              <a:ext cx="76078" cy="170816"/>
            </a:xfrm>
            <a:custGeom>
              <a:avLst/>
              <a:gdLst>
                <a:gd name="T0" fmla="*/ 16 w 30"/>
                <a:gd name="T1" fmla="*/ 67 h 67"/>
                <a:gd name="T2" fmla="*/ 15 w 30"/>
                <a:gd name="T3" fmla="*/ 67 h 67"/>
                <a:gd name="T4" fmla="*/ 0 w 30"/>
                <a:gd name="T5" fmla="*/ 52 h 67"/>
                <a:gd name="T6" fmla="*/ 0 w 30"/>
                <a:gd name="T7" fmla="*/ 14 h 67"/>
                <a:gd name="T8" fmla="*/ 15 w 30"/>
                <a:gd name="T9" fmla="*/ 0 h 67"/>
                <a:gd name="T10" fmla="*/ 16 w 30"/>
                <a:gd name="T11" fmla="*/ 0 h 67"/>
                <a:gd name="T12" fmla="*/ 30 w 30"/>
                <a:gd name="T13" fmla="*/ 14 h 67"/>
                <a:gd name="T14" fmla="*/ 30 w 30"/>
                <a:gd name="T15" fmla="*/ 52 h 67"/>
                <a:gd name="T16" fmla="*/ 16 w 30"/>
                <a:gd name="T17"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67">
                  <a:moveTo>
                    <a:pt x="16" y="67"/>
                  </a:moveTo>
                  <a:cubicBezTo>
                    <a:pt x="15" y="67"/>
                    <a:pt x="15" y="67"/>
                    <a:pt x="15" y="67"/>
                  </a:cubicBezTo>
                  <a:cubicBezTo>
                    <a:pt x="7" y="67"/>
                    <a:pt x="0" y="61"/>
                    <a:pt x="0" y="52"/>
                  </a:cubicBezTo>
                  <a:cubicBezTo>
                    <a:pt x="0" y="14"/>
                    <a:pt x="0" y="14"/>
                    <a:pt x="0" y="14"/>
                  </a:cubicBezTo>
                  <a:cubicBezTo>
                    <a:pt x="0" y="6"/>
                    <a:pt x="7" y="0"/>
                    <a:pt x="15" y="0"/>
                  </a:cubicBezTo>
                  <a:cubicBezTo>
                    <a:pt x="16" y="0"/>
                    <a:pt x="16" y="0"/>
                    <a:pt x="16" y="0"/>
                  </a:cubicBezTo>
                  <a:cubicBezTo>
                    <a:pt x="24" y="0"/>
                    <a:pt x="30" y="6"/>
                    <a:pt x="30" y="14"/>
                  </a:cubicBezTo>
                  <a:cubicBezTo>
                    <a:pt x="30" y="52"/>
                    <a:pt x="30" y="52"/>
                    <a:pt x="30" y="52"/>
                  </a:cubicBezTo>
                  <a:cubicBezTo>
                    <a:pt x="30" y="61"/>
                    <a:pt x="24" y="67"/>
                    <a:pt x="16" y="6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51" name="isḷide"/>
            <p:cNvSpPr/>
            <p:nvPr/>
          </p:nvSpPr>
          <p:spPr bwMode="auto">
            <a:xfrm>
              <a:off x="2181731" y="2165446"/>
              <a:ext cx="77513" cy="170816"/>
            </a:xfrm>
            <a:custGeom>
              <a:avLst/>
              <a:gdLst>
                <a:gd name="T0" fmla="*/ 16 w 30"/>
                <a:gd name="T1" fmla="*/ 67 h 67"/>
                <a:gd name="T2" fmla="*/ 15 w 30"/>
                <a:gd name="T3" fmla="*/ 67 h 67"/>
                <a:gd name="T4" fmla="*/ 0 w 30"/>
                <a:gd name="T5" fmla="*/ 52 h 67"/>
                <a:gd name="T6" fmla="*/ 0 w 30"/>
                <a:gd name="T7" fmla="*/ 14 h 67"/>
                <a:gd name="T8" fmla="*/ 15 w 30"/>
                <a:gd name="T9" fmla="*/ 0 h 67"/>
                <a:gd name="T10" fmla="*/ 16 w 30"/>
                <a:gd name="T11" fmla="*/ 0 h 67"/>
                <a:gd name="T12" fmla="*/ 30 w 30"/>
                <a:gd name="T13" fmla="*/ 14 h 67"/>
                <a:gd name="T14" fmla="*/ 30 w 30"/>
                <a:gd name="T15" fmla="*/ 52 h 67"/>
                <a:gd name="T16" fmla="*/ 16 w 30"/>
                <a:gd name="T17"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67">
                  <a:moveTo>
                    <a:pt x="16" y="67"/>
                  </a:moveTo>
                  <a:cubicBezTo>
                    <a:pt x="15" y="67"/>
                    <a:pt x="15" y="67"/>
                    <a:pt x="15" y="67"/>
                  </a:cubicBezTo>
                  <a:cubicBezTo>
                    <a:pt x="7" y="67"/>
                    <a:pt x="0" y="61"/>
                    <a:pt x="0" y="52"/>
                  </a:cubicBezTo>
                  <a:cubicBezTo>
                    <a:pt x="0" y="14"/>
                    <a:pt x="0" y="14"/>
                    <a:pt x="0" y="14"/>
                  </a:cubicBezTo>
                  <a:cubicBezTo>
                    <a:pt x="0" y="6"/>
                    <a:pt x="7" y="0"/>
                    <a:pt x="15" y="0"/>
                  </a:cubicBezTo>
                  <a:cubicBezTo>
                    <a:pt x="16" y="0"/>
                    <a:pt x="16" y="0"/>
                    <a:pt x="16" y="0"/>
                  </a:cubicBezTo>
                  <a:cubicBezTo>
                    <a:pt x="24" y="0"/>
                    <a:pt x="30" y="6"/>
                    <a:pt x="30" y="14"/>
                  </a:cubicBezTo>
                  <a:cubicBezTo>
                    <a:pt x="30" y="52"/>
                    <a:pt x="30" y="52"/>
                    <a:pt x="30" y="52"/>
                  </a:cubicBezTo>
                  <a:cubicBezTo>
                    <a:pt x="30" y="61"/>
                    <a:pt x="24" y="67"/>
                    <a:pt x="16" y="6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52" name="ís1îḋè"/>
            <p:cNvSpPr/>
            <p:nvPr/>
          </p:nvSpPr>
          <p:spPr bwMode="auto">
            <a:xfrm>
              <a:off x="2407092" y="2165446"/>
              <a:ext cx="76078" cy="170816"/>
            </a:xfrm>
            <a:custGeom>
              <a:avLst/>
              <a:gdLst>
                <a:gd name="T0" fmla="*/ 16 w 30"/>
                <a:gd name="T1" fmla="*/ 67 h 67"/>
                <a:gd name="T2" fmla="*/ 15 w 30"/>
                <a:gd name="T3" fmla="*/ 67 h 67"/>
                <a:gd name="T4" fmla="*/ 0 w 30"/>
                <a:gd name="T5" fmla="*/ 52 h 67"/>
                <a:gd name="T6" fmla="*/ 0 w 30"/>
                <a:gd name="T7" fmla="*/ 14 h 67"/>
                <a:gd name="T8" fmla="*/ 15 w 30"/>
                <a:gd name="T9" fmla="*/ 0 h 67"/>
                <a:gd name="T10" fmla="*/ 16 w 30"/>
                <a:gd name="T11" fmla="*/ 0 h 67"/>
                <a:gd name="T12" fmla="*/ 30 w 30"/>
                <a:gd name="T13" fmla="*/ 14 h 67"/>
                <a:gd name="T14" fmla="*/ 30 w 30"/>
                <a:gd name="T15" fmla="*/ 52 h 67"/>
                <a:gd name="T16" fmla="*/ 16 w 30"/>
                <a:gd name="T17"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67">
                  <a:moveTo>
                    <a:pt x="16" y="67"/>
                  </a:moveTo>
                  <a:cubicBezTo>
                    <a:pt x="15" y="67"/>
                    <a:pt x="15" y="67"/>
                    <a:pt x="15" y="67"/>
                  </a:cubicBezTo>
                  <a:cubicBezTo>
                    <a:pt x="7" y="67"/>
                    <a:pt x="0" y="61"/>
                    <a:pt x="0" y="52"/>
                  </a:cubicBezTo>
                  <a:cubicBezTo>
                    <a:pt x="0" y="14"/>
                    <a:pt x="0" y="14"/>
                    <a:pt x="0" y="14"/>
                  </a:cubicBezTo>
                  <a:cubicBezTo>
                    <a:pt x="0" y="6"/>
                    <a:pt x="7" y="0"/>
                    <a:pt x="15" y="0"/>
                  </a:cubicBezTo>
                  <a:cubicBezTo>
                    <a:pt x="16" y="0"/>
                    <a:pt x="16" y="0"/>
                    <a:pt x="16" y="0"/>
                  </a:cubicBezTo>
                  <a:cubicBezTo>
                    <a:pt x="24" y="0"/>
                    <a:pt x="30" y="6"/>
                    <a:pt x="30" y="14"/>
                  </a:cubicBezTo>
                  <a:cubicBezTo>
                    <a:pt x="30" y="52"/>
                    <a:pt x="30" y="52"/>
                    <a:pt x="30" y="52"/>
                  </a:cubicBezTo>
                  <a:cubicBezTo>
                    <a:pt x="30" y="61"/>
                    <a:pt x="24" y="67"/>
                    <a:pt x="16" y="6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53" name="iŝļîďe"/>
            <p:cNvSpPr/>
            <p:nvPr/>
          </p:nvSpPr>
          <p:spPr bwMode="auto">
            <a:xfrm>
              <a:off x="2658292" y="2165446"/>
              <a:ext cx="76078" cy="170816"/>
            </a:xfrm>
            <a:custGeom>
              <a:avLst/>
              <a:gdLst>
                <a:gd name="T0" fmla="*/ 15 w 30"/>
                <a:gd name="T1" fmla="*/ 67 h 67"/>
                <a:gd name="T2" fmla="*/ 14 w 30"/>
                <a:gd name="T3" fmla="*/ 67 h 67"/>
                <a:gd name="T4" fmla="*/ 0 w 30"/>
                <a:gd name="T5" fmla="*/ 52 h 67"/>
                <a:gd name="T6" fmla="*/ 0 w 30"/>
                <a:gd name="T7" fmla="*/ 14 h 67"/>
                <a:gd name="T8" fmla="*/ 14 w 30"/>
                <a:gd name="T9" fmla="*/ 0 h 67"/>
                <a:gd name="T10" fmla="*/ 15 w 30"/>
                <a:gd name="T11" fmla="*/ 0 h 67"/>
                <a:gd name="T12" fmla="*/ 30 w 30"/>
                <a:gd name="T13" fmla="*/ 14 h 67"/>
                <a:gd name="T14" fmla="*/ 30 w 30"/>
                <a:gd name="T15" fmla="*/ 52 h 67"/>
                <a:gd name="T16" fmla="*/ 15 w 30"/>
                <a:gd name="T17"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67">
                  <a:moveTo>
                    <a:pt x="15" y="67"/>
                  </a:moveTo>
                  <a:cubicBezTo>
                    <a:pt x="14" y="67"/>
                    <a:pt x="14" y="67"/>
                    <a:pt x="14" y="67"/>
                  </a:cubicBezTo>
                  <a:cubicBezTo>
                    <a:pt x="6" y="67"/>
                    <a:pt x="0" y="61"/>
                    <a:pt x="0" y="52"/>
                  </a:cubicBezTo>
                  <a:cubicBezTo>
                    <a:pt x="0" y="14"/>
                    <a:pt x="0" y="14"/>
                    <a:pt x="0" y="14"/>
                  </a:cubicBezTo>
                  <a:cubicBezTo>
                    <a:pt x="0" y="6"/>
                    <a:pt x="6" y="0"/>
                    <a:pt x="14" y="0"/>
                  </a:cubicBezTo>
                  <a:cubicBezTo>
                    <a:pt x="15" y="0"/>
                    <a:pt x="15" y="0"/>
                    <a:pt x="15" y="0"/>
                  </a:cubicBezTo>
                  <a:cubicBezTo>
                    <a:pt x="23" y="0"/>
                    <a:pt x="30" y="6"/>
                    <a:pt x="30" y="14"/>
                  </a:cubicBezTo>
                  <a:cubicBezTo>
                    <a:pt x="30" y="52"/>
                    <a:pt x="30" y="52"/>
                    <a:pt x="30" y="52"/>
                  </a:cubicBezTo>
                  <a:cubicBezTo>
                    <a:pt x="30" y="61"/>
                    <a:pt x="23" y="67"/>
                    <a:pt x="15" y="6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54" name="îş1îďe"/>
            <p:cNvSpPr/>
            <p:nvPr/>
          </p:nvSpPr>
          <p:spPr bwMode="auto">
            <a:xfrm>
              <a:off x="2920974" y="2165446"/>
              <a:ext cx="76078" cy="170816"/>
            </a:xfrm>
            <a:custGeom>
              <a:avLst/>
              <a:gdLst>
                <a:gd name="T0" fmla="*/ 15 w 30"/>
                <a:gd name="T1" fmla="*/ 67 h 67"/>
                <a:gd name="T2" fmla="*/ 14 w 30"/>
                <a:gd name="T3" fmla="*/ 67 h 67"/>
                <a:gd name="T4" fmla="*/ 0 w 30"/>
                <a:gd name="T5" fmla="*/ 52 h 67"/>
                <a:gd name="T6" fmla="*/ 0 w 30"/>
                <a:gd name="T7" fmla="*/ 14 h 67"/>
                <a:gd name="T8" fmla="*/ 14 w 30"/>
                <a:gd name="T9" fmla="*/ 0 h 67"/>
                <a:gd name="T10" fmla="*/ 15 w 30"/>
                <a:gd name="T11" fmla="*/ 0 h 67"/>
                <a:gd name="T12" fmla="*/ 30 w 30"/>
                <a:gd name="T13" fmla="*/ 14 h 67"/>
                <a:gd name="T14" fmla="*/ 30 w 30"/>
                <a:gd name="T15" fmla="*/ 52 h 67"/>
                <a:gd name="T16" fmla="*/ 15 w 30"/>
                <a:gd name="T17"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67">
                  <a:moveTo>
                    <a:pt x="15" y="67"/>
                  </a:moveTo>
                  <a:cubicBezTo>
                    <a:pt x="14" y="67"/>
                    <a:pt x="14" y="67"/>
                    <a:pt x="14" y="67"/>
                  </a:cubicBezTo>
                  <a:cubicBezTo>
                    <a:pt x="6" y="67"/>
                    <a:pt x="0" y="61"/>
                    <a:pt x="0" y="52"/>
                  </a:cubicBezTo>
                  <a:cubicBezTo>
                    <a:pt x="0" y="14"/>
                    <a:pt x="0" y="14"/>
                    <a:pt x="0" y="14"/>
                  </a:cubicBezTo>
                  <a:cubicBezTo>
                    <a:pt x="0" y="6"/>
                    <a:pt x="6" y="0"/>
                    <a:pt x="14" y="0"/>
                  </a:cubicBezTo>
                  <a:cubicBezTo>
                    <a:pt x="15" y="0"/>
                    <a:pt x="15" y="0"/>
                    <a:pt x="15" y="0"/>
                  </a:cubicBezTo>
                  <a:cubicBezTo>
                    <a:pt x="23" y="0"/>
                    <a:pt x="30" y="6"/>
                    <a:pt x="30" y="14"/>
                  </a:cubicBezTo>
                  <a:cubicBezTo>
                    <a:pt x="30" y="52"/>
                    <a:pt x="30" y="52"/>
                    <a:pt x="30" y="52"/>
                  </a:cubicBezTo>
                  <a:cubicBezTo>
                    <a:pt x="30" y="61"/>
                    <a:pt x="23" y="67"/>
                    <a:pt x="15" y="6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55" name="í$ļiḋe"/>
            <p:cNvSpPr/>
            <p:nvPr/>
          </p:nvSpPr>
          <p:spPr bwMode="auto">
            <a:xfrm>
              <a:off x="3396100" y="3296560"/>
              <a:ext cx="1233030" cy="1233030"/>
            </a:xfrm>
            <a:prstGeom prst="ellipse">
              <a:avLst/>
            </a:prstGeom>
            <a:solidFill>
              <a:srgbClr val="E6B54A"/>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56" name="íṣḷíḑé"/>
            <p:cNvSpPr/>
            <p:nvPr/>
          </p:nvSpPr>
          <p:spPr bwMode="auto">
            <a:xfrm>
              <a:off x="3465000" y="3365460"/>
              <a:ext cx="1098100" cy="109666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57" name="iṩļiḋè"/>
            <p:cNvSpPr/>
            <p:nvPr/>
          </p:nvSpPr>
          <p:spPr bwMode="auto">
            <a:xfrm>
              <a:off x="3654476" y="3556372"/>
              <a:ext cx="714841" cy="714841"/>
            </a:xfrm>
            <a:prstGeom prst="ellipse">
              <a:avLst/>
            </a:prstGeom>
            <a:solidFill>
              <a:srgbClr val="EDEEF0"/>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58" name="ïŝľïḍe"/>
            <p:cNvSpPr/>
            <p:nvPr/>
          </p:nvSpPr>
          <p:spPr bwMode="auto">
            <a:xfrm>
              <a:off x="3500885" y="3404217"/>
              <a:ext cx="1020587" cy="1019151"/>
            </a:xfrm>
            <a:custGeom>
              <a:avLst/>
              <a:gdLst>
                <a:gd name="T0" fmla="*/ 397 w 401"/>
                <a:gd name="T1" fmla="*/ 200 h 401"/>
                <a:gd name="T2" fmla="*/ 393 w 401"/>
                <a:gd name="T3" fmla="*/ 200 h 401"/>
                <a:gd name="T4" fmla="*/ 337 w 401"/>
                <a:gd name="T5" fmla="*/ 336 h 401"/>
                <a:gd name="T6" fmla="*/ 201 w 401"/>
                <a:gd name="T7" fmla="*/ 393 h 401"/>
                <a:gd name="T8" fmla="*/ 65 w 401"/>
                <a:gd name="T9" fmla="*/ 336 h 401"/>
                <a:gd name="T10" fmla="*/ 8 w 401"/>
                <a:gd name="T11" fmla="*/ 200 h 401"/>
                <a:gd name="T12" fmla="*/ 65 w 401"/>
                <a:gd name="T13" fmla="*/ 64 h 401"/>
                <a:gd name="T14" fmla="*/ 201 w 401"/>
                <a:gd name="T15" fmla="*/ 8 h 401"/>
                <a:gd name="T16" fmla="*/ 337 w 401"/>
                <a:gd name="T17" fmla="*/ 64 h 401"/>
                <a:gd name="T18" fmla="*/ 393 w 401"/>
                <a:gd name="T19" fmla="*/ 200 h 401"/>
                <a:gd name="T20" fmla="*/ 397 w 401"/>
                <a:gd name="T21" fmla="*/ 200 h 401"/>
                <a:gd name="T22" fmla="*/ 401 w 401"/>
                <a:gd name="T23" fmla="*/ 200 h 401"/>
                <a:gd name="T24" fmla="*/ 201 w 401"/>
                <a:gd name="T25" fmla="*/ 0 h 401"/>
                <a:gd name="T26" fmla="*/ 0 w 401"/>
                <a:gd name="T27" fmla="*/ 200 h 401"/>
                <a:gd name="T28" fmla="*/ 201 w 401"/>
                <a:gd name="T29" fmla="*/ 401 h 401"/>
                <a:gd name="T30" fmla="*/ 401 w 401"/>
                <a:gd name="T31" fmla="*/ 200 h 401"/>
                <a:gd name="T32" fmla="*/ 397 w 401"/>
                <a:gd name="T33" fmla="*/ 20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1" h="401">
                  <a:moveTo>
                    <a:pt x="397" y="200"/>
                  </a:moveTo>
                  <a:cubicBezTo>
                    <a:pt x="393" y="200"/>
                    <a:pt x="393" y="200"/>
                    <a:pt x="393" y="200"/>
                  </a:cubicBezTo>
                  <a:cubicBezTo>
                    <a:pt x="393" y="254"/>
                    <a:pt x="372" y="302"/>
                    <a:pt x="337" y="336"/>
                  </a:cubicBezTo>
                  <a:cubicBezTo>
                    <a:pt x="302" y="371"/>
                    <a:pt x="254" y="393"/>
                    <a:pt x="201" y="393"/>
                  </a:cubicBezTo>
                  <a:cubicBezTo>
                    <a:pt x="148" y="393"/>
                    <a:pt x="100" y="371"/>
                    <a:pt x="65" y="336"/>
                  </a:cubicBezTo>
                  <a:cubicBezTo>
                    <a:pt x="30" y="302"/>
                    <a:pt x="8" y="254"/>
                    <a:pt x="8" y="200"/>
                  </a:cubicBezTo>
                  <a:cubicBezTo>
                    <a:pt x="8" y="147"/>
                    <a:pt x="30" y="99"/>
                    <a:pt x="65" y="64"/>
                  </a:cubicBezTo>
                  <a:cubicBezTo>
                    <a:pt x="100" y="29"/>
                    <a:pt x="148" y="8"/>
                    <a:pt x="201" y="8"/>
                  </a:cubicBezTo>
                  <a:cubicBezTo>
                    <a:pt x="254" y="8"/>
                    <a:pt x="302" y="29"/>
                    <a:pt x="337" y="64"/>
                  </a:cubicBezTo>
                  <a:cubicBezTo>
                    <a:pt x="372" y="99"/>
                    <a:pt x="393" y="147"/>
                    <a:pt x="393" y="200"/>
                  </a:cubicBezTo>
                  <a:cubicBezTo>
                    <a:pt x="397" y="200"/>
                    <a:pt x="397" y="200"/>
                    <a:pt x="397" y="200"/>
                  </a:cubicBezTo>
                  <a:cubicBezTo>
                    <a:pt x="401" y="200"/>
                    <a:pt x="401" y="200"/>
                    <a:pt x="401" y="200"/>
                  </a:cubicBezTo>
                  <a:cubicBezTo>
                    <a:pt x="401" y="90"/>
                    <a:pt x="312" y="0"/>
                    <a:pt x="201" y="0"/>
                  </a:cubicBezTo>
                  <a:cubicBezTo>
                    <a:pt x="90" y="0"/>
                    <a:pt x="0" y="90"/>
                    <a:pt x="0" y="200"/>
                  </a:cubicBezTo>
                  <a:cubicBezTo>
                    <a:pt x="0" y="311"/>
                    <a:pt x="90" y="401"/>
                    <a:pt x="201" y="401"/>
                  </a:cubicBezTo>
                  <a:cubicBezTo>
                    <a:pt x="312" y="401"/>
                    <a:pt x="401" y="311"/>
                    <a:pt x="401" y="200"/>
                  </a:cubicBezTo>
                  <a:lnTo>
                    <a:pt x="397" y="200"/>
                  </a:lnTo>
                  <a:close/>
                </a:path>
              </a:pathLst>
            </a:custGeom>
            <a:solidFill>
              <a:srgbClr val="EDEEF0"/>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59" name="ïšļidê"/>
            <p:cNvSpPr/>
            <p:nvPr/>
          </p:nvSpPr>
          <p:spPr bwMode="auto">
            <a:xfrm>
              <a:off x="3991800" y="3896567"/>
              <a:ext cx="44499" cy="41628"/>
            </a:xfrm>
            <a:prstGeom prst="ellipse">
              <a:avLst/>
            </a:prstGeom>
            <a:solidFill>
              <a:srgbClr val="211915"/>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60" name="ïŝlîḓê"/>
            <p:cNvSpPr/>
            <p:nvPr/>
          </p:nvSpPr>
          <p:spPr bwMode="auto">
            <a:xfrm>
              <a:off x="3991800" y="3484601"/>
              <a:ext cx="44499" cy="427756"/>
            </a:xfrm>
            <a:custGeom>
              <a:avLst/>
              <a:gdLst>
                <a:gd name="T0" fmla="*/ 12 w 17"/>
                <a:gd name="T1" fmla="*/ 168 h 168"/>
                <a:gd name="T2" fmla="*/ 4 w 17"/>
                <a:gd name="T3" fmla="*/ 168 h 168"/>
                <a:gd name="T4" fmla="*/ 0 w 17"/>
                <a:gd name="T5" fmla="*/ 40 h 168"/>
                <a:gd name="T6" fmla="*/ 4 w 17"/>
                <a:gd name="T7" fmla="*/ 4 h 168"/>
                <a:gd name="T8" fmla="*/ 8 w 17"/>
                <a:gd name="T9" fmla="*/ 0 h 168"/>
                <a:gd name="T10" fmla="*/ 12 w 17"/>
                <a:gd name="T11" fmla="*/ 3 h 168"/>
                <a:gd name="T12" fmla="*/ 17 w 17"/>
                <a:gd name="T13" fmla="*/ 37 h 168"/>
                <a:gd name="T14" fmla="*/ 12 w 17"/>
                <a:gd name="T15" fmla="*/ 168 h 1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68">
                  <a:moveTo>
                    <a:pt x="12" y="168"/>
                  </a:moveTo>
                  <a:cubicBezTo>
                    <a:pt x="4" y="168"/>
                    <a:pt x="4" y="168"/>
                    <a:pt x="4" y="168"/>
                  </a:cubicBezTo>
                  <a:cubicBezTo>
                    <a:pt x="0" y="40"/>
                    <a:pt x="0" y="40"/>
                    <a:pt x="0" y="40"/>
                  </a:cubicBezTo>
                  <a:cubicBezTo>
                    <a:pt x="4" y="4"/>
                    <a:pt x="4" y="4"/>
                    <a:pt x="4" y="4"/>
                  </a:cubicBezTo>
                  <a:cubicBezTo>
                    <a:pt x="4" y="1"/>
                    <a:pt x="6" y="0"/>
                    <a:pt x="8" y="0"/>
                  </a:cubicBezTo>
                  <a:cubicBezTo>
                    <a:pt x="10" y="0"/>
                    <a:pt x="12" y="1"/>
                    <a:pt x="12" y="3"/>
                  </a:cubicBezTo>
                  <a:cubicBezTo>
                    <a:pt x="17" y="37"/>
                    <a:pt x="17" y="37"/>
                    <a:pt x="17" y="37"/>
                  </a:cubicBezTo>
                  <a:lnTo>
                    <a:pt x="12" y="168"/>
                  </a:lnTo>
                  <a:close/>
                </a:path>
              </a:pathLst>
            </a:custGeom>
            <a:solidFill>
              <a:srgbClr val="211915"/>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61" name="îsḷïdé"/>
            <p:cNvSpPr/>
            <p:nvPr/>
          </p:nvSpPr>
          <p:spPr bwMode="auto">
            <a:xfrm>
              <a:off x="4013332" y="3879342"/>
              <a:ext cx="355985" cy="43063"/>
            </a:xfrm>
            <a:custGeom>
              <a:avLst/>
              <a:gdLst>
                <a:gd name="T0" fmla="*/ 0 w 140"/>
                <a:gd name="T1" fmla="*/ 17 h 17"/>
                <a:gd name="T2" fmla="*/ 0 w 140"/>
                <a:gd name="T3" fmla="*/ 9 h 17"/>
                <a:gd name="T4" fmla="*/ 106 w 140"/>
                <a:gd name="T5" fmla="*/ 0 h 17"/>
                <a:gd name="T6" fmla="*/ 137 w 140"/>
                <a:gd name="T7" fmla="*/ 2 h 17"/>
                <a:gd name="T8" fmla="*/ 140 w 140"/>
                <a:gd name="T9" fmla="*/ 6 h 17"/>
                <a:gd name="T10" fmla="*/ 137 w 140"/>
                <a:gd name="T11" fmla="*/ 10 h 17"/>
                <a:gd name="T12" fmla="*/ 110 w 140"/>
                <a:gd name="T13" fmla="*/ 16 h 17"/>
                <a:gd name="T14" fmla="*/ 0 w 140"/>
                <a:gd name="T15" fmla="*/ 17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17">
                  <a:moveTo>
                    <a:pt x="0" y="17"/>
                  </a:moveTo>
                  <a:cubicBezTo>
                    <a:pt x="0" y="9"/>
                    <a:pt x="0" y="9"/>
                    <a:pt x="0" y="9"/>
                  </a:cubicBezTo>
                  <a:cubicBezTo>
                    <a:pt x="106" y="0"/>
                    <a:pt x="106" y="0"/>
                    <a:pt x="106" y="0"/>
                  </a:cubicBezTo>
                  <a:cubicBezTo>
                    <a:pt x="137" y="2"/>
                    <a:pt x="137" y="2"/>
                    <a:pt x="137" y="2"/>
                  </a:cubicBezTo>
                  <a:cubicBezTo>
                    <a:pt x="139" y="2"/>
                    <a:pt x="140" y="4"/>
                    <a:pt x="140" y="6"/>
                  </a:cubicBezTo>
                  <a:cubicBezTo>
                    <a:pt x="140" y="8"/>
                    <a:pt x="139" y="10"/>
                    <a:pt x="137" y="10"/>
                  </a:cubicBezTo>
                  <a:cubicBezTo>
                    <a:pt x="110" y="16"/>
                    <a:pt x="110" y="16"/>
                    <a:pt x="110" y="16"/>
                  </a:cubicBezTo>
                  <a:lnTo>
                    <a:pt x="0" y="17"/>
                  </a:lnTo>
                  <a:close/>
                </a:path>
              </a:pathLst>
            </a:custGeom>
            <a:solidFill>
              <a:srgbClr val="211915"/>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62" name="îš1iḋé"/>
            <p:cNvSpPr/>
            <p:nvPr/>
          </p:nvSpPr>
          <p:spPr bwMode="auto">
            <a:xfrm>
              <a:off x="4010461" y="3296560"/>
              <a:ext cx="76078" cy="5742"/>
            </a:xfrm>
            <a:custGeom>
              <a:avLst/>
              <a:gdLst>
                <a:gd name="T0" fmla="*/ 23 w 30"/>
                <a:gd name="T1" fmla="*/ 0 h 2"/>
                <a:gd name="T2" fmla="*/ 1 w 30"/>
                <a:gd name="T3" fmla="*/ 0 h 2"/>
                <a:gd name="T4" fmla="*/ 0 w 30"/>
                <a:gd name="T5" fmla="*/ 0 h 2"/>
                <a:gd name="T6" fmla="*/ 1 w 30"/>
                <a:gd name="T7" fmla="*/ 0 h 2"/>
                <a:gd name="T8" fmla="*/ 30 w 30"/>
                <a:gd name="T9" fmla="*/ 2 h 2"/>
                <a:gd name="T10" fmla="*/ 23 w 30"/>
                <a:gd name="T11" fmla="*/ 0 h 2"/>
              </a:gdLst>
              <a:ahLst/>
              <a:cxnLst>
                <a:cxn ang="0">
                  <a:pos x="T0" y="T1"/>
                </a:cxn>
                <a:cxn ang="0">
                  <a:pos x="T2" y="T3"/>
                </a:cxn>
                <a:cxn ang="0">
                  <a:pos x="T4" y="T5"/>
                </a:cxn>
                <a:cxn ang="0">
                  <a:pos x="T6" y="T7"/>
                </a:cxn>
                <a:cxn ang="0">
                  <a:pos x="T8" y="T9"/>
                </a:cxn>
                <a:cxn ang="0">
                  <a:pos x="T10" y="T11"/>
                </a:cxn>
              </a:cxnLst>
              <a:rect l="0" t="0" r="r" b="b"/>
              <a:pathLst>
                <a:path w="30" h="2">
                  <a:moveTo>
                    <a:pt x="23" y="0"/>
                  </a:moveTo>
                  <a:cubicBezTo>
                    <a:pt x="1" y="0"/>
                    <a:pt x="1" y="0"/>
                    <a:pt x="1" y="0"/>
                  </a:cubicBezTo>
                  <a:cubicBezTo>
                    <a:pt x="0" y="0"/>
                    <a:pt x="0" y="0"/>
                    <a:pt x="0" y="0"/>
                  </a:cubicBezTo>
                  <a:cubicBezTo>
                    <a:pt x="1" y="0"/>
                    <a:pt x="1" y="0"/>
                    <a:pt x="1" y="0"/>
                  </a:cubicBezTo>
                  <a:cubicBezTo>
                    <a:pt x="11" y="0"/>
                    <a:pt x="20" y="1"/>
                    <a:pt x="30" y="2"/>
                  </a:cubicBezTo>
                  <a:cubicBezTo>
                    <a:pt x="28" y="1"/>
                    <a:pt x="26" y="0"/>
                    <a:pt x="23"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63" name="îśḷîḓe"/>
            <p:cNvSpPr/>
            <p:nvPr/>
          </p:nvSpPr>
          <p:spPr bwMode="auto">
            <a:xfrm>
              <a:off x="3980317" y="3296560"/>
              <a:ext cx="122011" cy="68900"/>
            </a:xfrm>
            <a:custGeom>
              <a:avLst/>
              <a:gdLst>
                <a:gd name="T0" fmla="*/ 13 w 48"/>
                <a:gd name="T1" fmla="*/ 0 h 27"/>
                <a:gd name="T2" fmla="*/ 12 w 48"/>
                <a:gd name="T3" fmla="*/ 0 h 27"/>
                <a:gd name="T4" fmla="*/ 0 w 48"/>
                <a:gd name="T5" fmla="*/ 13 h 27"/>
                <a:gd name="T6" fmla="*/ 0 w 48"/>
                <a:gd name="T7" fmla="*/ 14 h 27"/>
                <a:gd name="T8" fmla="*/ 13 w 48"/>
                <a:gd name="T9" fmla="*/ 27 h 27"/>
                <a:gd name="T10" fmla="*/ 35 w 48"/>
                <a:gd name="T11" fmla="*/ 27 h 27"/>
                <a:gd name="T12" fmla="*/ 48 w 48"/>
                <a:gd name="T13" fmla="*/ 14 h 27"/>
                <a:gd name="T14" fmla="*/ 48 w 48"/>
                <a:gd name="T15" fmla="*/ 13 h 27"/>
                <a:gd name="T16" fmla="*/ 42 w 48"/>
                <a:gd name="T17" fmla="*/ 2 h 27"/>
                <a:gd name="T18" fmla="*/ 13 w 48"/>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27">
                  <a:moveTo>
                    <a:pt x="13" y="0"/>
                  </a:moveTo>
                  <a:cubicBezTo>
                    <a:pt x="13" y="0"/>
                    <a:pt x="13" y="0"/>
                    <a:pt x="12" y="0"/>
                  </a:cubicBezTo>
                  <a:cubicBezTo>
                    <a:pt x="5" y="0"/>
                    <a:pt x="0" y="6"/>
                    <a:pt x="0" y="13"/>
                  </a:cubicBezTo>
                  <a:cubicBezTo>
                    <a:pt x="0" y="14"/>
                    <a:pt x="0" y="14"/>
                    <a:pt x="0" y="14"/>
                  </a:cubicBezTo>
                  <a:cubicBezTo>
                    <a:pt x="0" y="21"/>
                    <a:pt x="5" y="27"/>
                    <a:pt x="13" y="27"/>
                  </a:cubicBezTo>
                  <a:cubicBezTo>
                    <a:pt x="35" y="27"/>
                    <a:pt x="35" y="27"/>
                    <a:pt x="35" y="27"/>
                  </a:cubicBezTo>
                  <a:cubicBezTo>
                    <a:pt x="42" y="27"/>
                    <a:pt x="48" y="21"/>
                    <a:pt x="48" y="14"/>
                  </a:cubicBezTo>
                  <a:cubicBezTo>
                    <a:pt x="48" y="13"/>
                    <a:pt x="48" y="13"/>
                    <a:pt x="48" y="13"/>
                  </a:cubicBezTo>
                  <a:cubicBezTo>
                    <a:pt x="48" y="8"/>
                    <a:pt x="46" y="4"/>
                    <a:pt x="42" y="2"/>
                  </a:cubicBezTo>
                  <a:cubicBezTo>
                    <a:pt x="32" y="1"/>
                    <a:pt x="23" y="0"/>
                    <a:pt x="13" y="0"/>
                  </a:cubicBezTo>
                </a:path>
              </a:pathLst>
            </a:custGeom>
            <a:solidFill>
              <a:srgbClr val="EECD86"/>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64" name="îṥḷíḋè"/>
            <p:cNvSpPr/>
            <p:nvPr/>
          </p:nvSpPr>
          <p:spPr bwMode="auto">
            <a:xfrm>
              <a:off x="4597549" y="3721446"/>
              <a:ext cx="22967" cy="76078"/>
            </a:xfrm>
            <a:custGeom>
              <a:avLst/>
              <a:gdLst>
                <a:gd name="T0" fmla="*/ 0 w 9"/>
                <a:gd name="T1" fmla="*/ 0 h 30"/>
                <a:gd name="T2" fmla="*/ 8 w 9"/>
                <a:gd name="T3" fmla="*/ 30 h 30"/>
                <a:gd name="T4" fmla="*/ 8 w 9"/>
                <a:gd name="T5" fmla="*/ 24 h 30"/>
                <a:gd name="T6" fmla="*/ 1 w 9"/>
                <a:gd name="T7" fmla="*/ 2 h 30"/>
                <a:gd name="T8" fmla="*/ 0 w 9"/>
                <a:gd name="T9" fmla="*/ 0 h 30"/>
              </a:gdLst>
              <a:ahLst/>
              <a:cxnLst>
                <a:cxn ang="0">
                  <a:pos x="T0" y="T1"/>
                </a:cxn>
                <a:cxn ang="0">
                  <a:pos x="T2" y="T3"/>
                </a:cxn>
                <a:cxn ang="0">
                  <a:pos x="T4" y="T5"/>
                </a:cxn>
                <a:cxn ang="0">
                  <a:pos x="T6" y="T7"/>
                </a:cxn>
                <a:cxn ang="0">
                  <a:pos x="T8" y="T9"/>
                </a:cxn>
              </a:cxnLst>
              <a:rect l="0" t="0" r="r" b="b"/>
              <a:pathLst>
                <a:path w="9" h="30">
                  <a:moveTo>
                    <a:pt x="0" y="0"/>
                  </a:moveTo>
                  <a:cubicBezTo>
                    <a:pt x="4" y="10"/>
                    <a:pt x="6" y="20"/>
                    <a:pt x="8" y="30"/>
                  </a:cubicBezTo>
                  <a:cubicBezTo>
                    <a:pt x="9" y="28"/>
                    <a:pt x="9" y="26"/>
                    <a:pt x="8" y="24"/>
                  </a:cubicBezTo>
                  <a:cubicBezTo>
                    <a:pt x="1" y="2"/>
                    <a:pt x="1" y="2"/>
                    <a:pt x="1" y="2"/>
                  </a:cubicBezTo>
                  <a:cubicBezTo>
                    <a:pt x="1" y="1"/>
                    <a:pt x="1" y="1"/>
                    <a:pt x="0"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65" name="ísļïḍê"/>
            <p:cNvSpPr/>
            <p:nvPr/>
          </p:nvSpPr>
          <p:spPr bwMode="auto">
            <a:xfrm>
              <a:off x="4531520" y="3704221"/>
              <a:ext cx="87561" cy="122011"/>
            </a:xfrm>
            <a:custGeom>
              <a:avLst/>
              <a:gdLst>
                <a:gd name="T0" fmla="*/ 15 w 34"/>
                <a:gd name="T1" fmla="*/ 0 h 48"/>
                <a:gd name="T2" fmla="*/ 11 w 34"/>
                <a:gd name="T3" fmla="*/ 1 h 48"/>
                <a:gd name="T4" fmla="*/ 10 w 34"/>
                <a:gd name="T5" fmla="*/ 1 h 48"/>
                <a:gd name="T6" fmla="*/ 2 w 34"/>
                <a:gd name="T7" fmla="*/ 17 h 48"/>
                <a:gd name="T8" fmla="*/ 8 w 34"/>
                <a:gd name="T9" fmla="*/ 39 h 48"/>
                <a:gd name="T10" fmla="*/ 21 w 34"/>
                <a:gd name="T11" fmla="*/ 48 h 48"/>
                <a:gd name="T12" fmla="*/ 24 w 34"/>
                <a:gd name="T13" fmla="*/ 48 h 48"/>
                <a:gd name="T14" fmla="*/ 25 w 34"/>
                <a:gd name="T15" fmla="*/ 47 h 48"/>
                <a:gd name="T16" fmla="*/ 34 w 34"/>
                <a:gd name="T17" fmla="*/ 37 h 48"/>
                <a:gd name="T18" fmla="*/ 26 w 34"/>
                <a:gd name="T19" fmla="*/ 7 h 48"/>
                <a:gd name="T20" fmla="*/ 15 w 34"/>
                <a:gd name="T2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48">
                  <a:moveTo>
                    <a:pt x="15" y="0"/>
                  </a:moveTo>
                  <a:cubicBezTo>
                    <a:pt x="14" y="0"/>
                    <a:pt x="13" y="0"/>
                    <a:pt x="11" y="1"/>
                  </a:cubicBezTo>
                  <a:cubicBezTo>
                    <a:pt x="10" y="1"/>
                    <a:pt x="10" y="1"/>
                    <a:pt x="10" y="1"/>
                  </a:cubicBezTo>
                  <a:cubicBezTo>
                    <a:pt x="4" y="3"/>
                    <a:pt x="0" y="10"/>
                    <a:pt x="2" y="17"/>
                  </a:cubicBezTo>
                  <a:cubicBezTo>
                    <a:pt x="8" y="39"/>
                    <a:pt x="8" y="39"/>
                    <a:pt x="8" y="39"/>
                  </a:cubicBezTo>
                  <a:cubicBezTo>
                    <a:pt x="10" y="44"/>
                    <a:pt x="15" y="48"/>
                    <a:pt x="21" y="48"/>
                  </a:cubicBezTo>
                  <a:cubicBezTo>
                    <a:pt x="22" y="48"/>
                    <a:pt x="23" y="48"/>
                    <a:pt x="24" y="48"/>
                  </a:cubicBezTo>
                  <a:cubicBezTo>
                    <a:pt x="25" y="47"/>
                    <a:pt x="25" y="47"/>
                    <a:pt x="25" y="47"/>
                  </a:cubicBezTo>
                  <a:cubicBezTo>
                    <a:pt x="30" y="46"/>
                    <a:pt x="33" y="42"/>
                    <a:pt x="34" y="37"/>
                  </a:cubicBezTo>
                  <a:cubicBezTo>
                    <a:pt x="32" y="27"/>
                    <a:pt x="30" y="17"/>
                    <a:pt x="26" y="7"/>
                  </a:cubicBezTo>
                  <a:cubicBezTo>
                    <a:pt x="24" y="3"/>
                    <a:pt x="20" y="0"/>
                    <a:pt x="15" y="0"/>
                  </a:cubicBezTo>
                </a:path>
              </a:pathLst>
            </a:custGeom>
            <a:solidFill>
              <a:srgbClr val="EECD86"/>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66" name="íṣḷîḑe"/>
            <p:cNvSpPr/>
            <p:nvPr/>
          </p:nvSpPr>
          <p:spPr bwMode="auto">
            <a:xfrm>
              <a:off x="4306158" y="4410449"/>
              <a:ext cx="70336" cy="43063"/>
            </a:xfrm>
            <a:custGeom>
              <a:avLst/>
              <a:gdLst>
                <a:gd name="T0" fmla="*/ 28 w 28"/>
                <a:gd name="T1" fmla="*/ 0 h 17"/>
                <a:gd name="T2" fmla="*/ 0 w 28"/>
                <a:gd name="T3" fmla="*/ 17 h 17"/>
                <a:gd name="T4" fmla="*/ 6 w 28"/>
                <a:gd name="T5" fmla="*/ 15 h 17"/>
                <a:gd name="T6" fmla="*/ 25 w 28"/>
                <a:gd name="T7" fmla="*/ 3 h 17"/>
                <a:gd name="T8" fmla="*/ 28 w 28"/>
                <a:gd name="T9" fmla="*/ 0 h 17"/>
              </a:gdLst>
              <a:ahLst/>
              <a:cxnLst>
                <a:cxn ang="0">
                  <a:pos x="T0" y="T1"/>
                </a:cxn>
                <a:cxn ang="0">
                  <a:pos x="T2" y="T3"/>
                </a:cxn>
                <a:cxn ang="0">
                  <a:pos x="T4" y="T5"/>
                </a:cxn>
                <a:cxn ang="0">
                  <a:pos x="T6" y="T7"/>
                </a:cxn>
                <a:cxn ang="0">
                  <a:pos x="T8" y="T9"/>
                </a:cxn>
              </a:cxnLst>
              <a:rect l="0" t="0" r="r" b="b"/>
              <a:pathLst>
                <a:path w="28" h="17">
                  <a:moveTo>
                    <a:pt x="28" y="0"/>
                  </a:moveTo>
                  <a:cubicBezTo>
                    <a:pt x="19" y="6"/>
                    <a:pt x="10" y="12"/>
                    <a:pt x="0" y="17"/>
                  </a:cubicBezTo>
                  <a:cubicBezTo>
                    <a:pt x="2" y="17"/>
                    <a:pt x="4" y="17"/>
                    <a:pt x="6" y="15"/>
                  </a:cubicBezTo>
                  <a:cubicBezTo>
                    <a:pt x="25" y="3"/>
                    <a:pt x="25" y="3"/>
                    <a:pt x="25" y="3"/>
                  </a:cubicBezTo>
                  <a:cubicBezTo>
                    <a:pt x="26" y="2"/>
                    <a:pt x="27" y="1"/>
                    <a:pt x="28"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67" name="îšļïdé"/>
            <p:cNvSpPr/>
            <p:nvPr/>
          </p:nvSpPr>
          <p:spPr bwMode="auto">
            <a:xfrm>
              <a:off x="4264531" y="4357339"/>
              <a:ext cx="122011" cy="99045"/>
            </a:xfrm>
            <a:custGeom>
              <a:avLst/>
              <a:gdLst>
                <a:gd name="T0" fmla="*/ 33 w 48"/>
                <a:gd name="T1" fmla="*/ 0 h 39"/>
                <a:gd name="T2" fmla="*/ 26 w 48"/>
                <a:gd name="T3" fmla="*/ 2 h 39"/>
                <a:gd name="T4" fmla="*/ 7 w 48"/>
                <a:gd name="T5" fmla="*/ 14 h 39"/>
                <a:gd name="T6" fmla="*/ 3 w 48"/>
                <a:gd name="T7" fmla="*/ 32 h 39"/>
                <a:gd name="T8" fmla="*/ 4 w 48"/>
                <a:gd name="T9" fmla="*/ 33 h 39"/>
                <a:gd name="T10" fmla="*/ 15 w 48"/>
                <a:gd name="T11" fmla="*/ 39 h 39"/>
                <a:gd name="T12" fmla="*/ 16 w 48"/>
                <a:gd name="T13" fmla="*/ 38 h 39"/>
                <a:gd name="T14" fmla="*/ 44 w 48"/>
                <a:gd name="T15" fmla="*/ 21 h 39"/>
                <a:gd name="T16" fmla="*/ 45 w 48"/>
                <a:gd name="T17" fmla="*/ 6 h 39"/>
                <a:gd name="T18" fmla="*/ 44 w 48"/>
                <a:gd name="T19" fmla="*/ 5 h 39"/>
                <a:gd name="T20" fmla="*/ 33 w 48"/>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39">
                  <a:moveTo>
                    <a:pt x="33" y="0"/>
                  </a:moveTo>
                  <a:cubicBezTo>
                    <a:pt x="31" y="0"/>
                    <a:pt x="28" y="0"/>
                    <a:pt x="26" y="2"/>
                  </a:cubicBezTo>
                  <a:cubicBezTo>
                    <a:pt x="7" y="14"/>
                    <a:pt x="7" y="14"/>
                    <a:pt x="7" y="14"/>
                  </a:cubicBezTo>
                  <a:cubicBezTo>
                    <a:pt x="1" y="18"/>
                    <a:pt x="0" y="26"/>
                    <a:pt x="3" y="32"/>
                  </a:cubicBezTo>
                  <a:cubicBezTo>
                    <a:pt x="4" y="33"/>
                    <a:pt x="4" y="33"/>
                    <a:pt x="4" y="33"/>
                  </a:cubicBezTo>
                  <a:cubicBezTo>
                    <a:pt x="6" y="36"/>
                    <a:pt x="11" y="39"/>
                    <a:pt x="15" y="39"/>
                  </a:cubicBezTo>
                  <a:cubicBezTo>
                    <a:pt x="15" y="39"/>
                    <a:pt x="16" y="39"/>
                    <a:pt x="16" y="38"/>
                  </a:cubicBezTo>
                  <a:cubicBezTo>
                    <a:pt x="26" y="33"/>
                    <a:pt x="35" y="27"/>
                    <a:pt x="44" y="21"/>
                  </a:cubicBezTo>
                  <a:cubicBezTo>
                    <a:pt x="47" y="17"/>
                    <a:pt x="48" y="11"/>
                    <a:pt x="45" y="6"/>
                  </a:cubicBezTo>
                  <a:cubicBezTo>
                    <a:pt x="44" y="5"/>
                    <a:pt x="44" y="5"/>
                    <a:pt x="44" y="5"/>
                  </a:cubicBezTo>
                  <a:cubicBezTo>
                    <a:pt x="42" y="2"/>
                    <a:pt x="38" y="0"/>
                    <a:pt x="33" y="0"/>
                  </a:cubicBezTo>
                </a:path>
              </a:pathLst>
            </a:custGeom>
            <a:solidFill>
              <a:srgbClr val="EECD86"/>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68" name="işļiḑê"/>
            <p:cNvSpPr/>
            <p:nvPr/>
          </p:nvSpPr>
          <p:spPr bwMode="auto">
            <a:xfrm>
              <a:off x="3569786" y="4341549"/>
              <a:ext cx="7178" cy="8613"/>
            </a:xfrm>
            <a:custGeom>
              <a:avLst/>
              <a:gdLst>
                <a:gd name="T0" fmla="*/ 0 w 3"/>
                <a:gd name="T1" fmla="*/ 0 h 3"/>
                <a:gd name="T2" fmla="*/ 2 w 3"/>
                <a:gd name="T3" fmla="*/ 2 h 3"/>
                <a:gd name="T4" fmla="*/ 3 w 3"/>
                <a:gd name="T5" fmla="*/ 3 h 3"/>
                <a:gd name="T6" fmla="*/ 0 w 3"/>
                <a:gd name="T7" fmla="*/ 0 h 3"/>
              </a:gdLst>
              <a:ahLst/>
              <a:cxnLst>
                <a:cxn ang="0">
                  <a:pos x="T0" y="T1"/>
                </a:cxn>
                <a:cxn ang="0">
                  <a:pos x="T2" y="T3"/>
                </a:cxn>
                <a:cxn ang="0">
                  <a:pos x="T4" y="T5"/>
                </a:cxn>
                <a:cxn ang="0">
                  <a:pos x="T6" y="T7"/>
                </a:cxn>
              </a:cxnLst>
              <a:rect l="0" t="0" r="r" b="b"/>
              <a:pathLst>
                <a:path w="3" h="3">
                  <a:moveTo>
                    <a:pt x="0" y="0"/>
                  </a:moveTo>
                  <a:cubicBezTo>
                    <a:pt x="1" y="1"/>
                    <a:pt x="2" y="2"/>
                    <a:pt x="2" y="2"/>
                  </a:cubicBezTo>
                  <a:cubicBezTo>
                    <a:pt x="3" y="3"/>
                    <a:pt x="3" y="3"/>
                    <a:pt x="3" y="3"/>
                  </a:cubicBezTo>
                  <a:cubicBezTo>
                    <a:pt x="2" y="2"/>
                    <a:pt x="1" y="1"/>
                    <a:pt x="0"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69" name="isḻïďè"/>
            <p:cNvSpPr/>
            <p:nvPr/>
          </p:nvSpPr>
          <p:spPr bwMode="auto">
            <a:xfrm>
              <a:off x="3562609" y="4288439"/>
              <a:ext cx="113399" cy="104786"/>
            </a:xfrm>
            <a:custGeom>
              <a:avLst/>
              <a:gdLst>
                <a:gd name="T0" fmla="*/ 14 w 45"/>
                <a:gd name="T1" fmla="*/ 0 h 41"/>
                <a:gd name="T2" fmla="*/ 4 w 45"/>
                <a:gd name="T3" fmla="*/ 4 h 41"/>
                <a:gd name="T4" fmla="*/ 4 w 45"/>
                <a:gd name="T5" fmla="*/ 5 h 41"/>
                <a:gd name="T6" fmla="*/ 3 w 45"/>
                <a:gd name="T7" fmla="*/ 21 h 41"/>
                <a:gd name="T8" fmla="*/ 6 w 45"/>
                <a:gd name="T9" fmla="*/ 24 h 41"/>
                <a:gd name="T10" fmla="*/ 23 w 45"/>
                <a:gd name="T11" fmla="*/ 38 h 41"/>
                <a:gd name="T12" fmla="*/ 31 w 45"/>
                <a:gd name="T13" fmla="*/ 41 h 41"/>
                <a:gd name="T14" fmla="*/ 41 w 45"/>
                <a:gd name="T15" fmla="*/ 37 h 41"/>
                <a:gd name="T16" fmla="*/ 42 w 45"/>
                <a:gd name="T17" fmla="*/ 36 h 41"/>
                <a:gd name="T18" fmla="*/ 43 w 45"/>
                <a:gd name="T19" fmla="*/ 21 h 41"/>
                <a:gd name="T20" fmla="*/ 24 w 45"/>
                <a:gd name="T21" fmla="*/ 4 h 41"/>
                <a:gd name="T22" fmla="*/ 23 w 45"/>
                <a:gd name="T23" fmla="*/ 3 h 41"/>
                <a:gd name="T24" fmla="*/ 14 w 45"/>
                <a:gd name="T25"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1">
                  <a:moveTo>
                    <a:pt x="14" y="0"/>
                  </a:moveTo>
                  <a:cubicBezTo>
                    <a:pt x="11" y="0"/>
                    <a:pt x="7" y="1"/>
                    <a:pt x="4" y="4"/>
                  </a:cubicBezTo>
                  <a:cubicBezTo>
                    <a:pt x="4" y="5"/>
                    <a:pt x="4" y="5"/>
                    <a:pt x="4" y="5"/>
                  </a:cubicBezTo>
                  <a:cubicBezTo>
                    <a:pt x="0" y="10"/>
                    <a:pt x="0" y="16"/>
                    <a:pt x="3" y="21"/>
                  </a:cubicBezTo>
                  <a:cubicBezTo>
                    <a:pt x="4" y="22"/>
                    <a:pt x="5" y="23"/>
                    <a:pt x="6" y="24"/>
                  </a:cubicBezTo>
                  <a:cubicBezTo>
                    <a:pt x="23" y="38"/>
                    <a:pt x="23" y="38"/>
                    <a:pt x="23" y="38"/>
                  </a:cubicBezTo>
                  <a:cubicBezTo>
                    <a:pt x="25" y="40"/>
                    <a:pt x="28" y="41"/>
                    <a:pt x="31" y="41"/>
                  </a:cubicBezTo>
                  <a:cubicBezTo>
                    <a:pt x="35" y="41"/>
                    <a:pt x="38" y="40"/>
                    <a:pt x="41" y="37"/>
                  </a:cubicBezTo>
                  <a:cubicBezTo>
                    <a:pt x="42" y="36"/>
                    <a:pt x="42" y="36"/>
                    <a:pt x="42" y="36"/>
                  </a:cubicBezTo>
                  <a:cubicBezTo>
                    <a:pt x="45" y="32"/>
                    <a:pt x="45" y="26"/>
                    <a:pt x="43" y="21"/>
                  </a:cubicBezTo>
                  <a:cubicBezTo>
                    <a:pt x="36" y="16"/>
                    <a:pt x="30" y="10"/>
                    <a:pt x="24" y="4"/>
                  </a:cubicBezTo>
                  <a:cubicBezTo>
                    <a:pt x="23" y="3"/>
                    <a:pt x="23" y="3"/>
                    <a:pt x="23" y="3"/>
                  </a:cubicBezTo>
                  <a:cubicBezTo>
                    <a:pt x="20" y="1"/>
                    <a:pt x="17" y="0"/>
                    <a:pt x="14" y="0"/>
                  </a:cubicBezTo>
                </a:path>
              </a:pathLst>
            </a:custGeom>
            <a:solidFill>
              <a:srgbClr val="EECD86"/>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70" name="íśḻíḑê"/>
            <p:cNvSpPr/>
            <p:nvPr/>
          </p:nvSpPr>
          <p:spPr bwMode="auto">
            <a:xfrm>
              <a:off x="3622897" y="4298486"/>
              <a:ext cx="48804" cy="43063"/>
            </a:xfrm>
            <a:custGeom>
              <a:avLst/>
              <a:gdLst>
                <a:gd name="T0" fmla="*/ 0 w 19"/>
                <a:gd name="T1" fmla="*/ 0 h 17"/>
                <a:gd name="T2" fmla="*/ 19 w 19"/>
                <a:gd name="T3" fmla="*/ 17 h 17"/>
                <a:gd name="T4" fmla="*/ 16 w 19"/>
                <a:gd name="T5" fmla="*/ 14 h 17"/>
                <a:gd name="T6" fmla="*/ 0 w 19"/>
                <a:gd name="T7" fmla="*/ 0 h 17"/>
              </a:gdLst>
              <a:ahLst/>
              <a:cxnLst>
                <a:cxn ang="0">
                  <a:pos x="T0" y="T1"/>
                </a:cxn>
                <a:cxn ang="0">
                  <a:pos x="T2" y="T3"/>
                </a:cxn>
                <a:cxn ang="0">
                  <a:pos x="T4" y="T5"/>
                </a:cxn>
                <a:cxn ang="0">
                  <a:pos x="T6" y="T7"/>
                </a:cxn>
              </a:cxnLst>
              <a:rect l="0" t="0" r="r" b="b"/>
              <a:pathLst>
                <a:path w="19" h="17">
                  <a:moveTo>
                    <a:pt x="0" y="0"/>
                  </a:moveTo>
                  <a:cubicBezTo>
                    <a:pt x="6" y="6"/>
                    <a:pt x="12" y="12"/>
                    <a:pt x="19" y="17"/>
                  </a:cubicBezTo>
                  <a:cubicBezTo>
                    <a:pt x="18" y="16"/>
                    <a:pt x="17" y="15"/>
                    <a:pt x="16" y="14"/>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71" name="išľiḓé"/>
            <p:cNvSpPr/>
            <p:nvPr/>
          </p:nvSpPr>
          <p:spPr bwMode="auto">
            <a:xfrm>
              <a:off x="1976465" y="3770250"/>
              <a:ext cx="142107" cy="310052"/>
            </a:xfrm>
            <a:custGeom>
              <a:avLst/>
              <a:gdLst>
                <a:gd name="T0" fmla="*/ 56 w 56"/>
                <a:gd name="T1" fmla="*/ 21 h 122"/>
                <a:gd name="T2" fmla="*/ 24 w 56"/>
                <a:gd name="T3" fmla="*/ 10 h 122"/>
                <a:gd name="T4" fmla="*/ 24 w 56"/>
                <a:gd name="T5" fmla="*/ 93 h 122"/>
                <a:gd name="T6" fmla="*/ 48 w 56"/>
                <a:gd name="T7" fmla="*/ 113 h 122"/>
                <a:gd name="T8" fmla="*/ 56 w 56"/>
                <a:gd name="T9" fmla="*/ 21 h 122"/>
              </a:gdLst>
              <a:ahLst/>
              <a:cxnLst>
                <a:cxn ang="0">
                  <a:pos x="T0" y="T1"/>
                </a:cxn>
                <a:cxn ang="0">
                  <a:pos x="T2" y="T3"/>
                </a:cxn>
                <a:cxn ang="0">
                  <a:pos x="T4" y="T5"/>
                </a:cxn>
                <a:cxn ang="0">
                  <a:pos x="T6" y="T7"/>
                </a:cxn>
                <a:cxn ang="0">
                  <a:pos x="T8" y="T9"/>
                </a:cxn>
              </a:cxnLst>
              <a:rect l="0" t="0" r="r" b="b"/>
              <a:pathLst>
                <a:path w="56" h="122">
                  <a:moveTo>
                    <a:pt x="56" y="21"/>
                  </a:moveTo>
                  <a:cubicBezTo>
                    <a:pt x="56" y="21"/>
                    <a:pt x="48" y="0"/>
                    <a:pt x="24" y="10"/>
                  </a:cubicBezTo>
                  <a:cubicBezTo>
                    <a:pt x="0" y="19"/>
                    <a:pt x="29" y="64"/>
                    <a:pt x="24" y="93"/>
                  </a:cubicBezTo>
                  <a:cubicBezTo>
                    <a:pt x="18" y="122"/>
                    <a:pt x="48" y="113"/>
                    <a:pt x="48" y="113"/>
                  </a:cubicBezTo>
                  <a:lnTo>
                    <a:pt x="56" y="21"/>
                  </a:lnTo>
                  <a:close/>
                </a:path>
              </a:pathLst>
            </a:custGeom>
            <a:solidFill>
              <a:srgbClr val="FFC4A4"/>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77500" lnSpcReduction="20000"/>
            </a:bodyPr>
            <a:lstStyle/>
            <a:p>
              <a:pPr algn="ctr"/>
              <a:endParaRPr>
                <a:solidFill>
                  <a:prstClr val="black"/>
                </a:solidFill>
                <a:latin typeface="Arial" panose="020B0604020202020204"/>
              </a:endParaRPr>
            </a:p>
          </p:txBody>
        </p:sp>
        <p:sp>
          <p:nvSpPr>
            <p:cNvPr id="72" name="ïšḷîdê"/>
            <p:cNvSpPr/>
            <p:nvPr/>
          </p:nvSpPr>
          <p:spPr bwMode="auto">
            <a:xfrm>
              <a:off x="2088428" y="3216176"/>
              <a:ext cx="915800" cy="914366"/>
            </a:xfrm>
            <a:prstGeom prst="ellipse">
              <a:avLst/>
            </a:prstGeom>
            <a:solidFill>
              <a:srgbClr val="C64832"/>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73" name="îṧľidè"/>
            <p:cNvSpPr/>
            <p:nvPr/>
          </p:nvSpPr>
          <p:spPr bwMode="auto">
            <a:xfrm>
              <a:off x="2664033" y="3645369"/>
              <a:ext cx="856949" cy="856949"/>
            </a:xfrm>
            <a:prstGeom prst="ellipse">
              <a:avLst/>
            </a:prstGeom>
            <a:solidFill>
              <a:srgbClr val="C64832"/>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74" name="ïśļîḓè"/>
            <p:cNvSpPr/>
            <p:nvPr/>
          </p:nvSpPr>
          <p:spPr bwMode="auto">
            <a:xfrm>
              <a:off x="3394664" y="4017143"/>
              <a:ext cx="406225" cy="406225"/>
            </a:xfrm>
            <a:prstGeom prst="ellipse">
              <a:avLst/>
            </a:prstGeom>
            <a:solidFill>
              <a:srgbClr val="C64832"/>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70000" lnSpcReduction="20000"/>
            </a:bodyPr>
            <a:lstStyle/>
            <a:p>
              <a:pPr algn="ctr"/>
              <a:endParaRPr>
                <a:solidFill>
                  <a:prstClr val="black"/>
                </a:solidFill>
                <a:latin typeface="Arial" panose="020B0604020202020204"/>
              </a:endParaRPr>
            </a:p>
          </p:txBody>
        </p:sp>
        <p:sp>
          <p:nvSpPr>
            <p:cNvPr id="75" name="ïṩḷíḍè"/>
            <p:cNvSpPr/>
            <p:nvPr/>
          </p:nvSpPr>
          <p:spPr bwMode="auto">
            <a:xfrm>
              <a:off x="2058285" y="3246321"/>
              <a:ext cx="829675" cy="612926"/>
            </a:xfrm>
            <a:custGeom>
              <a:avLst/>
              <a:gdLst>
                <a:gd name="T0" fmla="*/ 303 w 326"/>
                <a:gd name="T1" fmla="*/ 192 h 241"/>
                <a:gd name="T2" fmla="*/ 324 w 326"/>
                <a:gd name="T3" fmla="*/ 181 h 241"/>
                <a:gd name="T4" fmla="*/ 158 w 326"/>
                <a:gd name="T5" fmla="*/ 5 h 241"/>
                <a:gd name="T6" fmla="*/ 0 w 326"/>
                <a:gd name="T7" fmla="*/ 214 h 241"/>
                <a:gd name="T8" fmla="*/ 7 w 326"/>
                <a:gd name="T9" fmla="*/ 227 h 241"/>
                <a:gd name="T10" fmla="*/ 20 w 326"/>
                <a:gd name="T11" fmla="*/ 234 h 241"/>
                <a:gd name="T12" fmla="*/ 35 w 326"/>
                <a:gd name="T13" fmla="*/ 230 h 241"/>
                <a:gd name="T14" fmla="*/ 38 w 326"/>
                <a:gd name="T15" fmla="*/ 226 h 241"/>
                <a:gd name="T16" fmla="*/ 54 w 326"/>
                <a:gd name="T17" fmla="*/ 224 h 241"/>
                <a:gd name="T18" fmla="*/ 70 w 326"/>
                <a:gd name="T19" fmla="*/ 236 h 241"/>
                <a:gd name="T20" fmla="*/ 89 w 326"/>
                <a:gd name="T21" fmla="*/ 229 h 241"/>
                <a:gd name="T22" fmla="*/ 90 w 326"/>
                <a:gd name="T23" fmla="*/ 225 h 241"/>
                <a:gd name="T24" fmla="*/ 109 w 326"/>
                <a:gd name="T25" fmla="*/ 217 h 241"/>
                <a:gd name="T26" fmla="*/ 120 w 326"/>
                <a:gd name="T27" fmla="*/ 226 h 241"/>
                <a:gd name="T28" fmla="*/ 137 w 326"/>
                <a:gd name="T29" fmla="*/ 223 h 241"/>
                <a:gd name="T30" fmla="*/ 144 w 326"/>
                <a:gd name="T31" fmla="*/ 214 h 241"/>
                <a:gd name="T32" fmla="*/ 163 w 326"/>
                <a:gd name="T33" fmla="*/ 213 h 241"/>
                <a:gd name="T34" fmla="*/ 171 w 326"/>
                <a:gd name="T35" fmla="*/ 223 h 241"/>
                <a:gd name="T36" fmla="*/ 191 w 326"/>
                <a:gd name="T37" fmla="*/ 221 h 241"/>
                <a:gd name="T38" fmla="*/ 196 w 326"/>
                <a:gd name="T39" fmla="*/ 210 h 241"/>
                <a:gd name="T40" fmla="*/ 215 w 326"/>
                <a:gd name="T41" fmla="*/ 206 h 241"/>
                <a:gd name="T42" fmla="*/ 217 w 326"/>
                <a:gd name="T43" fmla="*/ 208 h 241"/>
                <a:gd name="T44" fmla="*/ 236 w 326"/>
                <a:gd name="T45" fmla="*/ 205 h 241"/>
                <a:gd name="T46" fmla="*/ 239 w 326"/>
                <a:gd name="T47" fmla="*/ 199 h 241"/>
                <a:gd name="T48" fmla="*/ 259 w 326"/>
                <a:gd name="T49" fmla="*/ 198 h 241"/>
                <a:gd name="T50" fmla="*/ 259 w 326"/>
                <a:gd name="T51" fmla="*/ 199 h 241"/>
                <a:gd name="T52" fmla="*/ 280 w 326"/>
                <a:gd name="T53" fmla="*/ 195 h 241"/>
                <a:gd name="T54" fmla="*/ 301 w 326"/>
                <a:gd name="T55" fmla="*/ 190 h 241"/>
                <a:gd name="T56" fmla="*/ 303 w 326"/>
                <a:gd name="T57" fmla="*/ 192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6" h="241">
                  <a:moveTo>
                    <a:pt x="303" y="192"/>
                  </a:moveTo>
                  <a:cubicBezTo>
                    <a:pt x="311" y="202"/>
                    <a:pt x="326" y="194"/>
                    <a:pt x="324" y="181"/>
                  </a:cubicBezTo>
                  <a:cubicBezTo>
                    <a:pt x="310" y="78"/>
                    <a:pt x="245" y="0"/>
                    <a:pt x="158" y="5"/>
                  </a:cubicBezTo>
                  <a:cubicBezTo>
                    <a:pt x="70" y="9"/>
                    <a:pt x="3" y="96"/>
                    <a:pt x="0" y="214"/>
                  </a:cubicBezTo>
                  <a:cubicBezTo>
                    <a:pt x="0" y="220"/>
                    <a:pt x="3" y="225"/>
                    <a:pt x="7" y="227"/>
                  </a:cubicBezTo>
                  <a:cubicBezTo>
                    <a:pt x="20" y="234"/>
                    <a:pt x="20" y="234"/>
                    <a:pt x="20" y="234"/>
                  </a:cubicBezTo>
                  <a:cubicBezTo>
                    <a:pt x="25" y="236"/>
                    <a:pt x="31" y="235"/>
                    <a:pt x="35" y="230"/>
                  </a:cubicBezTo>
                  <a:cubicBezTo>
                    <a:pt x="38" y="226"/>
                    <a:pt x="38" y="226"/>
                    <a:pt x="38" y="226"/>
                  </a:cubicBezTo>
                  <a:cubicBezTo>
                    <a:pt x="42" y="220"/>
                    <a:pt x="49" y="219"/>
                    <a:pt x="54" y="224"/>
                  </a:cubicBezTo>
                  <a:cubicBezTo>
                    <a:pt x="70" y="236"/>
                    <a:pt x="70" y="236"/>
                    <a:pt x="70" y="236"/>
                  </a:cubicBezTo>
                  <a:cubicBezTo>
                    <a:pt x="77" y="241"/>
                    <a:pt x="86" y="238"/>
                    <a:pt x="89" y="229"/>
                  </a:cubicBezTo>
                  <a:cubicBezTo>
                    <a:pt x="90" y="225"/>
                    <a:pt x="90" y="225"/>
                    <a:pt x="90" y="225"/>
                  </a:cubicBezTo>
                  <a:cubicBezTo>
                    <a:pt x="92" y="216"/>
                    <a:pt x="102" y="213"/>
                    <a:pt x="109" y="217"/>
                  </a:cubicBezTo>
                  <a:cubicBezTo>
                    <a:pt x="120" y="226"/>
                    <a:pt x="120" y="226"/>
                    <a:pt x="120" y="226"/>
                  </a:cubicBezTo>
                  <a:cubicBezTo>
                    <a:pt x="126" y="230"/>
                    <a:pt x="133" y="228"/>
                    <a:pt x="137" y="223"/>
                  </a:cubicBezTo>
                  <a:cubicBezTo>
                    <a:pt x="144" y="214"/>
                    <a:pt x="144" y="214"/>
                    <a:pt x="144" y="214"/>
                  </a:cubicBezTo>
                  <a:cubicBezTo>
                    <a:pt x="149" y="207"/>
                    <a:pt x="157" y="207"/>
                    <a:pt x="163" y="213"/>
                  </a:cubicBezTo>
                  <a:cubicBezTo>
                    <a:pt x="171" y="223"/>
                    <a:pt x="171" y="223"/>
                    <a:pt x="171" y="223"/>
                  </a:cubicBezTo>
                  <a:cubicBezTo>
                    <a:pt x="177" y="230"/>
                    <a:pt x="187" y="229"/>
                    <a:pt x="191" y="221"/>
                  </a:cubicBezTo>
                  <a:cubicBezTo>
                    <a:pt x="196" y="210"/>
                    <a:pt x="196" y="210"/>
                    <a:pt x="196" y="210"/>
                  </a:cubicBezTo>
                  <a:cubicBezTo>
                    <a:pt x="200" y="203"/>
                    <a:pt x="209" y="201"/>
                    <a:pt x="215" y="206"/>
                  </a:cubicBezTo>
                  <a:cubicBezTo>
                    <a:pt x="217" y="208"/>
                    <a:pt x="217" y="208"/>
                    <a:pt x="217" y="208"/>
                  </a:cubicBezTo>
                  <a:cubicBezTo>
                    <a:pt x="223" y="213"/>
                    <a:pt x="232" y="212"/>
                    <a:pt x="236" y="205"/>
                  </a:cubicBezTo>
                  <a:cubicBezTo>
                    <a:pt x="239" y="199"/>
                    <a:pt x="239" y="199"/>
                    <a:pt x="239" y="199"/>
                  </a:cubicBezTo>
                  <a:cubicBezTo>
                    <a:pt x="243" y="192"/>
                    <a:pt x="253" y="191"/>
                    <a:pt x="259" y="198"/>
                  </a:cubicBezTo>
                  <a:cubicBezTo>
                    <a:pt x="259" y="199"/>
                    <a:pt x="259" y="199"/>
                    <a:pt x="259" y="199"/>
                  </a:cubicBezTo>
                  <a:cubicBezTo>
                    <a:pt x="265" y="207"/>
                    <a:pt x="277" y="204"/>
                    <a:pt x="280" y="195"/>
                  </a:cubicBezTo>
                  <a:cubicBezTo>
                    <a:pt x="284" y="185"/>
                    <a:pt x="295" y="183"/>
                    <a:pt x="301" y="190"/>
                  </a:cubicBezTo>
                  <a:lnTo>
                    <a:pt x="303" y="19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76" name="iślîďe"/>
            <p:cNvSpPr/>
            <p:nvPr/>
          </p:nvSpPr>
          <p:spPr bwMode="auto">
            <a:xfrm>
              <a:off x="2049672" y="3394169"/>
              <a:ext cx="914366" cy="1085181"/>
            </a:xfrm>
            <a:custGeom>
              <a:avLst/>
              <a:gdLst>
                <a:gd name="T0" fmla="*/ 344 w 359"/>
                <a:gd name="T1" fmla="*/ 190 h 427"/>
                <a:gd name="T2" fmla="*/ 209 w 359"/>
                <a:gd name="T3" fmla="*/ 415 h 427"/>
                <a:gd name="T4" fmla="*/ 16 w 359"/>
                <a:gd name="T5" fmla="*/ 237 h 427"/>
                <a:gd name="T6" fmla="*/ 151 w 359"/>
                <a:gd name="T7" fmla="*/ 13 h 427"/>
                <a:gd name="T8" fmla="*/ 344 w 359"/>
                <a:gd name="T9" fmla="*/ 190 h 427"/>
              </a:gdLst>
              <a:ahLst/>
              <a:cxnLst>
                <a:cxn ang="0">
                  <a:pos x="T0" y="T1"/>
                </a:cxn>
                <a:cxn ang="0">
                  <a:pos x="T2" y="T3"/>
                </a:cxn>
                <a:cxn ang="0">
                  <a:pos x="T4" y="T5"/>
                </a:cxn>
                <a:cxn ang="0">
                  <a:pos x="T6" y="T7"/>
                </a:cxn>
                <a:cxn ang="0">
                  <a:pos x="T8" y="T9"/>
                </a:cxn>
              </a:cxnLst>
              <a:rect l="0" t="0" r="r" b="b"/>
              <a:pathLst>
                <a:path w="359" h="427">
                  <a:moveTo>
                    <a:pt x="344" y="190"/>
                  </a:moveTo>
                  <a:cubicBezTo>
                    <a:pt x="359" y="301"/>
                    <a:pt x="299" y="402"/>
                    <a:pt x="209" y="415"/>
                  </a:cubicBezTo>
                  <a:cubicBezTo>
                    <a:pt x="118" y="427"/>
                    <a:pt x="32" y="348"/>
                    <a:pt x="16" y="237"/>
                  </a:cubicBezTo>
                  <a:cubicBezTo>
                    <a:pt x="0" y="126"/>
                    <a:pt x="61" y="26"/>
                    <a:pt x="151" y="13"/>
                  </a:cubicBezTo>
                  <a:cubicBezTo>
                    <a:pt x="242" y="0"/>
                    <a:pt x="328" y="80"/>
                    <a:pt x="344" y="190"/>
                  </a:cubicBezTo>
                </a:path>
              </a:pathLst>
            </a:custGeom>
            <a:solidFill>
              <a:srgbClr val="FFC4A4"/>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77" name="işlïḋé"/>
            <p:cNvSpPr/>
            <p:nvPr/>
          </p:nvSpPr>
          <p:spPr bwMode="auto">
            <a:xfrm>
              <a:off x="2049672" y="3322398"/>
              <a:ext cx="852642" cy="592831"/>
            </a:xfrm>
            <a:custGeom>
              <a:avLst/>
              <a:gdLst>
                <a:gd name="T0" fmla="*/ 311 w 335"/>
                <a:gd name="T1" fmla="*/ 185 h 233"/>
                <a:gd name="T2" fmla="*/ 333 w 335"/>
                <a:gd name="T3" fmla="*/ 175 h 233"/>
                <a:gd name="T4" fmla="*/ 162 w 335"/>
                <a:gd name="T5" fmla="*/ 4 h 233"/>
                <a:gd name="T6" fmla="*/ 0 w 335"/>
                <a:gd name="T7" fmla="*/ 207 h 233"/>
                <a:gd name="T8" fmla="*/ 7 w 335"/>
                <a:gd name="T9" fmla="*/ 219 h 233"/>
                <a:gd name="T10" fmla="*/ 20 w 335"/>
                <a:gd name="T11" fmla="*/ 226 h 233"/>
                <a:gd name="T12" fmla="*/ 35 w 335"/>
                <a:gd name="T13" fmla="*/ 222 h 233"/>
                <a:gd name="T14" fmla="*/ 38 w 335"/>
                <a:gd name="T15" fmla="*/ 218 h 233"/>
                <a:gd name="T16" fmla="*/ 55 w 335"/>
                <a:gd name="T17" fmla="*/ 216 h 233"/>
                <a:gd name="T18" fmla="*/ 72 w 335"/>
                <a:gd name="T19" fmla="*/ 228 h 233"/>
                <a:gd name="T20" fmla="*/ 91 w 335"/>
                <a:gd name="T21" fmla="*/ 221 h 233"/>
                <a:gd name="T22" fmla="*/ 92 w 335"/>
                <a:gd name="T23" fmla="*/ 217 h 233"/>
                <a:gd name="T24" fmla="*/ 111 w 335"/>
                <a:gd name="T25" fmla="*/ 210 h 233"/>
                <a:gd name="T26" fmla="*/ 124 w 335"/>
                <a:gd name="T27" fmla="*/ 218 h 233"/>
                <a:gd name="T28" fmla="*/ 140 w 335"/>
                <a:gd name="T29" fmla="*/ 215 h 233"/>
                <a:gd name="T30" fmla="*/ 148 w 335"/>
                <a:gd name="T31" fmla="*/ 206 h 233"/>
                <a:gd name="T32" fmla="*/ 167 w 335"/>
                <a:gd name="T33" fmla="*/ 206 h 233"/>
                <a:gd name="T34" fmla="*/ 176 w 335"/>
                <a:gd name="T35" fmla="*/ 216 h 233"/>
                <a:gd name="T36" fmla="*/ 196 w 335"/>
                <a:gd name="T37" fmla="*/ 213 h 233"/>
                <a:gd name="T38" fmla="*/ 202 w 335"/>
                <a:gd name="T39" fmla="*/ 203 h 233"/>
                <a:gd name="T40" fmla="*/ 221 w 335"/>
                <a:gd name="T41" fmla="*/ 199 h 233"/>
                <a:gd name="T42" fmla="*/ 223 w 335"/>
                <a:gd name="T43" fmla="*/ 201 h 233"/>
                <a:gd name="T44" fmla="*/ 242 w 335"/>
                <a:gd name="T45" fmla="*/ 198 h 233"/>
                <a:gd name="T46" fmla="*/ 246 w 335"/>
                <a:gd name="T47" fmla="*/ 192 h 233"/>
                <a:gd name="T48" fmla="*/ 266 w 335"/>
                <a:gd name="T49" fmla="*/ 191 h 233"/>
                <a:gd name="T50" fmla="*/ 267 w 335"/>
                <a:gd name="T51" fmla="*/ 192 h 233"/>
                <a:gd name="T52" fmla="*/ 288 w 335"/>
                <a:gd name="T53" fmla="*/ 188 h 233"/>
                <a:gd name="T54" fmla="*/ 310 w 335"/>
                <a:gd name="T55" fmla="*/ 183 h 233"/>
                <a:gd name="T56" fmla="*/ 311 w 335"/>
                <a:gd name="T57" fmla="*/ 18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35" h="233">
                  <a:moveTo>
                    <a:pt x="311" y="185"/>
                  </a:moveTo>
                  <a:cubicBezTo>
                    <a:pt x="320" y="195"/>
                    <a:pt x="335" y="187"/>
                    <a:pt x="333" y="175"/>
                  </a:cubicBezTo>
                  <a:cubicBezTo>
                    <a:pt x="318" y="75"/>
                    <a:pt x="252" y="0"/>
                    <a:pt x="162" y="4"/>
                  </a:cubicBezTo>
                  <a:cubicBezTo>
                    <a:pt x="72" y="8"/>
                    <a:pt x="3" y="93"/>
                    <a:pt x="0" y="207"/>
                  </a:cubicBezTo>
                  <a:cubicBezTo>
                    <a:pt x="0" y="212"/>
                    <a:pt x="2" y="217"/>
                    <a:pt x="7" y="219"/>
                  </a:cubicBezTo>
                  <a:cubicBezTo>
                    <a:pt x="20" y="226"/>
                    <a:pt x="20" y="226"/>
                    <a:pt x="20" y="226"/>
                  </a:cubicBezTo>
                  <a:cubicBezTo>
                    <a:pt x="25" y="228"/>
                    <a:pt x="32" y="227"/>
                    <a:pt x="35" y="222"/>
                  </a:cubicBezTo>
                  <a:cubicBezTo>
                    <a:pt x="38" y="218"/>
                    <a:pt x="38" y="218"/>
                    <a:pt x="38" y="218"/>
                  </a:cubicBezTo>
                  <a:cubicBezTo>
                    <a:pt x="43" y="213"/>
                    <a:pt x="50" y="212"/>
                    <a:pt x="55" y="216"/>
                  </a:cubicBezTo>
                  <a:cubicBezTo>
                    <a:pt x="72" y="228"/>
                    <a:pt x="72" y="228"/>
                    <a:pt x="72" y="228"/>
                  </a:cubicBezTo>
                  <a:cubicBezTo>
                    <a:pt x="79" y="233"/>
                    <a:pt x="89" y="229"/>
                    <a:pt x="91" y="221"/>
                  </a:cubicBezTo>
                  <a:cubicBezTo>
                    <a:pt x="92" y="217"/>
                    <a:pt x="92" y="217"/>
                    <a:pt x="92" y="217"/>
                  </a:cubicBezTo>
                  <a:cubicBezTo>
                    <a:pt x="95" y="209"/>
                    <a:pt x="104" y="205"/>
                    <a:pt x="111" y="210"/>
                  </a:cubicBezTo>
                  <a:cubicBezTo>
                    <a:pt x="124" y="218"/>
                    <a:pt x="124" y="218"/>
                    <a:pt x="124" y="218"/>
                  </a:cubicBezTo>
                  <a:cubicBezTo>
                    <a:pt x="129" y="222"/>
                    <a:pt x="136" y="221"/>
                    <a:pt x="140" y="215"/>
                  </a:cubicBezTo>
                  <a:cubicBezTo>
                    <a:pt x="148" y="206"/>
                    <a:pt x="148" y="206"/>
                    <a:pt x="148" y="206"/>
                  </a:cubicBezTo>
                  <a:cubicBezTo>
                    <a:pt x="153" y="200"/>
                    <a:pt x="162" y="200"/>
                    <a:pt x="167" y="206"/>
                  </a:cubicBezTo>
                  <a:cubicBezTo>
                    <a:pt x="176" y="216"/>
                    <a:pt x="176" y="216"/>
                    <a:pt x="176" y="216"/>
                  </a:cubicBezTo>
                  <a:cubicBezTo>
                    <a:pt x="182" y="222"/>
                    <a:pt x="192" y="221"/>
                    <a:pt x="196" y="213"/>
                  </a:cubicBezTo>
                  <a:cubicBezTo>
                    <a:pt x="202" y="203"/>
                    <a:pt x="202" y="203"/>
                    <a:pt x="202" y="203"/>
                  </a:cubicBezTo>
                  <a:cubicBezTo>
                    <a:pt x="206" y="196"/>
                    <a:pt x="215" y="194"/>
                    <a:pt x="221" y="199"/>
                  </a:cubicBezTo>
                  <a:cubicBezTo>
                    <a:pt x="223" y="201"/>
                    <a:pt x="223" y="201"/>
                    <a:pt x="223" y="201"/>
                  </a:cubicBezTo>
                  <a:cubicBezTo>
                    <a:pt x="229" y="206"/>
                    <a:pt x="238" y="205"/>
                    <a:pt x="242" y="198"/>
                  </a:cubicBezTo>
                  <a:cubicBezTo>
                    <a:pt x="246" y="192"/>
                    <a:pt x="246" y="192"/>
                    <a:pt x="246" y="192"/>
                  </a:cubicBezTo>
                  <a:cubicBezTo>
                    <a:pt x="250" y="185"/>
                    <a:pt x="260" y="184"/>
                    <a:pt x="266" y="191"/>
                  </a:cubicBezTo>
                  <a:cubicBezTo>
                    <a:pt x="267" y="192"/>
                    <a:pt x="267" y="192"/>
                    <a:pt x="267" y="192"/>
                  </a:cubicBezTo>
                  <a:cubicBezTo>
                    <a:pt x="273" y="199"/>
                    <a:pt x="285" y="197"/>
                    <a:pt x="288" y="188"/>
                  </a:cubicBezTo>
                  <a:cubicBezTo>
                    <a:pt x="292" y="178"/>
                    <a:pt x="303" y="176"/>
                    <a:pt x="310" y="183"/>
                  </a:cubicBezTo>
                  <a:lnTo>
                    <a:pt x="311" y="185"/>
                  </a:lnTo>
                  <a:close/>
                </a:path>
              </a:pathLst>
            </a:custGeom>
            <a:solidFill>
              <a:srgbClr val="D34E3C"/>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78" name="iṡ1iḋe"/>
            <p:cNvSpPr/>
            <p:nvPr/>
          </p:nvSpPr>
          <p:spPr bwMode="auto">
            <a:xfrm>
              <a:off x="2477428" y="4314276"/>
              <a:ext cx="289956" cy="376081"/>
            </a:xfrm>
            <a:custGeom>
              <a:avLst/>
              <a:gdLst>
                <a:gd name="T0" fmla="*/ 0 w 202"/>
                <a:gd name="T1" fmla="*/ 44 h 262"/>
                <a:gd name="T2" fmla="*/ 43 w 202"/>
                <a:gd name="T3" fmla="*/ 262 h 262"/>
                <a:gd name="T4" fmla="*/ 202 w 202"/>
                <a:gd name="T5" fmla="*/ 243 h 262"/>
                <a:gd name="T6" fmla="*/ 139 w 202"/>
                <a:gd name="T7" fmla="*/ 0 h 262"/>
                <a:gd name="T8" fmla="*/ 0 w 202"/>
                <a:gd name="T9" fmla="*/ 44 h 262"/>
              </a:gdLst>
              <a:ahLst/>
              <a:cxnLst>
                <a:cxn ang="0">
                  <a:pos x="T0" y="T1"/>
                </a:cxn>
                <a:cxn ang="0">
                  <a:pos x="T2" y="T3"/>
                </a:cxn>
                <a:cxn ang="0">
                  <a:pos x="T4" y="T5"/>
                </a:cxn>
                <a:cxn ang="0">
                  <a:pos x="T6" y="T7"/>
                </a:cxn>
                <a:cxn ang="0">
                  <a:pos x="T8" y="T9"/>
                </a:cxn>
              </a:cxnLst>
              <a:rect l="0" t="0" r="r" b="b"/>
              <a:pathLst>
                <a:path w="202" h="262">
                  <a:moveTo>
                    <a:pt x="0" y="44"/>
                  </a:moveTo>
                  <a:lnTo>
                    <a:pt x="43" y="262"/>
                  </a:lnTo>
                  <a:lnTo>
                    <a:pt x="202" y="243"/>
                  </a:lnTo>
                  <a:lnTo>
                    <a:pt x="139" y="0"/>
                  </a:lnTo>
                  <a:lnTo>
                    <a:pt x="0" y="44"/>
                  </a:lnTo>
                  <a:close/>
                </a:path>
              </a:pathLst>
            </a:custGeom>
            <a:solidFill>
              <a:srgbClr val="FFC4A4"/>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92500" lnSpcReduction="10000"/>
            </a:bodyPr>
            <a:lstStyle/>
            <a:p>
              <a:pPr algn="ctr"/>
              <a:endParaRPr>
                <a:solidFill>
                  <a:prstClr val="black"/>
                </a:solidFill>
                <a:latin typeface="Arial" panose="020B0604020202020204"/>
              </a:endParaRPr>
            </a:p>
          </p:txBody>
        </p:sp>
        <p:sp>
          <p:nvSpPr>
            <p:cNvPr id="79" name="ïs1îḍè"/>
            <p:cNvSpPr/>
            <p:nvPr/>
          </p:nvSpPr>
          <p:spPr bwMode="auto">
            <a:xfrm>
              <a:off x="2477428" y="4314276"/>
              <a:ext cx="289956" cy="376081"/>
            </a:xfrm>
            <a:custGeom>
              <a:avLst/>
              <a:gdLst>
                <a:gd name="T0" fmla="*/ 0 w 202"/>
                <a:gd name="T1" fmla="*/ 44 h 262"/>
                <a:gd name="T2" fmla="*/ 43 w 202"/>
                <a:gd name="T3" fmla="*/ 262 h 262"/>
                <a:gd name="T4" fmla="*/ 202 w 202"/>
                <a:gd name="T5" fmla="*/ 243 h 262"/>
                <a:gd name="T6" fmla="*/ 139 w 202"/>
                <a:gd name="T7" fmla="*/ 0 h 262"/>
                <a:gd name="T8" fmla="*/ 0 w 202"/>
                <a:gd name="T9" fmla="*/ 44 h 262"/>
              </a:gdLst>
              <a:ahLst/>
              <a:cxnLst>
                <a:cxn ang="0">
                  <a:pos x="T0" y="T1"/>
                </a:cxn>
                <a:cxn ang="0">
                  <a:pos x="T2" y="T3"/>
                </a:cxn>
                <a:cxn ang="0">
                  <a:pos x="T4" y="T5"/>
                </a:cxn>
                <a:cxn ang="0">
                  <a:pos x="T6" y="T7"/>
                </a:cxn>
                <a:cxn ang="0">
                  <a:pos x="T8" y="T9"/>
                </a:cxn>
              </a:cxnLst>
              <a:rect l="0" t="0" r="r" b="b"/>
              <a:pathLst>
                <a:path w="202" h="262">
                  <a:moveTo>
                    <a:pt x="0" y="44"/>
                  </a:moveTo>
                  <a:lnTo>
                    <a:pt x="43" y="262"/>
                  </a:lnTo>
                  <a:lnTo>
                    <a:pt x="202" y="243"/>
                  </a:lnTo>
                  <a:lnTo>
                    <a:pt x="139" y="0"/>
                  </a:lnTo>
                  <a:lnTo>
                    <a:pt x="0" y="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92500" lnSpcReduction="10000"/>
            </a:bodyPr>
            <a:lstStyle/>
            <a:p>
              <a:pPr algn="ctr"/>
              <a:endParaRPr>
                <a:solidFill>
                  <a:prstClr val="black"/>
                </a:solidFill>
                <a:latin typeface="Arial" panose="020B0604020202020204"/>
              </a:endParaRPr>
            </a:p>
          </p:txBody>
        </p:sp>
        <p:sp>
          <p:nvSpPr>
            <p:cNvPr id="80" name="íś1iḋe"/>
            <p:cNvSpPr/>
            <p:nvPr/>
          </p:nvSpPr>
          <p:spPr bwMode="auto">
            <a:xfrm>
              <a:off x="2444413" y="3839150"/>
              <a:ext cx="101916" cy="353114"/>
            </a:xfrm>
            <a:custGeom>
              <a:avLst/>
              <a:gdLst>
                <a:gd name="T0" fmla="*/ 20 w 71"/>
                <a:gd name="T1" fmla="*/ 0 h 246"/>
                <a:gd name="T2" fmla="*/ 0 w 71"/>
                <a:gd name="T3" fmla="*/ 246 h 246"/>
                <a:gd name="T4" fmla="*/ 71 w 71"/>
                <a:gd name="T5" fmla="*/ 207 h 246"/>
                <a:gd name="T6" fmla="*/ 20 w 71"/>
                <a:gd name="T7" fmla="*/ 0 h 246"/>
              </a:gdLst>
              <a:ahLst/>
              <a:cxnLst>
                <a:cxn ang="0">
                  <a:pos x="T0" y="T1"/>
                </a:cxn>
                <a:cxn ang="0">
                  <a:pos x="T2" y="T3"/>
                </a:cxn>
                <a:cxn ang="0">
                  <a:pos x="T4" y="T5"/>
                </a:cxn>
                <a:cxn ang="0">
                  <a:pos x="T6" y="T7"/>
                </a:cxn>
              </a:cxnLst>
              <a:rect l="0" t="0" r="r" b="b"/>
              <a:pathLst>
                <a:path w="71" h="246">
                  <a:moveTo>
                    <a:pt x="20" y="0"/>
                  </a:moveTo>
                  <a:lnTo>
                    <a:pt x="0" y="246"/>
                  </a:lnTo>
                  <a:lnTo>
                    <a:pt x="71" y="207"/>
                  </a:lnTo>
                  <a:lnTo>
                    <a:pt x="20" y="0"/>
                  </a:lnTo>
                  <a:close/>
                </a:path>
              </a:pathLst>
            </a:custGeom>
            <a:solidFill>
              <a:srgbClr val="E84C4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92500" lnSpcReduction="20000"/>
            </a:bodyPr>
            <a:lstStyle/>
            <a:p>
              <a:pPr algn="ctr"/>
              <a:endParaRPr>
                <a:solidFill>
                  <a:prstClr val="black"/>
                </a:solidFill>
                <a:latin typeface="Arial" panose="020B0604020202020204"/>
              </a:endParaRPr>
            </a:p>
          </p:txBody>
        </p:sp>
        <p:sp>
          <p:nvSpPr>
            <p:cNvPr id="81" name="ïṩľíḓê"/>
            <p:cNvSpPr/>
            <p:nvPr/>
          </p:nvSpPr>
          <p:spPr bwMode="auto">
            <a:xfrm>
              <a:off x="2444413" y="3839150"/>
              <a:ext cx="101916" cy="353114"/>
            </a:xfrm>
            <a:custGeom>
              <a:avLst/>
              <a:gdLst>
                <a:gd name="T0" fmla="*/ 20 w 71"/>
                <a:gd name="T1" fmla="*/ 0 h 246"/>
                <a:gd name="T2" fmla="*/ 0 w 71"/>
                <a:gd name="T3" fmla="*/ 246 h 246"/>
                <a:gd name="T4" fmla="*/ 71 w 71"/>
                <a:gd name="T5" fmla="*/ 207 h 246"/>
                <a:gd name="T6" fmla="*/ 20 w 71"/>
                <a:gd name="T7" fmla="*/ 0 h 246"/>
              </a:gdLst>
              <a:ahLst/>
              <a:cxnLst>
                <a:cxn ang="0">
                  <a:pos x="T0" y="T1"/>
                </a:cxn>
                <a:cxn ang="0">
                  <a:pos x="T2" y="T3"/>
                </a:cxn>
                <a:cxn ang="0">
                  <a:pos x="T4" y="T5"/>
                </a:cxn>
                <a:cxn ang="0">
                  <a:pos x="T6" y="T7"/>
                </a:cxn>
              </a:cxnLst>
              <a:rect l="0" t="0" r="r" b="b"/>
              <a:pathLst>
                <a:path w="71" h="246">
                  <a:moveTo>
                    <a:pt x="20" y="0"/>
                  </a:moveTo>
                  <a:lnTo>
                    <a:pt x="0" y="246"/>
                  </a:lnTo>
                  <a:lnTo>
                    <a:pt x="71" y="207"/>
                  </a:lnTo>
                  <a:lnTo>
                    <a:pt x="2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92500" lnSpcReduction="20000"/>
            </a:bodyPr>
            <a:lstStyle/>
            <a:p>
              <a:pPr algn="ctr"/>
              <a:endParaRPr>
                <a:solidFill>
                  <a:prstClr val="black"/>
                </a:solidFill>
                <a:latin typeface="Arial" panose="020B0604020202020204"/>
              </a:endParaRPr>
            </a:p>
          </p:txBody>
        </p:sp>
        <p:sp>
          <p:nvSpPr>
            <p:cNvPr id="82" name="îsḻiďe"/>
            <p:cNvSpPr/>
            <p:nvPr/>
          </p:nvSpPr>
          <p:spPr bwMode="auto">
            <a:xfrm>
              <a:off x="2312354" y="3918099"/>
              <a:ext cx="50240" cy="73207"/>
            </a:xfrm>
            <a:custGeom>
              <a:avLst/>
              <a:gdLst>
                <a:gd name="T0" fmla="*/ 18 w 20"/>
                <a:gd name="T1" fmla="*/ 13 h 29"/>
                <a:gd name="T2" fmla="*/ 13 w 20"/>
                <a:gd name="T3" fmla="*/ 28 h 29"/>
                <a:gd name="T4" fmla="*/ 2 w 20"/>
                <a:gd name="T5" fmla="*/ 17 h 29"/>
                <a:gd name="T6" fmla="*/ 6 w 20"/>
                <a:gd name="T7" fmla="*/ 1 h 29"/>
                <a:gd name="T8" fmla="*/ 18 w 20"/>
                <a:gd name="T9" fmla="*/ 13 h 29"/>
              </a:gdLst>
              <a:ahLst/>
              <a:cxnLst>
                <a:cxn ang="0">
                  <a:pos x="T0" y="T1"/>
                </a:cxn>
                <a:cxn ang="0">
                  <a:pos x="T2" y="T3"/>
                </a:cxn>
                <a:cxn ang="0">
                  <a:pos x="T4" y="T5"/>
                </a:cxn>
                <a:cxn ang="0">
                  <a:pos x="T6" y="T7"/>
                </a:cxn>
                <a:cxn ang="0">
                  <a:pos x="T8" y="T9"/>
                </a:cxn>
              </a:cxnLst>
              <a:rect l="0" t="0" r="r" b="b"/>
              <a:pathLst>
                <a:path w="20" h="29">
                  <a:moveTo>
                    <a:pt x="18" y="13"/>
                  </a:moveTo>
                  <a:cubicBezTo>
                    <a:pt x="20" y="20"/>
                    <a:pt x="18" y="27"/>
                    <a:pt x="13" y="28"/>
                  </a:cubicBezTo>
                  <a:cubicBezTo>
                    <a:pt x="9" y="29"/>
                    <a:pt x="3" y="24"/>
                    <a:pt x="2" y="17"/>
                  </a:cubicBezTo>
                  <a:cubicBezTo>
                    <a:pt x="0" y="9"/>
                    <a:pt x="2" y="3"/>
                    <a:pt x="6" y="1"/>
                  </a:cubicBezTo>
                  <a:cubicBezTo>
                    <a:pt x="11" y="0"/>
                    <a:pt x="16" y="5"/>
                    <a:pt x="18" y="13"/>
                  </a:cubicBezTo>
                  <a:close/>
                </a:path>
              </a:pathLst>
            </a:custGeom>
            <a:solidFill>
              <a:srgbClr val="594E41"/>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83" name="iSḻïḑè"/>
            <p:cNvSpPr/>
            <p:nvPr/>
          </p:nvSpPr>
          <p:spPr bwMode="auto">
            <a:xfrm>
              <a:off x="2598004" y="3895132"/>
              <a:ext cx="50240" cy="76078"/>
            </a:xfrm>
            <a:custGeom>
              <a:avLst/>
              <a:gdLst>
                <a:gd name="T0" fmla="*/ 19 w 20"/>
                <a:gd name="T1" fmla="*/ 13 h 30"/>
                <a:gd name="T2" fmla="*/ 14 w 20"/>
                <a:gd name="T3" fmla="*/ 28 h 30"/>
                <a:gd name="T4" fmla="*/ 2 w 20"/>
                <a:gd name="T5" fmla="*/ 17 h 30"/>
                <a:gd name="T6" fmla="*/ 7 w 20"/>
                <a:gd name="T7" fmla="*/ 1 h 30"/>
                <a:gd name="T8" fmla="*/ 19 w 20"/>
                <a:gd name="T9" fmla="*/ 13 h 30"/>
              </a:gdLst>
              <a:ahLst/>
              <a:cxnLst>
                <a:cxn ang="0">
                  <a:pos x="T0" y="T1"/>
                </a:cxn>
                <a:cxn ang="0">
                  <a:pos x="T2" y="T3"/>
                </a:cxn>
                <a:cxn ang="0">
                  <a:pos x="T4" y="T5"/>
                </a:cxn>
                <a:cxn ang="0">
                  <a:pos x="T6" y="T7"/>
                </a:cxn>
                <a:cxn ang="0">
                  <a:pos x="T8" y="T9"/>
                </a:cxn>
              </a:cxnLst>
              <a:rect l="0" t="0" r="r" b="b"/>
              <a:pathLst>
                <a:path w="20" h="30">
                  <a:moveTo>
                    <a:pt x="19" y="13"/>
                  </a:moveTo>
                  <a:cubicBezTo>
                    <a:pt x="20" y="20"/>
                    <a:pt x="18" y="27"/>
                    <a:pt x="14" y="28"/>
                  </a:cubicBezTo>
                  <a:cubicBezTo>
                    <a:pt x="9" y="30"/>
                    <a:pt x="4" y="24"/>
                    <a:pt x="2" y="17"/>
                  </a:cubicBezTo>
                  <a:cubicBezTo>
                    <a:pt x="0" y="10"/>
                    <a:pt x="2" y="3"/>
                    <a:pt x="7" y="1"/>
                  </a:cubicBezTo>
                  <a:cubicBezTo>
                    <a:pt x="11" y="0"/>
                    <a:pt x="17" y="5"/>
                    <a:pt x="19" y="13"/>
                  </a:cubicBezTo>
                  <a:close/>
                </a:path>
              </a:pathLst>
            </a:custGeom>
            <a:solidFill>
              <a:srgbClr val="594E41"/>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84" name="iš1ïḑè"/>
            <p:cNvSpPr/>
            <p:nvPr/>
          </p:nvSpPr>
          <p:spPr bwMode="auto">
            <a:xfrm>
              <a:off x="2062590" y="3744412"/>
              <a:ext cx="368904" cy="437805"/>
            </a:xfrm>
            <a:custGeom>
              <a:avLst/>
              <a:gdLst>
                <a:gd name="T0" fmla="*/ 134 w 145"/>
                <a:gd name="T1" fmla="*/ 76 h 172"/>
                <a:gd name="T2" fmla="*/ 124 w 145"/>
                <a:gd name="T3" fmla="*/ 78 h 172"/>
                <a:gd name="T4" fmla="*/ 125 w 145"/>
                <a:gd name="T5" fmla="*/ 92 h 172"/>
                <a:gd name="T6" fmla="*/ 113 w 145"/>
                <a:gd name="T7" fmla="*/ 132 h 172"/>
                <a:gd name="T8" fmla="*/ 84 w 145"/>
                <a:gd name="T9" fmla="*/ 152 h 172"/>
                <a:gd name="T10" fmla="*/ 77 w 145"/>
                <a:gd name="T11" fmla="*/ 152 h 172"/>
                <a:gd name="T12" fmla="*/ 42 w 145"/>
                <a:gd name="T13" fmla="*/ 137 h 172"/>
                <a:gd name="T14" fmla="*/ 22 w 145"/>
                <a:gd name="T15" fmla="*/ 95 h 172"/>
                <a:gd name="T16" fmla="*/ 20 w 145"/>
                <a:gd name="T17" fmla="*/ 81 h 172"/>
                <a:gd name="T18" fmla="*/ 32 w 145"/>
                <a:gd name="T19" fmla="*/ 41 h 172"/>
                <a:gd name="T20" fmla="*/ 62 w 145"/>
                <a:gd name="T21" fmla="*/ 21 h 172"/>
                <a:gd name="T22" fmla="*/ 69 w 145"/>
                <a:gd name="T23" fmla="*/ 20 h 172"/>
                <a:gd name="T24" fmla="*/ 103 w 145"/>
                <a:gd name="T25" fmla="*/ 36 h 172"/>
                <a:gd name="T26" fmla="*/ 124 w 145"/>
                <a:gd name="T27" fmla="*/ 78 h 172"/>
                <a:gd name="T28" fmla="*/ 134 w 145"/>
                <a:gd name="T29" fmla="*/ 76 h 172"/>
                <a:gd name="T30" fmla="*/ 144 w 145"/>
                <a:gd name="T31" fmla="*/ 74 h 172"/>
                <a:gd name="T32" fmla="*/ 117 w 145"/>
                <a:gd name="T33" fmla="*/ 22 h 172"/>
                <a:gd name="T34" fmla="*/ 69 w 145"/>
                <a:gd name="T35" fmla="*/ 0 h 172"/>
                <a:gd name="T36" fmla="*/ 58 w 145"/>
                <a:gd name="T37" fmla="*/ 1 h 172"/>
                <a:gd name="T38" fmla="*/ 16 w 145"/>
                <a:gd name="T39" fmla="*/ 29 h 172"/>
                <a:gd name="T40" fmla="*/ 0 w 145"/>
                <a:gd name="T41" fmla="*/ 81 h 172"/>
                <a:gd name="T42" fmla="*/ 2 w 145"/>
                <a:gd name="T43" fmla="*/ 98 h 172"/>
                <a:gd name="T44" fmla="*/ 28 w 145"/>
                <a:gd name="T45" fmla="*/ 151 h 172"/>
                <a:gd name="T46" fmla="*/ 77 w 145"/>
                <a:gd name="T47" fmla="*/ 172 h 172"/>
                <a:gd name="T48" fmla="*/ 87 w 145"/>
                <a:gd name="T49" fmla="*/ 171 h 172"/>
                <a:gd name="T50" fmla="*/ 130 w 145"/>
                <a:gd name="T51" fmla="*/ 144 h 172"/>
                <a:gd name="T52" fmla="*/ 145 w 145"/>
                <a:gd name="T53" fmla="*/ 92 h 172"/>
                <a:gd name="T54" fmla="*/ 144 w 145"/>
                <a:gd name="T55" fmla="*/ 74 h 172"/>
                <a:gd name="T56" fmla="*/ 134 w 145"/>
                <a:gd name="T57" fmla="*/ 7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5" h="172">
                  <a:moveTo>
                    <a:pt x="134" y="76"/>
                  </a:moveTo>
                  <a:cubicBezTo>
                    <a:pt x="124" y="78"/>
                    <a:pt x="124" y="78"/>
                    <a:pt x="124" y="78"/>
                  </a:cubicBezTo>
                  <a:cubicBezTo>
                    <a:pt x="125" y="82"/>
                    <a:pt x="125" y="87"/>
                    <a:pt x="125" y="92"/>
                  </a:cubicBezTo>
                  <a:cubicBezTo>
                    <a:pt x="125" y="107"/>
                    <a:pt x="121" y="122"/>
                    <a:pt x="113" y="132"/>
                  </a:cubicBezTo>
                  <a:cubicBezTo>
                    <a:pt x="106" y="143"/>
                    <a:pt x="96" y="150"/>
                    <a:pt x="84" y="152"/>
                  </a:cubicBezTo>
                  <a:cubicBezTo>
                    <a:pt x="82" y="152"/>
                    <a:pt x="79" y="152"/>
                    <a:pt x="77" y="152"/>
                  </a:cubicBezTo>
                  <a:cubicBezTo>
                    <a:pt x="65" y="152"/>
                    <a:pt x="53" y="147"/>
                    <a:pt x="42" y="137"/>
                  </a:cubicBezTo>
                  <a:cubicBezTo>
                    <a:pt x="32" y="127"/>
                    <a:pt x="25" y="112"/>
                    <a:pt x="22" y="95"/>
                  </a:cubicBezTo>
                  <a:cubicBezTo>
                    <a:pt x="21" y="90"/>
                    <a:pt x="20" y="86"/>
                    <a:pt x="20" y="81"/>
                  </a:cubicBezTo>
                  <a:cubicBezTo>
                    <a:pt x="20" y="65"/>
                    <a:pt x="25" y="51"/>
                    <a:pt x="32" y="41"/>
                  </a:cubicBezTo>
                  <a:cubicBezTo>
                    <a:pt x="40" y="30"/>
                    <a:pt x="50" y="23"/>
                    <a:pt x="62" y="21"/>
                  </a:cubicBezTo>
                  <a:cubicBezTo>
                    <a:pt x="64" y="21"/>
                    <a:pt x="66" y="20"/>
                    <a:pt x="69" y="20"/>
                  </a:cubicBezTo>
                  <a:cubicBezTo>
                    <a:pt x="81" y="20"/>
                    <a:pt x="93" y="26"/>
                    <a:pt x="103" y="36"/>
                  </a:cubicBezTo>
                  <a:cubicBezTo>
                    <a:pt x="113" y="46"/>
                    <a:pt x="121" y="61"/>
                    <a:pt x="124" y="78"/>
                  </a:cubicBezTo>
                  <a:cubicBezTo>
                    <a:pt x="134" y="76"/>
                    <a:pt x="134" y="76"/>
                    <a:pt x="134" y="76"/>
                  </a:cubicBezTo>
                  <a:cubicBezTo>
                    <a:pt x="144" y="74"/>
                    <a:pt x="144" y="74"/>
                    <a:pt x="144" y="74"/>
                  </a:cubicBezTo>
                  <a:cubicBezTo>
                    <a:pt x="140" y="53"/>
                    <a:pt x="131" y="35"/>
                    <a:pt x="117" y="22"/>
                  </a:cubicBezTo>
                  <a:cubicBezTo>
                    <a:pt x="104" y="9"/>
                    <a:pt x="87" y="0"/>
                    <a:pt x="69" y="0"/>
                  </a:cubicBezTo>
                  <a:cubicBezTo>
                    <a:pt x="65" y="0"/>
                    <a:pt x="62" y="1"/>
                    <a:pt x="58" y="1"/>
                  </a:cubicBezTo>
                  <a:cubicBezTo>
                    <a:pt x="41" y="4"/>
                    <a:pt x="26" y="15"/>
                    <a:pt x="16" y="29"/>
                  </a:cubicBezTo>
                  <a:cubicBezTo>
                    <a:pt x="6" y="43"/>
                    <a:pt x="0" y="62"/>
                    <a:pt x="0" y="81"/>
                  </a:cubicBezTo>
                  <a:cubicBezTo>
                    <a:pt x="0" y="87"/>
                    <a:pt x="1" y="93"/>
                    <a:pt x="2" y="98"/>
                  </a:cubicBezTo>
                  <a:cubicBezTo>
                    <a:pt x="6" y="119"/>
                    <a:pt x="15" y="138"/>
                    <a:pt x="28" y="151"/>
                  </a:cubicBezTo>
                  <a:cubicBezTo>
                    <a:pt x="42" y="164"/>
                    <a:pt x="59" y="172"/>
                    <a:pt x="77" y="172"/>
                  </a:cubicBezTo>
                  <a:cubicBezTo>
                    <a:pt x="80" y="172"/>
                    <a:pt x="84" y="172"/>
                    <a:pt x="87" y="171"/>
                  </a:cubicBezTo>
                  <a:cubicBezTo>
                    <a:pt x="105" y="168"/>
                    <a:pt x="120" y="158"/>
                    <a:pt x="130" y="144"/>
                  </a:cubicBezTo>
                  <a:cubicBezTo>
                    <a:pt x="140" y="129"/>
                    <a:pt x="145" y="111"/>
                    <a:pt x="145" y="92"/>
                  </a:cubicBezTo>
                  <a:cubicBezTo>
                    <a:pt x="145" y="86"/>
                    <a:pt x="145" y="80"/>
                    <a:pt x="144" y="74"/>
                  </a:cubicBezTo>
                  <a:cubicBezTo>
                    <a:pt x="134" y="76"/>
                    <a:pt x="134" y="76"/>
                    <a:pt x="134" y="7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85" name="iṡḻidé"/>
            <p:cNvSpPr/>
            <p:nvPr/>
          </p:nvSpPr>
          <p:spPr bwMode="auto">
            <a:xfrm>
              <a:off x="2516184" y="3694173"/>
              <a:ext cx="368904" cy="436369"/>
            </a:xfrm>
            <a:custGeom>
              <a:avLst/>
              <a:gdLst>
                <a:gd name="T0" fmla="*/ 133 w 145"/>
                <a:gd name="T1" fmla="*/ 75 h 172"/>
                <a:gd name="T2" fmla="*/ 124 w 145"/>
                <a:gd name="T3" fmla="*/ 77 h 172"/>
                <a:gd name="T4" fmla="*/ 125 w 145"/>
                <a:gd name="T5" fmla="*/ 91 h 172"/>
                <a:gd name="T6" fmla="*/ 113 w 145"/>
                <a:gd name="T7" fmla="*/ 131 h 172"/>
                <a:gd name="T8" fmla="*/ 84 w 145"/>
                <a:gd name="T9" fmla="*/ 151 h 172"/>
                <a:gd name="T10" fmla="*/ 77 w 145"/>
                <a:gd name="T11" fmla="*/ 152 h 172"/>
                <a:gd name="T12" fmla="*/ 42 w 145"/>
                <a:gd name="T13" fmla="*/ 136 h 172"/>
                <a:gd name="T14" fmla="*/ 21 w 145"/>
                <a:gd name="T15" fmla="*/ 94 h 172"/>
                <a:gd name="T16" fmla="*/ 20 w 145"/>
                <a:gd name="T17" fmla="*/ 80 h 172"/>
                <a:gd name="T18" fmla="*/ 32 w 145"/>
                <a:gd name="T19" fmla="*/ 40 h 172"/>
                <a:gd name="T20" fmla="*/ 61 w 145"/>
                <a:gd name="T21" fmla="*/ 20 h 172"/>
                <a:gd name="T22" fmla="*/ 68 w 145"/>
                <a:gd name="T23" fmla="*/ 20 h 172"/>
                <a:gd name="T24" fmla="*/ 103 w 145"/>
                <a:gd name="T25" fmla="*/ 35 h 172"/>
                <a:gd name="T26" fmla="*/ 124 w 145"/>
                <a:gd name="T27" fmla="*/ 77 h 172"/>
                <a:gd name="T28" fmla="*/ 133 w 145"/>
                <a:gd name="T29" fmla="*/ 75 h 172"/>
                <a:gd name="T30" fmla="*/ 143 w 145"/>
                <a:gd name="T31" fmla="*/ 74 h 172"/>
                <a:gd name="T32" fmla="*/ 117 w 145"/>
                <a:gd name="T33" fmla="*/ 21 h 172"/>
                <a:gd name="T34" fmla="*/ 68 w 145"/>
                <a:gd name="T35" fmla="*/ 0 h 172"/>
                <a:gd name="T36" fmla="*/ 58 w 145"/>
                <a:gd name="T37" fmla="*/ 1 h 172"/>
                <a:gd name="T38" fmla="*/ 16 w 145"/>
                <a:gd name="T39" fmla="*/ 28 h 172"/>
                <a:gd name="T40" fmla="*/ 0 w 145"/>
                <a:gd name="T41" fmla="*/ 80 h 172"/>
                <a:gd name="T42" fmla="*/ 2 w 145"/>
                <a:gd name="T43" fmla="*/ 98 h 172"/>
                <a:gd name="T44" fmla="*/ 28 w 145"/>
                <a:gd name="T45" fmla="*/ 150 h 172"/>
                <a:gd name="T46" fmla="*/ 77 w 145"/>
                <a:gd name="T47" fmla="*/ 172 h 172"/>
                <a:gd name="T48" fmla="*/ 87 w 145"/>
                <a:gd name="T49" fmla="*/ 171 h 172"/>
                <a:gd name="T50" fmla="*/ 129 w 145"/>
                <a:gd name="T51" fmla="*/ 143 h 172"/>
                <a:gd name="T52" fmla="*/ 145 w 145"/>
                <a:gd name="T53" fmla="*/ 91 h 172"/>
                <a:gd name="T54" fmla="*/ 143 w 145"/>
                <a:gd name="T55" fmla="*/ 74 h 172"/>
                <a:gd name="T56" fmla="*/ 133 w 145"/>
                <a:gd name="T57" fmla="*/ 75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5" h="172">
                  <a:moveTo>
                    <a:pt x="133" y="75"/>
                  </a:moveTo>
                  <a:cubicBezTo>
                    <a:pt x="124" y="77"/>
                    <a:pt x="124" y="77"/>
                    <a:pt x="124" y="77"/>
                  </a:cubicBezTo>
                  <a:cubicBezTo>
                    <a:pt x="124" y="82"/>
                    <a:pt x="125" y="86"/>
                    <a:pt x="125" y="91"/>
                  </a:cubicBezTo>
                  <a:cubicBezTo>
                    <a:pt x="125" y="107"/>
                    <a:pt x="120" y="121"/>
                    <a:pt x="113" y="131"/>
                  </a:cubicBezTo>
                  <a:cubicBezTo>
                    <a:pt x="105" y="142"/>
                    <a:pt x="95" y="149"/>
                    <a:pt x="84" y="151"/>
                  </a:cubicBezTo>
                  <a:cubicBezTo>
                    <a:pt x="81" y="151"/>
                    <a:pt x="79" y="152"/>
                    <a:pt x="77" y="152"/>
                  </a:cubicBezTo>
                  <a:cubicBezTo>
                    <a:pt x="65" y="152"/>
                    <a:pt x="52" y="146"/>
                    <a:pt x="42" y="136"/>
                  </a:cubicBezTo>
                  <a:cubicBezTo>
                    <a:pt x="32" y="126"/>
                    <a:pt x="24" y="111"/>
                    <a:pt x="21" y="94"/>
                  </a:cubicBezTo>
                  <a:cubicBezTo>
                    <a:pt x="21" y="90"/>
                    <a:pt x="20" y="85"/>
                    <a:pt x="20" y="80"/>
                  </a:cubicBezTo>
                  <a:cubicBezTo>
                    <a:pt x="20" y="65"/>
                    <a:pt x="25" y="50"/>
                    <a:pt x="32" y="40"/>
                  </a:cubicBezTo>
                  <a:cubicBezTo>
                    <a:pt x="40" y="29"/>
                    <a:pt x="50" y="22"/>
                    <a:pt x="61" y="20"/>
                  </a:cubicBezTo>
                  <a:cubicBezTo>
                    <a:pt x="64" y="20"/>
                    <a:pt x="66" y="20"/>
                    <a:pt x="68" y="20"/>
                  </a:cubicBezTo>
                  <a:cubicBezTo>
                    <a:pt x="80" y="20"/>
                    <a:pt x="93" y="25"/>
                    <a:pt x="103" y="35"/>
                  </a:cubicBezTo>
                  <a:cubicBezTo>
                    <a:pt x="113" y="45"/>
                    <a:pt x="121" y="60"/>
                    <a:pt x="124" y="77"/>
                  </a:cubicBezTo>
                  <a:cubicBezTo>
                    <a:pt x="133" y="75"/>
                    <a:pt x="133" y="75"/>
                    <a:pt x="133" y="75"/>
                  </a:cubicBezTo>
                  <a:cubicBezTo>
                    <a:pt x="143" y="74"/>
                    <a:pt x="143" y="74"/>
                    <a:pt x="143" y="74"/>
                  </a:cubicBezTo>
                  <a:cubicBezTo>
                    <a:pt x="140" y="53"/>
                    <a:pt x="130" y="34"/>
                    <a:pt x="117" y="21"/>
                  </a:cubicBezTo>
                  <a:cubicBezTo>
                    <a:pt x="104" y="8"/>
                    <a:pt x="87" y="0"/>
                    <a:pt x="68" y="0"/>
                  </a:cubicBezTo>
                  <a:cubicBezTo>
                    <a:pt x="65" y="0"/>
                    <a:pt x="61" y="0"/>
                    <a:pt x="58" y="1"/>
                  </a:cubicBezTo>
                  <a:cubicBezTo>
                    <a:pt x="40" y="4"/>
                    <a:pt x="26" y="14"/>
                    <a:pt x="16" y="28"/>
                  </a:cubicBezTo>
                  <a:cubicBezTo>
                    <a:pt x="6" y="43"/>
                    <a:pt x="0" y="61"/>
                    <a:pt x="0" y="80"/>
                  </a:cubicBezTo>
                  <a:cubicBezTo>
                    <a:pt x="0" y="86"/>
                    <a:pt x="1" y="92"/>
                    <a:pt x="2" y="98"/>
                  </a:cubicBezTo>
                  <a:cubicBezTo>
                    <a:pt x="5" y="119"/>
                    <a:pt x="15" y="137"/>
                    <a:pt x="28" y="150"/>
                  </a:cubicBezTo>
                  <a:cubicBezTo>
                    <a:pt x="41" y="163"/>
                    <a:pt x="58" y="172"/>
                    <a:pt x="77" y="172"/>
                  </a:cubicBezTo>
                  <a:cubicBezTo>
                    <a:pt x="80" y="172"/>
                    <a:pt x="84" y="171"/>
                    <a:pt x="87" y="171"/>
                  </a:cubicBezTo>
                  <a:cubicBezTo>
                    <a:pt x="105" y="168"/>
                    <a:pt x="119" y="157"/>
                    <a:pt x="129" y="143"/>
                  </a:cubicBezTo>
                  <a:cubicBezTo>
                    <a:pt x="139" y="129"/>
                    <a:pt x="145" y="110"/>
                    <a:pt x="145" y="91"/>
                  </a:cubicBezTo>
                  <a:cubicBezTo>
                    <a:pt x="145" y="85"/>
                    <a:pt x="144" y="79"/>
                    <a:pt x="143" y="74"/>
                  </a:cubicBezTo>
                  <a:cubicBezTo>
                    <a:pt x="133" y="75"/>
                    <a:pt x="133" y="75"/>
                    <a:pt x="133" y="75"/>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86" name="isḷïdê"/>
            <p:cNvSpPr/>
            <p:nvPr/>
          </p:nvSpPr>
          <p:spPr bwMode="auto">
            <a:xfrm>
              <a:off x="2398480" y="3886520"/>
              <a:ext cx="147849" cy="76078"/>
            </a:xfrm>
            <a:custGeom>
              <a:avLst/>
              <a:gdLst>
                <a:gd name="T0" fmla="*/ 7 w 103"/>
                <a:gd name="T1" fmla="*/ 53 h 53"/>
                <a:gd name="T2" fmla="*/ 103 w 103"/>
                <a:gd name="T3" fmla="*/ 36 h 53"/>
                <a:gd name="T4" fmla="*/ 96 w 103"/>
                <a:gd name="T5" fmla="*/ 0 h 53"/>
                <a:gd name="T6" fmla="*/ 0 w 103"/>
                <a:gd name="T7" fmla="*/ 18 h 53"/>
                <a:gd name="T8" fmla="*/ 7 w 103"/>
                <a:gd name="T9" fmla="*/ 53 h 53"/>
              </a:gdLst>
              <a:ahLst/>
              <a:cxnLst>
                <a:cxn ang="0">
                  <a:pos x="T0" y="T1"/>
                </a:cxn>
                <a:cxn ang="0">
                  <a:pos x="T2" y="T3"/>
                </a:cxn>
                <a:cxn ang="0">
                  <a:pos x="T4" y="T5"/>
                </a:cxn>
                <a:cxn ang="0">
                  <a:pos x="T6" y="T7"/>
                </a:cxn>
                <a:cxn ang="0">
                  <a:pos x="T8" y="T9"/>
                </a:cxn>
              </a:cxnLst>
              <a:rect l="0" t="0" r="r" b="b"/>
              <a:pathLst>
                <a:path w="103" h="53">
                  <a:moveTo>
                    <a:pt x="7" y="53"/>
                  </a:moveTo>
                  <a:lnTo>
                    <a:pt x="103" y="36"/>
                  </a:lnTo>
                  <a:lnTo>
                    <a:pt x="96" y="0"/>
                  </a:lnTo>
                  <a:lnTo>
                    <a:pt x="0" y="18"/>
                  </a:lnTo>
                  <a:lnTo>
                    <a:pt x="7" y="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87" name="iŝḷíḑe"/>
            <p:cNvSpPr/>
            <p:nvPr/>
          </p:nvSpPr>
          <p:spPr bwMode="auto">
            <a:xfrm>
              <a:off x="2398480" y="3886520"/>
              <a:ext cx="147849" cy="76078"/>
            </a:xfrm>
            <a:custGeom>
              <a:avLst/>
              <a:gdLst>
                <a:gd name="T0" fmla="*/ 7 w 103"/>
                <a:gd name="T1" fmla="*/ 53 h 53"/>
                <a:gd name="T2" fmla="*/ 103 w 103"/>
                <a:gd name="T3" fmla="*/ 36 h 53"/>
                <a:gd name="T4" fmla="*/ 96 w 103"/>
                <a:gd name="T5" fmla="*/ 0 h 53"/>
                <a:gd name="T6" fmla="*/ 0 w 103"/>
                <a:gd name="T7" fmla="*/ 18 h 53"/>
              </a:gdLst>
              <a:ahLst/>
              <a:cxnLst>
                <a:cxn ang="0">
                  <a:pos x="T0" y="T1"/>
                </a:cxn>
                <a:cxn ang="0">
                  <a:pos x="T2" y="T3"/>
                </a:cxn>
                <a:cxn ang="0">
                  <a:pos x="T4" y="T5"/>
                </a:cxn>
                <a:cxn ang="0">
                  <a:pos x="T6" y="T7"/>
                </a:cxn>
              </a:cxnLst>
              <a:rect l="0" t="0" r="r" b="b"/>
              <a:pathLst>
                <a:path w="103" h="53">
                  <a:moveTo>
                    <a:pt x="7" y="53"/>
                  </a:moveTo>
                  <a:lnTo>
                    <a:pt x="103" y="36"/>
                  </a:lnTo>
                  <a:lnTo>
                    <a:pt x="96" y="0"/>
                  </a:lnTo>
                  <a:lnTo>
                    <a:pt x="0" y="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88" name="iṣlïḑè"/>
            <p:cNvSpPr/>
            <p:nvPr/>
          </p:nvSpPr>
          <p:spPr bwMode="auto">
            <a:xfrm>
              <a:off x="2829107" y="3777428"/>
              <a:ext cx="88996" cy="91867"/>
            </a:xfrm>
            <a:custGeom>
              <a:avLst/>
              <a:gdLst>
                <a:gd name="T0" fmla="*/ 35 w 62"/>
                <a:gd name="T1" fmla="*/ 0 h 64"/>
                <a:gd name="T2" fmla="*/ 0 w 62"/>
                <a:gd name="T3" fmla="*/ 41 h 64"/>
                <a:gd name="T4" fmla="*/ 27 w 62"/>
                <a:gd name="T5" fmla="*/ 64 h 64"/>
                <a:gd name="T6" fmla="*/ 62 w 62"/>
                <a:gd name="T7" fmla="*/ 23 h 64"/>
                <a:gd name="T8" fmla="*/ 35 w 62"/>
                <a:gd name="T9" fmla="*/ 0 h 64"/>
              </a:gdLst>
              <a:ahLst/>
              <a:cxnLst>
                <a:cxn ang="0">
                  <a:pos x="T0" y="T1"/>
                </a:cxn>
                <a:cxn ang="0">
                  <a:pos x="T2" y="T3"/>
                </a:cxn>
                <a:cxn ang="0">
                  <a:pos x="T4" y="T5"/>
                </a:cxn>
                <a:cxn ang="0">
                  <a:pos x="T6" y="T7"/>
                </a:cxn>
                <a:cxn ang="0">
                  <a:pos x="T8" y="T9"/>
                </a:cxn>
              </a:cxnLst>
              <a:rect l="0" t="0" r="r" b="b"/>
              <a:pathLst>
                <a:path w="62" h="64">
                  <a:moveTo>
                    <a:pt x="35" y="0"/>
                  </a:moveTo>
                  <a:lnTo>
                    <a:pt x="0" y="41"/>
                  </a:lnTo>
                  <a:lnTo>
                    <a:pt x="27" y="64"/>
                  </a:lnTo>
                  <a:lnTo>
                    <a:pt x="62" y="23"/>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89" name="íṣļïḓè"/>
            <p:cNvSpPr/>
            <p:nvPr/>
          </p:nvSpPr>
          <p:spPr bwMode="auto">
            <a:xfrm>
              <a:off x="2829107" y="3777428"/>
              <a:ext cx="88996" cy="91867"/>
            </a:xfrm>
            <a:custGeom>
              <a:avLst/>
              <a:gdLst>
                <a:gd name="T0" fmla="*/ 35 w 62"/>
                <a:gd name="T1" fmla="*/ 0 h 64"/>
                <a:gd name="T2" fmla="*/ 0 w 62"/>
                <a:gd name="T3" fmla="*/ 41 h 64"/>
                <a:gd name="T4" fmla="*/ 27 w 62"/>
                <a:gd name="T5" fmla="*/ 64 h 64"/>
                <a:gd name="T6" fmla="*/ 62 w 62"/>
                <a:gd name="T7" fmla="*/ 23 h 64"/>
              </a:gdLst>
              <a:ahLst/>
              <a:cxnLst>
                <a:cxn ang="0">
                  <a:pos x="T0" y="T1"/>
                </a:cxn>
                <a:cxn ang="0">
                  <a:pos x="T2" y="T3"/>
                </a:cxn>
                <a:cxn ang="0">
                  <a:pos x="T4" y="T5"/>
                </a:cxn>
                <a:cxn ang="0">
                  <a:pos x="T6" y="T7"/>
                </a:cxn>
              </a:cxnLst>
              <a:rect l="0" t="0" r="r" b="b"/>
              <a:pathLst>
                <a:path w="62" h="64">
                  <a:moveTo>
                    <a:pt x="35" y="0"/>
                  </a:moveTo>
                  <a:lnTo>
                    <a:pt x="0" y="41"/>
                  </a:lnTo>
                  <a:lnTo>
                    <a:pt x="27" y="64"/>
                  </a:lnTo>
                  <a:lnTo>
                    <a:pt x="62" y="2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90" name="iSḻiḋè"/>
            <p:cNvSpPr/>
            <p:nvPr/>
          </p:nvSpPr>
          <p:spPr bwMode="auto">
            <a:xfrm>
              <a:off x="3266912" y="5010456"/>
              <a:ext cx="667473" cy="854078"/>
            </a:xfrm>
            <a:custGeom>
              <a:avLst/>
              <a:gdLst>
                <a:gd name="T0" fmla="*/ 157 w 262"/>
                <a:gd name="T1" fmla="*/ 0 h 336"/>
                <a:gd name="T2" fmla="*/ 246 w 262"/>
                <a:gd name="T3" fmla="*/ 214 h 336"/>
                <a:gd name="T4" fmla="*/ 260 w 262"/>
                <a:gd name="T5" fmla="*/ 279 h 336"/>
                <a:gd name="T6" fmla="*/ 187 w 262"/>
                <a:gd name="T7" fmla="*/ 334 h 336"/>
                <a:gd name="T8" fmla="*/ 0 w 262"/>
                <a:gd name="T9" fmla="*/ 272 h 336"/>
                <a:gd name="T10" fmla="*/ 20 w 262"/>
                <a:gd name="T11" fmla="*/ 209 h 336"/>
                <a:gd name="T12" fmla="*/ 155 w 262"/>
                <a:gd name="T13" fmla="*/ 245 h 336"/>
                <a:gd name="T14" fmla="*/ 91 w 262"/>
                <a:gd name="T15" fmla="*/ 90 h 336"/>
                <a:gd name="T16" fmla="*/ 157 w 262"/>
                <a:gd name="T17"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2" h="336">
                  <a:moveTo>
                    <a:pt x="157" y="0"/>
                  </a:moveTo>
                  <a:cubicBezTo>
                    <a:pt x="246" y="214"/>
                    <a:pt x="246" y="214"/>
                    <a:pt x="246" y="214"/>
                  </a:cubicBezTo>
                  <a:cubicBezTo>
                    <a:pt x="257" y="234"/>
                    <a:pt x="262" y="257"/>
                    <a:pt x="260" y="279"/>
                  </a:cubicBezTo>
                  <a:cubicBezTo>
                    <a:pt x="257" y="310"/>
                    <a:pt x="247" y="336"/>
                    <a:pt x="187" y="334"/>
                  </a:cubicBezTo>
                  <a:cubicBezTo>
                    <a:pt x="0" y="272"/>
                    <a:pt x="0" y="272"/>
                    <a:pt x="0" y="272"/>
                  </a:cubicBezTo>
                  <a:cubicBezTo>
                    <a:pt x="20" y="209"/>
                    <a:pt x="20" y="209"/>
                    <a:pt x="20" y="209"/>
                  </a:cubicBezTo>
                  <a:cubicBezTo>
                    <a:pt x="155" y="245"/>
                    <a:pt x="155" y="245"/>
                    <a:pt x="155" y="245"/>
                  </a:cubicBezTo>
                  <a:cubicBezTo>
                    <a:pt x="91" y="90"/>
                    <a:pt x="91" y="90"/>
                    <a:pt x="91" y="90"/>
                  </a:cubicBezTo>
                  <a:cubicBezTo>
                    <a:pt x="157" y="0"/>
                    <a:pt x="157" y="0"/>
                    <a:pt x="157" y="0"/>
                  </a:cubicBezTo>
                </a:path>
              </a:pathLst>
            </a:custGeom>
            <a:solidFill>
              <a:srgbClr val="FFC4A4"/>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91" name="ïṥḻídé"/>
            <p:cNvSpPr/>
            <p:nvPr/>
          </p:nvSpPr>
          <p:spPr bwMode="auto">
            <a:xfrm>
              <a:off x="3480789" y="4885575"/>
              <a:ext cx="407660" cy="628716"/>
            </a:xfrm>
            <a:custGeom>
              <a:avLst/>
              <a:gdLst>
                <a:gd name="T0" fmla="*/ 55 w 284"/>
                <a:gd name="T1" fmla="*/ 438 h 438"/>
                <a:gd name="T2" fmla="*/ 284 w 284"/>
                <a:gd name="T3" fmla="*/ 372 h 438"/>
                <a:gd name="T4" fmla="*/ 113 w 284"/>
                <a:gd name="T5" fmla="*/ 0 h 438"/>
                <a:gd name="T6" fmla="*/ 0 w 284"/>
                <a:gd name="T7" fmla="*/ 344 h 438"/>
                <a:gd name="T8" fmla="*/ 55 w 284"/>
                <a:gd name="T9" fmla="*/ 438 h 438"/>
              </a:gdLst>
              <a:ahLst/>
              <a:cxnLst>
                <a:cxn ang="0">
                  <a:pos x="T0" y="T1"/>
                </a:cxn>
                <a:cxn ang="0">
                  <a:pos x="T2" y="T3"/>
                </a:cxn>
                <a:cxn ang="0">
                  <a:pos x="T4" y="T5"/>
                </a:cxn>
                <a:cxn ang="0">
                  <a:pos x="T6" y="T7"/>
                </a:cxn>
                <a:cxn ang="0">
                  <a:pos x="T8" y="T9"/>
                </a:cxn>
              </a:cxnLst>
              <a:rect l="0" t="0" r="r" b="b"/>
              <a:pathLst>
                <a:path w="284" h="438">
                  <a:moveTo>
                    <a:pt x="55" y="438"/>
                  </a:moveTo>
                  <a:lnTo>
                    <a:pt x="284" y="372"/>
                  </a:lnTo>
                  <a:lnTo>
                    <a:pt x="113" y="0"/>
                  </a:lnTo>
                  <a:lnTo>
                    <a:pt x="0" y="344"/>
                  </a:lnTo>
                  <a:lnTo>
                    <a:pt x="55" y="438"/>
                  </a:lnTo>
                  <a:close/>
                </a:path>
              </a:pathLst>
            </a:custGeom>
            <a:solidFill>
              <a:srgbClr val="5FA19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92" name="íSḻiḑê"/>
            <p:cNvSpPr/>
            <p:nvPr/>
          </p:nvSpPr>
          <p:spPr bwMode="auto">
            <a:xfrm>
              <a:off x="3480789" y="4885575"/>
              <a:ext cx="407660" cy="628716"/>
            </a:xfrm>
            <a:custGeom>
              <a:avLst/>
              <a:gdLst>
                <a:gd name="T0" fmla="*/ 55 w 284"/>
                <a:gd name="T1" fmla="*/ 438 h 438"/>
                <a:gd name="T2" fmla="*/ 284 w 284"/>
                <a:gd name="T3" fmla="*/ 372 h 438"/>
                <a:gd name="T4" fmla="*/ 113 w 284"/>
                <a:gd name="T5" fmla="*/ 0 h 438"/>
                <a:gd name="T6" fmla="*/ 0 w 284"/>
                <a:gd name="T7" fmla="*/ 344 h 438"/>
                <a:gd name="T8" fmla="*/ 55 w 284"/>
                <a:gd name="T9" fmla="*/ 438 h 438"/>
              </a:gdLst>
              <a:ahLst/>
              <a:cxnLst>
                <a:cxn ang="0">
                  <a:pos x="T0" y="T1"/>
                </a:cxn>
                <a:cxn ang="0">
                  <a:pos x="T2" y="T3"/>
                </a:cxn>
                <a:cxn ang="0">
                  <a:pos x="T4" y="T5"/>
                </a:cxn>
                <a:cxn ang="0">
                  <a:pos x="T6" y="T7"/>
                </a:cxn>
                <a:cxn ang="0">
                  <a:pos x="T8" y="T9"/>
                </a:cxn>
              </a:cxnLst>
              <a:rect l="0" t="0" r="r" b="b"/>
              <a:pathLst>
                <a:path w="284" h="438">
                  <a:moveTo>
                    <a:pt x="55" y="438"/>
                  </a:moveTo>
                  <a:lnTo>
                    <a:pt x="284" y="372"/>
                  </a:lnTo>
                  <a:lnTo>
                    <a:pt x="113" y="0"/>
                  </a:lnTo>
                  <a:lnTo>
                    <a:pt x="0" y="344"/>
                  </a:lnTo>
                  <a:lnTo>
                    <a:pt x="55" y="43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93" name="îšľïḑê"/>
            <p:cNvSpPr/>
            <p:nvPr/>
          </p:nvSpPr>
          <p:spPr bwMode="auto">
            <a:xfrm>
              <a:off x="1476937" y="5016198"/>
              <a:ext cx="670343" cy="854078"/>
            </a:xfrm>
            <a:custGeom>
              <a:avLst/>
              <a:gdLst>
                <a:gd name="T0" fmla="*/ 105 w 263"/>
                <a:gd name="T1" fmla="*/ 0 h 336"/>
                <a:gd name="T2" fmla="*/ 16 w 263"/>
                <a:gd name="T3" fmla="*/ 214 h 336"/>
                <a:gd name="T4" fmla="*/ 2 w 263"/>
                <a:gd name="T5" fmla="*/ 279 h 336"/>
                <a:gd name="T6" fmla="*/ 76 w 263"/>
                <a:gd name="T7" fmla="*/ 334 h 336"/>
                <a:gd name="T8" fmla="*/ 263 w 263"/>
                <a:gd name="T9" fmla="*/ 273 h 336"/>
                <a:gd name="T10" fmla="*/ 243 w 263"/>
                <a:gd name="T11" fmla="*/ 209 h 336"/>
                <a:gd name="T12" fmla="*/ 107 w 263"/>
                <a:gd name="T13" fmla="*/ 245 h 336"/>
                <a:gd name="T14" fmla="*/ 172 w 263"/>
                <a:gd name="T15" fmla="*/ 90 h 336"/>
                <a:gd name="T16" fmla="*/ 105 w 263"/>
                <a:gd name="T17"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 h="336">
                  <a:moveTo>
                    <a:pt x="105" y="0"/>
                  </a:moveTo>
                  <a:cubicBezTo>
                    <a:pt x="16" y="214"/>
                    <a:pt x="16" y="214"/>
                    <a:pt x="16" y="214"/>
                  </a:cubicBezTo>
                  <a:cubicBezTo>
                    <a:pt x="6" y="234"/>
                    <a:pt x="0" y="257"/>
                    <a:pt x="2" y="279"/>
                  </a:cubicBezTo>
                  <a:cubicBezTo>
                    <a:pt x="5" y="311"/>
                    <a:pt x="15" y="336"/>
                    <a:pt x="76" y="334"/>
                  </a:cubicBezTo>
                  <a:cubicBezTo>
                    <a:pt x="263" y="273"/>
                    <a:pt x="263" y="273"/>
                    <a:pt x="263" y="273"/>
                  </a:cubicBezTo>
                  <a:cubicBezTo>
                    <a:pt x="243" y="209"/>
                    <a:pt x="243" y="209"/>
                    <a:pt x="243" y="209"/>
                  </a:cubicBezTo>
                  <a:cubicBezTo>
                    <a:pt x="107" y="245"/>
                    <a:pt x="107" y="245"/>
                    <a:pt x="107" y="245"/>
                  </a:cubicBezTo>
                  <a:cubicBezTo>
                    <a:pt x="172" y="90"/>
                    <a:pt x="172" y="90"/>
                    <a:pt x="172" y="90"/>
                  </a:cubicBezTo>
                  <a:lnTo>
                    <a:pt x="105" y="0"/>
                  </a:lnTo>
                  <a:close/>
                </a:path>
              </a:pathLst>
            </a:custGeom>
            <a:solidFill>
              <a:srgbClr val="FFC4A4"/>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94" name="ï$ḷíḓé"/>
            <p:cNvSpPr/>
            <p:nvPr/>
          </p:nvSpPr>
          <p:spPr bwMode="auto">
            <a:xfrm>
              <a:off x="1525742" y="4891317"/>
              <a:ext cx="404790" cy="627281"/>
            </a:xfrm>
            <a:custGeom>
              <a:avLst/>
              <a:gdLst>
                <a:gd name="T0" fmla="*/ 227 w 282"/>
                <a:gd name="T1" fmla="*/ 437 h 437"/>
                <a:gd name="T2" fmla="*/ 0 w 282"/>
                <a:gd name="T3" fmla="*/ 374 h 437"/>
                <a:gd name="T4" fmla="*/ 170 w 282"/>
                <a:gd name="T5" fmla="*/ 0 h 437"/>
                <a:gd name="T6" fmla="*/ 282 w 282"/>
                <a:gd name="T7" fmla="*/ 344 h 437"/>
                <a:gd name="T8" fmla="*/ 227 w 282"/>
                <a:gd name="T9" fmla="*/ 437 h 437"/>
              </a:gdLst>
              <a:ahLst/>
              <a:cxnLst>
                <a:cxn ang="0">
                  <a:pos x="T0" y="T1"/>
                </a:cxn>
                <a:cxn ang="0">
                  <a:pos x="T2" y="T3"/>
                </a:cxn>
                <a:cxn ang="0">
                  <a:pos x="T4" y="T5"/>
                </a:cxn>
                <a:cxn ang="0">
                  <a:pos x="T6" y="T7"/>
                </a:cxn>
                <a:cxn ang="0">
                  <a:pos x="T8" y="T9"/>
                </a:cxn>
              </a:cxnLst>
              <a:rect l="0" t="0" r="r" b="b"/>
              <a:pathLst>
                <a:path w="282" h="437">
                  <a:moveTo>
                    <a:pt x="227" y="437"/>
                  </a:moveTo>
                  <a:lnTo>
                    <a:pt x="0" y="374"/>
                  </a:lnTo>
                  <a:lnTo>
                    <a:pt x="170" y="0"/>
                  </a:lnTo>
                  <a:lnTo>
                    <a:pt x="282" y="344"/>
                  </a:lnTo>
                  <a:lnTo>
                    <a:pt x="227" y="437"/>
                  </a:lnTo>
                  <a:close/>
                </a:path>
              </a:pathLst>
            </a:custGeom>
            <a:solidFill>
              <a:srgbClr val="5FA19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95" name="ï$ľíďê"/>
            <p:cNvSpPr/>
            <p:nvPr/>
          </p:nvSpPr>
          <p:spPr bwMode="auto">
            <a:xfrm>
              <a:off x="1644882" y="5765489"/>
              <a:ext cx="1996675" cy="94738"/>
            </a:xfrm>
            <a:custGeom>
              <a:avLst/>
              <a:gdLst>
                <a:gd name="T0" fmla="*/ 775 w 784"/>
                <a:gd name="T1" fmla="*/ 37 h 37"/>
                <a:gd name="T2" fmla="*/ 9 w 784"/>
                <a:gd name="T3" fmla="*/ 37 h 37"/>
                <a:gd name="T4" fmla="*/ 0 w 784"/>
                <a:gd name="T5" fmla="*/ 28 h 37"/>
                <a:gd name="T6" fmla="*/ 0 w 784"/>
                <a:gd name="T7" fmla="*/ 9 h 37"/>
                <a:gd name="T8" fmla="*/ 9 w 784"/>
                <a:gd name="T9" fmla="*/ 0 h 37"/>
                <a:gd name="T10" fmla="*/ 775 w 784"/>
                <a:gd name="T11" fmla="*/ 0 h 37"/>
                <a:gd name="T12" fmla="*/ 784 w 784"/>
                <a:gd name="T13" fmla="*/ 9 h 37"/>
                <a:gd name="T14" fmla="*/ 784 w 784"/>
                <a:gd name="T15" fmla="*/ 28 h 37"/>
                <a:gd name="T16" fmla="*/ 775 w 784"/>
                <a:gd name="T17"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4" h="37">
                  <a:moveTo>
                    <a:pt x="775" y="37"/>
                  </a:moveTo>
                  <a:cubicBezTo>
                    <a:pt x="9" y="37"/>
                    <a:pt x="9" y="37"/>
                    <a:pt x="9" y="37"/>
                  </a:cubicBezTo>
                  <a:cubicBezTo>
                    <a:pt x="4" y="37"/>
                    <a:pt x="0" y="33"/>
                    <a:pt x="0" y="28"/>
                  </a:cubicBezTo>
                  <a:cubicBezTo>
                    <a:pt x="0" y="9"/>
                    <a:pt x="0" y="9"/>
                    <a:pt x="0" y="9"/>
                  </a:cubicBezTo>
                  <a:cubicBezTo>
                    <a:pt x="0" y="4"/>
                    <a:pt x="4" y="0"/>
                    <a:pt x="9" y="0"/>
                  </a:cubicBezTo>
                  <a:cubicBezTo>
                    <a:pt x="775" y="0"/>
                    <a:pt x="775" y="0"/>
                    <a:pt x="775" y="0"/>
                  </a:cubicBezTo>
                  <a:cubicBezTo>
                    <a:pt x="780" y="0"/>
                    <a:pt x="784" y="4"/>
                    <a:pt x="784" y="9"/>
                  </a:cubicBezTo>
                  <a:cubicBezTo>
                    <a:pt x="784" y="28"/>
                    <a:pt x="784" y="28"/>
                    <a:pt x="784" y="28"/>
                  </a:cubicBezTo>
                  <a:cubicBezTo>
                    <a:pt x="784" y="33"/>
                    <a:pt x="780" y="37"/>
                    <a:pt x="775" y="37"/>
                  </a:cubicBezTo>
                  <a:close/>
                </a:path>
              </a:pathLst>
            </a:custGeom>
            <a:solidFill>
              <a:srgbClr val="87868A"/>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96" name="iSľíḍe"/>
            <p:cNvSpPr/>
            <p:nvPr/>
          </p:nvSpPr>
          <p:spPr bwMode="auto">
            <a:xfrm>
              <a:off x="1620480" y="4446335"/>
              <a:ext cx="2045480" cy="1372265"/>
            </a:xfrm>
            <a:custGeom>
              <a:avLst/>
              <a:gdLst>
                <a:gd name="T0" fmla="*/ 775 w 804"/>
                <a:gd name="T1" fmla="*/ 540 h 540"/>
                <a:gd name="T2" fmla="*/ 29 w 804"/>
                <a:gd name="T3" fmla="*/ 540 h 540"/>
                <a:gd name="T4" fmla="*/ 0 w 804"/>
                <a:gd name="T5" fmla="*/ 511 h 540"/>
                <a:gd name="T6" fmla="*/ 0 w 804"/>
                <a:gd name="T7" fmla="*/ 28 h 540"/>
                <a:gd name="T8" fmla="*/ 29 w 804"/>
                <a:gd name="T9" fmla="*/ 0 h 540"/>
                <a:gd name="T10" fmla="*/ 775 w 804"/>
                <a:gd name="T11" fmla="*/ 0 h 540"/>
                <a:gd name="T12" fmla="*/ 804 w 804"/>
                <a:gd name="T13" fmla="*/ 28 h 540"/>
                <a:gd name="T14" fmla="*/ 804 w 804"/>
                <a:gd name="T15" fmla="*/ 511 h 540"/>
                <a:gd name="T16" fmla="*/ 775 w 804"/>
                <a:gd name="T17" fmla="*/ 540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4" h="540">
                  <a:moveTo>
                    <a:pt x="775" y="540"/>
                  </a:moveTo>
                  <a:cubicBezTo>
                    <a:pt x="29" y="540"/>
                    <a:pt x="29" y="540"/>
                    <a:pt x="29" y="540"/>
                  </a:cubicBezTo>
                  <a:cubicBezTo>
                    <a:pt x="13" y="540"/>
                    <a:pt x="0" y="527"/>
                    <a:pt x="0" y="511"/>
                  </a:cubicBezTo>
                  <a:cubicBezTo>
                    <a:pt x="0" y="28"/>
                    <a:pt x="0" y="28"/>
                    <a:pt x="0" y="28"/>
                  </a:cubicBezTo>
                  <a:cubicBezTo>
                    <a:pt x="0" y="13"/>
                    <a:pt x="13" y="0"/>
                    <a:pt x="29" y="0"/>
                  </a:cubicBezTo>
                  <a:cubicBezTo>
                    <a:pt x="775" y="0"/>
                    <a:pt x="775" y="0"/>
                    <a:pt x="775" y="0"/>
                  </a:cubicBezTo>
                  <a:cubicBezTo>
                    <a:pt x="791" y="0"/>
                    <a:pt x="804" y="13"/>
                    <a:pt x="804" y="28"/>
                  </a:cubicBezTo>
                  <a:cubicBezTo>
                    <a:pt x="804" y="511"/>
                    <a:pt x="804" y="511"/>
                    <a:pt x="804" y="511"/>
                  </a:cubicBezTo>
                  <a:cubicBezTo>
                    <a:pt x="804" y="527"/>
                    <a:pt x="791" y="540"/>
                    <a:pt x="775" y="540"/>
                  </a:cubicBez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97" name="išľîḍé"/>
            <p:cNvSpPr/>
            <p:nvPr/>
          </p:nvSpPr>
          <p:spPr bwMode="auto">
            <a:xfrm>
              <a:off x="2510443" y="5000409"/>
              <a:ext cx="265554" cy="26411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98" name="íśḻîḋê"/>
            <p:cNvSpPr/>
            <p:nvPr/>
          </p:nvSpPr>
          <p:spPr bwMode="auto">
            <a:xfrm>
              <a:off x="1749668" y="4446335"/>
              <a:ext cx="717712" cy="0"/>
            </a:xfrm>
            <a:custGeom>
              <a:avLst/>
              <a:gdLst>
                <a:gd name="T0" fmla="*/ 0 w 282"/>
                <a:gd name="T1" fmla="*/ 0 w 282"/>
                <a:gd name="T2" fmla="*/ 282 w 282"/>
                <a:gd name="T3" fmla="*/ 282 w 282"/>
                <a:gd name="T4" fmla="*/ 0 w 282"/>
                <a:gd name="T5" fmla="*/ 0 w 282"/>
              </a:gdLst>
              <a:ahLst/>
              <a:cxnLst>
                <a:cxn ang="0">
                  <a:pos x="T0" y="0"/>
                </a:cxn>
                <a:cxn ang="0">
                  <a:pos x="T1" y="0"/>
                </a:cxn>
                <a:cxn ang="0">
                  <a:pos x="T2" y="0"/>
                </a:cxn>
                <a:cxn ang="0">
                  <a:pos x="T3" y="0"/>
                </a:cxn>
                <a:cxn ang="0">
                  <a:pos x="T4" y="0"/>
                </a:cxn>
                <a:cxn ang="0">
                  <a:pos x="T5" y="0"/>
                </a:cxn>
              </a:cxnLst>
              <a:rect l="0" t="0" r="r" b="b"/>
              <a:pathLst>
                <a:path w="282">
                  <a:moveTo>
                    <a:pt x="0" y="0"/>
                  </a:moveTo>
                  <a:cubicBezTo>
                    <a:pt x="0" y="0"/>
                    <a:pt x="0" y="0"/>
                    <a:pt x="0" y="0"/>
                  </a:cubicBezTo>
                  <a:cubicBezTo>
                    <a:pt x="282" y="0"/>
                    <a:pt x="282" y="0"/>
                    <a:pt x="282" y="0"/>
                  </a:cubicBezTo>
                  <a:cubicBezTo>
                    <a:pt x="282" y="0"/>
                    <a:pt x="282" y="0"/>
                    <a:pt x="282" y="0"/>
                  </a:cubicBezTo>
                  <a:cubicBezTo>
                    <a:pt x="133" y="0"/>
                    <a:pt x="0" y="0"/>
                    <a:pt x="0" y="0"/>
                  </a:cubicBezTo>
                  <a:cubicBezTo>
                    <a:pt x="0" y="0"/>
                    <a:pt x="0" y="0"/>
                    <a:pt x="0" y="0"/>
                  </a:cubicBezTo>
                </a:path>
              </a:pathLst>
            </a:cu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99" name="ïsľïḋe"/>
            <p:cNvSpPr/>
            <p:nvPr/>
          </p:nvSpPr>
          <p:spPr bwMode="auto">
            <a:xfrm>
              <a:off x="2877911" y="4446335"/>
              <a:ext cx="427756" cy="0"/>
            </a:xfrm>
            <a:custGeom>
              <a:avLst/>
              <a:gdLst>
                <a:gd name="T0" fmla="*/ 168 w 168"/>
                <a:gd name="T1" fmla="*/ 0 w 168"/>
                <a:gd name="T2" fmla="*/ 0 w 168"/>
                <a:gd name="T3" fmla="*/ 168 w 168"/>
                <a:gd name="T4" fmla="*/ 168 w 168"/>
              </a:gdLst>
              <a:ahLst/>
              <a:cxnLst>
                <a:cxn ang="0">
                  <a:pos x="T0" y="0"/>
                </a:cxn>
                <a:cxn ang="0">
                  <a:pos x="T1" y="0"/>
                </a:cxn>
                <a:cxn ang="0">
                  <a:pos x="T2" y="0"/>
                </a:cxn>
                <a:cxn ang="0">
                  <a:pos x="T3" y="0"/>
                </a:cxn>
                <a:cxn ang="0">
                  <a:pos x="T4" y="0"/>
                </a:cxn>
              </a:cxnLst>
              <a:rect l="0" t="0" r="r" b="b"/>
              <a:pathLst>
                <a:path w="168">
                  <a:moveTo>
                    <a:pt x="168" y="0"/>
                  </a:moveTo>
                  <a:cubicBezTo>
                    <a:pt x="123" y="0"/>
                    <a:pt x="64" y="0"/>
                    <a:pt x="0" y="0"/>
                  </a:cubicBezTo>
                  <a:cubicBezTo>
                    <a:pt x="0" y="0"/>
                    <a:pt x="0" y="0"/>
                    <a:pt x="0" y="0"/>
                  </a:cubicBezTo>
                  <a:cubicBezTo>
                    <a:pt x="168" y="0"/>
                    <a:pt x="168" y="0"/>
                    <a:pt x="168" y="0"/>
                  </a:cubicBezTo>
                  <a:cubicBezTo>
                    <a:pt x="168" y="0"/>
                    <a:pt x="168" y="0"/>
                    <a:pt x="168" y="0"/>
                  </a:cubicBezTo>
                </a:path>
              </a:pathLst>
            </a:custGeom>
            <a:solidFill>
              <a:srgbClr val="D27463"/>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00" name="îṩḻíḍê"/>
            <p:cNvSpPr/>
            <p:nvPr/>
          </p:nvSpPr>
          <p:spPr bwMode="auto">
            <a:xfrm>
              <a:off x="2490347" y="4446335"/>
              <a:ext cx="221055" cy="0"/>
            </a:xfrm>
            <a:custGeom>
              <a:avLst/>
              <a:gdLst>
                <a:gd name="T0" fmla="*/ 87 w 87"/>
                <a:gd name="T1" fmla="*/ 0 w 87"/>
                <a:gd name="T2" fmla="*/ 0 w 87"/>
                <a:gd name="T3" fmla="*/ 87 w 87"/>
              </a:gdLst>
              <a:ahLst/>
              <a:cxnLst>
                <a:cxn ang="0">
                  <a:pos x="T0" y="0"/>
                </a:cxn>
                <a:cxn ang="0">
                  <a:pos x="T1" y="0"/>
                </a:cxn>
                <a:cxn ang="0">
                  <a:pos x="T2" y="0"/>
                </a:cxn>
                <a:cxn ang="0">
                  <a:pos x="T3" y="0"/>
                </a:cxn>
              </a:cxnLst>
              <a:rect l="0" t="0" r="r" b="b"/>
              <a:pathLst>
                <a:path w="87">
                  <a:moveTo>
                    <a:pt x="87" y="0"/>
                  </a:moveTo>
                  <a:cubicBezTo>
                    <a:pt x="58" y="0"/>
                    <a:pt x="29" y="0"/>
                    <a:pt x="0" y="0"/>
                  </a:cubicBezTo>
                  <a:cubicBezTo>
                    <a:pt x="0" y="0"/>
                    <a:pt x="0" y="0"/>
                    <a:pt x="0" y="0"/>
                  </a:cubicBezTo>
                  <a:cubicBezTo>
                    <a:pt x="87" y="0"/>
                    <a:pt x="87" y="0"/>
                    <a:pt x="87" y="0"/>
                  </a:cubicBezTo>
                </a:path>
              </a:pathLst>
            </a:custGeom>
            <a:solidFill>
              <a:srgbClr val="FDD1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01" name="íS1ïdé"/>
            <p:cNvSpPr/>
            <p:nvPr/>
          </p:nvSpPr>
          <p:spPr bwMode="auto">
            <a:xfrm>
              <a:off x="1657801" y="4446335"/>
              <a:ext cx="2008159" cy="1319155"/>
            </a:xfrm>
            <a:custGeom>
              <a:avLst/>
              <a:gdLst>
                <a:gd name="T0" fmla="*/ 733 w 789"/>
                <a:gd name="T1" fmla="*/ 0 h 519"/>
                <a:gd name="T2" fmla="*/ 647 w 789"/>
                <a:gd name="T3" fmla="*/ 0 h 519"/>
                <a:gd name="T4" fmla="*/ 479 w 789"/>
                <a:gd name="T5" fmla="*/ 0 h 519"/>
                <a:gd name="T6" fmla="*/ 414 w 789"/>
                <a:gd name="T7" fmla="*/ 0 h 519"/>
                <a:gd name="T8" fmla="*/ 327 w 789"/>
                <a:gd name="T9" fmla="*/ 0 h 519"/>
                <a:gd name="T10" fmla="*/ 318 w 789"/>
                <a:gd name="T11" fmla="*/ 0 h 519"/>
                <a:gd name="T12" fmla="*/ 36 w 789"/>
                <a:gd name="T13" fmla="*/ 0 h 519"/>
                <a:gd name="T14" fmla="*/ 10 w 789"/>
                <a:gd name="T15" fmla="*/ 7 h 519"/>
                <a:gd name="T16" fmla="*/ 0 w 789"/>
                <a:gd name="T17" fmla="*/ 15 h 519"/>
                <a:gd name="T18" fmla="*/ 345 w 789"/>
                <a:gd name="T19" fmla="*/ 238 h 519"/>
                <a:gd name="T20" fmla="*/ 387 w 789"/>
                <a:gd name="T21" fmla="*/ 218 h 519"/>
                <a:gd name="T22" fmla="*/ 439 w 789"/>
                <a:gd name="T23" fmla="*/ 270 h 519"/>
                <a:gd name="T24" fmla="*/ 433 w 789"/>
                <a:gd name="T25" fmla="*/ 295 h 519"/>
                <a:gd name="T26" fmla="*/ 779 w 789"/>
                <a:gd name="T27" fmla="*/ 519 h 519"/>
                <a:gd name="T28" fmla="*/ 789 w 789"/>
                <a:gd name="T29" fmla="*/ 494 h 519"/>
                <a:gd name="T30" fmla="*/ 789 w 789"/>
                <a:gd name="T31" fmla="*/ 488 h 519"/>
                <a:gd name="T32" fmla="*/ 789 w 789"/>
                <a:gd name="T33" fmla="*/ 392 h 519"/>
                <a:gd name="T34" fmla="*/ 789 w 789"/>
                <a:gd name="T35" fmla="*/ 49 h 519"/>
                <a:gd name="T36" fmla="*/ 777 w 789"/>
                <a:gd name="T37" fmla="*/ 18 h 519"/>
                <a:gd name="T38" fmla="*/ 745 w 789"/>
                <a:gd name="T39" fmla="*/ 0 h 519"/>
                <a:gd name="T40" fmla="*/ 733 w 789"/>
                <a:gd name="T41" fmla="*/ 0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89" h="519">
                  <a:moveTo>
                    <a:pt x="733" y="0"/>
                  </a:moveTo>
                  <a:cubicBezTo>
                    <a:pt x="647" y="0"/>
                    <a:pt x="647" y="0"/>
                    <a:pt x="647" y="0"/>
                  </a:cubicBezTo>
                  <a:cubicBezTo>
                    <a:pt x="479" y="0"/>
                    <a:pt x="479" y="0"/>
                    <a:pt x="479" y="0"/>
                  </a:cubicBezTo>
                  <a:cubicBezTo>
                    <a:pt x="414" y="0"/>
                    <a:pt x="414" y="0"/>
                    <a:pt x="414" y="0"/>
                  </a:cubicBezTo>
                  <a:cubicBezTo>
                    <a:pt x="327" y="0"/>
                    <a:pt x="327" y="0"/>
                    <a:pt x="327" y="0"/>
                  </a:cubicBezTo>
                  <a:cubicBezTo>
                    <a:pt x="318" y="0"/>
                    <a:pt x="318" y="0"/>
                    <a:pt x="318" y="0"/>
                  </a:cubicBezTo>
                  <a:cubicBezTo>
                    <a:pt x="36" y="0"/>
                    <a:pt x="36" y="0"/>
                    <a:pt x="36" y="0"/>
                  </a:cubicBezTo>
                  <a:cubicBezTo>
                    <a:pt x="35" y="0"/>
                    <a:pt x="21" y="0"/>
                    <a:pt x="10" y="7"/>
                  </a:cubicBezTo>
                  <a:cubicBezTo>
                    <a:pt x="10" y="7"/>
                    <a:pt x="2" y="12"/>
                    <a:pt x="0" y="15"/>
                  </a:cubicBezTo>
                  <a:cubicBezTo>
                    <a:pt x="345" y="238"/>
                    <a:pt x="345" y="238"/>
                    <a:pt x="345" y="238"/>
                  </a:cubicBezTo>
                  <a:cubicBezTo>
                    <a:pt x="355" y="226"/>
                    <a:pt x="370" y="218"/>
                    <a:pt x="387" y="218"/>
                  </a:cubicBezTo>
                  <a:cubicBezTo>
                    <a:pt x="416" y="218"/>
                    <a:pt x="439" y="241"/>
                    <a:pt x="439" y="270"/>
                  </a:cubicBezTo>
                  <a:cubicBezTo>
                    <a:pt x="439" y="279"/>
                    <a:pt x="437" y="287"/>
                    <a:pt x="433" y="295"/>
                  </a:cubicBezTo>
                  <a:cubicBezTo>
                    <a:pt x="779" y="519"/>
                    <a:pt x="779" y="519"/>
                    <a:pt x="779" y="519"/>
                  </a:cubicBezTo>
                  <a:cubicBezTo>
                    <a:pt x="779" y="519"/>
                    <a:pt x="787" y="509"/>
                    <a:pt x="789" y="494"/>
                  </a:cubicBezTo>
                  <a:cubicBezTo>
                    <a:pt x="789" y="488"/>
                    <a:pt x="789" y="488"/>
                    <a:pt x="789" y="488"/>
                  </a:cubicBezTo>
                  <a:cubicBezTo>
                    <a:pt x="789" y="392"/>
                    <a:pt x="789" y="392"/>
                    <a:pt x="789" y="392"/>
                  </a:cubicBezTo>
                  <a:cubicBezTo>
                    <a:pt x="789" y="49"/>
                    <a:pt x="789" y="49"/>
                    <a:pt x="789" y="49"/>
                  </a:cubicBezTo>
                  <a:cubicBezTo>
                    <a:pt x="789" y="49"/>
                    <a:pt x="789" y="32"/>
                    <a:pt x="777" y="18"/>
                  </a:cubicBezTo>
                  <a:cubicBezTo>
                    <a:pt x="766" y="3"/>
                    <a:pt x="748" y="0"/>
                    <a:pt x="745" y="0"/>
                  </a:cubicBezTo>
                  <a:cubicBezTo>
                    <a:pt x="741" y="0"/>
                    <a:pt x="738" y="0"/>
                    <a:pt x="733" y="0"/>
                  </a:cubicBezTo>
                </a:path>
              </a:pathLst>
            </a:custGeom>
            <a:solidFill>
              <a:srgbClr val="E1E1E1"/>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102" name="ísľíḓé"/>
            <p:cNvSpPr/>
            <p:nvPr/>
          </p:nvSpPr>
          <p:spPr bwMode="auto">
            <a:xfrm>
              <a:off x="2536280" y="5000409"/>
              <a:ext cx="239716" cy="195218"/>
            </a:xfrm>
            <a:custGeom>
              <a:avLst/>
              <a:gdLst>
                <a:gd name="T0" fmla="*/ 42 w 94"/>
                <a:gd name="T1" fmla="*/ 0 h 77"/>
                <a:gd name="T2" fmla="*/ 0 w 94"/>
                <a:gd name="T3" fmla="*/ 20 h 77"/>
                <a:gd name="T4" fmla="*/ 88 w 94"/>
                <a:gd name="T5" fmla="*/ 77 h 77"/>
                <a:gd name="T6" fmla="*/ 94 w 94"/>
                <a:gd name="T7" fmla="*/ 52 h 77"/>
                <a:gd name="T8" fmla="*/ 42 w 94"/>
                <a:gd name="T9" fmla="*/ 0 h 77"/>
              </a:gdLst>
              <a:ahLst/>
              <a:cxnLst>
                <a:cxn ang="0">
                  <a:pos x="T0" y="T1"/>
                </a:cxn>
                <a:cxn ang="0">
                  <a:pos x="T2" y="T3"/>
                </a:cxn>
                <a:cxn ang="0">
                  <a:pos x="T4" y="T5"/>
                </a:cxn>
                <a:cxn ang="0">
                  <a:pos x="T6" y="T7"/>
                </a:cxn>
                <a:cxn ang="0">
                  <a:pos x="T8" y="T9"/>
                </a:cxn>
              </a:cxnLst>
              <a:rect l="0" t="0" r="r" b="b"/>
              <a:pathLst>
                <a:path w="94" h="77">
                  <a:moveTo>
                    <a:pt x="42" y="0"/>
                  </a:moveTo>
                  <a:cubicBezTo>
                    <a:pt x="25" y="0"/>
                    <a:pt x="10" y="8"/>
                    <a:pt x="0" y="20"/>
                  </a:cubicBezTo>
                  <a:cubicBezTo>
                    <a:pt x="88" y="77"/>
                    <a:pt x="88" y="77"/>
                    <a:pt x="88" y="77"/>
                  </a:cubicBezTo>
                  <a:cubicBezTo>
                    <a:pt x="92" y="69"/>
                    <a:pt x="94" y="61"/>
                    <a:pt x="94" y="52"/>
                  </a:cubicBezTo>
                  <a:cubicBezTo>
                    <a:pt x="94" y="23"/>
                    <a:pt x="71" y="0"/>
                    <a:pt x="42" y="0"/>
                  </a:cubicBezTo>
                </a:path>
              </a:pathLst>
            </a:cu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32500" lnSpcReduction="20000"/>
            </a:bodyPr>
            <a:lstStyle/>
            <a:p>
              <a:pPr algn="ctr"/>
              <a:endParaRPr>
                <a:solidFill>
                  <a:prstClr val="black"/>
                </a:solidFill>
                <a:latin typeface="Arial" panose="020B0604020202020204"/>
              </a:endParaRPr>
            </a:p>
          </p:txBody>
        </p:sp>
        <p:sp>
          <p:nvSpPr>
            <p:cNvPr id="103" name="íṩḷiďè"/>
            <p:cNvSpPr/>
            <p:nvPr/>
          </p:nvSpPr>
          <p:spPr bwMode="auto">
            <a:xfrm>
              <a:off x="2546329" y="4192265"/>
              <a:ext cx="122011" cy="122011"/>
            </a:xfrm>
            <a:prstGeom prst="ellipse">
              <a:avLst/>
            </a:prstGeom>
            <a:solidFill>
              <a:srgbClr val="CE3E3E"/>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04" name="î$ḻíḍé"/>
            <p:cNvSpPr/>
            <p:nvPr/>
          </p:nvSpPr>
          <p:spPr bwMode="auto">
            <a:xfrm>
              <a:off x="2217616" y="4097527"/>
              <a:ext cx="21532"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05" name="îsḷíḓê"/>
            <p:cNvSpPr/>
            <p:nvPr/>
          </p:nvSpPr>
          <p:spPr bwMode="auto">
            <a:xfrm>
              <a:off x="2239148" y="4031497"/>
              <a:ext cx="20096"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06" name="iṧļîḋè"/>
            <p:cNvSpPr/>
            <p:nvPr/>
          </p:nvSpPr>
          <p:spPr bwMode="auto">
            <a:xfrm>
              <a:off x="2424317" y="4096092"/>
              <a:ext cx="20096"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07" name="íṩlíḋe"/>
            <p:cNvSpPr/>
            <p:nvPr/>
          </p:nvSpPr>
          <p:spPr bwMode="auto">
            <a:xfrm>
              <a:off x="2361159" y="4156380"/>
              <a:ext cx="20096"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08" name="íṣľïḍê"/>
            <p:cNvSpPr/>
            <p:nvPr/>
          </p:nvSpPr>
          <p:spPr bwMode="auto">
            <a:xfrm>
              <a:off x="2635325" y="4007095"/>
              <a:ext cx="20096"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09" name="íṩľíďe"/>
            <p:cNvSpPr/>
            <p:nvPr/>
          </p:nvSpPr>
          <p:spPr bwMode="auto">
            <a:xfrm>
              <a:off x="2747288" y="3971209"/>
              <a:ext cx="20096" cy="17225"/>
            </a:xfrm>
            <a:prstGeom prst="ellipse">
              <a:avLst/>
            </a:prstGeom>
            <a:solidFill>
              <a:srgbClr val="F89F8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10" name="işļíḍê"/>
            <p:cNvSpPr/>
            <p:nvPr/>
          </p:nvSpPr>
          <p:spPr bwMode="auto">
            <a:xfrm>
              <a:off x="2727192" y="4031497"/>
              <a:ext cx="20096"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11" name="ïSľîḋê"/>
            <p:cNvSpPr/>
            <p:nvPr/>
          </p:nvSpPr>
          <p:spPr bwMode="auto">
            <a:xfrm>
              <a:off x="2826236" y="4106139"/>
              <a:ext cx="20096" cy="17225"/>
            </a:xfrm>
            <a:prstGeom prst="ellipse">
              <a:avLst/>
            </a:prstGeom>
            <a:solidFill>
              <a:srgbClr val="F89F8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12" name="işlíḓé"/>
            <p:cNvSpPr/>
            <p:nvPr/>
          </p:nvSpPr>
          <p:spPr bwMode="auto">
            <a:xfrm>
              <a:off x="2890830" y="4017143"/>
              <a:ext cx="17225"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13" name="isḻïďê"/>
            <p:cNvSpPr/>
            <p:nvPr/>
          </p:nvSpPr>
          <p:spPr bwMode="auto">
            <a:xfrm>
              <a:off x="2691306" y="4130542"/>
              <a:ext cx="18661" cy="18661"/>
            </a:xfrm>
            <a:prstGeom prst="ellipse">
              <a:avLst/>
            </a:prstGeom>
            <a:solidFill>
              <a:srgbClr val="F89F8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14" name="íṧḷïdè"/>
            <p:cNvSpPr/>
            <p:nvPr/>
          </p:nvSpPr>
          <p:spPr bwMode="auto">
            <a:xfrm>
              <a:off x="2322403" y="4031497"/>
              <a:ext cx="20096"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15" name="íŝḷíḍe"/>
            <p:cNvSpPr/>
            <p:nvPr/>
          </p:nvSpPr>
          <p:spPr bwMode="auto">
            <a:xfrm>
              <a:off x="2283646" y="4120493"/>
              <a:ext cx="18661" cy="8613"/>
            </a:xfrm>
            <a:custGeom>
              <a:avLst/>
              <a:gdLst>
                <a:gd name="T0" fmla="*/ 4 w 7"/>
                <a:gd name="T1" fmla="*/ 0 h 3"/>
                <a:gd name="T2" fmla="*/ 0 w 7"/>
                <a:gd name="T3" fmla="*/ 3 h 3"/>
                <a:gd name="T4" fmla="*/ 7 w 7"/>
                <a:gd name="T5" fmla="*/ 1 h 3"/>
                <a:gd name="T6" fmla="*/ 4 w 7"/>
                <a:gd name="T7" fmla="*/ 0 h 3"/>
              </a:gdLst>
              <a:ahLst/>
              <a:cxnLst>
                <a:cxn ang="0">
                  <a:pos x="T0" y="T1"/>
                </a:cxn>
                <a:cxn ang="0">
                  <a:pos x="T2" y="T3"/>
                </a:cxn>
                <a:cxn ang="0">
                  <a:pos x="T4" y="T5"/>
                </a:cxn>
                <a:cxn ang="0">
                  <a:pos x="T6" y="T7"/>
                </a:cxn>
              </a:cxnLst>
              <a:rect l="0" t="0" r="r" b="b"/>
              <a:pathLst>
                <a:path w="7" h="3">
                  <a:moveTo>
                    <a:pt x="4" y="0"/>
                  </a:moveTo>
                  <a:cubicBezTo>
                    <a:pt x="2" y="0"/>
                    <a:pt x="0" y="1"/>
                    <a:pt x="0" y="3"/>
                  </a:cubicBezTo>
                  <a:cubicBezTo>
                    <a:pt x="2" y="2"/>
                    <a:pt x="4" y="2"/>
                    <a:pt x="7" y="1"/>
                  </a:cubicBezTo>
                  <a:cubicBezTo>
                    <a:pt x="6" y="0"/>
                    <a:pt x="5" y="0"/>
                    <a:pt x="4" y="0"/>
                  </a:cubicBezTo>
                </a:path>
              </a:pathLst>
            </a:custGeom>
            <a:solidFill>
              <a:srgbClr val="F89F8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16" name="ïSḻíḑè"/>
            <p:cNvSpPr/>
            <p:nvPr/>
          </p:nvSpPr>
          <p:spPr bwMode="auto">
            <a:xfrm>
              <a:off x="2283646" y="4123364"/>
              <a:ext cx="21532" cy="17225"/>
            </a:xfrm>
            <a:custGeom>
              <a:avLst/>
              <a:gdLst>
                <a:gd name="T0" fmla="*/ 7 w 8"/>
                <a:gd name="T1" fmla="*/ 0 h 7"/>
                <a:gd name="T2" fmla="*/ 0 w 8"/>
                <a:gd name="T3" fmla="*/ 2 h 7"/>
                <a:gd name="T4" fmla="*/ 0 w 8"/>
                <a:gd name="T5" fmla="*/ 3 h 7"/>
                <a:gd name="T6" fmla="*/ 4 w 8"/>
                <a:gd name="T7" fmla="*/ 7 h 7"/>
                <a:gd name="T8" fmla="*/ 8 w 8"/>
                <a:gd name="T9" fmla="*/ 3 h 7"/>
                <a:gd name="T10" fmla="*/ 7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7" y="0"/>
                  </a:moveTo>
                  <a:cubicBezTo>
                    <a:pt x="4" y="1"/>
                    <a:pt x="2" y="1"/>
                    <a:pt x="0" y="2"/>
                  </a:cubicBezTo>
                  <a:cubicBezTo>
                    <a:pt x="0" y="2"/>
                    <a:pt x="0" y="2"/>
                    <a:pt x="0" y="3"/>
                  </a:cubicBezTo>
                  <a:cubicBezTo>
                    <a:pt x="0" y="5"/>
                    <a:pt x="2" y="7"/>
                    <a:pt x="4" y="7"/>
                  </a:cubicBezTo>
                  <a:cubicBezTo>
                    <a:pt x="6" y="7"/>
                    <a:pt x="8" y="5"/>
                    <a:pt x="8" y="3"/>
                  </a:cubicBezTo>
                  <a:cubicBezTo>
                    <a:pt x="8" y="2"/>
                    <a:pt x="7" y="1"/>
                    <a:pt x="7" y="0"/>
                  </a:cubicBezTo>
                </a:path>
              </a:pathLst>
            </a:custGeom>
            <a:solidFill>
              <a:srgbClr val="F8C8C7"/>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17" name="ïšľíḑè"/>
            <p:cNvSpPr/>
            <p:nvPr/>
          </p:nvSpPr>
          <p:spPr bwMode="auto">
            <a:xfrm>
              <a:off x="2197520" y="4176475"/>
              <a:ext cx="20096"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18" name="îSḷïḋê"/>
            <p:cNvSpPr/>
            <p:nvPr/>
          </p:nvSpPr>
          <p:spPr bwMode="auto">
            <a:xfrm>
              <a:off x="2164506" y="4077431"/>
              <a:ext cx="20096" cy="20096"/>
            </a:xfrm>
            <a:custGeom>
              <a:avLst/>
              <a:gdLst>
                <a:gd name="T0" fmla="*/ 4 w 8"/>
                <a:gd name="T1" fmla="*/ 0 h 8"/>
                <a:gd name="T2" fmla="*/ 0 w 8"/>
                <a:gd name="T3" fmla="*/ 3 h 8"/>
                <a:gd name="T4" fmla="*/ 2 w 8"/>
                <a:gd name="T5" fmla="*/ 6 h 8"/>
                <a:gd name="T6" fmla="*/ 5 w 8"/>
                <a:gd name="T7" fmla="*/ 8 h 8"/>
                <a:gd name="T8" fmla="*/ 8 w 8"/>
                <a:gd name="T9" fmla="*/ 4 h 8"/>
                <a:gd name="T10" fmla="*/ 4 w 8"/>
                <a:gd name="T11" fmla="*/ 0 h 8"/>
              </a:gdLst>
              <a:ahLst/>
              <a:cxnLst>
                <a:cxn ang="0">
                  <a:pos x="T0" y="T1"/>
                </a:cxn>
                <a:cxn ang="0">
                  <a:pos x="T2" y="T3"/>
                </a:cxn>
                <a:cxn ang="0">
                  <a:pos x="T4" y="T5"/>
                </a:cxn>
                <a:cxn ang="0">
                  <a:pos x="T6" y="T7"/>
                </a:cxn>
                <a:cxn ang="0">
                  <a:pos x="T8" y="T9"/>
                </a:cxn>
                <a:cxn ang="0">
                  <a:pos x="T10" y="T11"/>
                </a:cxn>
              </a:cxnLst>
              <a:rect l="0" t="0" r="r" b="b"/>
              <a:pathLst>
                <a:path w="8" h="8">
                  <a:moveTo>
                    <a:pt x="4" y="0"/>
                  </a:moveTo>
                  <a:cubicBezTo>
                    <a:pt x="2" y="0"/>
                    <a:pt x="1" y="2"/>
                    <a:pt x="0" y="3"/>
                  </a:cubicBezTo>
                  <a:cubicBezTo>
                    <a:pt x="1" y="4"/>
                    <a:pt x="2" y="5"/>
                    <a:pt x="2" y="6"/>
                  </a:cubicBezTo>
                  <a:cubicBezTo>
                    <a:pt x="3" y="6"/>
                    <a:pt x="4" y="7"/>
                    <a:pt x="5" y="8"/>
                  </a:cubicBezTo>
                  <a:cubicBezTo>
                    <a:pt x="7" y="8"/>
                    <a:pt x="8" y="6"/>
                    <a:pt x="8" y="4"/>
                  </a:cubicBezTo>
                  <a:cubicBezTo>
                    <a:pt x="8" y="2"/>
                    <a:pt x="6" y="0"/>
                    <a:pt x="4" y="0"/>
                  </a:cubicBezTo>
                </a:path>
              </a:pathLst>
            </a:custGeom>
            <a:solidFill>
              <a:srgbClr val="F89F8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19" name="íś1îdé"/>
            <p:cNvSpPr/>
            <p:nvPr/>
          </p:nvSpPr>
          <p:spPr bwMode="auto">
            <a:xfrm>
              <a:off x="2164506" y="4084608"/>
              <a:ext cx="12919" cy="12919"/>
            </a:xfrm>
            <a:custGeom>
              <a:avLst/>
              <a:gdLst>
                <a:gd name="T0" fmla="*/ 0 w 5"/>
                <a:gd name="T1" fmla="*/ 0 h 5"/>
                <a:gd name="T2" fmla="*/ 0 w 5"/>
                <a:gd name="T3" fmla="*/ 1 h 5"/>
                <a:gd name="T4" fmla="*/ 4 w 5"/>
                <a:gd name="T5" fmla="*/ 5 h 5"/>
                <a:gd name="T6" fmla="*/ 5 w 5"/>
                <a:gd name="T7" fmla="*/ 5 h 5"/>
                <a:gd name="T8" fmla="*/ 2 w 5"/>
                <a:gd name="T9" fmla="*/ 3 h 5"/>
                <a:gd name="T10" fmla="*/ 0 w 5"/>
                <a:gd name="T11" fmla="*/ 0 h 5"/>
              </a:gdLst>
              <a:ahLst/>
              <a:cxnLst>
                <a:cxn ang="0">
                  <a:pos x="T0" y="T1"/>
                </a:cxn>
                <a:cxn ang="0">
                  <a:pos x="T2" y="T3"/>
                </a:cxn>
                <a:cxn ang="0">
                  <a:pos x="T4" y="T5"/>
                </a:cxn>
                <a:cxn ang="0">
                  <a:pos x="T6" y="T7"/>
                </a:cxn>
                <a:cxn ang="0">
                  <a:pos x="T8" y="T9"/>
                </a:cxn>
                <a:cxn ang="0">
                  <a:pos x="T10" y="T11"/>
                </a:cxn>
              </a:cxnLst>
              <a:rect l="0" t="0" r="r" b="b"/>
              <a:pathLst>
                <a:path w="5" h="5">
                  <a:moveTo>
                    <a:pt x="0" y="0"/>
                  </a:moveTo>
                  <a:cubicBezTo>
                    <a:pt x="0" y="1"/>
                    <a:pt x="0" y="1"/>
                    <a:pt x="0" y="1"/>
                  </a:cubicBezTo>
                  <a:cubicBezTo>
                    <a:pt x="0" y="3"/>
                    <a:pt x="2" y="5"/>
                    <a:pt x="4" y="5"/>
                  </a:cubicBezTo>
                  <a:cubicBezTo>
                    <a:pt x="4" y="5"/>
                    <a:pt x="5" y="5"/>
                    <a:pt x="5" y="5"/>
                  </a:cubicBezTo>
                  <a:cubicBezTo>
                    <a:pt x="4" y="4"/>
                    <a:pt x="3" y="3"/>
                    <a:pt x="2" y="3"/>
                  </a:cubicBezTo>
                  <a:cubicBezTo>
                    <a:pt x="2" y="2"/>
                    <a:pt x="1" y="1"/>
                    <a:pt x="0" y="0"/>
                  </a:cubicBezTo>
                </a:path>
              </a:pathLst>
            </a:custGeom>
            <a:solidFill>
              <a:srgbClr val="F8C8C7"/>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20" name="iṧḻïdè"/>
            <p:cNvSpPr/>
            <p:nvPr/>
          </p:nvSpPr>
          <p:spPr bwMode="auto">
            <a:xfrm>
              <a:off x="2900878" y="3770250"/>
              <a:ext cx="139237" cy="310052"/>
            </a:xfrm>
            <a:custGeom>
              <a:avLst/>
              <a:gdLst>
                <a:gd name="T0" fmla="*/ 0 w 55"/>
                <a:gd name="T1" fmla="*/ 21 h 122"/>
                <a:gd name="T2" fmla="*/ 31 w 55"/>
                <a:gd name="T3" fmla="*/ 10 h 122"/>
                <a:gd name="T4" fmla="*/ 31 w 55"/>
                <a:gd name="T5" fmla="*/ 93 h 122"/>
                <a:gd name="T6" fmla="*/ 8 w 55"/>
                <a:gd name="T7" fmla="*/ 113 h 122"/>
                <a:gd name="T8" fmla="*/ 0 w 55"/>
                <a:gd name="T9" fmla="*/ 21 h 122"/>
              </a:gdLst>
              <a:ahLst/>
              <a:cxnLst>
                <a:cxn ang="0">
                  <a:pos x="T0" y="T1"/>
                </a:cxn>
                <a:cxn ang="0">
                  <a:pos x="T2" y="T3"/>
                </a:cxn>
                <a:cxn ang="0">
                  <a:pos x="T4" y="T5"/>
                </a:cxn>
                <a:cxn ang="0">
                  <a:pos x="T6" y="T7"/>
                </a:cxn>
                <a:cxn ang="0">
                  <a:pos x="T8" y="T9"/>
                </a:cxn>
              </a:cxnLst>
              <a:rect l="0" t="0" r="r" b="b"/>
              <a:pathLst>
                <a:path w="55" h="122">
                  <a:moveTo>
                    <a:pt x="0" y="21"/>
                  </a:moveTo>
                  <a:cubicBezTo>
                    <a:pt x="0" y="21"/>
                    <a:pt x="7" y="0"/>
                    <a:pt x="31" y="10"/>
                  </a:cubicBezTo>
                  <a:cubicBezTo>
                    <a:pt x="55" y="19"/>
                    <a:pt x="26" y="64"/>
                    <a:pt x="31" y="93"/>
                  </a:cubicBezTo>
                  <a:cubicBezTo>
                    <a:pt x="37" y="122"/>
                    <a:pt x="8" y="113"/>
                    <a:pt x="8" y="113"/>
                  </a:cubicBezTo>
                  <a:lnTo>
                    <a:pt x="0" y="21"/>
                  </a:lnTo>
                  <a:close/>
                </a:path>
              </a:pathLst>
            </a:custGeom>
            <a:solidFill>
              <a:srgbClr val="FFC4A4"/>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77500" lnSpcReduction="20000"/>
            </a:bodyPr>
            <a:lstStyle/>
            <a:p>
              <a:pPr algn="ctr"/>
              <a:endParaRPr>
                <a:solidFill>
                  <a:prstClr val="black"/>
                </a:solidFill>
                <a:latin typeface="Arial" panose="020B0604020202020204"/>
              </a:endParaRPr>
            </a:p>
          </p:txBody>
        </p:sp>
        <p:sp>
          <p:nvSpPr>
            <p:cNvPr id="121" name="iṧľiḍé"/>
            <p:cNvSpPr/>
            <p:nvPr/>
          </p:nvSpPr>
          <p:spPr bwMode="auto">
            <a:xfrm>
              <a:off x="1291768" y="3727187"/>
              <a:ext cx="633022" cy="633022"/>
            </a:xfrm>
            <a:custGeom>
              <a:avLst/>
              <a:gdLst>
                <a:gd name="T0" fmla="*/ 14 w 249"/>
                <a:gd name="T1" fmla="*/ 81 h 249"/>
                <a:gd name="T2" fmla="*/ 1 w 249"/>
                <a:gd name="T3" fmla="*/ 117 h 249"/>
                <a:gd name="T4" fmla="*/ 20 w 249"/>
                <a:gd name="T5" fmla="*/ 126 h 249"/>
                <a:gd name="T6" fmla="*/ 31 w 249"/>
                <a:gd name="T7" fmla="*/ 151 h 249"/>
                <a:gd name="T8" fmla="*/ 16 w 249"/>
                <a:gd name="T9" fmla="*/ 168 h 249"/>
                <a:gd name="T10" fmla="*/ 28 w 249"/>
                <a:gd name="T11" fmla="*/ 203 h 249"/>
                <a:gd name="T12" fmla="*/ 54 w 249"/>
                <a:gd name="T13" fmla="*/ 196 h 249"/>
                <a:gd name="T14" fmla="*/ 79 w 249"/>
                <a:gd name="T15" fmla="*/ 211 h 249"/>
                <a:gd name="T16" fmla="*/ 76 w 249"/>
                <a:gd name="T17" fmla="*/ 233 h 249"/>
                <a:gd name="T18" fmla="*/ 111 w 249"/>
                <a:gd name="T19" fmla="*/ 248 h 249"/>
                <a:gd name="T20" fmla="*/ 122 w 249"/>
                <a:gd name="T21" fmla="*/ 229 h 249"/>
                <a:gd name="T22" fmla="*/ 153 w 249"/>
                <a:gd name="T23" fmla="*/ 218 h 249"/>
                <a:gd name="T24" fmla="*/ 172 w 249"/>
                <a:gd name="T25" fmla="*/ 235 h 249"/>
                <a:gd name="T26" fmla="*/ 207 w 249"/>
                <a:gd name="T27" fmla="*/ 219 h 249"/>
                <a:gd name="T28" fmla="*/ 200 w 249"/>
                <a:gd name="T29" fmla="*/ 197 h 249"/>
                <a:gd name="T30" fmla="*/ 214 w 249"/>
                <a:gd name="T31" fmla="*/ 163 h 249"/>
                <a:gd name="T32" fmla="*/ 238 w 249"/>
                <a:gd name="T33" fmla="*/ 159 h 249"/>
                <a:gd name="T34" fmla="*/ 249 w 249"/>
                <a:gd name="T35" fmla="*/ 122 h 249"/>
                <a:gd name="T36" fmla="*/ 229 w 249"/>
                <a:gd name="T37" fmla="*/ 114 h 249"/>
                <a:gd name="T38" fmla="*/ 216 w 249"/>
                <a:gd name="T39" fmla="*/ 90 h 249"/>
                <a:gd name="T40" fmla="*/ 231 w 249"/>
                <a:gd name="T41" fmla="*/ 71 h 249"/>
                <a:gd name="T42" fmla="*/ 213 w 249"/>
                <a:gd name="T43" fmla="*/ 37 h 249"/>
                <a:gd name="T44" fmla="*/ 192 w 249"/>
                <a:gd name="T45" fmla="*/ 45 h 249"/>
                <a:gd name="T46" fmla="*/ 167 w 249"/>
                <a:gd name="T47" fmla="*/ 37 h 249"/>
                <a:gd name="T48" fmla="*/ 164 w 249"/>
                <a:gd name="T49" fmla="*/ 13 h 249"/>
                <a:gd name="T50" fmla="*/ 128 w 249"/>
                <a:gd name="T51" fmla="*/ 1 h 249"/>
                <a:gd name="T52" fmla="*/ 119 w 249"/>
                <a:gd name="T53" fmla="*/ 21 h 249"/>
                <a:gd name="T54" fmla="*/ 94 w 249"/>
                <a:gd name="T55" fmla="*/ 32 h 249"/>
                <a:gd name="T56" fmla="*/ 76 w 249"/>
                <a:gd name="T57" fmla="*/ 17 h 249"/>
                <a:gd name="T58" fmla="*/ 41 w 249"/>
                <a:gd name="T59" fmla="*/ 33 h 249"/>
                <a:gd name="T60" fmla="*/ 48 w 249"/>
                <a:gd name="T61" fmla="*/ 54 h 249"/>
                <a:gd name="T62" fmla="*/ 39 w 249"/>
                <a:gd name="T63" fmla="*/ 79 h 249"/>
                <a:gd name="T64" fmla="*/ 130 w 249"/>
                <a:gd name="T65" fmla="*/ 89 h 249"/>
                <a:gd name="T66" fmla="*/ 119 w 249"/>
                <a:gd name="T67" fmla="*/ 169 h 249"/>
                <a:gd name="T68" fmla="*/ 130 w 249"/>
                <a:gd name="T69" fmla="*/ 89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9" h="249">
                  <a:moveTo>
                    <a:pt x="28" y="84"/>
                  </a:moveTo>
                  <a:cubicBezTo>
                    <a:pt x="14" y="81"/>
                    <a:pt x="14" y="81"/>
                    <a:pt x="14" y="81"/>
                  </a:cubicBezTo>
                  <a:cubicBezTo>
                    <a:pt x="11" y="80"/>
                    <a:pt x="9" y="82"/>
                    <a:pt x="8" y="85"/>
                  </a:cubicBezTo>
                  <a:cubicBezTo>
                    <a:pt x="1" y="117"/>
                    <a:pt x="1" y="117"/>
                    <a:pt x="1" y="117"/>
                  </a:cubicBezTo>
                  <a:cubicBezTo>
                    <a:pt x="0" y="119"/>
                    <a:pt x="2" y="122"/>
                    <a:pt x="5" y="123"/>
                  </a:cubicBezTo>
                  <a:cubicBezTo>
                    <a:pt x="20" y="126"/>
                    <a:pt x="20" y="126"/>
                    <a:pt x="20" y="126"/>
                  </a:cubicBezTo>
                  <a:cubicBezTo>
                    <a:pt x="24" y="127"/>
                    <a:pt x="27" y="131"/>
                    <a:pt x="28" y="135"/>
                  </a:cubicBezTo>
                  <a:cubicBezTo>
                    <a:pt x="28" y="140"/>
                    <a:pt x="29" y="146"/>
                    <a:pt x="31" y="151"/>
                  </a:cubicBezTo>
                  <a:cubicBezTo>
                    <a:pt x="32" y="155"/>
                    <a:pt x="30" y="160"/>
                    <a:pt x="27" y="162"/>
                  </a:cubicBezTo>
                  <a:cubicBezTo>
                    <a:pt x="16" y="168"/>
                    <a:pt x="16" y="168"/>
                    <a:pt x="16" y="168"/>
                  </a:cubicBezTo>
                  <a:cubicBezTo>
                    <a:pt x="13" y="170"/>
                    <a:pt x="12" y="175"/>
                    <a:pt x="14" y="179"/>
                  </a:cubicBezTo>
                  <a:cubicBezTo>
                    <a:pt x="28" y="203"/>
                    <a:pt x="28" y="203"/>
                    <a:pt x="28" y="203"/>
                  </a:cubicBezTo>
                  <a:cubicBezTo>
                    <a:pt x="30" y="206"/>
                    <a:pt x="35" y="207"/>
                    <a:pt x="39" y="205"/>
                  </a:cubicBezTo>
                  <a:cubicBezTo>
                    <a:pt x="54" y="196"/>
                    <a:pt x="54" y="196"/>
                    <a:pt x="54" y="196"/>
                  </a:cubicBezTo>
                  <a:cubicBezTo>
                    <a:pt x="55" y="195"/>
                    <a:pt x="57" y="195"/>
                    <a:pt x="59" y="197"/>
                  </a:cubicBezTo>
                  <a:cubicBezTo>
                    <a:pt x="65" y="202"/>
                    <a:pt x="71" y="207"/>
                    <a:pt x="79" y="211"/>
                  </a:cubicBezTo>
                  <a:cubicBezTo>
                    <a:pt x="80" y="212"/>
                    <a:pt x="81" y="214"/>
                    <a:pt x="81" y="215"/>
                  </a:cubicBezTo>
                  <a:cubicBezTo>
                    <a:pt x="76" y="233"/>
                    <a:pt x="76" y="233"/>
                    <a:pt x="76" y="233"/>
                  </a:cubicBezTo>
                  <a:cubicBezTo>
                    <a:pt x="75" y="236"/>
                    <a:pt x="77" y="239"/>
                    <a:pt x="80" y="240"/>
                  </a:cubicBezTo>
                  <a:cubicBezTo>
                    <a:pt x="111" y="248"/>
                    <a:pt x="111" y="248"/>
                    <a:pt x="111" y="248"/>
                  </a:cubicBezTo>
                  <a:cubicBezTo>
                    <a:pt x="114" y="249"/>
                    <a:pt x="117" y="247"/>
                    <a:pt x="118" y="244"/>
                  </a:cubicBezTo>
                  <a:cubicBezTo>
                    <a:pt x="122" y="229"/>
                    <a:pt x="122" y="229"/>
                    <a:pt x="122" y="229"/>
                  </a:cubicBezTo>
                  <a:cubicBezTo>
                    <a:pt x="123" y="225"/>
                    <a:pt x="126" y="222"/>
                    <a:pt x="130" y="222"/>
                  </a:cubicBezTo>
                  <a:cubicBezTo>
                    <a:pt x="138" y="222"/>
                    <a:pt x="146" y="220"/>
                    <a:pt x="153" y="218"/>
                  </a:cubicBezTo>
                  <a:cubicBezTo>
                    <a:pt x="158" y="217"/>
                    <a:pt x="162" y="218"/>
                    <a:pt x="164" y="222"/>
                  </a:cubicBezTo>
                  <a:cubicBezTo>
                    <a:pt x="172" y="235"/>
                    <a:pt x="172" y="235"/>
                    <a:pt x="172" y="235"/>
                  </a:cubicBezTo>
                  <a:cubicBezTo>
                    <a:pt x="174" y="237"/>
                    <a:pt x="177" y="238"/>
                    <a:pt x="180" y="237"/>
                  </a:cubicBezTo>
                  <a:cubicBezTo>
                    <a:pt x="207" y="219"/>
                    <a:pt x="207" y="219"/>
                    <a:pt x="207" y="219"/>
                  </a:cubicBezTo>
                  <a:cubicBezTo>
                    <a:pt x="210" y="218"/>
                    <a:pt x="211" y="214"/>
                    <a:pt x="209" y="212"/>
                  </a:cubicBezTo>
                  <a:cubicBezTo>
                    <a:pt x="200" y="197"/>
                    <a:pt x="200" y="197"/>
                    <a:pt x="200" y="197"/>
                  </a:cubicBezTo>
                  <a:cubicBezTo>
                    <a:pt x="198" y="194"/>
                    <a:pt x="198" y="189"/>
                    <a:pt x="201" y="186"/>
                  </a:cubicBezTo>
                  <a:cubicBezTo>
                    <a:pt x="206" y="179"/>
                    <a:pt x="211" y="172"/>
                    <a:pt x="214" y="163"/>
                  </a:cubicBezTo>
                  <a:cubicBezTo>
                    <a:pt x="216" y="159"/>
                    <a:pt x="220" y="157"/>
                    <a:pt x="224" y="157"/>
                  </a:cubicBezTo>
                  <a:cubicBezTo>
                    <a:pt x="238" y="159"/>
                    <a:pt x="238" y="159"/>
                    <a:pt x="238" y="159"/>
                  </a:cubicBezTo>
                  <a:cubicBezTo>
                    <a:pt x="241" y="160"/>
                    <a:pt x="244" y="158"/>
                    <a:pt x="245" y="155"/>
                  </a:cubicBezTo>
                  <a:cubicBezTo>
                    <a:pt x="249" y="122"/>
                    <a:pt x="249" y="122"/>
                    <a:pt x="249" y="122"/>
                  </a:cubicBezTo>
                  <a:cubicBezTo>
                    <a:pt x="249" y="119"/>
                    <a:pt x="247" y="117"/>
                    <a:pt x="244" y="116"/>
                  </a:cubicBezTo>
                  <a:cubicBezTo>
                    <a:pt x="229" y="114"/>
                    <a:pt x="229" y="114"/>
                    <a:pt x="229" y="114"/>
                  </a:cubicBezTo>
                  <a:cubicBezTo>
                    <a:pt x="225" y="114"/>
                    <a:pt x="221" y="111"/>
                    <a:pt x="221" y="107"/>
                  </a:cubicBezTo>
                  <a:cubicBezTo>
                    <a:pt x="219" y="101"/>
                    <a:pt x="218" y="96"/>
                    <a:pt x="216" y="90"/>
                  </a:cubicBezTo>
                  <a:cubicBezTo>
                    <a:pt x="214" y="86"/>
                    <a:pt x="216" y="82"/>
                    <a:pt x="219" y="79"/>
                  </a:cubicBezTo>
                  <a:cubicBezTo>
                    <a:pt x="231" y="71"/>
                    <a:pt x="231" y="71"/>
                    <a:pt x="231" y="71"/>
                  </a:cubicBezTo>
                  <a:cubicBezTo>
                    <a:pt x="233" y="69"/>
                    <a:pt x="234" y="66"/>
                    <a:pt x="232" y="63"/>
                  </a:cubicBezTo>
                  <a:cubicBezTo>
                    <a:pt x="213" y="37"/>
                    <a:pt x="213" y="37"/>
                    <a:pt x="213" y="37"/>
                  </a:cubicBezTo>
                  <a:cubicBezTo>
                    <a:pt x="211" y="35"/>
                    <a:pt x="208" y="34"/>
                    <a:pt x="205" y="36"/>
                  </a:cubicBezTo>
                  <a:cubicBezTo>
                    <a:pt x="192" y="45"/>
                    <a:pt x="192" y="45"/>
                    <a:pt x="192" y="45"/>
                  </a:cubicBezTo>
                  <a:cubicBezTo>
                    <a:pt x="189" y="48"/>
                    <a:pt x="185" y="48"/>
                    <a:pt x="181" y="45"/>
                  </a:cubicBezTo>
                  <a:cubicBezTo>
                    <a:pt x="177" y="42"/>
                    <a:pt x="172" y="39"/>
                    <a:pt x="167" y="37"/>
                  </a:cubicBezTo>
                  <a:cubicBezTo>
                    <a:pt x="163" y="35"/>
                    <a:pt x="161" y="31"/>
                    <a:pt x="162" y="27"/>
                  </a:cubicBezTo>
                  <a:cubicBezTo>
                    <a:pt x="164" y="13"/>
                    <a:pt x="164" y="13"/>
                    <a:pt x="164" y="13"/>
                  </a:cubicBezTo>
                  <a:cubicBezTo>
                    <a:pt x="165" y="10"/>
                    <a:pt x="163" y="7"/>
                    <a:pt x="160" y="6"/>
                  </a:cubicBezTo>
                  <a:cubicBezTo>
                    <a:pt x="128" y="1"/>
                    <a:pt x="128" y="1"/>
                    <a:pt x="128" y="1"/>
                  </a:cubicBezTo>
                  <a:cubicBezTo>
                    <a:pt x="125" y="0"/>
                    <a:pt x="122" y="2"/>
                    <a:pt x="121" y="5"/>
                  </a:cubicBezTo>
                  <a:cubicBezTo>
                    <a:pt x="119" y="21"/>
                    <a:pt x="119" y="21"/>
                    <a:pt x="119" y="21"/>
                  </a:cubicBezTo>
                  <a:cubicBezTo>
                    <a:pt x="118" y="25"/>
                    <a:pt x="115" y="28"/>
                    <a:pt x="111" y="28"/>
                  </a:cubicBezTo>
                  <a:cubicBezTo>
                    <a:pt x="105" y="29"/>
                    <a:pt x="100" y="30"/>
                    <a:pt x="94" y="32"/>
                  </a:cubicBezTo>
                  <a:cubicBezTo>
                    <a:pt x="90" y="33"/>
                    <a:pt x="86" y="32"/>
                    <a:pt x="83" y="28"/>
                  </a:cubicBezTo>
                  <a:cubicBezTo>
                    <a:pt x="76" y="17"/>
                    <a:pt x="76" y="17"/>
                    <a:pt x="76" y="17"/>
                  </a:cubicBezTo>
                  <a:cubicBezTo>
                    <a:pt x="74" y="14"/>
                    <a:pt x="71" y="13"/>
                    <a:pt x="68" y="15"/>
                  </a:cubicBezTo>
                  <a:cubicBezTo>
                    <a:pt x="41" y="33"/>
                    <a:pt x="41" y="33"/>
                    <a:pt x="41" y="33"/>
                  </a:cubicBezTo>
                  <a:cubicBezTo>
                    <a:pt x="38" y="35"/>
                    <a:pt x="38" y="38"/>
                    <a:pt x="39" y="41"/>
                  </a:cubicBezTo>
                  <a:cubicBezTo>
                    <a:pt x="48" y="54"/>
                    <a:pt x="48" y="54"/>
                    <a:pt x="48" y="54"/>
                  </a:cubicBezTo>
                  <a:cubicBezTo>
                    <a:pt x="50" y="57"/>
                    <a:pt x="50" y="62"/>
                    <a:pt x="48" y="65"/>
                  </a:cubicBezTo>
                  <a:cubicBezTo>
                    <a:pt x="44" y="69"/>
                    <a:pt x="41" y="74"/>
                    <a:pt x="39" y="79"/>
                  </a:cubicBezTo>
                  <a:cubicBezTo>
                    <a:pt x="37" y="83"/>
                    <a:pt x="32" y="85"/>
                    <a:pt x="28" y="84"/>
                  </a:cubicBezTo>
                  <a:close/>
                  <a:moveTo>
                    <a:pt x="130" y="89"/>
                  </a:moveTo>
                  <a:cubicBezTo>
                    <a:pt x="156" y="93"/>
                    <a:pt x="172" y="120"/>
                    <a:pt x="162" y="144"/>
                  </a:cubicBezTo>
                  <a:cubicBezTo>
                    <a:pt x="155" y="161"/>
                    <a:pt x="137" y="171"/>
                    <a:pt x="119" y="169"/>
                  </a:cubicBezTo>
                  <a:cubicBezTo>
                    <a:pt x="93" y="165"/>
                    <a:pt x="77" y="138"/>
                    <a:pt x="87" y="114"/>
                  </a:cubicBezTo>
                  <a:cubicBezTo>
                    <a:pt x="94" y="97"/>
                    <a:pt x="112" y="87"/>
                    <a:pt x="130" y="89"/>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122" name="îšļîďe"/>
            <p:cNvSpPr/>
            <p:nvPr/>
          </p:nvSpPr>
          <p:spPr bwMode="auto">
            <a:xfrm>
              <a:off x="876930" y="4153509"/>
              <a:ext cx="633022" cy="631587"/>
            </a:xfrm>
            <a:custGeom>
              <a:avLst/>
              <a:gdLst>
                <a:gd name="T0" fmla="*/ 16 w 249"/>
                <a:gd name="T1" fmla="*/ 76 h 248"/>
                <a:gd name="T2" fmla="*/ 1 w 249"/>
                <a:gd name="T3" fmla="*/ 111 h 248"/>
                <a:gd name="T4" fmla="*/ 20 w 249"/>
                <a:gd name="T5" fmla="*/ 122 h 248"/>
                <a:gd name="T6" fmla="*/ 30 w 249"/>
                <a:gd name="T7" fmla="*/ 147 h 248"/>
                <a:gd name="T8" fmla="*/ 15 w 249"/>
                <a:gd name="T9" fmla="*/ 163 h 248"/>
                <a:gd name="T10" fmla="*/ 25 w 249"/>
                <a:gd name="T11" fmla="*/ 198 h 248"/>
                <a:gd name="T12" fmla="*/ 51 w 249"/>
                <a:gd name="T13" fmla="*/ 193 h 248"/>
                <a:gd name="T14" fmla="*/ 75 w 249"/>
                <a:gd name="T15" fmla="*/ 209 h 248"/>
                <a:gd name="T16" fmla="*/ 71 w 249"/>
                <a:gd name="T17" fmla="*/ 231 h 248"/>
                <a:gd name="T18" fmla="*/ 106 w 249"/>
                <a:gd name="T19" fmla="*/ 247 h 248"/>
                <a:gd name="T20" fmla="*/ 118 w 249"/>
                <a:gd name="T21" fmla="*/ 229 h 248"/>
                <a:gd name="T22" fmla="*/ 150 w 249"/>
                <a:gd name="T23" fmla="*/ 219 h 248"/>
                <a:gd name="T24" fmla="*/ 168 w 249"/>
                <a:gd name="T25" fmla="*/ 236 h 248"/>
                <a:gd name="T26" fmla="*/ 204 w 249"/>
                <a:gd name="T27" fmla="*/ 222 h 248"/>
                <a:gd name="T28" fmla="*/ 197 w 249"/>
                <a:gd name="T29" fmla="*/ 200 h 248"/>
                <a:gd name="T30" fmla="*/ 213 w 249"/>
                <a:gd name="T31" fmla="*/ 166 h 248"/>
                <a:gd name="T32" fmla="*/ 237 w 249"/>
                <a:gd name="T33" fmla="*/ 164 h 248"/>
                <a:gd name="T34" fmla="*/ 249 w 249"/>
                <a:gd name="T35" fmla="*/ 127 h 248"/>
                <a:gd name="T36" fmla="*/ 229 w 249"/>
                <a:gd name="T37" fmla="*/ 118 h 248"/>
                <a:gd name="T38" fmla="*/ 217 w 249"/>
                <a:gd name="T39" fmla="*/ 94 h 248"/>
                <a:gd name="T40" fmla="*/ 233 w 249"/>
                <a:gd name="T41" fmla="*/ 75 h 248"/>
                <a:gd name="T42" fmla="*/ 216 w 249"/>
                <a:gd name="T43" fmla="*/ 40 h 248"/>
                <a:gd name="T44" fmla="*/ 196 w 249"/>
                <a:gd name="T45" fmla="*/ 48 h 248"/>
                <a:gd name="T46" fmla="*/ 170 w 249"/>
                <a:gd name="T47" fmla="*/ 38 h 248"/>
                <a:gd name="T48" fmla="*/ 169 w 249"/>
                <a:gd name="T49" fmla="*/ 14 h 248"/>
                <a:gd name="T50" fmla="*/ 133 w 249"/>
                <a:gd name="T51" fmla="*/ 1 h 248"/>
                <a:gd name="T52" fmla="*/ 123 w 249"/>
                <a:gd name="T53" fmla="*/ 20 h 248"/>
                <a:gd name="T54" fmla="*/ 98 w 249"/>
                <a:gd name="T55" fmla="*/ 31 h 248"/>
                <a:gd name="T56" fmla="*/ 80 w 249"/>
                <a:gd name="T57" fmla="*/ 14 h 248"/>
                <a:gd name="T58" fmla="*/ 45 w 249"/>
                <a:gd name="T59" fmla="*/ 29 h 248"/>
                <a:gd name="T60" fmla="*/ 51 w 249"/>
                <a:gd name="T61" fmla="*/ 50 h 248"/>
                <a:gd name="T62" fmla="*/ 41 w 249"/>
                <a:gd name="T63" fmla="*/ 75 h 248"/>
                <a:gd name="T64" fmla="*/ 131 w 249"/>
                <a:gd name="T65" fmla="*/ 89 h 248"/>
                <a:gd name="T66" fmla="*/ 118 w 249"/>
                <a:gd name="T67" fmla="*/ 168 h 248"/>
                <a:gd name="T68" fmla="*/ 131 w 249"/>
                <a:gd name="T69" fmla="*/ 8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9" h="248">
                  <a:moveTo>
                    <a:pt x="30" y="80"/>
                  </a:moveTo>
                  <a:cubicBezTo>
                    <a:pt x="16" y="76"/>
                    <a:pt x="16" y="76"/>
                    <a:pt x="16" y="76"/>
                  </a:cubicBezTo>
                  <a:cubicBezTo>
                    <a:pt x="13" y="75"/>
                    <a:pt x="10" y="77"/>
                    <a:pt x="10" y="80"/>
                  </a:cubicBezTo>
                  <a:cubicBezTo>
                    <a:pt x="1" y="111"/>
                    <a:pt x="1" y="111"/>
                    <a:pt x="1" y="111"/>
                  </a:cubicBezTo>
                  <a:cubicBezTo>
                    <a:pt x="0" y="114"/>
                    <a:pt x="2" y="117"/>
                    <a:pt x="5" y="118"/>
                  </a:cubicBezTo>
                  <a:cubicBezTo>
                    <a:pt x="20" y="122"/>
                    <a:pt x="20" y="122"/>
                    <a:pt x="20" y="122"/>
                  </a:cubicBezTo>
                  <a:cubicBezTo>
                    <a:pt x="24" y="123"/>
                    <a:pt x="27" y="126"/>
                    <a:pt x="27" y="130"/>
                  </a:cubicBezTo>
                  <a:cubicBezTo>
                    <a:pt x="28" y="136"/>
                    <a:pt x="29" y="142"/>
                    <a:pt x="30" y="147"/>
                  </a:cubicBezTo>
                  <a:cubicBezTo>
                    <a:pt x="31" y="151"/>
                    <a:pt x="29" y="155"/>
                    <a:pt x="25" y="158"/>
                  </a:cubicBezTo>
                  <a:cubicBezTo>
                    <a:pt x="15" y="163"/>
                    <a:pt x="15" y="163"/>
                    <a:pt x="15" y="163"/>
                  </a:cubicBezTo>
                  <a:cubicBezTo>
                    <a:pt x="11" y="165"/>
                    <a:pt x="10" y="170"/>
                    <a:pt x="12" y="174"/>
                  </a:cubicBezTo>
                  <a:cubicBezTo>
                    <a:pt x="25" y="198"/>
                    <a:pt x="25" y="198"/>
                    <a:pt x="25" y="198"/>
                  </a:cubicBezTo>
                  <a:cubicBezTo>
                    <a:pt x="27" y="202"/>
                    <a:pt x="32" y="203"/>
                    <a:pt x="36" y="201"/>
                  </a:cubicBezTo>
                  <a:cubicBezTo>
                    <a:pt x="51" y="193"/>
                    <a:pt x="51" y="193"/>
                    <a:pt x="51" y="193"/>
                  </a:cubicBezTo>
                  <a:cubicBezTo>
                    <a:pt x="53" y="192"/>
                    <a:pt x="55" y="192"/>
                    <a:pt x="56" y="194"/>
                  </a:cubicBezTo>
                  <a:cubicBezTo>
                    <a:pt x="62" y="199"/>
                    <a:pt x="68" y="204"/>
                    <a:pt x="75" y="209"/>
                  </a:cubicBezTo>
                  <a:cubicBezTo>
                    <a:pt x="77" y="209"/>
                    <a:pt x="78" y="211"/>
                    <a:pt x="77" y="213"/>
                  </a:cubicBezTo>
                  <a:cubicBezTo>
                    <a:pt x="71" y="231"/>
                    <a:pt x="71" y="231"/>
                    <a:pt x="71" y="231"/>
                  </a:cubicBezTo>
                  <a:cubicBezTo>
                    <a:pt x="71" y="234"/>
                    <a:pt x="72" y="237"/>
                    <a:pt x="75" y="238"/>
                  </a:cubicBezTo>
                  <a:cubicBezTo>
                    <a:pt x="106" y="247"/>
                    <a:pt x="106" y="247"/>
                    <a:pt x="106" y="247"/>
                  </a:cubicBezTo>
                  <a:cubicBezTo>
                    <a:pt x="109" y="248"/>
                    <a:pt x="112" y="247"/>
                    <a:pt x="113" y="244"/>
                  </a:cubicBezTo>
                  <a:cubicBezTo>
                    <a:pt x="118" y="229"/>
                    <a:pt x="118" y="229"/>
                    <a:pt x="118" y="229"/>
                  </a:cubicBezTo>
                  <a:cubicBezTo>
                    <a:pt x="119" y="225"/>
                    <a:pt x="122" y="222"/>
                    <a:pt x="127" y="222"/>
                  </a:cubicBezTo>
                  <a:cubicBezTo>
                    <a:pt x="134" y="222"/>
                    <a:pt x="142" y="221"/>
                    <a:pt x="150" y="219"/>
                  </a:cubicBezTo>
                  <a:cubicBezTo>
                    <a:pt x="154" y="218"/>
                    <a:pt x="158" y="219"/>
                    <a:pt x="160" y="223"/>
                  </a:cubicBezTo>
                  <a:cubicBezTo>
                    <a:pt x="168" y="236"/>
                    <a:pt x="168" y="236"/>
                    <a:pt x="168" y="236"/>
                  </a:cubicBezTo>
                  <a:cubicBezTo>
                    <a:pt x="169" y="239"/>
                    <a:pt x="173" y="240"/>
                    <a:pt x="175" y="238"/>
                  </a:cubicBezTo>
                  <a:cubicBezTo>
                    <a:pt x="204" y="222"/>
                    <a:pt x="204" y="222"/>
                    <a:pt x="204" y="222"/>
                  </a:cubicBezTo>
                  <a:cubicBezTo>
                    <a:pt x="206" y="221"/>
                    <a:pt x="207" y="217"/>
                    <a:pt x="206" y="215"/>
                  </a:cubicBezTo>
                  <a:cubicBezTo>
                    <a:pt x="197" y="200"/>
                    <a:pt x="197" y="200"/>
                    <a:pt x="197" y="200"/>
                  </a:cubicBezTo>
                  <a:cubicBezTo>
                    <a:pt x="195" y="196"/>
                    <a:pt x="195" y="192"/>
                    <a:pt x="198" y="189"/>
                  </a:cubicBezTo>
                  <a:cubicBezTo>
                    <a:pt x="204" y="182"/>
                    <a:pt x="209" y="175"/>
                    <a:pt x="213" y="166"/>
                  </a:cubicBezTo>
                  <a:cubicBezTo>
                    <a:pt x="215" y="163"/>
                    <a:pt x="219" y="160"/>
                    <a:pt x="223" y="161"/>
                  </a:cubicBezTo>
                  <a:cubicBezTo>
                    <a:pt x="237" y="164"/>
                    <a:pt x="237" y="164"/>
                    <a:pt x="237" y="164"/>
                  </a:cubicBezTo>
                  <a:cubicBezTo>
                    <a:pt x="240" y="164"/>
                    <a:pt x="243" y="162"/>
                    <a:pt x="243" y="159"/>
                  </a:cubicBezTo>
                  <a:cubicBezTo>
                    <a:pt x="249" y="127"/>
                    <a:pt x="249" y="127"/>
                    <a:pt x="249" y="127"/>
                  </a:cubicBezTo>
                  <a:cubicBezTo>
                    <a:pt x="249" y="124"/>
                    <a:pt x="247" y="121"/>
                    <a:pt x="245" y="121"/>
                  </a:cubicBezTo>
                  <a:cubicBezTo>
                    <a:pt x="229" y="118"/>
                    <a:pt x="229" y="118"/>
                    <a:pt x="229" y="118"/>
                  </a:cubicBezTo>
                  <a:cubicBezTo>
                    <a:pt x="225" y="117"/>
                    <a:pt x="222" y="114"/>
                    <a:pt x="221" y="110"/>
                  </a:cubicBezTo>
                  <a:cubicBezTo>
                    <a:pt x="220" y="105"/>
                    <a:pt x="219" y="99"/>
                    <a:pt x="217" y="94"/>
                  </a:cubicBezTo>
                  <a:cubicBezTo>
                    <a:pt x="216" y="90"/>
                    <a:pt x="217" y="85"/>
                    <a:pt x="221" y="83"/>
                  </a:cubicBezTo>
                  <a:cubicBezTo>
                    <a:pt x="233" y="75"/>
                    <a:pt x="233" y="75"/>
                    <a:pt x="233" y="75"/>
                  </a:cubicBezTo>
                  <a:cubicBezTo>
                    <a:pt x="235" y="73"/>
                    <a:pt x="236" y="70"/>
                    <a:pt x="234" y="67"/>
                  </a:cubicBezTo>
                  <a:cubicBezTo>
                    <a:pt x="216" y="40"/>
                    <a:pt x="216" y="40"/>
                    <a:pt x="216" y="40"/>
                  </a:cubicBezTo>
                  <a:cubicBezTo>
                    <a:pt x="215" y="38"/>
                    <a:pt x="211" y="37"/>
                    <a:pt x="209" y="39"/>
                  </a:cubicBezTo>
                  <a:cubicBezTo>
                    <a:pt x="196" y="48"/>
                    <a:pt x="196" y="48"/>
                    <a:pt x="196" y="48"/>
                  </a:cubicBezTo>
                  <a:cubicBezTo>
                    <a:pt x="192" y="50"/>
                    <a:pt x="188" y="50"/>
                    <a:pt x="184" y="47"/>
                  </a:cubicBezTo>
                  <a:cubicBezTo>
                    <a:pt x="180" y="44"/>
                    <a:pt x="175" y="41"/>
                    <a:pt x="170" y="38"/>
                  </a:cubicBezTo>
                  <a:cubicBezTo>
                    <a:pt x="167" y="36"/>
                    <a:pt x="165" y="32"/>
                    <a:pt x="166" y="28"/>
                  </a:cubicBezTo>
                  <a:cubicBezTo>
                    <a:pt x="169" y="14"/>
                    <a:pt x="169" y="14"/>
                    <a:pt x="169" y="14"/>
                  </a:cubicBezTo>
                  <a:cubicBezTo>
                    <a:pt x="169" y="11"/>
                    <a:pt x="167" y="8"/>
                    <a:pt x="164" y="8"/>
                  </a:cubicBezTo>
                  <a:cubicBezTo>
                    <a:pt x="133" y="1"/>
                    <a:pt x="133" y="1"/>
                    <a:pt x="133" y="1"/>
                  </a:cubicBezTo>
                  <a:cubicBezTo>
                    <a:pt x="130" y="0"/>
                    <a:pt x="127" y="2"/>
                    <a:pt x="126" y="5"/>
                  </a:cubicBezTo>
                  <a:cubicBezTo>
                    <a:pt x="123" y="20"/>
                    <a:pt x="123" y="20"/>
                    <a:pt x="123" y="20"/>
                  </a:cubicBezTo>
                  <a:cubicBezTo>
                    <a:pt x="122" y="24"/>
                    <a:pt x="119" y="27"/>
                    <a:pt x="115" y="27"/>
                  </a:cubicBezTo>
                  <a:cubicBezTo>
                    <a:pt x="109" y="28"/>
                    <a:pt x="103" y="29"/>
                    <a:pt x="98" y="31"/>
                  </a:cubicBezTo>
                  <a:cubicBezTo>
                    <a:pt x="94" y="32"/>
                    <a:pt x="90" y="30"/>
                    <a:pt x="87" y="26"/>
                  </a:cubicBezTo>
                  <a:cubicBezTo>
                    <a:pt x="80" y="14"/>
                    <a:pt x="80" y="14"/>
                    <a:pt x="80" y="14"/>
                  </a:cubicBezTo>
                  <a:cubicBezTo>
                    <a:pt x="78" y="12"/>
                    <a:pt x="75" y="11"/>
                    <a:pt x="73" y="13"/>
                  </a:cubicBezTo>
                  <a:cubicBezTo>
                    <a:pt x="45" y="29"/>
                    <a:pt x="45" y="29"/>
                    <a:pt x="45" y="29"/>
                  </a:cubicBezTo>
                  <a:cubicBezTo>
                    <a:pt x="42" y="31"/>
                    <a:pt x="41" y="34"/>
                    <a:pt x="43" y="37"/>
                  </a:cubicBezTo>
                  <a:cubicBezTo>
                    <a:pt x="51" y="50"/>
                    <a:pt x="51" y="50"/>
                    <a:pt x="51" y="50"/>
                  </a:cubicBezTo>
                  <a:cubicBezTo>
                    <a:pt x="53" y="54"/>
                    <a:pt x="53" y="58"/>
                    <a:pt x="50" y="61"/>
                  </a:cubicBezTo>
                  <a:cubicBezTo>
                    <a:pt x="47" y="66"/>
                    <a:pt x="43" y="70"/>
                    <a:pt x="41" y="75"/>
                  </a:cubicBezTo>
                  <a:cubicBezTo>
                    <a:pt x="38" y="79"/>
                    <a:pt x="34" y="81"/>
                    <a:pt x="30" y="80"/>
                  </a:cubicBezTo>
                  <a:close/>
                  <a:moveTo>
                    <a:pt x="131" y="89"/>
                  </a:moveTo>
                  <a:cubicBezTo>
                    <a:pt x="157" y="94"/>
                    <a:pt x="172" y="121"/>
                    <a:pt x="161" y="146"/>
                  </a:cubicBezTo>
                  <a:cubicBezTo>
                    <a:pt x="153" y="162"/>
                    <a:pt x="135" y="171"/>
                    <a:pt x="118" y="168"/>
                  </a:cubicBezTo>
                  <a:cubicBezTo>
                    <a:pt x="92" y="164"/>
                    <a:pt x="77" y="136"/>
                    <a:pt x="88" y="112"/>
                  </a:cubicBezTo>
                  <a:cubicBezTo>
                    <a:pt x="96" y="95"/>
                    <a:pt x="114" y="86"/>
                    <a:pt x="131" y="8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123" name="íšliḍê"/>
            <p:cNvSpPr/>
            <p:nvPr/>
          </p:nvSpPr>
          <p:spPr bwMode="auto">
            <a:xfrm>
              <a:off x="726211" y="3510439"/>
              <a:ext cx="634457" cy="633022"/>
            </a:xfrm>
            <a:custGeom>
              <a:avLst/>
              <a:gdLst>
                <a:gd name="T0" fmla="*/ 14 w 249"/>
                <a:gd name="T1" fmla="*/ 80 h 249"/>
                <a:gd name="T2" fmla="*/ 0 w 249"/>
                <a:gd name="T3" fmla="*/ 116 h 249"/>
                <a:gd name="T4" fmla="*/ 20 w 249"/>
                <a:gd name="T5" fmla="*/ 126 h 249"/>
                <a:gd name="T6" fmla="*/ 30 w 249"/>
                <a:gd name="T7" fmla="*/ 151 h 249"/>
                <a:gd name="T8" fmla="*/ 16 w 249"/>
                <a:gd name="T9" fmla="*/ 168 h 249"/>
                <a:gd name="T10" fmla="*/ 28 w 249"/>
                <a:gd name="T11" fmla="*/ 202 h 249"/>
                <a:gd name="T12" fmla="*/ 53 w 249"/>
                <a:gd name="T13" fmla="*/ 196 h 249"/>
                <a:gd name="T14" fmla="*/ 78 w 249"/>
                <a:gd name="T15" fmla="*/ 211 h 249"/>
                <a:gd name="T16" fmla="*/ 75 w 249"/>
                <a:gd name="T17" fmla="*/ 233 h 249"/>
                <a:gd name="T18" fmla="*/ 111 w 249"/>
                <a:gd name="T19" fmla="*/ 248 h 249"/>
                <a:gd name="T20" fmla="*/ 121 w 249"/>
                <a:gd name="T21" fmla="*/ 229 h 249"/>
                <a:gd name="T22" fmla="*/ 153 w 249"/>
                <a:gd name="T23" fmla="*/ 218 h 249"/>
                <a:gd name="T24" fmla="*/ 172 w 249"/>
                <a:gd name="T25" fmla="*/ 235 h 249"/>
                <a:gd name="T26" fmla="*/ 207 w 249"/>
                <a:gd name="T27" fmla="*/ 219 h 249"/>
                <a:gd name="T28" fmla="*/ 199 w 249"/>
                <a:gd name="T29" fmla="*/ 197 h 249"/>
                <a:gd name="T30" fmla="*/ 214 w 249"/>
                <a:gd name="T31" fmla="*/ 163 h 249"/>
                <a:gd name="T32" fmla="*/ 238 w 249"/>
                <a:gd name="T33" fmla="*/ 159 h 249"/>
                <a:gd name="T34" fmla="*/ 248 w 249"/>
                <a:gd name="T35" fmla="*/ 122 h 249"/>
                <a:gd name="T36" fmla="*/ 228 w 249"/>
                <a:gd name="T37" fmla="*/ 114 h 249"/>
                <a:gd name="T38" fmla="*/ 215 w 249"/>
                <a:gd name="T39" fmla="*/ 90 h 249"/>
                <a:gd name="T40" fmla="*/ 230 w 249"/>
                <a:gd name="T41" fmla="*/ 71 h 249"/>
                <a:gd name="T42" fmla="*/ 212 w 249"/>
                <a:gd name="T43" fmla="*/ 37 h 249"/>
                <a:gd name="T44" fmla="*/ 192 w 249"/>
                <a:gd name="T45" fmla="*/ 45 h 249"/>
                <a:gd name="T46" fmla="*/ 166 w 249"/>
                <a:gd name="T47" fmla="*/ 37 h 249"/>
                <a:gd name="T48" fmla="*/ 164 w 249"/>
                <a:gd name="T49" fmla="*/ 12 h 249"/>
                <a:gd name="T50" fmla="*/ 127 w 249"/>
                <a:gd name="T51" fmla="*/ 0 h 249"/>
                <a:gd name="T52" fmla="*/ 118 w 249"/>
                <a:gd name="T53" fmla="*/ 20 h 249"/>
                <a:gd name="T54" fmla="*/ 94 w 249"/>
                <a:gd name="T55" fmla="*/ 32 h 249"/>
                <a:gd name="T56" fmla="*/ 75 w 249"/>
                <a:gd name="T57" fmla="*/ 16 h 249"/>
                <a:gd name="T58" fmla="*/ 40 w 249"/>
                <a:gd name="T59" fmla="*/ 33 h 249"/>
                <a:gd name="T60" fmla="*/ 48 w 249"/>
                <a:gd name="T61" fmla="*/ 54 h 249"/>
                <a:gd name="T62" fmla="*/ 38 w 249"/>
                <a:gd name="T63" fmla="*/ 79 h 249"/>
                <a:gd name="T64" fmla="*/ 129 w 249"/>
                <a:gd name="T65" fmla="*/ 89 h 249"/>
                <a:gd name="T66" fmla="*/ 119 w 249"/>
                <a:gd name="T67" fmla="*/ 169 h 249"/>
                <a:gd name="T68" fmla="*/ 129 w 249"/>
                <a:gd name="T69" fmla="*/ 89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9" h="249">
                  <a:moveTo>
                    <a:pt x="28" y="84"/>
                  </a:moveTo>
                  <a:cubicBezTo>
                    <a:pt x="14" y="80"/>
                    <a:pt x="14" y="80"/>
                    <a:pt x="14" y="80"/>
                  </a:cubicBezTo>
                  <a:cubicBezTo>
                    <a:pt x="11" y="80"/>
                    <a:pt x="8" y="82"/>
                    <a:pt x="7" y="85"/>
                  </a:cubicBezTo>
                  <a:cubicBezTo>
                    <a:pt x="0" y="116"/>
                    <a:pt x="0" y="116"/>
                    <a:pt x="0" y="116"/>
                  </a:cubicBezTo>
                  <a:cubicBezTo>
                    <a:pt x="0" y="119"/>
                    <a:pt x="1" y="122"/>
                    <a:pt x="4" y="123"/>
                  </a:cubicBezTo>
                  <a:cubicBezTo>
                    <a:pt x="20" y="126"/>
                    <a:pt x="20" y="126"/>
                    <a:pt x="20" y="126"/>
                  </a:cubicBezTo>
                  <a:cubicBezTo>
                    <a:pt x="24" y="127"/>
                    <a:pt x="27" y="130"/>
                    <a:pt x="27" y="135"/>
                  </a:cubicBezTo>
                  <a:cubicBezTo>
                    <a:pt x="28" y="140"/>
                    <a:pt x="29" y="146"/>
                    <a:pt x="30" y="151"/>
                  </a:cubicBezTo>
                  <a:cubicBezTo>
                    <a:pt x="31" y="155"/>
                    <a:pt x="30" y="159"/>
                    <a:pt x="26" y="162"/>
                  </a:cubicBezTo>
                  <a:cubicBezTo>
                    <a:pt x="16" y="168"/>
                    <a:pt x="16" y="168"/>
                    <a:pt x="16" y="168"/>
                  </a:cubicBezTo>
                  <a:cubicBezTo>
                    <a:pt x="12" y="170"/>
                    <a:pt x="11" y="175"/>
                    <a:pt x="13" y="178"/>
                  </a:cubicBezTo>
                  <a:cubicBezTo>
                    <a:pt x="28" y="202"/>
                    <a:pt x="28" y="202"/>
                    <a:pt x="28" y="202"/>
                  </a:cubicBezTo>
                  <a:cubicBezTo>
                    <a:pt x="30" y="206"/>
                    <a:pt x="35" y="207"/>
                    <a:pt x="38" y="205"/>
                  </a:cubicBezTo>
                  <a:cubicBezTo>
                    <a:pt x="53" y="196"/>
                    <a:pt x="53" y="196"/>
                    <a:pt x="53" y="196"/>
                  </a:cubicBezTo>
                  <a:cubicBezTo>
                    <a:pt x="55" y="195"/>
                    <a:pt x="57" y="195"/>
                    <a:pt x="58" y="196"/>
                  </a:cubicBezTo>
                  <a:cubicBezTo>
                    <a:pt x="64" y="202"/>
                    <a:pt x="71" y="207"/>
                    <a:pt x="78" y="211"/>
                  </a:cubicBezTo>
                  <a:cubicBezTo>
                    <a:pt x="80" y="211"/>
                    <a:pt x="81" y="213"/>
                    <a:pt x="80" y="215"/>
                  </a:cubicBezTo>
                  <a:cubicBezTo>
                    <a:pt x="75" y="233"/>
                    <a:pt x="75" y="233"/>
                    <a:pt x="75" y="233"/>
                  </a:cubicBezTo>
                  <a:cubicBezTo>
                    <a:pt x="74" y="236"/>
                    <a:pt x="76" y="239"/>
                    <a:pt x="79" y="240"/>
                  </a:cubicBezTo>
                  <a:cubicBezTo>
                    <a:pt x="111" y="248"/>
                    <a:pt x="111" y="248"/>
                    <a:pt x="111" y="248"/>
                  </a:cubicBezTo>
                  <a:cubicBezTo>
                    <a:pt x="113" y="249"/>
                    <a:pt x="116" y="247"/>
                    <a:pt x="117" y="244"/>
                  </a:cubicBezTo>
                  <a:cubicBezTo>
                    <a:pt x="121" y="229"/>
                    <a:pt x="121" y="229"/>
                    <a:pt x="121" y="229"/>
                  </a:cubicBezTo>
                  <a:cubicBezTo>
                    <a:pt x="122" y="225"/>
                    <a:pt x="126" y="222"/>
                    <a:pt x="130" y="222"/>
                  </a:cubicBezTo>
                  <a:cubicBezTo>
                    <a:pt x="138" y="221"/>
                    <a:pt x="145" y="220"/>
                    <a:pt x="153" y="218"/>
                  </a:cubicBezTo>
                  <a:cubicBezTo>
                    <a:pt x="157" y="217"/>
                    <a:pt x="161" y="218"/>
                    <a:pt x="164" y="222"/>
                  </a:cubicBezTo>
                  <a:cubicBezTo>
                    <a:pt x="172" y="235"/>
                    <a:pt x="172" y="235"/>
                    <a:pt x="172" y="235"/>
                  </a:cubicBezTo>
                  <a:cubicBezTo>
                    <a:pt x="173" y="237"/>
                    <a:pt x="177" y="238"/>
                    <a:pt x="179" y="236"/>
                  </a:cubicBezTo>
                  <a:cubicBezTo>
                    <a:pt x="207" y="219"/>
                    <a:pt x="207" y="219"/>
                    <a:pt x="207" y="219"/>
                  </a:cubicBezTo>
                  <a:cubicBezTo>
                    <a:pt x="209" y="218"/>
                    <a:pt x="210" y="214"/>
                    <a:pt x="209" y="212"/>
                  </a:cubicBezTo>
                  <a:cubicBezTo>
                    <a:pt x="199" y="197"/>
                    <a:pt x="199" y="197"/>
                    <a:pt x="199" y="197"/>
                  </a:cubicBezTo>
                  <a:cubicBezTo>
                    <a:pt x="197" y="193"/>
                    <a:pt x="198" y="189"/>
                    <a:pt x="200" y="186"/>
                  </a:cubicBezTo>
                  <a:cubicBezTo>
                    <a:pt x="206" y="179"/>
                    <a:pt x="210" y="171"/>
                    <a:pt x="214" y="163"/>
                  </a:cubicBezTo>
                  <a:cubicBezTo>
                    <a:pt x="215" y="159"/>
                    <a:pt x="220" y="157"/>
                    <a:pt x="224" y="157"/>
                  </a:cubicBezTo>
                  <a:cubicBezTo>
                    <a:pt x="238" y="159"/>
                    <a:pt x="238" y="159"/>
                    <a:pt x="238" y="159"/>
                  </a:cubicBezTo>
                  <a:cubicBezTo>
                    <a:pt x="241" y="159"/>
                    <a:pt x="244" y="157"/>
                    <a:pt x="244" y="154"/>
                  </a:cubicBezTo>
                  <a:cubicBezTo>
                    <a:pt x="248" y="122"/>
                    <a:pt x="248" y="122"/>
                    <a:pt x="248" y="122"/>
                  </a:cubicBezTo>
                  <a:cubicBezTo>
                    <a:pt x="249" y="119"/>
                    <a:pt x="247" y="116"/>
                    <a:pt x="244" y="116"/>
                  </a:cubicBezTo>
                  <a:cubicBezTo>
                    <a:pt x="228" y="114"/>
                    <a:pt x="228" y="114"/>
                    <a:pt x="228" y="114"/>
                  </a:cubicBezTo>
                  <a:cubicBezTo>
                    <a:pt x="224" y="113"/>
                    <a:pt x="221" y="110"/>
                    <a:pt x="220" y="106"/>
                  </a:cubicBezTo>
                  <a:cubicBezTo>
                    <a:pt x="219" y="101"/>
                    <a:pt x="217" y="95"/>
                    <a:pt x="215" y="90"/>
                  </a:cubicBezTo>
                  <a:cubicBezTo>
                    <a:pt x="214" y="86"/>
                    <a:pt x="215" y="82"/>
                    <a:pt x="219" y="79"/>
                  </a:cubicBezTo>
                  <a:cubicBezTo>
                    <a:pt x="230" y="71"/>
                    <a:pt x="230" y="71"/>
                    <a:pt x="230" y="71"/>
                  </a:cubicBezTo>
                  <a:cubicBezTo>
                    <a:pt x="233" y="69"/>
                    <a:pt x="233" y="66"/>
                    <a:pt x="231" y="63"/>
                  </a:cubicBezTo>
                  <a:cubicBezTo>
                    <a:pt x="212" y="37"/>
                    <a:pt x="212" y="37"/>
                    <a:pt x="212" y="37"/>
                  </a:cubicBezTo>
                  <a:cubicBezTo>
                    <a:pt x="210" y="35"/>
                    <a:pt x="207" y="34"/>
                    <a:pt x="205" y="36"/>
                  </a:cubicBezTo>
                  <a:cubicBezTo>
                    <a:pt x="192" y="45"/>
                    <a:pt x="192" y="45"/>
                    <a:pt x="192" y="45"/>
                  </a:cubicBezTo>
                  <a:cubicBezTo>
                    <a:pt x="189" y="48"/>
                    <a:pt x="184" y="48"/>
                    <a:pt x="181" y="45"/>
                  </a:cubicBezTo>
                  <a:cubicBezTo>
                    <a:pt x="176" y="42"/>
                    <a:pt x="171" y="39"/>
                    <a:pt x="166" y="37"/>
                  </a:cubicBezTo>
                  <a:cubicBezTo>
                    <a:pt x="162" y="35"/>
                    <a:pt x="160" y="31"/>
                    <a:pt x="161" y="26"/>
                  </a:cubicBezTo>
                  <a:cubicBezTo>
                    <a:pt x="164" y="12"/>
                    <a:pt x="164" y="12"/>
                    <a:pt x="164" y="12"/>
                  </a:cubicBezTo>
                  <a:cubicBezTo>
                    <a:pt x="164" y="9"/>
                    <a:pt x="162" y="7"/>
                    <a:pt x="159" y="6"/>
                  </a:cubicBezTo>
                  <a:cubicBezTo>
                    <a:pt x="127" y="0"/>
                    <a:pt x="127" y="0"/>
                    <a:pt x="127" y="0"/>
                  </a:cubicBezTo>
                  <a:cubicBezTo>
                    <a:pt x="124" y="0"/>
                    <a:pt x="121" y="2"/>
                    <a:pt x="121" y="5"/>
                  </a:cubicBezTo>
                  <a:cubicBezTo>
                    <a:pt x="118" y="20"/>
                    <a:pt x="118" y="20"/>
                    <a:pt x="118" y="20"/>
                  </a:cubicBezTo>
                  <a:cubicBezTo>
                    <a:pt x="117" y="24"/>
                    <a:pt x="114" y="28"/>
                    <a:pt x="110" y="28"/>
                  </a:cubicBezTo>
                  <a:cubicBezTo>
                    <a:pt x="105" y="29"/>
                    <a:pt x="99" y="30"/>
                    <a:pt x="94" y="32"/>
                  </a:cubicBezTo>
                  <a:cubicBezTo>
                    <a:pt x="90" y="33"/>
                    <a:pt x="85" y="32"/>
                    <a:pt x="83" y="28"/>
                  </a:cubicBezTo>
                  <a:cubicBezTo>
                    <a:pt x="75" y="16"/>
                    <a:pt x="75" y="16"/>
                    <a:pt x="75" y="16"/>
                  </a:cubicBezTo>
                  <a:cubicBezTo>
                    <a:pt x="73" y="14"/>
                    <a:pt x="70" y="13"/>
                    <a:pt x="68" y="15"/>
                  </a:cubicBezTo>
                  <a:cubicBezTo>
                    <a:pt x="40" y="33"/>
                    <a:pt x="40" y="33"/>
                    <a:pt x="40" y="33"/>
                  </a:cubicBezTo>
                  <a:cubicBezTo>
                    <a:pt x="38" y="35"/>
                    <a:pt x="37" y="38"/>
                    <a:pt x="39" y="40"/>
                  </a:cubicBezTo>
                  <a:cubicBezTo>
                    <a:pt x="48" y="54"/>
                    <a:pt x="48" y="54"/>
                    <a:pt x="48" y="54"/>
                  </a:cubicBezTo>
                  <a:cubicBezTo>
                    <a:pt x="50" y="57"/>
                    <a:pt x="50" y="61"/>
                    <a:pt x="47" y="65"/>
                  </a:cubicBezTo>
                  <a:cubicBezTo>
                    <a:pt x="44" y="69"/>
                    <a:pt x="41" y="74"/>
                    <a:pt x="38" y="79"/>
                  </a:cubicBezTo>
                  <a:cubicBezTo>
                    <a:pt x="36" y="82"/>
                    <a:pt x="32" y="84"/>
                    <a:pt x="28" y="84"/>
                  </a:cubicBezTo>
                  <a:close/>
                  <a:moveTo>
                    <a:pt x="129" y="89"/>
                  </a:moveTo>
                  <a:cubicBezTo>
                    <a:pt x="156" y="93"/>
                    <a:pt x="171" y="120"/>
                    <a:pt x="161" y="144"/>
                  </a:cubicBezTo>
                  <a:cubicBezTo>
                    <a:pt x="154" y="161"/>
                    <a:pt x="137" y="171"/>
                    <a:pt x="119" y="169"/>
                  </a:cubicBezTo>
                  <a:cubicBezTo>
                    <a:pt x="93" y="165"/>
                    <a:pt x="77" y="138"/>
                    <a:pt x="87" y="113"/>
                  </a:cubicBezTo>
                  <a:cubicBezTo>
                    <a:pt x="94" y="97"/>
                    <a:pt x="112" y="86"/>
                    <a:pt x="129" y="89"/>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solidFill>
                  <a:prstClr val="black"/>
                </a:solidFill>
                <a:latin typeface="Arial" panose="020B0604020202020204"/>
              </a:endParaRPr>
            </a:p>
          </p:txBody>
        </p:sp>
        <p:sp>
          <p:nvSpPr>
            <p:cNvPr id="124" name="îṩľide"/>
            <p:cNvSpPr/>
            <p:nvPr/>
          </p:nvSpPr>
          <p:spPr bwMode="auto">
            <a:xfrm>
              <a:off x="3622897" y="2484110"/>
              <a:ext cx="61724" cy="129188"/>
            </a:xfrm>
            <a:custGeom>
              <a:avLst/>
              <a:gdLst>
                <a:gd name="T0" fmla="*/ 0 w 24"/>
                <a:gd name="T1" fmla="*/ 12 h 51"/>
                <a:gd name="T2" fmla="*/ 0 w 24"/>
                <a:gd name="T3" fmla="*/ 39 h 51"/>
                <a:gd name="T4" fmla="*/ 12 w 24"/>
                <a:gd name="T5" fmla="*/ 51 h 51"/>
                <a:gd name="T6" fmla="*/ 24 w 24"/>
                <a:gd name="T7" fmla="*/ 39 h 51"/>
                <a:gd name="T8" fmla="*/ 24 w 24"/>
                <a:gd name="T9" fmla="*/ 12 h 51"/>
                <a:gd name="T10" fmla="*/ 12 w 24"/>
                <a:gd name="T11" fmla="*/ 0 h 51"/>
                <a:gd name="T12" fmla="*/ 0 w 24"/>
                <a:gd name="T13" fmla="*/ 12 h 51"/>
              </a:gdLst>
              <a:ahLst/>
              <a:cxnLst>
                <a:cxn ang="0">
                  <a:pos x="T0" y="T1"/>
                </a:cxn>
                <a:cxn ang="0">
                  <a:pos x="T2" y="T3"/>
                </a:cxn>
                <a:cxn ang="0">
                  <a:pos x="T4" y="T5"/>
                </a:cxn>
                <a:cxn ang="0">
                  <a:pos x="T6" y="T7"/>
                </a:cxn>
                <a:cxn ang="0">
                  <a:pos x="T8" y="T9"/>
                </a:cxn>
                <a:cxn ang="0">
                  <a:pos x="T10" y="T11"/>
                </a:cxn>
                <a:cxn ang="0">
                  <a:pos x="T12" y="T13"/>
                </a:cxn>
              </a:cxnLst>
              <a:rect l="0" t="0" r="r" b="b"/>
              <a:pathLst>
                <a:path w="24" h="51">
                  <a:moveTo>
                    <a:pt x="0" y="12"/>
                  </a:moveTo>
                  <a:cubicBezTo>
                    <a:pt x="0" y="39"/>
                    <a:pt x="0" y="39"/>
                    <a:pt x="0" y="39"/>
                  </a:cubicBezTo>
                  <a:cubicBezTo>
                    <a:pt x="0" y="46"/>
                    <a:pt x="6" y="51"/>
                    <a:pt x="12" y="51"/>
                  </a:cubicBezTo>
                  <a:cubicBezTo>
                    <a:pt x="19" y="51"/>
                    <a:pt x="24" y="46"/>
                    <a:pt x="24" y="39"/>
                  </a:cubicBezTo>
                  <a:cubicBezTo>
                    <a:pt x="24" y="12"/>
                    <a:pt x="24" y="12"/>
                    <a:pt x="24" y="12"/>
                  </a:cubicBezTo>
                  <a:cubicBezTo>
                    <a:pt x="24" y="6"/>
                    <a:pt x="19" y="0"/>
                    <a:pt x="12" y="0"/>
                  </a:cubicBezTo>
                  <a:cubicBezTo>
                    <a:pt x="6" y="0"/>
                    <a:pt x="0" y="6"/>
                    <a:pt x="0" y="12"/>
                  </a:cubicBezTo>
                </a:path>
              </a:pathLst>
            </a:custGeom>
            <a:solidFill>
              <a:srgbClr val="C64832"/>
            </a:solidFill>
            <a:ln>
              <a:noFill/>
            </a:ln>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25" name="isḻídê"/>
            <p:cNvSpPr/>
            <p:nvPr/>
          </p:nvSpPr>
          <p:spPr bwMode="auto">
            <a:xfrm>
              <a:off x="3622897" y="2646313"/>
              <a:ext cx="61724" cy="132059"/>
            </a:xfrm>
            <a:custGeom>
              <a:avLst/>
              <a:gdLst>
                <a:gd name="T0" fmla="*/ 0 w 24"/>
                <a:gd name="T1" fmla="*/ 12 h 52"/>
                <a:gd name="T2" fmla="*/ 0 w 24"/>
                <a:gd name="T3" fmla="*/ 40 h 52"/>
                <a:gd name="T4" fmla="*/ 12 w 24"/>
                <a:gd name="T5" fmla="*/ 52 h 52"/>
                <a:gd name="T6" fmla="*/ 24 w 24"/>
                <a:gd name="T7" fmla="*/ 40 h 52"/>
                <a:gd name="T8" fmla="*/ 24 w 24"/>
                <a:gd name="T9" fmla="*/ 12 h 52"/>
                <a:gd name="T10" fmla="*/ 12 w 24"/>
                <a:gd name="T11" fmla="*/ 0 h 52"/>
                <a:gd name="T12" fmla="*/ 0 w 24"/>
                <a:gd name="T13" fmla="*/ 12 h 52"/>
              </a:gdLst>
              <a:ahLst/>
              <a:cxnLst>
                <a:cxn ang="0">
                  <a:pos x="T0" y="T1"/>
                </a:cxn>
                <a:cxn ang="0">
                  <a:pos x="T2" y="T3"/>
                </a:cxn>
                <a:cxn ang="0">
                  <a:pos x="T4" y="T5"/>
                </a:cxn>
                <a:cxn ang="0">
                  <a:pos x="T6" y="T7"/>
                </a:cxn>
                <a:cxn ang="0">
                  <a:pos x="T8" y="T9"/>
                </a:cxn>
                <a:cxn ang="0">
                  <a:pos x="T10" y="T11"/>
                </a:cxn>
                <a:cxn ang="0">
                  <a:pos x="T12" y="T13"/>
                </a:cxn>
              </a:cxnLst>
              <a:rect l="0" t="0" r="r" b="b"/>
              <a:pathLst>
                <a:path w="24" h="52">
                  <a:moveTo>
                    <a:pt x="0" y="12"/>
                  </a:moveTo>
                  <a:cubicBezTo>
                    <a:pt x="0" y="40"/>
                    <a:pt x="0" y="40"/>
                    <a:pt x="0" y="40"/>
                  </a:cubicBezTo>
                  <a:cubicBezTo>
                    <a:pt x="0" y="47"/>
                    <a:pt x="6" y="52"/>
                    <a:pt x="12" y="52"/>
                  </a:cubicBezTo>
                  <a:cubicBezTo>
                    <a:pt x="19" y="52"/>
                    <a:pt x="24" y="47"/>
                    <a:pt x="24" y="40"/>
                  </a:cubicBezTo>
                  <a:cubicBezTo>
                    <a:pt x="24" y="12"/>
                    <a:pt x="24" y="12"/>
                    <a:pt x="24" y="12"/>
                  </a:cubicBezTo>
                  <a:cubicBezTo>
                    <a:pt x="24" y="6"/>
                    <a:pt x="19" y="0"/>
                    <a:pt x="12" y="0"/>
                  </a:cubicBezTo>
                  <a:cubicBezTo>
                    <a:pt x="6" y="0"/>
                    <a:pt x="0" y="6"/>
                    <a:pt x="0" y="12"/>
                  </a:cubicBezTo>
                </a:path>
              </a:pathLst>
            </a:custGeom>
            <a:solidFill>
              <a:srgbClr val="C64832"/>
            </a:solidFill>
            <a:ln>
              <a:noFill/>
            </a:ln>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26" name="íšḷiḋé"/>
            <p:cNvSpPr/>
            <p:nvPr/>
          </p:nvSpPr>
          <p:spPr bwMode="auto">
            <a:xfrm>
              <a:off x="3687490" y="2600380"/>
              <a:ext cx="113399" cy="61724"/>
            </a:xfrm>
            <a:custGeom>
              <a:avLst/>
              <a:gdLst>
                <a:gd name="T0" fmla="*/ 33 w 45"/>
                <a:gd name="T1" fmla="*/ 0 h 24"/>
                <a:gd name="T2" fmla="*/ 12 w 45"/>
                <a:gd name="T3" fmla="*/ 0 h 24"/>
                <a:gd name="T4" fmla="*/ 0 w 45"/>
                <a:gd name="T5" fmla="*/ 12 h 24"/>
                <a:gd name="T6" fmla="*/ 12 w 45"/>
                <a:gd name="T7" fmla="*/ 24 h 24"/>
                <a:gd name="T8" fmla="*/ 33 w 45"/>
                <a:gd name="T9" fmla="*/ 24 h 24"/>
                <a:gd name="T10" fmla="*/ 45 w 45"/>
                <a:gd name="T11" fmla="*/ 12 h 24"/>
                <a:gd name="T12" fmla="*/ 33 w 45"/>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5" h="24">
                  <a:moveTo>
                    <a:pt x="33" y="0"/>
                  </a:moveTo>
                  <a:cubicBezTo>
                    <a:pt x="12" y="0"/>
                    <a:pt x="12" y="0"/>
                    <a:pt x="12" y="0"/>
                  </a:cubicBezTo>
                  <a:cubicBezTo>
                    <a:pt x="5" y="0"/>
                    <a:pt x="0" y="5"/>
                    <a:pt x="0" y="12"/>
                  </a:cubicBezTo>
                  <a:cubicBezTo>
                    <a:pt x="0" y="19"/>
                    <a:pt x="5" y="24"/>
                    <a:pt x="12" y="24"/>
                  </a:cubicBezTo>
                  <a:cubicBezTo>
                    <a:pt x="33" y="24"/>
                    <a:pt x="33" y="24"/>
                    <a:pt x="33" y="24"/>
                  </a:cubicBezTo>
                  <a:cubicBezTo>
                    <a:pt x="40" y="24"/>
                    <a:pt x="45" y="19"/>
                    <a:pt x="45" y="12"/>
                  </a:cubicBezTo>
                  <a:cubicBezTo>
                    <a:pt x="45" y="5"/>
                    <a:pt x="40" y="0"/>
                    <a:pt x="33" y="0"/>
                  </a:cubicBezTo>
                </a:path>
              </a:pathLst>
            </a:custGeom>
            <a:solidFill>
              <a:srgbClr val="C64832"/>
            </a:solidFill>
            <a:ln>
              <a:noFill/>
            </a:ln>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27" name="iṥļiḍè"/>
            <p:cNvSpPr/>
            <p:nvPr/>
          </p:nvSpPr>
          <p:spPr bwMode="auto">
            <a:xfrm>
              <a:off x="3508063" y="2600380"/>
              <a:ext cx="117705" cy="61724"/>
            </a:xfrm>
            <a:custGeom>
              <a:avLst/>
              <a:gdLst>
                <a:gd name="T0" fmla="*/ 34 w 46"/>
                <a:gd name="T1" fmla="*/ 0 h 24"/>
                <a:gd name="T2" fmla="*/ 12 w 46"/>
                <a:gd name="T3" fmla="*/ 0 h 24"/>
                <a:gd name="T4" fmla="*/ 0 w 46"/>
                <a:gd name="T5" fmla="*/ 12 h 24"/>
                <a:gd name="T6" fmla="*/ 12 w 46"/>
                <a:gd name="T7" fmla="*/ 24 h 24"/>
                <a:gd name="T8" fmla="*/ 34 w 46"/>
                <a:gd name="T9" fmla="*/ 24 h 24"/>
                <a:gd name="T10" fmla="*/ 46 w 46"/>
                <a:gd name="T11" fmla="*/ 12 h 24"/>
                <a:gd name="T12" fmla="*/ 34 w 4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6" h="24">
                  <a:moveTo>
                    <a:pt x="34" y="0"/>
                  </a:moveTo>
                  <a:cubicBezTo>
                    <a:pt x="12" y="0"/>
                    <a:pt x="12" y="0"/>
                    <a:pt x="12" y="0"/>
                  </a:cubicBezTo>
                  <a:cubicBezTo>
                    <a:pt x="5" y="0"/>
                    <a:pt x="0" y="5"/>
                    <a:pt x="0" y="12"/>
                  </a:cubicBezTo>
                  <a:cubicBezTo>
                    <a:pt x="0" y="19"/>
                    <a:pt x="5" y="24"/>
                    <a:pt x="12" y="24"/>
                  </a:cubicBezTo>
                  <a:cubicBezTo>
                    <a:pt x="34" y="24"/>
                    <a:pt x="34" y="24"/>
                    <a:pt x="34" y="24"/>
                  </a:cubicBezTo>
                  <a:cubicBezTo>
                    <a:pt x="41" y="24"/>
                    <a:pt x="46" y="19"/>
                    <a:pt x="46" y="12"/>
                  </a:cubicBezTo>
                  <a:cubicBezTo>
                    <a:pt x="46" y="5"/>
                    <a:pt x="41" y="0"/>
                    <a:pt x="34" y="0"/>
                  </a:cubicBezTo>
                </a:path>
              </a:pathLst>
            </a:custGeom>
            <a:solidFill>
              <a:srgbClr val="C64832"/>
            </a:solidFill>
            <a:ln>
              <a:noFill/>
            </a:ln>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28" name="íṣľïḋe"/>
            <p:cNvSpPr/>
            <p:nvPr/>
          </p:nvSpPr>
          <p:spPr bwMode="auto">
            <a:xfrm>
              <a:off x="1265931" y="2962107"/>
              <a:ext cx="61724" cy="129188"/>
            </a:xfrm>
            <a:custGeom>
              <a:avLst/>
              <a:gdLst>
                <a:gd name="T0" fmla="*/ 0 w 24"/>
                <a:gd name="T1" fmla="*/ 12 h 51"/>
                <a:gd name="T2" fmla="*/ 0 w 24"/>
                <a:gd name="T3" fmla="*/ 39 h 51"/>
                <a:gd name="T4" fmla="*/ 12 w 24"/>
                <a:gd name="T5" fmla="*/ 51 h 51"/>
                <a:gd name="T6" fmla="*/ 24 w 24"/>
                <a:gd name="T7" fmla="*/ 39 h 51"/>
                <a:gd name="T8" fmla="*/ 24 w 24"/>
                <a:gd name="T9" fmla="*/ 12 h 51"/>
                <a:gd name="T10" fmla="*/ 12 w 24"/>
                <a:gd name="T11" fmla="*/ 0 h 51"/>
                <a:gd name="T12" fmla="*/ 0 w 24"/>
                <a:gd name="T13" fmla="*/ 12 h 51"/>
              </a:gdLst>
              <a:ahLst/>
              <a:cxnLst>
                <a:cxn ang="0">
                  <a:pos x="T0" y="T1"/>
                </a:cxn>
                <a:cxn ang="0">
                  <a:pos x="T2" y="T3"/>
                </a:cxn>
                <a:cxn ang="0">
                  <a:pos x="T4" y="T5"/>
                </a:cxn>
                <a:cxn ang="0">
                  <a:pos x="T6" y="T7"/>
                </a:cxn>
                <a:cxn ang="0">
                  <a:pos x="T8" y="T9"/>
                </a:cxn>
                <a:cxn ang="0">
                  <a:pos x="T10" y="T11"/>
                </a:cxn>
                <a:cxn ang="0">
                  <a:pos x="T12" y="T13"/>
                </a:cxn>
              </a:cxnLst>
              <a:rect l="0" t="0" r="r" b="b"/>
              <a:pathLst>
                <a:path w="24" h="51">
                  <a:moveTo>
                    <a:pt x="0" y="12"/>
                  </a:moveTo>
                  <a:cubicBezTo>
                    <a:pt x="0" y="39"/>
                    <a:pt x="0" y="39"/>
                    <a:pt x="0" y="39"/>
                  </a:cubicBezTo>
                  <a:cubicBezTo>
                    <a:pt x="0" y="45"/>
                    <a:pt x="6" y="51"/>
                    <a:pt x="12" y="51"/>
                  </a:cubicBezTo>
                  <a:cubicBezTo>
                    <a:pt x="19" y="51"/>
                    <a:pt x="24" y="45"/>
                    <a:pt x="24" y="39"/>
                  </a:cubicBezTo>
                  <a:cubicBezTo>
                    <a:pt x="24" y="12"/>
                    <a:pt x="24" y="12"/>
                    <a:pt x="24" y="12"/>
                  </a:cubicBezTo>
                  <a:cubicBezTo>
                    <a:pt x="24" y="5"/>
                    <a:pt x="19" y="0"/>
                    <a:pt x="12" y="0"/>
                  </a:cubicBezTo>
                  <a:cubicBezTo>
                    <a:pt x="6" y="0"/>
                    <a:pt x="0" y="5"/>
                    <a:pt x="0" y="12"/>
                  </a:cubicBezTo>
                </a:path>
              </a:pathLst>
            </a:custGeom>
            <a:solidFill>
              <a:srgbClr val="DADADA"/>
            </a:solidFill>
            <a:ln>
              <a:noFill/>
            </a:ln>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29" name="îşľïḋé"/>
            <p:cNvSpPr/>
            <p:nvPr/>
          </p:nvSpPr>
          <p:spPr bwMode="auto">
            <a:xfrm>
              <a:off x="1265931" y="3124309"/>
              <a:ext cx="61724" cy="129188"/>
            </a:xfrm>
            <a:custGeom>
              <a:avLst/>
              <a:gdLst>
                <a:gd name="T0" fmla="*/ 0 w 24"/>
                <a:gd name="T1" fmla="*/ 12 h 51"/>
                <a:gd name="T2" fmla="*/ 0 w 24"/>
                <a:gd name="T3" fmla="*/ 39 h 51"/>
                <a:gd name="T4" fmla="*/ 12 w 24"/>
                <a:gd name="T5" fmla="*/ 51 h 51"/>
                <a:gd name="T6" fmla="*/ 24 w 24"/>
                <a:gd name="T7" fmla="*/ 39 h 51"/>
                <a:gd name="T8" fmla="*/ 24 w 24"/>
                <a:gd name="T9" fmla="*/ 12 h 51"/>
                <a:gd name="T10" fmla="*/ 12 w 24"/>
                <a:gd name="T11" fmla="*/ 0 h 51"/>
                <a:gd name="T12" fmla="*/ 0 w 24"/>
                <a:gd name="T13" fmla="*/ 12 h 51"/>
              </a:gdLst>
              <a:ahLst/>
              <a:cxnLst>
                <a:cxn ang="0">
                  <a:pos x="T0" y="T1"/>
                </a:cxn>
                <a:cxn ang="0">
                  <a:pos x="T2" y="T3"/>
                </a:cxn>
                <a:cxn ang="0">
                  <a:pos x="T4" y="T5"/>
                </a:cxn>
                <a:cxn ang="0">
                  <a:pos x="T6" y="T7"/>
                </a:cxn>
                <a:cxn ang="0">
                  <a:pos x="T8" y="T9"/>
                </a:cxn>
                <a:cxn ang="0">
                  <a:pos x="T10" y="T11"/>
                </a:cxn>
                <a:cxn ang="0">
                  <a:pos x="T12" y="T13"/>
                </a:cxn>
              </a:cxnLst>
              <a:rect l="0" t="0" r="r" b="b"/>
              <a:pathLst>
                <a:path w="24" h="51">
                  <a:moveTo>
                    <a:pt x="0" y="12"/>
                  </a:moveTo>
                  <a:cubicBezTo>
                    <a:pt x="0" y="39"/>
                    <a:pt x="0" y="39"/>
                    <a:pt x="0" y="39"/>
                  </a:cubicBezTo>
                  <a:cubicBezTo>
                    <a:pt x="0" y="46"/>
                    <a:pt x="6" y="51"/>
                    <a:pt x="12" y="51"/>
                  </a:cubicBezTo>
                  <a:cubicBezTo>
                    <a:pt x="19" y="51"/>
                    <a:pt x="24" y="46"/>
                    <a:pt x="24" y="39"/>
                  </a:cubicBezTo>
                  <a:cubicBezTo>
                    <a:pt x="24" y="12"/>
                    <a:pt x="24" y="12"/>
                    <a:pt x="24" y="12"/>
                  </a:cubicBezTo>
                  <a:cubicBezTo>
                    <a:pt x="24" y="5"/>
                    <a:pt x="19" y="0"/>
                    <a:pt x="12" y="0"/>
                  </a:cubicBezTo>
                  <a:cubicBezTo>
                    <a:pt x="6" y="0"/>
                    <a:pt x="0" y="5"/>
                    <a:pt x="0" y="12"/>
                  </a:cubicBezTo>
                </a:path>
              </a:pathLst>
            </a:custGeom>
            <a:solidFill>
              <a:srgbClr val="DADADA"/>
            </a:solidFill>
            <a:ln>
              <a:noFill/>
            </a:ln>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30" name="ïsḷiḓè"/>
            <p:cNvSpPr/>
            <p:nvPr/>
          </p:nvSpPr>
          <p:spPr bwMode="auto">
            <a:xfrm>
              <a:off x="1327653" y="3078376"/>
              <a:ext cx="116270" cy="61724"/>
            </a:xfrm>
            <a:custGeom>
              <a:avLst/>
              <a:gdLst>
                <a:gd name="T0" fmla="*/ 34 w 46"/>
                <a:gd name="T1" fmla="*/ 0 h 24"/>
                <a:gd name="T2" fmla="*/ 12 w 46"/>
                <a:gd name="T3" fmla="*/ 0 h 24"/>
                <a:gd name="T4" fmla="*/ 0 w 46"/>
                <a:gd name="T5" fmla="*/ 12 h 24"/>
                <a:gd name="T6" fmla="*/ 12 w 46"/>
                <a:gd name="T7" fmla="*/ 24 h 24"/>
                <a:gd name="T8" fmla="*/ 34 w 46"/>
                <a:gd name="T9" fmla="*/ 24 h 24"/>
                <a:gd name="T10" fmla="*/ 46 w 46"/>
                <a:gd name="T11" fmla="*/ 12 h 24"/>
                <a:gd name="T12" fmla="*/ 34 w 4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6" h="24">
                  <a:moveTo>
                    <a:pt x="34" y="0"/>
                  </a:moveTo>
                  <a:cubicBezTo>
                    <a:pt x="12" y="0"/>
                    <a:pt x="12" y="0"/>
                    <a:pt x="12" y="0"/>
                  </a:cubicBezTo>
                  <a:cubicBezTo>
                    <a:pt x="6" y="0"/>
                    <a:pt x="0" y="5"/>
                    <a:pt x="0" y="12"/>
                  </a:cubicBezTo>
                  <a:cubicBezTo>
                    <a:pt x="0" y="18"/>
                    <a:pt x="6" y="24"/>
                    <a:pt x="12" y="24"/>
                  </a:cubicBezTo>
                  <a:cubicBezTo>
                    <a:pt x="34" y="24"/>
                    <a:pt x="34" y="24"/>
                    <a:pt x="34" y="24"/>
                  </a:cubicBezTo>
                  <a:cubicBezTo>
                    <a:pt x="41" y="24"/>
                    <a:pt x="46" y="18"/>
                    <a:pt x="46" y="12"/>
                  </a:cubicBezTo>
                  <a:cubicBezTo>
                    <a:pt x="46" y="5"/>
                    <a:pt x="41" y="0"/>
                    <a:pt x="34" y="0"/>
                  </a:cubicBezTo>
                </a:path>
              </a:pathLst>
            </a:custGeom>
            <a:solidFill>
              <a:srgbClr val="DADADA"/>
            </a:solidFill>
            <a:ln>
              <a:noFill/>
            </a:ln>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31" name="î$ḷîḋe"/>
            <p:cNvSpPr/>
            <p:nvPr/>
          </p:nvSpPr>
          <p:spPr bwMode="auto">
            <a:xfrm>
              <a:off x="1148226" y="3078376"/>
              <a:ext cx="120576" cy="61724"/>
            </a:xfrm>
            <a:custGeom>
              <a:avLst/>
              <a:gdLst>
                <a:gd name="T0" fmla="*/ 35 w 47"/>
                <a:gd name="T1" fmla="*/ 0 h 24"/>
                <a:gd name="T2" fmla="*/ 12 w 47"/>
                <a:gd name="T3" fmla="*/ 0 h 24"/>
                <a:gd name="T4" fmla="*/ 0 w 47"/>
                <a:gd name="T5" fmla="*/ 12 h 24"/>
                <a:gd name="T6" fmla="*/ 12 w 47"/>
                <a:gd name="T7" fmla="*/ 24 h 24"/>
                <a:gd name="T8" fmla="*/ 35 w 47"/>
                <a:gd name="T9" fmla="*/ 24 h 24"/>
                <a:gd name="T10" fmla="*/ 47 w 47"/>
                <a:gd name="T11" fmla="*/ 12 h 24"/>
                <a:gd name="T12" fmla="*/ 35 w 4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7" h="24">
                  <a:moveTo>
                    <a:pt x="35" y="0"/>
                  </a:moveTo>
                  <a:cubicBezTo>
                    <a:pt x="12" y="0"/>
                    <a:pt x="12" y="0"/>
                    <a:pt x="12" y="0"/>
                  </a:cubicBezTo>
                  <a:cubicBezTo>
                    <a:pt x="6" y="0"/>
                    <a:pt x="0" y="5"/>
                    <a:pt x="0" y="12"/>
                  </a:cubicBezTo>
                  <a:cubicBezTo>
                    <a:pt x="0" y="18"/>
                    <a:pt x="6" y="24"/>
                    <a:pt x="12" y="24"/>
                  </a:cubicBezTo>
                  <a:cubicBezTo>
                    <a:pt x="35" y="24"/>
                    <a:pt x="35" y="24"/>
                    <a:pt x="35" y="24"/>
                  </a:cubicBezTo>
                  <a:cubicBezTo>
                    <a:pt x="42" y="24"/>
                    <a:pt x="47" y="18"/>
                    <a:pt x="47" y="12"/>
                  </a:cubicBezTo>
                  <a:cubicBezTo>
                    <a:pt x="47" y="5"/>
                    <a:pt x="42" y="0"/>
                    <a:pt x="35" y="0"/>
                  </a:cubicBezTo>
                </a:path>
              </a:pathLst>
            </a:custGeom>
            <a:solidFill>
              <a:srgbClr val="DADADA"/>
            </a:solidFill>
            <a:ln>
              <a:noFill/>
            </a:ln>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32" name="íṡļíḋê"/>
            <p:cNvSpPr/>
            <p:nvPr/>
          </p:nvSpPr>
          <p:spPr bwMode="auto">
            <a:xfrm>
              <a:off x="3961657" y="4684616"/>
              <a:ext cx="61724" cy="130624"/>
            </a:xfrm>
            <a:custGeom>
              <a:avLst/>
              <a:gdLst>
                <a:gd name="T0" fmla="*/ 0 w 24"/>
                <a:gd name="T1" fmla="*/ 12 h 51"/>
                <a:gd name="T2" fmla="*/ 0 w 24"/>
                <a:gd name="T3" fmla="*/ 39 h 51"/>
                <a:gd name="T4" fmla="*/ 12 w 24"/>
                <a:gd name="T5" fmla="*/ 51 h 51"/>
                <a:gd name="T6" fmla="*/ 24 w 24"/>
                <a:gd name="T7" fmla="*/ 39 h 51"/>
                <a:gd name="T8" fmla="*/ 24 w 24"/>
                <a:gd name="T9" fmla="*/ 12 h 51"/>
                <a:gd name="T10" fmla="*/ 12 w 24"/>
                <a:gd name="T11" fmla="*/ 0 h 51"/>
                <a:gd name="T12" fmla="*/ 0 w 24"/>
                <a:gd name="T13" fmla="*/ 12 h 51"/>
              </a:gdLst>
              <a:ahLst/>
              <a:cxnLst>
                <a:cxn ang="0">
                  <a:pos x="T0" y="T1"/>
                </a:cxn>
                <a:cxn ang="0">
                  <a:pos x="T2" y="T3"/>
                </a:cxn>
                <a:cxn ang="0">
                  <a:pos x="T4" y="T5"/>
                </a:cxn>
                <a:cxn ang="0">
                  <a:pos x="T6" y="T7"/>
                </a:cxn>
                <a:cxn ang="0">
                  <a:pos x="T8" y="T9"/>
                </a:cxn>
                <a:cxn ang="0">
                  <a:pos x="T10" y="T11"/>
                </a:cxn>
                <a:cxn ang="0">
                  <a:pos x="T12" y="T13"/>
                </a:cxn>
              </a:cxnLst>
              <a:rect l="0" t="0" r="r" b="b"/>
              <a:pathLst>
                <a:path w="24" h="51">
                  <a:moveTo>
                    <a:pt x="0" y="12"/>
                  </a:moveTo>
                  <a:cubicBezTo>
                    <a:pt x="0" y="39"/>
                    <a:pt x="0" y="39"/>
                    <a:pt x="0" y="39"/>
                  </a:cubicBezTo>
                  <a:cubicBezTo>
                    <a:pt x="0" y="45"/>
                    <a:pt x="5" y="51"/>
                    <a:pt x="12" y="51"/>
                  </a:cubicBezTo>
                  <a:cubicBezTo>
                    <a:pt x="18" y="51"/>
                    <a:pt x="24" y="45"/>
                    <a:pt x="24" y="39"/>
                  </a:cubicBezTo>
                  <a:cubicBezTo>
                    <a:pt x="24" y="12"/>
                    <a:pt x="24" y="12"/>
                    <a:pt x="24" y="12"/>
                  </a:cubicBezTo>
                  <a:cubicBezTo>
                    <a:pt x="24" y="5"/>
                    <a:pt x="18" y="0"/>
                    <a:pt x="12" y="0"/>
                  </a:cubicBezTo>
                  <a:cubicBezTo>
                    <a:pt x="5" y="0"/>
                    <a:pt x="0" y="5"/>
                    <a:pt x="0" y="12"/>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33" name="íṥ1iḓè"/>
            <p:cNvSpPr/>
            <p:nvPr/>
          </p:nvSpPr>
          <p:spPr bwMode="auto">
            <a:xfrm>
              <a:off x="3961657" y="4848254"/>
              <a:ext cx="61724" cy="129188"/>
            </a:xfrm>
            <a:custGeom>
              <a:avLst/>
              <a:gdLst>
                <a:gd name="T0" fmla="*/ 0 w 24"/>
                <a:gd name="T1" fmla="*/ 12 h 51"/>
                <a:gd name="T2" fmla="*/ 0 w 24"/>
                <a:gd name="T3" fmla="*/ 39 h 51"/>
                <a:gd name="T4" fmla="*/ 12 w 24"/>
                <a:gd name="T5" fmla="*/ 51 h 51"/>
                <a:gd name="T6" fmla="*/ 24 w 24"/>
                <a:gd name="T7" fmla="*/ 39 h 51"/>
                <a:gd name="T8" fmla="*/ 24 w 24"/>
                <a:gd name="T9" fmla="*/ 12 h 51"/>
                <a:gd name="T10" fmla="*/ 12 w 24"/>
                <a:gd name="T11" fmla="*/ 0 h 51"/>
                <a:gd name="T12" fmla="*/ 0 w 24"/>
                <a:gd name="T13" fmla="*/ 12 h 51"/>
              </a:gdLst>
              <a:ahLst/>
              <a:cxnLst>
                <a:cxn ang="0">
                  <a:pos x="T0" y="T1"/>
                </a:cxn>
                <a:cxn ang="0">
                  <a:pos x="T2" y="T3"/>
                </a:cxn>
                <a:cxn ang="0">
                  <a:pos x="T4" y="T5"/>
                </a:cxn>
                <a:cxn ang="0">
                  <a:pos x="T6" y="T7"/>
                </a:cxn>
                <a:cxn ang="0">
                  <a:pos x="T8" y="T9"/>
                </a:cxn>
                <a:cxn ang="0">
                  <a:pos x="T10" y="T11"/>
                </a:cxn>
                <a:cxn ang="0">
                  <a:pos x="T12" y="T13"/>
                </a:cxn>
              </a:cxnLst>
              <a:rect l="0" t="0" r="r" b="b"/>
              <a:pathLst>
                <a:path w="24" h="51">
                  <a:moveTo>
                    <a:pt x="0" y="12"/>
                  </a:moveTo>
                  <a:cubicBezTo>
                    <a:pt x="0" y="39"/>
                    <a:pt x="0" y="39"/>
                    <a:pt x="0" y="39"/>
                  </a:cubicBezTo>
                  <a:cubicBezTo>
                    <a:pt x="0" y="46"/>
                    <a:pt x="5" y="51"/>
                    <a:pt x="12" y="51"/>
                  </a:cubicBezTo>
                  <a:cubicBezTo>
                    <a:pt x="18" y="51"/>
                    <a:pt x="24" y="46"/>
                    <a:pt x="24" y="39"/>
                  </a:cubicBezTo>
                  <a:cubicBezTo>
                    <a:pt x="24" y="12"/>
                    <a:pt x="24" y="12"/>
                    <a:pt x="24" y="12"/>
                  </a:cubicBezTo>
                  <a:cubicBezTo>
                    <a:pt x="24" y="5"/>
                    <a:pt x="18" y="0"/>
                    <a:pt x="12" y="0"/>
                  </a:cubicBezTo>
                  <a:cubicBezTo>
                    <a:pt x="5" y="0"/>
                    <a:pt x="0" y="5"/>
                    <a:pt x="0" y="12"/>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34" name="ïśḷîḓe"/>
            <p:cNvSpPr/>
            <p:nvPr/>
          </p:nvSpPr>
          <p:spPr bwMode="auto">
            <a:xfrm>
              <a:off x="4023380" y="4802320"/>
              <a:ext cx="113399" cy="60288"/>
            </a:xfrm>
            <a:custGeom>
              <a:avLst/>
              <a:gdLst>
                <a:gd name="T0" fmla="*/ 33 w 45"/>
                <a:gd name="T1" fmla="*/ 0 h 24"/>
                <a:gd name="T2" fmla="*/ 12 w 45"/>
                <a:gd name="T3" fmla="*/ 0 h 24"/>
                <a:gd name="T4" fmla="*/ 0 w 45"/>
                <a:gd name="T5" fmla="*/ 12 h 24"/>
                <a:gd name="T6" fmla="*/ 12 w 45"/>
                <a:gd name="T7" fmla="*/ 24 h 24"/>
                <a:gd name="T8" fmla="*/ 33 w 45"/>
                <a:gd name="T9" fmla="*/ 24 h 24"/>
                <a:gd name="T10" fmla="*/ 45 w 45"/>
                <a:gd name="T11" fmla="*/ 12 h 24"/>
                <a:gd name="T12" fmla="*/ 33 w 45"/>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5" h="24">
                  <a:moveTo>
                    <a:pt x="33" y="0"/>
                  </a:moveTo>
                  <a:cubicBezTo>
                    <a:pt x="12" y="0"/>
                    <a:pt x="12" y="0"/>
                    <a:pt x="12" y="0"/>
                  </a:cubicBezTo>
                  <a:cubicBezTo>
                    <a:pt x="5" y="0"/>
                    <a:pt x="0" y="5"/>
                    <a:pt x="0" y="12"/>
                  </a:cubicBezTo>
                  <a:cubicBezTo>
                    <a:pt x="0" y="18"/>
                    <a:pt x="5" y="24"/>
                    <a:pt x="12" y="24"/>
                  </a:cubicBezTo>
                  <a:cubicBezTo>
                    <a:pt x="33" y="24"/>
                    <a:pt x="33" y="24"/>
                    <a:pt x="33" y="24"/>
                  </a:cubicBezTo>
                  <a:cubicBezTo>
                    <a:pt x="40" y="24"/>
                    <a:pt x="45" y="18"/>
                    <a:pt x="45" y="12"/>
                  </a:cubicBezTo>
                  <a:cubicBezTo>
                    <a:pt x="45" y="5"/>
                    <a:pt x="40" y="0"/>
                    <a:pt x="33"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sp>
          <p:nvSpPr>
            <p:cNvPr id="135" name="íśļide"/>
            <p:cNvSpPr/>
            <p:nvPr/>
          </p:nvSpPr>
          <p:spPr bwMode="auto">
            <a:xfrm>
              <a:off x="3845387" y="4802320"/>
              <a:ext cx="116270" cy="60288"/>
            </a:xfrm>
            <a:custGeom>
              <a:avLst/>
              <a:gdLst>
                <a:gd name="T0" fmla="*/ 34 w 46"/>
                <a:gd name="T1" fmla="*/ 0 h 24"/>
                <a:gd name="T2" fmla="*/ 12 w 46"/>
                <a:gd name="T3" fmla="*/ 0 h 24"/>
                <a:gd name="T4" fmla="*/ 0 w 46"/>
                <a:gd name="T5" fmla="*/ 12 h 24"/>
                <a:gd name="T6" fmla="*/ 12 w 46"/>
                <a:gd name="T7" fmla="*/ 24 h 24"/>
                <a:gd name="T8" fmla="*/ 34 w 46"/>
                <a:gd name="T9" fmla="*/ 24 h 24"/>
                <a:gd name="T10" fmla="*/ 46 w 46"/>
                <a:gd name="T11" fmla="*/ 12 h 24"/>
                <a:gd name="T12" fmla="*/ 34 w 4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6" h="24">
                  <a:moveTo>
                    <a:pt x="34" y="0"/>
                  </a:moveTo>
                  <a:cubicBezTo>
                    <a:pt x="12" y="0"/>
                    <a:pt x="12" y="0"/>
                    <a:pt x="12" y="0"/>
                  </a:cubicBezTo>
                  <a:cubicBezTo>
                    <a:pt x="5" y="0"/>
                    <a:pt x="0" y="5"/>
                    <a:pt x="0" y="12"/>
                  </a:cubicBezTo>
                  <a:cubicBezTo>
                    <a:pt x="0" y="18"/>
                    <a:pt x="5" y="24"/>
                    <a:pt x="12" y="24"/>
                  </a:cubicBezTo>
                  <a:cubicBezTo>
                    <a:pt x="34" y="24"/>
                    <a:pt x="34" y="24"/>
                    <a:pt x="34" y="24"/>
                  </a:cubicBezTo>
                  <a:cubicBezTo>
                    <a:pt x="41" y="24"/>
                    <a:pt x="46" y="18"/>
                    <a:pt x="46" y="12"/>
                  </a:cubicBezTo>
                  <a:cubicBezTo>
                    <a:pt x="46" y="5"/>
                    <a:pt x="41" y="0"/>
                    <a:pt x="34"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solidFill>
                  <a:prstClr val="black"/>
                </a:solidFill>
                <a:latin typeface="Arial" panose="020B0604020202020204"/>
              </a:endParaRPr>
            </a:p>
          </p:txBody>
        </p:sp>
      </p:grpSp>
      <p:sp>
        <p:nvSpPr>
          <p:cNvPr id="136" name="iṧḷíḍe"/>
          <p:cNvSpPr txBox="1"/>
          <p:nvPr/>
        </p:nvSpPr>
        <p:spPr>
          <a:xfrm>
            <a:off x="826074" y="1210570"/>
            <a:ext cx="4422683" cy="1060171"/>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buSzPct val="25000"/>
            </a:pPr>
            <a:r>
              <a:rPr lang="zh-CN" altLang="en-US" dirty="0">
                <a:solidFill>
                  <a:prstClr val="black"/>
                </a:solidFill>
                <a:latin typeface="微软雅黑 Light"/>
              </a:rPr>
              <a:t>在这里输入总结在这里输入总结在这里输入总结在这里输入总结在这里输入总结。</a:t>
            </a:r>
            <a:endParaRPr lang="en-US" altLang="zh-CN" dirty="0">
              <a:solidFill>
                <a:prstClr val="black"/>
              </a:solidFill>
              <a:latin typeface="微软雅黑 Light"/>
            </a:endParaRPr>
          </a:p>
        </p:txBody>
      </p:sp>
      <p:sp>
        <p:nvSpPr>
          <p:cNvPr id="137" name="îṥľíḍê"/>
          <p:cNvSpPr txBox="1"/>
          <p:nvPr/>
        </p:nvSpPr>
        <p:spPr>
          <a:xfrm>
            <a:off x="5763226" y="2028713"/>
            <a:ext cx="2732716" cy="620017"/>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solidFill>
                  <a:prstClr val="black">
                    <a:lumMod val="100000"/>
                  </a:prstClr>
                </a:solidFill>
                <a:latin typeface="Arial" panose="020B0604020202020204"/>
              </a:rPr>
              <a:t>在这里输入补充说明在这里输入补充说明</a:t>
            </a:r>
            <a:endParaRPr lang="zh-CN" altLang="en-US" sz="1100" dirty="0">
              <a:solidFill>
                <a:prstClr val="black">
                  <a:lumMod val="100000"/>
                </a:prstClr>
              </a:solidFill>
              <a:latin typeface="Arial" panose="020B0604020202020204"/>
            </a:endParaRPr>
          </a:p>
          <a:p>
            <a:pPr>
              <a:lnSpc>
                <a:spcPct val="150000"/>
              </a:lnSpc>
            </a:pPr>
            <a:r>
              <a:rPr lang="zh-CN" altLang="en-US" sz="1100" dirty="0">
                <a:solidFill>
                  <a:prstClr val="black">
                    <a:lumMod val="100000"/>
                  </a:prstClr>
                </a:solidFill>
                <a:latin typeface="Arial" panose="020B0604020202020204"/>
              </a:rPr>
              <a:t>在这里输入补充说明</a:t>
            </a:r>
            <a:endParaRPr lang="zh-CN" altLang="en-US" sz="1100" dirty="0">
              <a:solidFill>
                <a:prstClr val="black">
                  <a:lumMod val="100000"/>
                </a:prstClr>
              </a:solidFill>
              <a:latin typeface="Arial" panose="020B0604020202020204"/>
            </a:endParaRPr>
          </a:p>
          <a:p>
            <a:pPr>
              <a:lnSpc>
                <a:spcPct val="150000"/>
              </a:lnSpc>
            </a:pPr>
            <a:endParaRPr lang="zh-CN" altLang="en-US" sz="1100" dirty="0">
              <a:solidFill>
                <a:prstClr val="black">
                  <a:lumMod val="100000"/>
                </a:prstClr>
              </a:solidFill>
              <a:latin typeface="Arial" panose="020B0604020202020204"/>
            </a:endParaRPr>
          </a:p>
        </p:txBody>
      </p:sp>
      <p:sp>
        <p:nvSpPr>
          <p:cNvPr id="138" name="îSḷîḑê"/>
          <p:cNvSpPr txBox="1"/>
          <p:nvPr/>
        </p:nvSpPr>
        <p:spPr>
          <a:xfrm>
            <a:off x="5763225" y="1616535"/>
            <a:ext cx="1480459" cy="412178"/>
          </a:xfrm>
          <a:prstGeom prst="roundRect">
            <a:avLst>
              <a:gd name="adj" fmla="val 50000"/>
            </a:avLst>
          </a:prstGeom>
          <a:solidFill>
            <a:srgbClr val="0326A0"/>
          </a:solidFill>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a:ea typeface="微软雅黑"/>
              </a:rPr>
              <a:t>01.</a:t>
            </a:r>
            <a:r>
              <a:rPr kumimoji="0" lang="zh-CN" altLang="en-US" sz="1600" b="1" i="1" u="none" strike="noStrike" kern="1200" cap="none" spc="0" normalizeH="0" baseline="0" noProof="0" dirty="0">
                <a:ln>
                  <a:noFill/>
                </a:ln>
                <a:solidFill>
                  <a:prstClr val="white"/>
                </a:solidFill>
                <a:effectLst/>
                <a:uLnTx/>
                <a:uFillTx/>
                <a:latin typeface="微软雅黑"/>
                <a:ea typeface="微软雅黑"/>
              </a:rPr>
              <a:t>小标题</a:t>
            </a:r>
            <a:endParaRPr kumimoji="0" lang="zh-CN" altLang="en-US" sz="1600" b="1" i="1" u="none" strike="noStrike" kern="1200" cap="none" spc="0" normalizeH="0" baseline="0" noProof="0" dirty="0">
              <a:ln>
                <a:noFill/>
              </a:ln>
              <a:solidFill>
                <a:prstClr val="white"/>
              </a:solidFill>
              <a:effectLst/>
              <a:uLnTx/>
              <a:uFillTx/>
              <a:latin typeface="微软雅黑"/>
              <a:ea typeface="微软雅黑"/>
            </a:endParaRPr>
          </a:p>
        </p:txBody>
      </p:sp>
      <p:sp>
        <p:nvSpPr>
          <p:cNvPr id="139" name="îšľíḍè"/>
          <p:cNvSpPr txBox="1"/>
          <p:nvPr/>
        </p:nvSpPr>
        <p:spPr>
          <a:xfrm>
            <a:off x="5763226" y="3534629"/>
            <a:ext cx="2732716" cy="620017"/>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solidFill>
                  <a:prstClr val="black">
                    <a:lumMod val="100000"/>
                  </a:prstClr>
                </a:solidFill>
                <a:latin typeface="Arial" panose="020B0604020202020204"/>
              </a:rPr>
              <a:t>在这里输入补充说明在这里输入补充说明</a:t>
            </a:r>
            <a:endParaRPr lang="zh-CN" altLang="en-US" sz="1100" dirty="0">
              <a:solidFill>
                <a:prstClr val="black">
                  <a:lumMod val="100000"/>
                </a:prstClr>
              </a:solidFill>
              <a:latin typeface="Arial" panose="020B0604020202020204"/>
            </a:endParaRPr>
          </a:p>
          <a:p>
            <a:pPr>
              <a:lnSpc>
                <a:spcPct val="150000"/>
              </a:lnSpc>
            </a:pPr>
            <a:r>
              <a:rPr lang="zh-CN" altLang="en-US" sz="1100" dirty="0">
                <a:solidFill>
                  <a:prstClr val="black">
                    <a:lumMod val="100000"/>
                  </a:prstClr>
                </a:solidFill>
                <a:latin typeface="Arial" panose="020B0604020202020204"/>
              </a:rPr>
              <a:t>在这里输入补充说明</a:t>
            </a:r>
            <a:endParaRPr lang="zh-CN" altLang="en-US" sz="1100" dirty="0">
              <a:solidFill>
                <a:prstClr val="black">
                  <a:lumMod val="100000"/>
                </a:prstClr>
              </a:solidFill>
              <a:latin typeface="Arial" panose="020B0604020202020204"/>
            </a:endParaRPr>
          </a:p>
          <a:p>
            <a:pPr>
              <a:lnSpc>
                <a:spcPct val="150000"/>
              </a:lnSpc>
            </a:pPr>
            <a:endParaRPr lang="zh-CN" altLang="en-US" sz="1100" dirty="0">
              <a:solidFill>
                <a:prstClr val="black">
                  <a:lumMod val="100000"/>
                </a:prstClr>
              </a:solidFill>
              <a:latin typeface="Arial" panose="020B0604020202020204"/>
            </a:endParaRPr>
          </a:p>
        </p:txBody>
      </p:sp>
      <p:sp>
        <p:nvSpPr>
          <p:cNvPr id="140" name="îSľîḍê"/>
          <p:cNvSpPr txBox="1"/>
          <p:nvPr/>
        </p:nvSpPr>
        <p:spPr>
          <a:xfrm>
            <a:off x="5763225" y="3122451"/>
            <a:ext cx="1480459" cy="412178"/>
          </a:xfrm>
          <a:prstGeom prst="roundRect">
            <a:avLst>
              <a:gd name="adj" fmla="val 50000"/>
            </a:avLst>
          </a:prstGeom>
          <a:solidFill>
            <a:srgbClr val="0326A0"/>
          </a:solidFill>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a:ea typeface="微软雅黑"/>
              </a:rPr>
              <a:t>03.</a:t>
            </a:r>
            <a:r>
              <a:rPr kumimoji="0" lang="zh-CN" altLang="en-US" sz="1600" b="1" i="1" u="none" strike="noStrike" kern="1200" cap="none" spc="0" normalizeH="0" baseline="0" noProof="0" dirty="0">
                <a:ln>
                  <a:noFill/>
                </a:ln>
                <a:solidFill>
                  <a:prstClr val="white"/>
                </a:solidFill>
                <a:effectLst/>
                <a:uLnTx/>
                <a:uFillTx/>
                <a:latin typeface="微软雅黑"/>
                <a:ea typeface="微软雅黑"/>
              </a:rPr>
              <a:t>小标题</a:t>
            </a:r>
            <a:endParaRPr kumimoji="0" lang="zh-CN" altLang="en-US" sz="1600" b="0" i="1" u="none" strike="noStrike" kern="1200" cap="none" spc="0" normalizeH="0" baseline="0" noProof="0" dirty="0">
              <a:ln>
                <a:noFill/>
              </a:ln>
              <a:solidFill>
                <a:prstClr val="white"/>
              </a:solidFill>
              <a:effectLst/>
              <a:uLnTx/>
              <a:uFillTx/>
              <a:latin typeface="微软雅黑"/>
              <a:ea typeface="微软雅黑"/>
            </a:endParaRPr>
          </a:p>
        </p:txBody>
      </p:sp>
      <p:sp>
        <p:nvSpPr>
          <p:cNvPr id="141" name="îṡlíḍè"/>
          <p:cNvSpPr txBox="1"/>
          <p:nvPr/>
        </p:nvSpPr>
        <p:spPr>
          <a:xfrm>
            <a:off x="5763226" y="5040546"/>
            <a:ext cx="2732716" cy="620017"/>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solidFill>
                  <a:prstClr val="black">
                    <a:lumMod val="100000"/>
                  </a:prstClr>
                </a:solidFill>
                <a:latin typeface="Arial" panose="020B0604020202020204"/>
              </a:rPr>
              <a:t>在这里输入补充说明在这里输入补充说明</a:t>
            </a:r>
            <a:endParaRPr lang="zh-CN" altLang="en-US" sz="1100" dirty="0">
              <a:solidFill>
                <a:prstClr val="black">
                  <a:lumMod val="100000"/>
                </a:prstClr>
              </a:solidFill>
              <a:latin typeface="Arial" panose="020B0604020202020204"/>
            </a:endParaRPr>
          </a:p>
          <a:p>
            <a:pPr>
              <a:lnSpc>
                <a:spcPct val="150000"/>
              </a:lnSpc>
            </a:pPr>
            <a:r>
              <a:rPr lang="zh-CN" altLang="en-US" sz="1100" dirty="0">
                <a:solidFill>
                  <a:prstClr val="black">
                    <a:lumMod val="100000"/>
                  </a:prstClr>
                </a:solidFill>
                <a:latin typeface="Arial" panose="020B0604020202020204"/>
              </a:rPr>
              <a:t>在这里输入补充说明</a:t>
            </a:r>
            <a:endParaRPr lang="zh-CN" altLang="en-US" sz="1100" dirty="0">
              <a:solidFill>
                <a:prstClr val="black">
                  <a:lumMod val="100000"/>
                </a:prstClr>
              </a:solidFill>
              <a:latin typeface="Arial" panose="020B0604020202020204"/>
            </a:endParaRPr>
          </a:p>
          <a:p>
            <a:pPr>
              <a:lnSpc>
                <a:spcPct val="150000"/>
              </a:lnSpc>
            </a:pPr>
            <a:endParaRPr lang="zh-CN" altLang="en-US" sz="1100" dirty="0">
              <a:solidFill>
                <a:prstClr val="black">
                  <a:lumMod val="100000"/>
                </a:prstClr>
              </a:solidFill>
              <a:latin typeface="Arial" panose="020B0604020202020204"/>
            </a:endParaRPr>
          </a:p>
        </p:txBody>
      </p:sp>
      <p:sp>
        <p:nvSpPr>
          <p:cNvPr id="142" name="iş1ïḍe"/>
          <p:cNvSpPr txBox="1"/>
          <p:nvPr/>
        </p:nvSpPr>
        <p:spPr>
          <a:xfrm>
            <a:off x="5763225" y="4628368"/>
            <a:ext cx="1480459" cy="412178"/>
          </a:xfrm>
          <a:prstGeom prst="roundRect">
            <a:avLst>
              <a:gd name="adj" fmla="val 50000"/>
            </a:avLst>
          </a:prstGeom>
          <a:solidFill>
            <a:srgbClr val="0326A0"/>
          </a:solidFill>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a:ea typeface="微软雅黑"/>
              </a:rPr>
              <a:t>05.</a:t>
            </a:r>
            <a:r>
              <a:rPr kumimoji="0" lang="zh-CN" altLang="en-US" sz="1600" b="1" i="1" u="none" strike="noStrike" kern="1200" cap="none" spc="0" normalizeH="0" baseline="0" noProof="0" dirty="0">
                <a:ln>
                  <a:noFill/>
                </a:ln>
                <a:solidFill>
                  <a:prstClr val="white"/>
                </a:solidFill>
                <a:effectLst/>
                <a:uLnTx/>
                <a:uFillTx/>
                <a:latin typeface="微软雅黑"/>
                <a:ea typeface="微软雅黑"/>
              </a:rPr>
              <a:t>小标题</a:t>
            </a:r>
            <a:endParaRPr kumimoji="0" lang="zh-CN" altLang="en-US" sz="1600" b="0" i="1" u="none" strike="noStrike" kern="1200" cap="none" spc="0" normalizeH="0" baseline="0" noProof="0" dirty="0">
              <a:ln>
                <a:noFill/>
              </a:ln>
              <a:solidFill>
                <a:prstClr val="white"/>
              </a:solidFill>
              <a:effectLst/>
              <a:uLnTx/>
              <a:uFillTx/>
              <a:latin typeface="微软雅黑"/>
              <a:ea typeface="微软雅黑"/>
            </a:endParaRPr>
          </a:p>
        </p:txBody>
      </p:sp>
      <p:sp>
        <p:nvSpPr>
          <p:cNvPr id="143" name="iṣḷïdé"/>
          <p:cNvSpPr txBox="1"/>
          <p:nvPr/>
        </p:nvSpPr>
        <p:spPr>
          <a:xfrm>
            <a:off x="8798884" y="2028713"/>
            <a:ext cx="2732716" cy="620017"/>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solidFill>
                  <a:prstClr val="black">
                    <a:lumMod val="100000"/>
                  </a:prstClr>
                </a:solidFill>
                <a:latin typeface="Arial" panose="020B0604020202020204"/>
              </a:rPr>
              <a:t>在这里输入补充说明在这里输入补充说明</a:t>
            </a:r>
            <a:endParaRPr lang="zh-CN" altLang="en-US" sz="1100" dirty="0">
              <a:solidFill>
                <a:prstClr val="black">
                  <a:lumMod val="100000"/>
                </a:prstClr>
              </a:solidFill>
              <a:latin typeface="Arial" panose="020B0604020202020204"/>
            </a:endParaRPr>
          </a:p>
          <a:p>
            <a:pPr>
              <a:lnSpc>
                <a:spcPct val="150000"/>
              </a:lnSpc>
            </a:pPr>
            <a:r>
              <a:rPr lang="zh-CN" altLang="en-US" sz="1100" dirty="0">
                <a:solidFill>
                  <a:prstClr val="black">
                    <a:lumMod val="100000"/>
                  </a:prstClr>
                </a:solidFill>
                <a:latin typeface="Arial" panose="020B0604020202020204"/>
              </a:rPr>
              <a:t>在这里输入补充说明</a:t>
            </a:r>
            <a:endParaRPr lang="zh-CN" altLang="en-US" sz="1100" dirty="0">
              <a:solidFill>
                <a:prstClr val="black">
                  <a:lumMod val="100000"/>
                </a:prstClr>
              </a:solidFill>
              <a:latin typeface="Arial" panose="020B0604020202020204"/>
            </a:endParaRPr>
          </a:p>
          <a:p>
            <a:pPr>
              <a:lnSpc>
                <a:spcPct val="150000"/>
              </a:lnSpc>
            </a:pPr>
            <a:endParaRPr lang="zh-CN" altLang="en-US" sz="1100" dirty="0">
              <a:solidFill>
                <a:prstClr val="black">
                  <a:lumMod val="100000"/>
                </a:prstClr>
              </a:solidFill>
              <a:latin typeface="Arial" panose="020B0604020202020204"/>
            </a:endParaRPr>
          </a:p>
        </p:txBody>
      </p:sp>
      <p:sp>
        <p:nvSpPr>
          <p:cNvPr id="144" name="íšļïḋe"/>
          <p:cNvSpPr txBox="1"/>
          <p:nvPr/>
        </p:nvSpPr>
        <p:spPr>
          <a:xfrm>
            <a:off x="8798883" y="1616535"/>
            <a:ext cx="1480459" cy="412178"/>
          </a:xfrm>
          <a:prstGeom prst="roundRect">
            <a:avLst>
              <a:gd name="adj" fmla="val 50000"/>
            </a:avLst>
          </a:prstGeom>
          <a:solidFill>
            <a:srgbClr val="FFC000"/>
          </a:solidFill>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a:ea typeface="微软雅黑"/>
              </a:rPr>
              <a:t>02.</a:t>
            </a:r>
            <a:r>
              <a:rPr kumimoji="0" lang="zh-CN" altLang="en-US" sz="1600" b="1" i="1" u="none" strike="noStrike" kern="1200" cap="none" spc="0" normalizeH="0" baseline="0" noProof="0" dirty="0">
                <a:ln>
                  <a:noFill/>
                </a:ln>
                <a:solidFill>
                  <a:prstClr val="white"/>
                </a:solidFill>
                <a:effectLst/>
                <a:uLnTx/>
                <a:uFillTx/>
                <a:latin typeface="微软雅黑"/>
                <a:ea typeface="微软雅黑"/>
              </a:rPr>
              <a:t>小标题</a:t>
            </a:r>
            <a:endParaRPr kumimoji="0" lang="zh-CN" altLang="en-US" sz="1600" b="0" i="1" u="none" strike="noStrike" kern="1200" cap="none" spc="0" normalizeH="0" baseline="0" noProof="0" dirty="0">
              <a:ln>
                <a:noFill/>
              </a:ln>
              <a:solidFill>
                <a:prstClr val="white"/>
              </a:solidFill>
              <a:effectLst/>
              <a:uLnTx/>
              <a:uFillTx/>
              <a:latin typeface="微软雅黑"/>
              <a:ea typeface="微软雅黑"/>
            </a:endParaRPr>
          </a:p>
        </p:txBody>
      </p:sp>
      <p:sp>
        <p:nvSpPr>
          <p:cNvPr id="145" name="ïŝľiḓè"/>
          <p:cNvSpPr txBox="1"/>
          <p:nvPr/>
        </p:nvSpPr>
        <p:spPr>
          <a:xfrm>
            <a:off x="8798884" y="3534630"/>
            <a:ext cx="2732716" cy="620017"/>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solidFill>
                  <a:prstClr val="black">
                    <a:lumMod val="100000"/>
                  </a:prstClr>
                </a:solidFill>
                <a:latin typeface="Arial" panose="020B0604020202020204"/>
              </a:rPr>
              <a:t>在这里输入补充说明在这里输入补充说明</a:t>
            </a:r>
            <a:endParaRPr lang="zh-CN" altLang="en-US" sz="1100" dirty="0">
              <a:solidFill>
                <a:prstClr val="black">
                  <a:lumMod val="100000"/>
                </a:prstClr>
              </a:solidFill>
              <a:latin typeface="Arial" panose="020B0604020202020204"/>
            </a:endParaRPr>
          </a:p>
          <a:p>
            <a:pPr>
              <a:lnSpc>
                <a:spcPct val="150000"/>
              </a:lnSpc>
            </a:pPr>
            <a:r>
              <a:rPr lang="zh-CN" altLang="en-US" sz="1100" dirty="0">
                <a:solidFill>
                  <a:prstClr val="black">
                    <a:lumMod val="100000"/>
                  </a:prstClr>
                </a:solidFill>
                <a:latin typeface="Arial" panose="020B0604020202020204"/>
              </a:rPr>
              <a:t>在这里输入补充说明</a:t>
            </a:r>
            <a:endParaRPr lang="zh-CN" altLang="en-US" sz="1100" dirty="0">
              <a:solidFill>
                <a:prstClr val="black">
                  <a:lumMod val="100000"/>
                </a:prstClr>
              </a:solidFill>
              <a:latin typeface="Arial" panose="020B0604020202020204"/>
            </a:endParaRPr>
          </a:p>
          <a:p>
            <a:pPr>
              <a:lnSpc>
                <a:spcPct val="150000"/>
              </a:lnSpc>
            </a:pPr>
            <a:endParaRPr lang="zh-CN" altLang="en-US" sz="1100" dirty="0">
              <a:solidFill>
                <a:prstClr val="black">
                  <a:lumMod val="100000"/>
                </a:prstClr>
              </a:solidFill>
              <a:latin typeface="Arial" panose="020B0604020202020204"/>
            </a:endParaRPr>
          </a:p>
        </p:txBody>
      </p:sp>
      <p:sp>
        <p:nvSpPr>
          <p:cNvPr id="146" name="îSlíḓe"/>
          <p:cNvSpPr txBox="1"/>
          <p:nvPr/>
        </p:nvSpPr>
        <p:spPr>
          <a:xfrm>
            <a:off x="8798883" y="3122452"/>
            <a:ext cx="1480459" cy="412178"/>
          </a:xfrm>
          <a:prstGeom prst="roundRect">
            <a:avLst>
              <a:gd name="adj" fmla="val 50000"/>
            </a:avLst>
          </a:prstGeom>
          <a:solidFill>
            <a:srgbClr val="FFC000"/>
          </a:solidFill>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a:ea typeface="微软雅黑"/>
              </a:rPr>
              <a:t>04.</a:t>
            </a:r>
            <a:r>
              <a:rPr kumimoji="0" lang="zh-CN" altLang="en-US" sz="1600" b="1" i="1" u="none" strike="noStrike" kern="1200" cap="none" spc="0" normalizeH="0" baseline="0" noProof="0" dirty="0">
                <a:ln>
                  <a:noFill/>
                </a:ln>
                <a:solidFill>
                  <a:prstClr val="white"/>
                </a:solidFill>
                <a:effectLst/>
                <a:uLnTx/>
                <a:uFillTx/>
                <a:latin typeface="微软雅黑"/>
                <a:ea typeface="微软雅黑"/>
              </a:rPr>
              <a:t>小标题</a:t>
            </a:r>
            <a:endParaRPr kumimoji="0" lang="zh-CN" altLang="en-US" sz="1600" b="0" i="1" u="none" strike="noStrike" kern="1200" cap="none" spc="0" normalizeH="0" baseline="0" noProof="0" dirty="0">
              <a:ln>
                <a:noFill/>
              </a:ln>
              <a:solidFill>
                <a:prstClr val="white"/>
              </a:solidFill>
              <a:effectLst/>
              <a:uLnTx/>
              <a:uFillTx/>
              <a:latin typeface="微软雅黑"/>
              <a:ea typeface="微软雅黑"/>
            </a:endParaRPr>
          </a:p>
        </p:txBody>
      </p:sp>
      <p:sp>
        <p:nvSpPr>
          <p:cNvPr id="147" name="îṡļíḍé"/>
          <p:cNvSpPr txBox="1"/>
          <p:nvPr/>
        </p:nvSpPr>
        <p:spPr>
          <a:xfrm>
            <a:off x="8798884" y="5040546"/>
            <a:ext cx="2732716" cy="620017"/>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solidFill>
                  <a:prstClr val="black">
                    <a:lumMod val="100000"/>
                  </a:prstClr>
                </a:solidFill>
                <a:latin typeface="Arial" panose="020B0604020202020204"/>
              </a:rPr>
              <a:t>在这里输入补充说明在这里输入补充说明</a:t>
            </a:r>
            <a:endParaRPr lang="zh-CN" altLang="en-US" sz="1100" dirty="0">
              <a:solidFill>
                <a:prstClr val="black">
                  <a:lumMod val="100000"/>
                </a:prstClr>
              </a:solidFill>
              <a:latin typeface="Arial" panose="020B0604020202020204"/>
            </a:endParaRPr>
          </a:p>
          <a:p>
            <a:pPr>
              <a:lnSpc>
                <a:spcPct val="150000"/>
              </a:lnSpc>
            </a:pPr>
            <a:r>
              <a:rPr lang="zh-CN" altLang="en-US" sz="1100" dirty="0">
                <a:solidFill>
                  <a:prstClr val="black">
                    <a:lumMod val="100000"/>
                  </a:prstClr>
                </a:solidFill>
                <a:latin typeface="Arial" panose="020B0604020202020204"/>
              </a:rPr>
              <a:t>在这里输入补充说明</a:t>
            </a:r>
            <a:endParaRPr lang="zh-CN" altLang="en-US" sz="1100" dirty="0">
              <a:solidFill>
                <a:prstClr val="black">
                  <a:lumMod val="100000"/>
                </a:prstClr>
              </a:solidFill>
              <a:latin typeface="Arial" panose="020B0604020202020204"/>
            </a:endParaRPr>
          </a:p>
          <a:p>
            <a:pPr>
              <a:lnSpc>
                <a:spcPct val="150000"/>
              </a:lnSpc>
            </a:pPr>
            <a:endParaRPr lang="zh-CN" altLang="en-US" sz="1100" dirty="0">
              <a:solidFill>
                <a:prstClr val="black">
                  <a:lumMod val="100000"/>
                </a:prstClr>
              </a:solidFill>
              <a:latin typeface="Arial" panose="020B0604020202020204"/>
            </a:endParaRPr>
          </a:p>
        </p:txBody>
      </p:sp>
      <p:sp>
        <p:nvSpPr>
          <p:cNvPr id="148" name="îšļiḋê"/>
          <p:cNvSpPr txBox="1"/>
          <p:nvPr/>
        </p:nvSpPr>
        <p:spPr>
          <a:xfrm>
            <a:off x="8798883" y="4628368"/>
            <a:ext cx="1480459" cy="412178"/>
          </a:xfrm>
          <a:prstGeom prst="roundRect">
            <a:avLst>
              <a:gd name="adj" fmla="val 50000"/>
            </a:avLst>
          </a:prstGeom>
          <a:solidFill>
            <a:srgbClr val="FFC000"/>
          </a:solidFill>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a:ea typeface="微软雅黑"/>
              </a:rPr>
              <a:t>06.</a:t>
            </a:r>
            <a:r>
              <a:rPr kumimoji="0" lang="zh-CN" altLang="en-US" sz="1600" b="1" i="1" u="none" strike="noStrike" kern="1200" cap="none" spc="0" normalizeH="0" baseline="0" noProof="0" dirty="0">
                <a:ln>
                  <a:noFill/>
                </a:ln>
                <a:solidFill>
                  <a:prstClr val="white"/>
                </a:solidFill>
                <a:effectLst/>
                <a:uLnTx/>
                <a:uFillTx/>
                <a:latin typeface="微软雅黑"/>
                <a:ea typeface="微软雅黑"/>
              </a:rPr>
              <a:t>小标题</a:t>
            </a:r>
            <a:endParaRPr kumimoji="0" lang="zh-CN" altLang="en-US" sz="1600" b="0" i="1" u="none" strike="noStrike" kern="1200" cap="none" spc="0" normalizeH="0" baseline="0" noProof="0" dirty="0">
              <a:ln>
                <a:noFill/>
              </a:ln>
              <a:solidFill>
                <a:prstClr val="white"/>
              </a:solidFill>
              <a:effectLst/>
              <a:uLnTx/>
              <a:uFillTx/>
              <a:latin typeface="微软雅黑"/>
              <a:ea typeface="微软雅黑"/>
            </a:endParaRPr>
          </a:p>
        </p:txBody>
      </p:sp>
      <p:cxnSp>
        <p:nvCxnSpPr>
          <p:cNvPr id="149" name="直接连接符 148"/>
          <p:cNvCxnSpPr/>
          <p:nvPr/>
        </p:nvCxnSpPr>
        <p:spPr>
          <a:xfrm>
            <a:off x="5784276" y="2885591"/>
            <a:ext cx="5747324" cy="0"/>
          </a:xfrm>
          <a:prstGeom prst="line">
            <a:avLst/>
          </a:prstGeom>
          <a:noFill/>
          <a:ln w="12700" cap="rnd" cmpd="sng" algn="ctr">
            <a:solidFill>
              <a:sysClr val="window" lastClr="FFFFFF">
                <a:lumMod val="75000"/>
              </a:sysClr>
            </a:solidFill>
            <a:prstDash val="solid"/>
            <a:round/>
          </a:ln>
          <a:effectLst/>
        </p:spPr>
      </p:cxnSp>
      <p:cxnSp>
        <p:nvCxnSpPr>
          <p:cNvPr id="150" name="直接连接符 149"/>
          <p:cNvCxnSpPr/>
          <p:nvPr/>
        </p:nvCxnSpPr>
        <p:spPr>
          <a:xfrm>
            <a:off x="5784276" y="4391508"/>
            <a:ext cx="5747324" cy="0"/>
          </a:xfrm>
          <a:prstGeom prst="line">
            <a:avLst/>
          </a:prstGeom>
          <a:noFill/>
          <a:ln w="12700" cap="rnd" cmpd="sng" algn="ctr">
            <a:solidFill>
              <a:sysClr val="window" lastClr="FFFFFF">
                <a:lumMod val="75000"/>
              </a:sysClr>
            </a:solidFill>
            <a:prstDash val="solid"/>
            <a:round/>
          </a:ln>
          <a:effectLst/>
        </p:spPr>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pic>
        <p:nvPicPr>
          <p:cNvPr id="12" name="图片 11">
            <a:hlinkClick r:id="rId6"/>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263352" y="1119936"/>
            <a:ext cx="11639688" cy="2957136"/>
          </a:xfrm>
          <a:prstGeom prst="rect">
            <a:avLst/>
          </a:prstGeom>
        </p:spPr>
      </p:pic>
      <p:sp>
        <p:nvSpPr>
          <p:cNvPr id="13" name="Oval 9"/>
          <p:cNvSpPr>
            <a:spLocks noChangeArrowheads="1"/>
          </p:cNvSpPr>
          <p:nvPr/>
        </p:nvSpPr>
        <p:spPr bwMode="auto">
          <a:xfrm>
            <a:off x="8220726" y="4339955"/>
            <a:ext cx="466892" cy="468739"/>
          </a:xfrm>
          <a:prstGeom prst="ellipse">
            <a:avLst/>
          </a:prstGeom>
          <a:solidFill>
            <a:srgbClr val="0326A0"/>
          </a:solidFill>
          <a:ln>
            <a:noFill/>
          </a:ln>
        </p:spPr>
        <p:txBody>
          <a:bodyPr vert="horz" wrap="square" lIns="91440" tIns="45720" rIns="91440" bIns="45720" numCol="1" anchor="t" anchorCtr="0" compatLnSpc="1"/>
          <a:lstStyle/>
          <a:p>
            <a:pPr defTabSz="685800">
              <a:defRPr/>
            </a:pPr>
            <a:endParaRPr lang="zh-CN" altLang="en-US" sz="1335">
              <a:solidFill>
                <a:prstClr val="white"/>
              </a:solidFill>
              <a:latin typeface="Calibri Light"/>
            </a:endParaRPr>
          </a:p>
        </p:txBody>
      </p:sp>
      <p:sp>
        <p:nvSpPr>
          <p:cNvPr id="14" name="Oval 9"/>
          <p:cNvSpPr>
            <a:spLocks noChangeArrowheads="1"/>
          </p:cNvSpPr>
          <p:nvPr/>
        </p:nvSpPr>
        <p:spPr bwMode="auto">
          <a:xfrm>
            <a:off x="8220726" y="5457769"/>
            <a:ext cx="466892" cy="468739"/>
          </a:xfrm>
          <a:prstGeom prst="ellipse">
            <a:avLst/>
          </a:prstGeom>
          <a:solidFill>
            <a:srgbClr val="0326A0"/>
          </a:solidFill>
          <a:ln>
            <a:noFill/>
          </a:ln>
        </p:spPr>
        <p:txBody>
          <a:bodyPr vert="horz" wrap="square" lIns="91440" tIns="45720" rIns="91440" bIns="45720" numCol="1" anchor="t" anchorCtr="0" compatLnSpc="1"/>
          <a:lstStyle/>
          <a:p>
            <a:pPr defTabSz="685800">
              <a:defRPr/>
            </a:pPr>
            <a:endParaRPr lang="zh-CN" altLang="en-US" sz="1335" dirty="0">
              <a:solidFill>
                <a:prstClr val="white"/>
              </a:solidFill>
              <a:latin typeface="Calibri Light"/>
            </a:endParaRPr>
          </a:p>
        </p:txBody>
      </p:sp>
      <p:sp>
        <p:nvSpPr>
          <p:cNvPr id="15" name="Oval 9"/>
          <p:cNvSpPr>
            <a:spLocks noChangeArrowheads="1"/>
          </p:cNvSpPr>
          <p:nvPr/>
        </p:nvSpPr>
        <p:spPr bwMode="auto">
          <a:xfrm>
            <a:off x="771119" y="4330432"/>
            <a:ext cx="466892" cy="468739"/>
          </a:xfrm>
          <a:prstGeom prst="ellipse">
            <a:avLst/>
          </a:prstGeom>
          <a:solidFill>
            <a:srgbClr val="0326A0"/>
          </a:solidFill>
          <a:ln>
            <a:noFill/>
          </a:ln>
        </p:spPr>
        <p:txBody>
          <a:bodyPr vert="horz" wrap="square" lIns="91440" tIns="45720" rIns="91440" bIns="45720" numCol="1" anchor="t" anchorCtr="0" compatLnSpc="1"/>
          <a:lstStyle/>
          <a:p>
            <a:pPr defTabSz="685800">
              <a:defRPr/>
            </a:pPr>
            <a:endParaRPr lang="zh-CN" altLang="en-US" sz="1335" dirty="0">
              <a:solidFill>
                <a:prstClr val="white"/>
              </a:solidFill>
              <a:latin typeface="Calibri Light"/>
            </a:endParaRPr>
          </a:p>
        </p:txBody>
      </p:sp>
      <p:sp>
        <p:nvSpPr>
          <p:cNvPr id="16" name="Oval 9"/>
          <p:cNvSpPr>
            <a:spLocks noChangeArrowheads="1"/>
          </p:cNvSpPr>
          <p:nvPr/>
        </p:nvSpPr>
        <p:spPr bwMode="auto">
          <a:xfrm>
            <a:off x="4417979" y="4339955"/>
            <a:ext cx="466892" cy="468739"/>
          </a:xfrm>
          <a:prstGeom prst="ellipse">
            <a:avLst/>
          </a:prstGeom>
          <a:solidFill>
            <a:srgbClr val="0326A0"/>
          </a:solidFill>
          <a:ln>
            <a:noFill/>
          </a:ln>
        </p:spPr>
        <p:txBody>
          <a:bodyPr vert="horz" wrap="square" lIns="91440" tIns="45720" rIns="91440" bIns="45720" numCol="1" anchor="t" anchorCtr="0" compatLnSpc="1"/>
          <a:lstStyle/>
          <a:p>
            <a:pPr defTabSz="685800">
              <a:defRPr/>
            </a:pPr>
            <a:endParaRPr lang="zh-CN" altLang="en-US" sz="1335">
              <a:solidFill>
                <a:prstClr val="white"/>
              </a:solidFill>
              <a:latin typeface="Calibri Light"/>
            </a:endParaRPr>
          </a:p>
        </p:txBody>
      </p:sp>
      <p:sp>
        <p:nvSpPr>
          <p:cNvPr id="17" name="Oval 9"/>
          <p:cNvSpPr>
            <a:spLocks noChangeArrowheads="1"/>
          </p:cNvSpPr>
          <p:nvPr/>
        </p:nvSpPr>
        <p:spPr bwMode="auto">
          <a:xfrm>
            <a:off x="4417979" y="5365436"/>
            <a:ext cx="466892" cy="468739"/>
          </a:xfrm>
          <a:prstGeom prst="ellipse">
            <a:avLst/>
          </a:prstGeom>
          <a:solidFill>
            <a:srgbClr val="0326A0"/>
          </a:solidFill>
          <a:ln>
            <a:noFill/>
          </a:ln>
        </p:spPr>
        <p:txBody>
          <a:bodyPr vert="horz" wrap="square" lIns="91440" tIns="45720" rIns="91440" bIns="45720" numCol="1" anchor="t" anchorCtr="0" compatLnSpc="1"/>
          <a:lstStyle/>
          <a:p>
            <a:pPr defTabSz="685800">
              <a:defRPr/>
            </a:pPr>
            <a:endParaRPr lang="zh-CN" altLang="en-US" sz="1335">
              <a:solidFill>
                <a:prstClr val="white"/>
              </a:solidFill>
              <a:latin typeface="Calibri Light"/>
            </a:endParaRPr>
          </a:p>
        </p:txBody>
      </p:sp>
      <p:sp>
        <p:nvSpPr>
          <p:cNvPr id="18" name="Oval 9"/>
          <p:cNvSpPr>
            <a:spLocks noChangeArrowheads="1"/>
          </p:cNvSpPr>
          <p:nvPr/>
        </p:nvSpPr>
        <p:spPr bwMode="auto">
          <a:xfrm>
            <a:off x="771119" y="5448247"/>
            <a:ext cx="466892" cy="468739"/>
          </a:xfrm>
          <a:prstGeom prst="ellipse">
            <a:avLst/>
          </a:prstGeom>
          <a:solidFill>
            <a:srgbClr val="0326A0"/>
          </a:solidFill>
          <a:ln>
            <a:noFill/>
          </a:ln>
        </p:spPr>
        <p:txBody>
          <a:bodyPr vert="horz" wrap="square" lIns="91440" tIns="45720" rIns="91440" bIns="45720" numCol="1" anchor="t" anchorCtr="0" compatLnSpc="1"/>
          <a:lstStyle/>
          <a:p>
            <a:pPr defTabSz="685800">
              <a:defRPr/>
            </a:pPr>
            <a:endParaRPr lang="zh-CN" altLang="en-US" sz="1335">
              <a:solidFill>
                <a:prstClr val="white"/>
              </a:solidFill>
              <a:latin typeface="Calibri Light"/>
            </a:endParaRPr>
          </a:p>
        </p:txBody>
      </p:sp>
      <p:sp>
        <p:nvSpPr>
          <p:cNvPr id="19" name="TextBox 34"/>
          <p:cNvSpPr txBox="1"/>
          <p:nvPr/>
        </p:nvSpPr>
        <p:spPr>
          <a:xfrm>
            <a:off x="1298810" y="4187878"/>
            <a:ext cx="1785895" cy="369332"/>
          </a:xfrm>
          <a:prstGeom prst="rect">
            <a:avLst/>
          </a:prstGeom>
          <a:noFill/>
        </p:spPr>
        <p:txBody>
          <a:bodyPr wrap="square" lIns="91440" tIns="45720" rIns="91440" bIns="45720" rtlCol="0">
            <a:spAutoFit/>
          </a:bodyPr>
          <a:lstStyle/>
          <a:p>
            <a:pPr defTabSz="914400"/>
            <a:r>
              <a:rPr lang="zh-CN" altLang="en-US" b="1" dirty="0">
                <a:solidFill>
                  <a:srgbClr val="2F2F2F"/>
                </a:solidFill>
                <a:latin typeface="微软雅黑" panose="020B0503020204020204" pitchFamily="34" charset="-122"/>
                <a:ea typeface="微软雅黑" panose="020B0503020204020204" pitchFamily="34" charset="-122"/>
              </a:rPr>
              <a:t>你的标题</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20" name="矩形 19"/>
          <p:cNvSpPr/>
          <p:nvPr/>
        </p:nvSpPr>
        <p:spPr>
          <a:xfrm>
            <a:off x="1298809" y="4514588"/>
            <a:ext cx="2795123" cy="532903"/>
          </a:xfrm>
          <a:prstGeom prst="rect">
            <a:avLst/>
          </a:prstGeom>
          <a:noFill/>
        </p:spPr>
        <p:txBody>
          <a:bodyPr wrap="square" lIns="91440" tIns="45720" rIns="91440" bIns="45720" rtlCol="0">
            <a:spAutoFit/>
          </a:bodyPr>
          <a:lstStyle/>
          <a:p>
            <a:pPr defTabSz="914400" fontAlgn="base">
              <a:lnSpc>
                <a:spcPct val="125000"/>
              </a:lnSpc>
              <a:spcBef>
                <a:spcPct val="0"/>
              </a:spcBef>
              <a:spcAft>
                <a:spcPct val="0"/>
              </a:spcAft>
              <a:defRPr/>
            </a:pP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21" name="TextBox 34"/>
          <p:cNvSpPr txBox="1"/>
          <p:nvPr/>
        </p:nvSpPr>
        <p:spPr>
          <a:xfrm>
            <a:off x="4957327" y="4187878"/>
            <a:ext cx="1785895" cy="369332"/>
          </a:xfrm>
          <a:prstGeom prst="rect">
            <a:avLst/>
          </a:prstGeom>
          <a:noFill/>
        </p:spPr>
        <p:txBody>
          <a:bodyPr wrap="square" lIns="91440" tIns="45720" rIns="91440" bIns="45720" rtlCol="0">
            <a:spAutoFit/>
          </a:bodyPr>
          <a:lstStyle/>
          <a:p>
            <a:pPr defTabSz="914400"/>
            <a:r>
              <a:rPr lang="zh-CN" altLang="en-US" b="1" dirty="0">
                <a:solidFill>
                  <a:srgbClr val="2F2F2F"/>
                </a:solidFill>
                <a:latin typeface="微软雅黑" panose="020B0503020204020204" pitchFamily="34" charset="-122"/>
                <a:ea typeface="微软雅黑" panose="020B0503020204020204" pitchFamily="34" charset="-122"/>
              </a:rPr>
              <a:t>你的标题</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22" name="矩形 21"/>
          <p:cNvSpPr/>
          <p:nvPr/>
        </p:nvSpPr>
        <p:spPr>
          <a:xfrm>
            <a:off x="4957328" y="4514588"/>
            <a:ext cx="2795123" cy="532903"/>
          </a:xfrm>
          <a:prstGeom prst="rect">
            <a:avLst/>
          </a:prstGeom>
          <a:noFill/>
        </p:spPr>
        <p:txBody>
          <a:bodyPr wrap="square" lIns="91440" tIns="45720" rIns="91440" bIns="45720" rtlCol="0">
            <a:spAutoFit/>
          </a:bodyPr>
          <a:lstStyle/>
          <a:p>
            <a:pPr defTabSz="914400" fontAlgn="base">
              <a:lnSpc>
                <a:spcPct val="125000"/>
              </a:lnSpc>
              <a:spcBef>
                <a:spcPct val="0"/>
              </a:spcBef>
              <a:spcAft>
                <a:spcPct val="0"/>
              </a:spcAft>
              <a:defRPr/>
            </a:pP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cs typeface="Lato Light" charset="0"/>
              <a:sym typeface="Lato Light" charset="0"/>
            </a:endParaRPr>
          </a:p>
        </p:txBody>
      </p:sp>
      <p:grpSp>
        <p:nvGrpSpPr>
          <p:cNvPr id="23" name="组合 22"/>
          <p:cNvGrpSpPr/>
          <p:nvPr/>
        </p:nvGrpSpPr>
        <p:grpSpPr>
          <a:xfrm>
            <a:off x="8317568" y="4428734"/>
            <a:ext cx="244179" cy="268001"/>
            <a:chOff x="1960563" y="-1427163"/>
            <a:chExt cx="455613" cy="500063"/>
          </a:xfrm>
          <a:solidFill>
            <a:sysClr val="window" lastClr="FFFFFF"/>
          </a:solidFill>
        </p:grpSpPr>
        <p:sp>
          <p:nvSpPr>
            <p:cNvPr id="24" name="Freeform 19">
              <a:hlinkClick r:id="rId6"/>
            </p:cNvPr>
            <p:cNvSpPr/>
            <p:nvPr/>
          </p:nvSpPr>
          <p:spPr bwMode="auto">
            <a:xfrm>
              <a:off x="2284413" y="-1331913"/>
              <a:ext cx="131763" cy="320675"/>
            </a:xfrm>
            <a:custGeom>
              <a:avLst/>
              <a:gdLst>
                <a:gd name="T0" fmla="*/ 71 w 83"/>
                <a:gd name="T1" fmla="*/ 38 h 202"/>
                <a:gd name="T2" fmla="*/ 42 w 83"/>
                <a:gd name="T3" fmla="*/ 9 h 202"/>
                <a:gd name="T4" fmla="*/ 0 w 83"/>
                <a:gd name="T5" fmla="*/ 52 h 202"/>
                <a:gd name="T6" fmla="*/ 0 w 83"/>
                <a:gd name="T7" fmla="*/ 202 h 202"/>
                <a:gd name="T8" fmla="*/ 83 w 83"/>
                <a:gd name="T9" fmla="*/ 202 h 202"/>
                <a:gd name="T10" fmla="*/ 83 w 83"/>
                <a:gd name="T11" fmla="*/ 0 h 202"/>
                <a:gd name="T12" fmla="*/ 71 w 83"/>
                <a:gd name="T13" fmla="*/ 38 h 202"/>
              </a:gdLst>
              <a:ahLst/>
              <a:cxnLst>
                <a:cxn ang="0">
                  <a:pos x="T0" y="T1"/>
                </a:cxn>
                <a:cxn ang="0">
                  <a:pos x="T2" y="T3"/>
                </a:cxn>
                <a:cxn ang="0">
                  <a:pos x="T4" y="T5"/>
                </a:cxn>
                <a:cxn ang="0">
                  <a:pos x="T6" y="T7"/>
                </a:cxn>
                <a:cxn ang="0">
                  <a:pos x="T8" y="T9"/>
                </a:cxn>
                <a:cxn ang="0">
                  <a:pos x="T10" y="T11"/>
                </a:cxn>
                <a:cxn ang="0">
                  <a:pos x="T12" y="T13"/>
                </a:cxn>
              </a:cxnLst>
              <a:rect l="0" t="0" r="r" b="b"/>
              <a:pathLst>
                <a:path w="83" h="202">
                  <a:moveTo>
                    <a:pt x="71" y="38"/>
                  </a:moveTo>
                  <a:lnTo>
                    <a:pt x="42" y="9"/>
                  </a:lnTo>
                  <a:lnTo>
                    <a:pt x="0" y="52"/>
                  </a:lnTo>
                  <a:lnTo>
                    <a:pt x="0" y="202"/>
                  </a:lnTo>
                  <a:lnTo>
                    <a:pt x="83" y="202"/>
                  </a:lnTo>
                  <a:lnTo>
                    <a:pt x="83" y="0"/>
                  </a:lnTo>
                  <a:lnTo>
                    <a:pt x="71" y="38"/>
                  </a:lnTo>
                  <a:close/>
                </a:path>
              </a:pathLst>
            </a:custGeom>
            <a:grpFill/>
            <a:ln w="25400" cap="flat" cmpd="sng" algn="ctr">
              <a:no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a:ea typeface="宋体" pitchFamily="2" charset="-122"/>
                <a:cs typeface="+mn-cs"/>
              </a:endParaRPr>
            </a:p>
          </p:txBody>
        </p:sp>
        <p:sp>
          <p:nvSpPr>
            <p:cNvPr id="25" name="Freeform 20">
              <a:hlinkClick r:id="rId6"/>
            </p:cNvPr>
            <p:cNvSpPr/>
            <p:nvPr/>
          </p:nvSpPr>
          <p:spPr bwMode="auto">
            <a:xfrm>
              <a:off x="2122488" y="-1222375"/>
              <a:ext cx="131763" cy="211138"/>
            </a:xfrm>
            <a:custGeom>
              <a:avLst/>
              <a:gdLst>
                <a:gd name="T0" fmla="*/ 11 w 35"/>
                <a:gd name="T1" fmla="*/ 9 h 56"/>
                <a:gd name="T2" fmla="*/ 0 w 35"/>
                <a:gd name="T3" fmla="*/ 2 h 56"/>
                <a:gd name="T4" fmla="*/ 0 w 35"/>
                <a:gd name="T5" fmla="*/ 56 h 56"/>
                <a:gd name="T6" fmla="*/ 35 w 35"/>
                <a:gd name="T7" fmla="*/ 56 h 56"/>
                <a:gd name="T8" fmla="*/ 35 w 35"/>
                <a:gd name="T9" fmla="*/ 0 h 56"/>
                <a:gd name="T10" fmla="*/ 26 w 35"/>
                <a:gd name="T11" fmla="*/ 8 h 56"/>
                <a:gd name="T12" fmla="*/ 17 w 35"/>
                <a:gd name="T13" fmla="*/ 11 h 56"/>
                <a:gd name="T14" fmla="*/ 11 w 35"/>
                <a:gd name="T15" fmla="*/ 9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56">
                  <a:moveTo>
                    <a:pt x="11" y="9"/>
                  </a:moveTo>
                  <a:cubicBezTo>
                    <a:pt x="0" y="2"/>
                    <a:pt x="0" y="2"/>
                    <a:pt x="0" y="2"/>
                  </a:cubicBezTo>
                  <a:cubicBezTo>
                    <a:pt x="0" y="56"/>
                    <a:pt x="0" y="56"/>
                    <a:pt x="0" y="56"/>
                  </a:cubicBezTo>
                  <a:cubicBezTo>
                    <a:pt x="35" y="56"/>
                    <a:pt x="35" y="56"/>
                    <a:pt x="35" y="56"/>
                  </a:cubicBezTo>
                  <a:cubicBezTo>
                    <a:pt x="35" y="0"/>
                    <a:pt x="35" y="0"/>
                    <a:pt x="35" y="0"/>
                  </a:cubicBezTo>
                  <a:cubicBezTo>
                    <a:pt x="26" y="8"/>
                    <a:pt x="26" y="8"/>
                    <a:pt x="26" y="8"/>
                  </a:cubicBezTo>
                  <a:cubicBezTo>
                    <a:pt x="24" y="10"/>
                    <a:pt x="21" y="11"/>
                    <a:pt x="17" y="11"/>
                  </a:cubicBezTo>
                  <a:cubicBezTo>
                    <a:pt x="15" y="11"/>
                    <a:pt x="13" y="11"/>
                    <a:pt x="11" y="9"/>
                  </a:cubicBezTo>
                  <a:close/>
                </a:path>
              </a:pathLst>
            </a:custGeom>
            <a:grpFill/>
            <a:ln w="25400" cap="flat" cmpd="sng" algn="ctr">
              <a:no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a:ea typeface="宋体" pitchFamily="2" charset="-122"/>
                <a:cs typeface="+mn-cs"/>
              </a:endParaRPr>
            </a:p>
          </p:txBody>
        </p:sp>
        <p:sp>
          <p:nvSpPr>
            <p:cNvPr id="26" name="Freeform 21">
              <a:hlinkClick r:id="rId6"/>
            </p:cNvPr>
            <p:cNvSpPr/>
            <p:nvPr/>
          </p:nvSpPr>
          <p:spPr bwMode="auto">
            <a:xfrm>
              <a:off x="1960563" y="-1252538"/>
              <a:ext cx="131763" cy="241300"/>
            </a:xfrm>
            <a:custGeom>
              <a:avLst/>
              <a:gdLst>
                <a:gd name="T0" fmla="*/ 83 w 83"/>
                <a:gd name="T1" fmla="*/ 14 h 152"/>
                <a:gd name="T2" fmla="*/ 64 w 83"/>
                <a:gd name="T3" fmla="*/ 0 h 152"/>
                <a:gd name="T4" fmla="*/ 0 w 83"/>
                <a:gd name="T5" fmla="*/ 55 h 152"/>
                <a:gd name="T6" fmla="*/ 0 w 83"/>
                <a:gd name="T7" fmla="*/ 152 h 152"/>
                <a:gd name="T8" fmla="*/ 83 w 83"/>
                <a:gd name="T9" fmla="*/ 152 h 152"/>
                <a:gd name="T10" fmla="*/ 83 w 83"/>
                <a:gd name="T11" fmla="*/ 14 h 152"/>
              </a:gdLst>
              <a:ahLst/>
              <a:cxnLst>
                <a:cxn ang="0">
                  <a:pos x="T0" y="T1"/>
                </a:cxn>
                <a:cxn ang="0">
                  <a:pos x="T2" y="T3"/>
                </a:cxn>
                <a:cxn ang="0">
                  <a:pos x="T4" y="T5"/>
                </a:cxn>
                <a:cxn ang="0">
                  <a:pos x="T6" y="T7"/>
                </a:cxn>
                <a:cxn ang="0">
                  <a:pos x="T8" y="T9"/>
                </a:cxn>
                <a:cxn ang="0">
                  <a:pos x="T10" y="T11"/>
                </a:cxn>
              </a:cxnLst>
              <a:rect l="0" t="0" r="r" b="b"/>
              <a:pathLst>
                <a:path w="83" h="152">
                  <a:moveTo>
                    <a:pt x="83" y="14"/>
                  </a:moveTo>
                  <a:lnTo>
                    <a:pt x="64" y="0"/>
                  </a:lnTo>
                  <a:lnTo>
                    <a:pt x="0" y="55"/>
                  </a:lnTo>
                  <a:lnTo>
                    <a:pt x="0" y="152"/>
                  </a:lnTo>
                  <a:lnTo>
                    <a:pt x="83" y="152"/>
                  </a:lnTo>
                  <a:lnTo>
                    <a:pt x="83" y="14"/>
                  </a:lnTo>
                  <a:close/>
                </a:path>
              </a:pathLst>
            </a:custGeom>
            <a:grpFill/>
            <a:ln w="25400" cap="flat" cmpd="sng" algn="ctr">
              <a:no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a:ea typeface="宋体" pitchFamily="2" charset="-122"/>
                <a:cs typeface="+mn-cs"/>
              </a:endParaRPr>
            </a:p>
          </p:txBody>
        </p:sp>
        <p:sp>
          <p:nvSpPr>
            <p:cNvPr id="27" name="Rectangle 22">
              <a:hlinkClick r:id="rId6"/>
            </p:cNvPr>
            <p:cNvSpPr>
              <a:spLocks noChangeArrowheads="1"/>
            </p:cNvSpPr>
            <p:nvPr/>
          </p:nvSpPr>
          <p:spPr bwMode="auto">
            <a:xfrm>
              <a:off x="1960563" y="-976313"/>
              <a:ext cx="455613" cy="49213"/>
            </a:xfrm>
            <a:prstGeom prst="rect">
              <a:avLst/>
            </a:prstGeom>
            <a:grpFill/>
            <a:ln w="25400" cap="flat" cmpd="sng" algn="ctr">
              <a:no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a:ea typeface="宋体" pitchFamily="2" charset="-122"/>
                <a:cs typeface="+mn-cs"/>
              </a:endParaRPr>
            </a:p>
          </p:txBody>
        </p:sp>
        <p:sp>
          <p:nvSpPr>
            <p:cNvPr id="35" name="Freeform 23">
              <a:hlinkClick r:id="rId6"/>
            </p:cNvPr>
            <p:cNvSpPr/>
            <p:nvPr/>
          </p:nvSpPr>
          <p:spPr bwMode="auto">
            <a:xfrm>
              <a:off x="1960563" y="-1427163"/>
              <a:ext cx="450850" cy="223838"/>
            </a:xfrm>
            <a:custGeom>
              <a:avLst/>
              <a:gdLst>
                <a:gd name="T0" fmla="*/ 9 w 120"/>
                <a:gd name="T1" fmla="*/ 53 h 59"/>
                <a:gd name="T2" fmla="*/ 26 w 120"/>
                <a:gd name="T3" fmla="*/ 38 h 59"/>
                <a:gd name="T4" fmla="*/ 58 w 120"/>
                <a:gd name="T5" fmla="*/ 58 h 59"/>
                <a:gd name="T6" fmla="*/ 60 w 120"/>
                <a:gd name="T7" fmla="*/ 59 h 59"/>
                <a:gd name="T8" fmla="*/ 64 w 120"/>
                <a:gd name="T9" fmla="*/ 58 h 59"/>
                <a:gd name="T10" fmla="*/ 105 w 120"/>
                <a:gd name="T11" fmla="*/ 20 h 59"/>
                <a:gd name="T12" fmla="*/ 112 w 120"/>
                <a:gd name="T13" fmla="*/ 28 h 59"/>
                <a:gd name="T14" fmla="*/ 120 w 120"/>
                <a:gd name="T15" fmla="*/ 0 h 59"/>
                <a:gd name="T16" fmla="*/ 92 w 120"/>
                <a:gd name="T17" fmla="*/ 7 h 59"/>
                <a:gd name="T18" fmla="*/ 97 w 120"/>
                <a:gd name="T19" fmla="*/ 13 h 59"/>
                <a:gd name="T20" fmla="*/ 60 w 120"/>
                <a:gd name="T21" fmla="*/ 48 h 59"/>
                <a:gd name="T22" fmla="*/ 28 w 120"/>
                <a:gd name="T23" fmla="*/ 27 h 59"/>
                <a:gd name="T24" fmla="*/ 22 w 120"/>
                <a:gd name="T25" fmla="*/ 28 h 59"/>
                <a:gd name="T26" fmla="*/ 2 w 120"/>
                <a:gd name="T27" fmla="*/ 45 h 59"/>
                <a:gd name="T28" fmla="*/ 2 w 120"/>
                <a:gd name="T29" fmla="*/ 52 h 59"/>
                <a:gd name="T30" fmla="*/ 9 w 120"/>
                <a:gd name="T31" fmla="*/ 5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0" h="59">
                  <a:moveTo>
                    <a:pt x="9" y="53"/>
                  </a:moveTo>
                  <a:cubicBezTo>
                    <a:pt x="26" y="38"/>
                    <a:pt x="26" y="38"/>
                    <a:pt x="26" y="38"/>
                  </a:cubicBezTo>
                  <a:cubicBezTo>
                    <a:pt x="58" y="58"/>
                    <a:pt x="58" y="58"/>
                    <a:pt x="58" y="58"/>
                  </a:cubicBezTo>
                  <a:cubicBezTo>
                    <a:pt x="59" y="59"/>
                    <a:pt x="60" y="59"/>
                    <a:pt x="60" y="59"/>
                  </a:cubicBezTo>
                  <a:cubicBezTo>
                    <a:pt x="62" y="59"/>
                    <a:pt x="63" y="59"/>
                    <a:pt x="64" y="58"/>
                  </a:cubicBezTo>
                  <a:cubicBezTo>
                    <a:pt x="105" y="20"/>
                    <a:pt x="105" y="20"/>
                    <a:pt x="105" y="20"/>
                  </a:cubicBezTo>
                  <a:cubicBezTo>
                    <a:pt x="112" y="28"/>
                    <a:pt x="112" y="28"/>
                    <a:pt x="112" y="28"/>
                  </a:cubicBezTo>
                  <a:cubicBezTo>
                    <a:pt x="120" y="0"/>
                    <a:pt x="120" y="0"/>
                    <a:pt x="120" y="0"/>
                  </a:cubicBezTo>
                  <a:cubicBezTo>
                    <a:pt x="92" y="7"/>
                    <a:pt x="92" y="7"/>
                    <a:pt x="92" y="7"/>
                  </a:cubicBezTo>
                  <a:cubicBezTo>
                    <a:pt x="97" y="13"/>
                    <a:pt x="97" y="13"/>
                    <a:pt x="97" y="13"/>
                  </a:cubicBezTo>
                  <a:cubicBezTo>
                    <a:pt x="60" y="48"/>
                    <a:pt x="60" y="48"/>
                    <a:pt x="60" y="48"/>
                  </a:cubicBezTo>
                  <a:cubicBezTo>
                    <a:pt x="28" y="27"/>
                    <a:pt x="28" y="27"/>
                    <a:pt x="28" y="27"/>
                  </a:cubicBezTo>
                  <a:cubicBezTo>
                    <a:pt x="26" y="26"/>
                    <a:pt x="24" y="26"/>
                    <a:pt x="22" y="28"/>
                  </a:cubicBezTo>
                  <a:cubicBezTo>
                    <a:pt x="2" y="45"/>
                    <a:pt x="2" y="45"/>
                    <a:pt x="2" y="45"/>
                  </a:cubicBezTo>
                  <a:cubicBezTo>
                    <a:pt x="0" y="47"/>
                    <a:pt x="0" y="50"/>
                    <a:pt x="2" y="52"/>
                  </a:cubicBezTo>
                  <a:cubicBezTo>
                    <a:pt x="3" y="54"/>
                    <a:pt x="7" y="55"/>
                    <a:pt x="9" y="53"/>
                  </a:cubicBezTo>
                  <a:close/>
                </a:path>
              </a:pathLst>
            </a:custGeom>
            <a:grpFill/>
            <a:ln w="25400" cap="flat" cmpd="sng" algn="ctr">
              <a:no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a:ea typeface="宋体" pitchFamily="2" charset="-122"/>
                <a:cs typeface="+mn-cs"/>
              </a:endParaRPr>
            </a:p>
          </p:txBody>
        </p:sp>
      </p:grpSp>
      <p:sp>
        <p:nvSpPr>
          <p:cNvPr id="36" name="TextBox 34"/>
          <p:cNvSpPr txBox="1"/>
          <p:nvPr/>
        </p:nvSpPr>
        <p:spPr>
          <a:xfrm>
            <a:off x="8760074" y="4187878"/>
            <a:ext cx="1785895" cy="369332"/>
          </a:xfrm>
          <a:prstGeom prst="rect">
            <a:avLst/>
          </a:prstGeom>
          <a:noFill/>
        </p:spPr>
        <p:txBody>
          <a:bodyPr wrap="square" lIns="91440" tIns="45720" rIns="91440" bIns="45720" rtlCol="0">
            <a:spAutoFit/>
          </a:bodyPr>
          <a:lstStyle/>
          <a:p>
            <a:pPr defTabSz="914400"/>
            <a:r>
              <a:rPr lang="zh-CN" altLang="en-US" b="1" dirty="0">
                <a:solidFill>
                  <a:srgbClr val="2F2F2F"/>
                </a:solidFill>
                <a:latin typeface="微软雅黑" panose="020B0503020204020204" pitchFamily="34" charset="-122"/>
                <a:ea typeface="微软雅黑" panose="020B0503020204020204" pitchFamily="34" charset="-122"/>
              </a:rPr>
              <a:t>你的标题</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37" name="矩形 36"/>
          <p:cNvSpPr/>
          <p:nvPr/>
        </p:nvSpPr>
        <p:spPr>
          <a:xfrm>
            <a:off x="8760075" y="4514588"/>
            <a:ext cx="2795123" cy="532903"/>
          </a:xfrm>
          <a:prstGeom prst="rect">
            <a:avLst/>
          </a:prstGeom>
          <a:noFill/>
        </p:spPr>
        <p:txBody>
          <a:bodyPr wrap="square" lIns="91440" tIns="45720" rIns="91440" bIns="45720" rtlCol="0">
            <a:spAutoFit/>
          </a:bodyPr>
          <a:lstStyle/>
          <a:p>
            <a:pPr defTabSz="914400" fontAlgn="base">
              <a:lnSpc>
                <a:spcPct val="125000"/>
              </a:lnSpc>
              <a:spcBef>
                <a:spcPct val="0"/>
              </a:spcBef>
              <a:spcAft>
                <a:spcPct val="0"/>
              </a:spcAft>
              <a:defRPr/>
            </a:pP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38" name="TextBox 34"/>
          <p:cNvSpPr txBox="1"/>
          <p:nvPr/>
        </p:nvSpPr>
        <p:spPr>
          <a:xfrm>
            <a:off x="4957327" y="5213358"/>
            <a:ext cx="1785895" cy="369332"/>
          </a:xfrm>
          <a:prstGeom prst="rect">
            <a:avLst/>
          </a:prstGeom>
          <a:noFill/>
        </p:spPr>
        <p:txBody>
          <a:bodyPr wrap="square" lIns="91440" tIns="45720" rIns="91440" bIns="45720" rtlCol="0">
            <a:spAutoFit/>
          </a:bodyPr>
          <a:lstStyle/>
          <a:p>
            <a:pPr defTabSz="914400"/>
            <a:r>
              <a:rPr lang="zh-CN" altLang="en-US" b="1" dirty="0">
                <a:solidFill>
                  <a:srgbClr val="2F2F2F"/>
                </a:solidFill>
                <a:latin typeface="微软雅黑" panose="020B0503020204020204" pitchFamily="34" charset="-122"/>
                <a:ea typeface="微软雅黑" panose="020B0503020204020204" pitchFamily="34" charset="-122"/>
              </a:rPr>
              <a:t>你的标题</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39" name="矩形 38"/>
          <p:cNvSpPr/>
          <p:nvPr/>
        </p:nvSpPr>
        <p:spPr>
          <a:xfrm>
            <a:off x="4957328" y="5540069"/>
            <a:ext cx="2795123" cy="532903"/>
          </a:xfrm>
          <a:prstGeom prst="rect">
            <a:avLst/>
          </a:prstGeom>
          <a:noFill/>
        </p:spPr>
        <p:txBody>
          <a:bodyPr wrap="square" lIns="91440" tIns="45720" rIns="91440" bIns="45720" rtlCol="0">
            <a:spAutoFit/>
          </a:bodyPr>
          <a:lstStyle/>
          <a:p>
            <a:pPr defTabSz="914400" fontAlgn="base">
              <a:lnSpc>
                <a:spcPct val="125000"/>
              </a:lnSpc>
              <a:spcBef>
                <a:spcPct val="0"/>
              </a:spcBef>
              <a:spcAft>
                <a:spcPct val="0"/>
              </a:spcAft>
              <a:defRPr/>
            </a:pP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40" name="Freeform 5">
            <a:hlinkClick r:id="rId6"/>
          </p:cNvPr>
          <p:cNvSpPr>
            <a:spLocks noEditPoints="1"/>
          </p:cNvSpPr>
          <p:nvPr/>
        </p:nvSpPr>
        <p:spPr bwMode="auto">
          <a:xfrm>
            <a:off x="4517850" y="5460701"/>
            <a:ext cx="267151" cy="278211"/>
          </a:xfrm>
          <a:custGeom>
            <a:avLst/>
            <a:gdLst>
              <a:gd name="T0" fmla="*/ 129 w 133"/>
              <a:gd name="T1" fmla="*/ 119 h 138"/>
              <a:gd name="T2" fmla="*/ 104 w 133"/>
              <a:gd name="T3" fmla="*/ 93 h 138"/>
              <a:gd name="T4" fmla="*/ 93 w 133"/>
              <a:gd name="T5" fmla="*/ 90 h 138"/>
              <a:gd name="T6" fmla="*/ 90 w 133"/>
              <a:gd name="T7" fmla="*/ 86 h 138"/>
              <a:gd name="T8" fmla="*/ 103 w 133"/>
              <a:gd name="T9" fmla="*/ 52 h 138"/>
              <a:gd name="T10" fmla="*/ 51 w 133"/>
              <a:gd name="T11" fmla="*/ 0 h 138"/>
              <a:gd name="T12" fmla="*/ 0 w 133"/>
              <a:gd name="T13" fmla="*/ 52 h 138"/>
              <a:gd name="T14" fmla="*/ 51 w 133"/>
              <a:gd name="T15" fmla="*/ 103 h 138"/>
              <a:gd name="T16" fmla="*/ 82 w 133"/>
              <a:gd name="T17" fmla="*/ 93 h 138"/>
              <a:gd name="T18" fmla="*/ 86 w 133"/>
              <a:gd name="T19" fmla="*/ 97 h 138"/>
              <a:gd name="T20" fmla="*/ 88 w 133"/>
              <a:gd name="T21" fmla="*/ 109 h 138"/>
              <a:gd name="T22" fmla="*/ 113 w 133"/>
              <a:gd name="T23" fmla="*/ 135 h 138"/>
              <a:gd name="T24" fmla="*/ 121 w 133"/>
              <a:gd name="T25" fmla="*/ 138 h 138"/>
              <a:gd name="T26" fmla="*/ 129 w 133"/>
              <a:gd name="T27" fmla="*/ 135 h 138"/>
              <a:gd name="T28" fmla="*/ 129 w 133"/>
              <a:gd name="T29" fmla="*/ 119 h 138"/>
              <a:gd name="T30" fmla="*/ 51 w 133"/>
              <a:gd name="T31" fmla="*/ 84 h 138"/>
              <a:gd name="T32" fmla="*/ 19 w 133"/>
              <a:gd name="T33" fmla="*/ 52 h 138"/>
              <a:gd name="T34" fmla="*/ 51 w 133"/>
              <a:gd name="T35" fmla="*/ 19 h 138"/>
              <a:gd name="T36" fmla="*/ 84 w 133"/>
              <a:gd name="T37" fmla="*/ 52 h 138"/>
              <a:gd name="T38" fmla="*/ 51 w 133"/>
              <a:gd name="T39" fmla="*/ 8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 h="138">
                <a:moveTo>
                  <a:pt x="129" y="119"/>
                </a:moveTo>
                <a:cubicBezTo>
                  <a:pt x="104" y="93"/>
                  <a:pt x="104" y="93"/>
                  <a:pt x="104" y="93"/>
                </a:cubicBezTo>
                <a:cubicBezTo>
                  <a:pt x="102" y="90"/>
                  <a:pt x="97" y="89"/>
                  <a:pt x="93" y="90"/>
                </a:cubicBezTo>
                <a:cubicBezTo>
                  <a:pt x="90" y="86"/>
                  <a:pt x="90" y="86"/>
                  <a:pt x="90" y="86"/>
                </a:cubicBezTo>
                <a:cubicBezTo>
                  <a:pt x="98" y="77"/>
                  <a:pt x="103" y="65"/>
                  <a:pt x="103" y="52"/>
                </a:cubicBezTo>
                <a:cubicBezTo>
                  <a:pt x="103" y="23"/>
                  <a:pt x="80" y="0"/>
                  <a:pt x="51" y="0"/>
                </a:cubicBezTo>
                <a:cubicBezTo>
                  <a:pt x="23" y="0"/>
                  <a:pt x="0" y="23"/>
                  <a:pt x="0" y="52"/>
                </a:cubicBezTo>
                <a:cubicBezTo>
                  <a:pt x="0" y="80"/>
                  <a:pt x="23" y="103"/>
                  <a:pt x="51" y="103"/>
                </a:cubicBezTo>
                <a:cubicBezTo>
                  <a:pt x="63" y="103"/>
                  <a:pt x="73" y="99"/>
                  <a:pt x="82" y="93"/>
                </a:cubicBezTo>
                <a:cubicBezTo>
                  <a:pt x="86" y="97"/>
                  <a:pt x="86" y="97"/>
                  <a:pt x="86" y="97"/>
                </a:cubicBezTo>
                <a:cubicBezTo>
                  <a:pt x="84" y="101"/>
                  <a:pt x="85" y="106"/>
                  <a:pt x="88" y="109"/>
                </a:cubicBezTo>
                <a:cubicBezTo>
                  <a:pt x="113" y="135"/>
                  <a:pt x="113" y="135"/>
                  <a:pt x="113" y="135"/>
                </a:cubicBezTo>
                <a:cubicBezTo>
                  <a:pt x="115" y="137"/>
                  <a:pt x="118" y="138"/>
                  <a:pt x="121" y="138"/>
                </a:cubicBezTo>
                <a:cubicBezTo>
                  <a:pt x="124" y="138"/>
                  <a:pt x="126" y="137"/>
                  <a:pt x="129" y="135"/>
                </a:cubicBezTo>
                <a:cubicBezTo>
                  <a:pt x="133" y="131"/>
                  <a:pt x="133" y="124"/>
                  <a:pt x="129" y="119"/>
                </a:cubicBezTo>
                <a:close/>
                <a:moveTo>
                  <a:pt x="51" y="84"/>
                </a:moveTo>
                <a:cubicBezTo>
                  <a:pt x="33" y="84"/>
                  <a:pt x="19" y="70"/>
                  <a:pt x="19" y="52"/>
                </a:cubicBezTo>
                <a:cubicBezTo>
                  <a:pt x="19" y="33"/>
                  <a:pt x="33" y="19"/>
                  <a:pt x="51" y="19"/>
                </a:cubicBezTo>
                <a:cubicBezTo>
                  <a:pt x="70" y="19"/>
                  <a:pt x="84" y="33"/>
                  <a:pt x="84" y="52"/>
                </a:cubicBezTo>
                <a:cubicBezTo>
                  <a:pt x="84" y="70"/>
                  <a:pt x="70" y="84"/>
                  <a:pt x="51" y="84"/>
                </a:cubicBezTo>
                <a:close/>
              </a:path>
            </a:pathLst>
          </a:custGeom>
          <a:solidFill>
            <a:sysClr val="window" lastClr="FFFFFF"/>
          </a:solidFill>
          <a:ln w="25400" cap="flat" cmpd="sng" algn="ctr">
            <a:noFill/>
            <a:prstDash val="solid"/>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a:ea typeface="宋体" pitchFamily="2" charset="-122"/>
              <a:cs typeface="+mn-cs"/>
            </a:endParaRPr>
          </a:p>
        </p:txBody>
      </p:sp>
      <p:sp>
        <p:nvSpPr>
          <p:cNvPr id="41" name="TextBox 34"/>
          <p:cNvSpPr txBox="1"/>
          <p:nvPr/>
        </p:nvSpPr>
        <p:spPr>
          <a:xfrm>
            <a:off x="1298809" y="5305692"/>
            <a:ext cx="2209811" cy="369332"/>
          </a:xfrm>
          <a:prstGeom prst="rect">
            <a:avLst/>
          </a:prstGeom>
          <a:noFill/>
        </p:spPr>
        <p:txBody>
          <a:bodyPr wrap="square" lIns="91440" tIns="45720" rIns="91440" bIns="45720" rtlCol="0">
            <a:spAutoFit/>
          </a:bodyPr>
          <a:lstStyle/>
          <a:p>
            <a:pPr defTabSz="914400"/>
            <a:r>
              <a:rPr lang="zh-CN" altLang="en-US" b="1" dirty="0">
                <a:solidFill>
                  <a:srgbClr val="2F2F2F"/>
                </a:solidFill>
                <a:latin typeface="微软雅黑" panose="020B0503020204020204" pitchFamily="34" charset="-122"/>
                <a:ea typeface="微软雅黑" panose="020B0503020204020204" pitchFamily="34" charset="-122"/>
              </a:rPr>
              <a:t>你的标题</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42" name="矩形 41"/>
          <p:cNvSpPr/>
          <p:nvPr/>
        </p:nvSpPr>
        <p:spPr>
          <a:xfrm>
            <a:off x="1298809" y="5632401"/>
            <a:ext cx="2795123" cy="532903"/>
          </a:xfrm>
          <a:prstGeom prst="rect">
            <a:avLst/>
          </a:prstGeom>
          <a:noFill/>
        </p:spPr>
        <p:txBody>
          <a:bodyPr wrap="square" lIns="91440" tIns="45720" rIns="91440" bIns="45720" rtlCol="0">
            <a:spAutoFit/>
          </a:bodyPr>
          <a:lstStyle/>
          <a:p>
            <a:pPr defTabSz="914400" fontAlgn="base">
              <a:lnSpc>
                <a:spcPct val="125000"/>
              </a:lnSpc>
              <a:spcBef>
                <a:spcPct val="0"/>
              </a:spcBef>
              <a:spcAft>
                <a:spcPct val="0"/>
              </a:spcAft>
              <a:defRPr/>
            </a:pP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43" name="Freeform 17">
            <a:hlinkClick r:id="rId6"/>
          </p:cNvPr>
          <p:cNvSpPr/>
          <p:nvPr/>
        </p:nvSpPr>
        <p:spPr bwMode="auto">
          <a:xfrm>
            <a:off x="870565" y="5557975"/>
            <a:ext cx="268001" cy="249284"/>
          </a:xfrm>
          <a:custGeom>
            <a:avLst/>
            <a:gdLst>
              <a:gd name="T0" fmla="*/ 124 w 133"/>
              <a:gd name="T1" fmla="*/ 84 h 123"/>
              <a:gd name="T2" fmla="*/ 133 w 133"/>
              <a:gd name="T3" fmla="*/ 75 h 123"/>
              <a:gd name="T4" fmla="*/ 124 w 133"/>
              <a:gd name="T5" fmla="*/ 67 h 123"/>
              <a:gd name="T6" fmla="*/ 113 w 133"/>
              <a:gd name="T7" fmla="*/ 67 h 123"/>
              <a:gd name="T8" fmla="*/ 113 w 133"/>
              <a:gd name="T9" fmla="*/ 64 h 123"/>
              <a:gd name="T10" fmla="*/ 124 w 133"/>
              <a:gd name="T11" fmla="*/ 64 h 123"/>
              <a:gd name="T12" fmla="*/ 132 w 133"/>
              <a:gd name="T13" fmla="*/ 56 h 123"/>
              <a:gd name="T14" fmla="*/ 124 w 133"/>
              <a:gd name="T15" fmla="*/ 47 h 123"/>
              <a:gd name="T16" fmla="*/ 90 w 133"/>
              <a:gd name="T17" fmla="*/ 47 h 123"/>
              <a:gd name="T18" fmla="*/ 74 w 133"/>
              <a:gd name="T19" fmla="*/ 23 h 123"/>
              <a:gd name="T20" fmla="*/ 64 w 133"/>
              <a:gd name="T21" fmla="*/ 0 h 123"/>
              <a:gd name="T22" fmla="*/ 54 w 133"/>
              <a:gd name="T23" fmla="*/ 5 h 123"/>
              <a:gd name="T24" fmla="*/ 48 w 133"/>
              <a:gd name="T25" fmla="*/ 33 h 123"/>
              <a:gd name="T26" fmla="*/ 29 w 133"/>
              <a:gd name="T27" fmla="*/ 57 h 123"/>
              <a:gd name="T28" fmla="*/ 0 w 133"/>
              <a:gd name="T29" fmla="*/ 57 h 123"/>
              <a:gd name="T30" fmla="*/ 0 w 133"/>
              <a:gd name="T31" fmla="*/ 114 h 123"/>
              <a:gd name="T32" fmla="*/ 31 w 133"/>
              <a:gd name="T33" fmla="*/ 114 h 123"/>
              <a:gd name="T34" fmla="*/ 54 w 133"/>
              <a:gd name="T35" fmla="*/ 122 h 123"/>
              <a:gd name="T36" fmla="*/ 76 w 133"/>
              <a:gd name="T37" fmla="*/ 123 h 123"/>
              <a:gd name="T38" fmla="*/ 79 w 133"/>
              <a:gd name="T39" fmla="*/ 123 h 123"/>
              <a:gd name="T40" fmla="*/ 105 w 133"/>
              <a:gd name="T41" fmla="*/ 123 h 123"/>
              <a:gd name="T42" fmla="*/ 114 w 133"/>
              <a:gd name="T43" fmla="*/ 114 h 123"/>
              <a:gd name="T44" fmla="*/ 105 w 133"/>
              <a:gd name="T45" fmla="*/ 105 h 123"/>
              <a:gd name="T46" fmla="*/ 103 w 133"/>
              <a:gd name="T47" fmla="*/ 105 h 123"/>
              <a:gd name="T48" fmla="*/ 104 w 133"/>
              <a:gd name="T49" fmla="*/ 103 h 123"/>
              <a:gd name="T50" fmla="*/ 117 w 133"/>
              <a:gd name="T51" fmla="*/ 103 h 123"/>
              <a:gd name="T52" fmla="*/ 125 w 133"/>
              <a:gd name="T53" fmla="*/ 95 h 123"/>
              <a:gd name="T54" fmla="*/ 117 w 133"/>
              <a:gd name="T55" fmla="*/ 86 h 123"/>
              <a:gd name="T56" fmla="*/ 109 w 133"/>
              <a:gd name="T57" fmla="*/ 86 h 123"/>
              <a:gd name="T58" fmla="*/ 110 w 133"/>
              <a:gd name="T59" fmla="*/ 84 h 123"/>
              <a:gd name="T60" fmla="*/ 124 w 133"/>
              <a:gd name="T61" fmla="*/ 84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3" h="123">
                <a:moveTo>
                  <a:pt x="124" y="84"/>
                </a:moveTo>
                <a:cubicBezTo>
                  <a:pt x="129" y="84"/>
                  <a:pt x="133" y="80"/>
                  <a:pt x="133" y="75"/>
                </a:cubicBezTo>
                <a:cubicBezTo>
                  <a:pt x="133" y="71"/>
                  <a:pt x="129" y="67"/>
                  <a:pt x="124" y="67"/>
                </a:cubicBezTo>
                <a:cubicBezTo>
                  <a:pt x="113" y="67"/>
                  <a:pt x="113" y="67"/>
                  <a:pt x="113" y="67"/>
                </a:cubicBezTo>
                <a:cubicBezTo>
                  <a:pt x="113" y="66"/>
                  <a:pt x="113" y="65"/>
                  <a:pt x="113" y="64"/>
                </a:cubicBezTo>
                <a:cubicBezTo>
                  <a:pt x="124" y="64"/>
                  <a:pt x="124" y="64"/>
                  <a:pt x="124" y="64"/>
                </a:cubicBezTo>
                <a:cubicBezTo>
                  <a:pt x="129" y="64"/>
                  <a:pt x="132" y="61"/>
                  <a:pt x="132" y="56"/>
                </a:cubicBezTo>
                <a:cubicBezTo>
                  <a:pt x="132" y="51"/>
                  <a:pt x="129" y="47"/>
                  <a:pt x="124" y="47"/>
                </a:cubicBezTo>
                <a:cubicBezTo>
                  <a:pt x="90" y="47"/>
                  <a:pt x="90" y="47"/>
                  <a:pt x="90" y="47"/>
                </a:cubicBezTo>
                <a:cubicBezTo>
                  <a:pt x="66" y="45"/>
                  <a:pt x="73" y="31"/>
                  <a:pt x="74" y="23"/>
                </a:cubicBezTo>
                <a:cubicBezTo>
                  <a:pt x="75" y="8"/>
                  <a:pt x="69" y="0"/>
                  <a:pt x="64" y="0"/>
                </a:cubicBezTo>
                <a:cubicBezTo>
                  <a:pt x="63" y="0"/>
                  <a:pt x="53" y="1"/>
                  <a:pt x="54" y="5"/>
                </a:cubicBezTo>
                <a:cubicBezTo>
                  <a:pt x="54" y="8"/>
                  <a:pt x="56" y="24"/>
                  <a:pt x="48" y="33"/>
                </a:cubicBezTo>
                <a:cubicBezTo>
                  <a:pt x="42" y="40"/>
                  <a:pt x="33" y="52"/>
                  <a:pt x="29" y="57"/>
                </a:cubicBezTo>
                <a:cubicBezTo>
                  <a:pt x="0" y="57"/>
                  <a:pt x="0" y="57"/>
                  <a:pt x="0" y="57"/>
                </a:cubicBezTo>
                <a:cubicBezTo>
                  <a:pt x="0" y="114"/>
                  <a:pt x="0" y="114"/>
                  <a:pt x="0" y="114"/>
                </a:cubicBezTo>
                <a:cubicBezTo>
                  <a:pt x="31" y="114"/>
                  <a:pt x="31" y="114"/>
                  <a:pt x="31" y="114"/>
                </a:cubicBezTo>
                <a:cubicBezTo>
                  <a:pt x="38" y="119"/>
                  <a:pt x="46" y="121"/>
                  <a:pt x="54" y="122"/>
                </a:cubicBezTo>
                <a:cubicBezTo>
                  <a:pt x="61" y="122"/>
                  <a:pt x="69" y="122"/>
                  <a:pt x="76" y="123"/>
                </a:cubicBezTo>
                <a:cubicBezTo>
                  <a:pt x="77" y="123"/>
                  <a:pt x="78" y="123"/>
                  <a:pt x="79" y="123"/>
                </a:cubicBezTo>
                <a:cubicBezTo>
                  <a:pt x="105" y="123"/>
                  <a:pt x="105" y="123"/>
                  <a:pt x="105" y="123"/>
                </a:cubicBezTo>
                <a:cubicBezTo>
                  <a:pt x="110" y="123"/>
                  <a:pt x="114" y="119"/>
                  <a:pt x="114" y="114"/>
                </a:cubicBezTo>
                <a:cubicBezTo>
                  <a:pt x="114" y="109"/>
                  <a:pt x="110" y="105"/>
                  <a:pt x="105" y="105"/>
                </a:cubicBezTo>
                <a:cubicBezTo>
                  <a:pt x="103" y="105"/>
                  <a:pt x="103" y="105"/>
                  <a:pt x="103" y="105"/>
                </a:cubicBezTo>
                <a:cubicBezTo>
                  <a:pt x="103" y="105"/>
                  <a:pt x="103" y="104"/>
                  <a:pt x="104" y="103"/>
                </a:cubicBezTo>
                <a:cubicBezTo>
                  <a:pt x="117" y="103"/>
                  <a:pt x="117" y="103"/>
                  <a:pt x="117" y="103"/>
                </a:cubicBezTo>
                <a:cubicBezTo>
                  <a:pt x="122" y="103"/>
                  <a:pt x="125" y="99"/>
                  <a:pt x="125" y="95"/>
                </a:cubicBezTo>
                <a:cubicBezTo>
                  <a:pt x="125" y="90"/>
                  <a:pt x="122" y="86"/>
                  <a:pt x="117" y="86"/>
                </a:cubicBezTo>
                <a:cubicBezTo>
                  <a:pt x="109" y="86"/>
                  <a:pt x="109" y="86"/>
                  <a:pt x="109" y="86"/>
                </a:cubicBezTo>
                <a:cubicBezTo>
                  <a:pt x="109" y="85"/>
                  <a:pt x="110" y="85"/>
                  <a:pt x="110" y="84"/>
                </a:cubicBezTo>
                <a:lnTo>
                  <a:pt x="124" y="84"/>
                </a:lnTo>
                <a:close/>
              </a:path>
            </a:pathLst>
          </a:custGeom>
          <a:solidFill>
            <a:sysClr val="window" lastClr="FFFFFF"/>
          </a:solidFill>
          <a:ln w="25400" cap="flat" cmpd="sng" algn="ctr">
            <a:noFill/>
            <a:prstDash val="solid"/>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a:ea typeface="宋体" pitchFamily="2" charset="-122"/>
              <a:cs typeface="+mn-cs"/>
            </a:endParaRPr>
          </a:p>
        </p:txBody>
      </p:sp>
      <p:sp>
        <p:nvSpPr>
          <p:cNvPr id="44" name="TextBox 34"/>
          <p:cNvSpPr txBox="1"/>
          <p:nvPr/>
        </p:nvSpPr>
        <p:spPr>
          <a:xfrm>
            <a:off x="8760074" y="5305692"/>
            <a:ext cx="1785895" cy="369332"/>
          </a:xfrm>
          <a:prstGeom prst="rect">
            <a:avLst/>
          </a:prstGeom>
          <a:noFill/>
        </p:spPr>
        <p:txBody>
          <a:bodyPr wrap="square" lIns="91440" tIns="45720" rIns="91440" bIns="45720" rtlCol="0">
            <a:spAutoFit/>
          </a:bodyPr>
          <a:lstStyle/>
          <a:p>
            <a:pPr defTabSz="914400"/>
            <a:r>
              <a:rPr lang="zh-CN" altLang="en-US" b="1" dirty="0">
                <a:solidFill>
                  <a:srgbClr val="2F2F2F"/>
                </a:solidFill>
                <a:latin typeface="微软雅黑" panose="020B0503020204020204" pitchFamily="34" charset="-122"/>
                <a:ea typeface="微软雅黑" panose="020B0503020204020204" pitchFamily="34" charset="-122"/>
              </a:rPr>
              <a:t>你的标题</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45" name="矩形 44"/>
          <p:cNvSpPr/>
          <p:nvPr/>
        </p:nvSpPr>
        <p:spPr>
          <a:xfrm>
            <a:off x="8760075" y="5632401"/>
            <a:ext cx="2795123" cy="532903"/>
          </a:xfrm>
          <a:prstGeom prst="rect">
            <a:avLst/>
          </a:prstGeom>
          <a:noFill/>
        </p:spPr>
        <p:txBody>
          <a:bodyPr wrap="square" lIns="91440" tIns="45720" rIns="91440" bIns="45720" rtlCol="0">
            <a:spAutoFit/>
          </a:bodyPr>
          <a:lstStyle/>
          <a:p>
            <a:pPr defTabSz="914400" fontAlgn="base">
              <a:lnSpc>
                <a:spcPct val="125000"/>
              </a:lnSpc>
              <a:spcBef>
                <a:spcPct val="0"/>
              </a:spcBef>
              <a:spcAft>
                <a:spcPct val="0"/>
              </a:spcAft>
              <a:defRPr/>
            </a:pP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46" name="KSO_Shape"/>
          <p:cNvSpPr/>
          <p:nvPr/>
        </p:nvSpPr>
        <p:spPr bwMode="auto">
          <a:xfrm>
            <a:off x="8334373" y="5530276"/>
            <a:ext cx="255785" cy="307557"/>
          </a:xfrm>
          <a:custGeom>
            <a:avLst/>
            <a:gdLst>
              <a:gd name="T0" fmla="*/ 1027535 w 3807"/>
              <a:gd name="T1" fmla="*/ 421530 h 4578"/>
              <a:gd name="T2" fmla="*/ 1012969 w 3807"/>
              <a:gd name="T3" fmla="*/ 343716 h 4578"/>
              <a:gd name="T4" fmla="*/ 1007143 w 3807"/>
              <a:gd name="T5" fmla="*/ 311258 h 4578"/>
              <a:gd name="T6" fmla="*/ 986334 w 3807"/>
              <a:gd name="T7" fmla="*/ 272559 h 4578"/>
              <a:gd name="T8" fmla="*/ 1073314 w 3807"/>
              <a:gd name="T9" fmla="*/ 24551 h 4578"/>
              <a:gd name="T10" fmla="*/ 885204 w 3807"/>
              <a:gd name="T11" fmla="*/ 8322 h 4578"/>
              <a:gd name="T12" fmla="*/ 685024 w 3807"/>
              <a:gd name="T13" fmla="*/ 99453 h 4578"/>
              <a:gd name="T14" fmla="*/ 568495 w 3807"/>
              <a:gd name="T15" fmla="*/ 26216 h 4578"/>
              <a:gd name="T16" fmla="*/ 476936 w 3807"/>
              <a:gd name="T17" fmla="*/ 89882 h 4578"/>
              <a:gd name="T18" fmla="*/ 605534 w 3807"/>
              <a:gd name="T19" fmla="*/ 303768 h 4578"/>
              <a:gd name="T20" fmla="*/ 574321 w 3807"/>
              <a:gd name="T21" fmla="*/ 334977 h 4578"/>
              <a:gd name="T22" fmla="*/ 598459 w 3807"/>
              <a:gd name="T23" fmla="*/ 377421 h 4578"/>
              <a:gd name="T24" fmla="*/ 325032 w 3807"/>
              <a:gd name="T25" fmla="*/ 603375 h 4578"/>
              <a:gd name="T26" fmla="*/ 174377 w 3807"/>
              <a:gd name="T27" fmla="*/ 800200 h 4578"/>
              <a:gd name="T28" fmla="*/ 37040 w 3807"/>
              <a:gd name="T29" fmla="*/ 1164305 h 4578"/>
              <a:gd name="T30" fmla="*/ 9156 w 3807"/>
              <a:gd name="T31" fmla="*/ 1559204 h 4578"/>
              <a:gd name="T32" fmla="*/ 68253 w 3807"/>
              <a:gd name="T33" fmla="*/ 1722739 h 4578"/>
              <a:gd name="T34" fmla="*/ 192689 w 3807"/>
              <a:gd name="T35" fmla="*/ 1839669 h 4578"/>
              <a:gd name="T36" fmla="*/ 395366 w 3807"/>
              <a:gd name="T37" fmla="*/ 1892516 h 4578"/>
              <a:gd name="T38" fmla="*/ 1220640 w 3807"/>
              <a:gd name="T39" fmla="*/ 1889604 h 4578"/>
              <a:gd name="T40" fmla="*/ 1412081 w 3807"/>
              <a:gd name="T41" fmla="*/ 1827185 h 4578"/>
              <a:gd name="T42" fmla="*/ 1527361 w 3807"/>
              <a:gd name="T43" fmla="*/ 1703182 h 4578"/>
              <a:gd name="T44" fmla="*/ 1581464 w 3807"/>
              <a:gd name="T45" fmla="*/ 1510102 h 4578"/>
              <a:gd name="T46" fmla="*/ 1533604 w 3807"/>
              <a:gd name="T47" fmla="*/ 1111042 h 4578"/>
              <a:gd name="T48" fmla="*/ 1388359 w 3807"/>
              <a:gd name="T49" fmla="*/ 762333 h 4578"/>
              <a:gd name="T50" fmla="*/ 1125753 w 3807"/>
              <a:gd name="T51" fmla="*/ 1626615 h 4578"/>
              <a:gd name="T52" fmla="*/ 969271 w 3807"/>
              <a:gd name="T53" fmla="*/ 1655328 h 4578"/>
              <a:gd name="T54" fmla="*/ 717485 w 3807"/>
              <a:gd name="T55" fmla="*/ 1631609 h 4578"/>
              <a:gd name="T56" fmla="*/ 531039 w 3807"/>
              <a:gd name="T57" fmla="*/ 1654495 h 4578"/>
              <a:gd name="T58" fmla="*/ 500658 w 3807"/>
              <a:gd name="T59" fmla="*/ 1596239 h 4578"/>
              <a:gd name="T60" fmla="*/ 608447 w 3807"/>
              <a:gd name="T61" fmla="*/ 1495121 h 4578"/>
              <a:gd name="T62" fmla="*/ 643822 w 3807"/>
              <a:gd name="T63" fmla="*/ 1398581 h 4578"/>
              <a:gd name="T64" fmla="*/ 433654 w 3807"/>
              <a:gd name="T65" fmla="*/ 1333666 h 4578"/>
              <a:gd name="T66" fmla="*/ 442394 w 3807"/>
              <a:gd name="T67" fmla="*/ 1266255 h 4578"/>
              <a:gd name="T68" fmla="*/ 459457 w 3807"/>
              <a:gd name="T69" fmla="*/ 1180534 h 4578"/>
              <a:gd name="T70" fmla="*/ 422417 w 3807"/>
              <a:gd name="T71" fmla="*/ 1121861 h 4578"/>
              <a:gd name="T72" fmla="*/ 479849 w 3807"/>
              <a:gd name="T73" fmla="*/ 1068598 h 4578"/>
              <a:gd name="T74" fmla="*/ 581812 w 3807"/>
              <a:gd name="T75" fmla="*/ 896324 h 4578"/>
              <a:gd name="T76" fmla="*/ 696260 w 3807"/>
              <a:gd name="T77" fmla="*/ 757339 h 4578"/>
              <a:gd name="T78" fmla="*/ 881874 w 3807"/>
              <a:gd name="T79" fmla="*/ 720721 h 4578"/>
              <a:gd name="T80" fmla="*/ 1050425 w 3807"/>
              <a:gd name="T81" fmla="*/ 779394 h 4578"/>
              <a:gd name="T82" fmla="*/ 1151555 w 3807"/>
              <a:gd name="T83" fmla="*/ 917546 h 4578"/>
              <a:gd name="T84" fmla="*/ 1133660 w 3807"/>
              <a:gd name="T85" fmla="*/ 993280 h 4578"/>
              <a:gd name="T86" fmla="*/ 1076644 w 3807"/>
              <a:gd name="T87" fmla="*/ 969977 h 4578"/>
              <a:gd name="T88" fmla="*/ 1002981 w 3807"/>
              <a:gd name="T89" fmla="*/ 843476 h 4578"/>
              <a:gd name="T90" fmla="*/ 901018 w 3807"/>
              <a:gd name="T91" fmla="*/ 794790 h 4578"/>
              <a:gd name="T92" fmla="*/ 785322 w 3807"/>
              <a:gd name="T93" fmla="*/ 811435 h 4578"/>
              <a:gd name="T94" fmla="*/ 715820 w 3807"/>
              <a:gd name="T95" fmla="*/ 887585 h 4578"/>
              <a:gd name="T96" fmla="*/ 726225 w 3807"/>
              <a:gd name="T97" fmla="*/ 1059027 h 4578"/>
              <a:gd name="T98" fmla="*/ 970519 w 3807"/>
              <a:gd name="T99" fmla="*/ 1106048 h 4578"/>
              <a:gd name="T100" fmla="*/ 940555 w 3807"/>
              <a:gd name="T101" fmla="*/ 1175957 h 4578"/>
              <a:gd name="T102" fmla="*/ 928070 w 3807"/>
              <a:gd name="T103" fmla="*/ 1261678 h 4578"/>
              <a:gd name="T104" fmla="*/ 970103 w 3807"/>
              <a:gd name="T105" fmla="*/ 1320767 h 4578"/>
              <a:gd name="T106" fmla="*/ 903515 w 3807"/>
              <a:gd name="T107" fmla="*/ 1375695 h 4578"/>
              <a:gd name="T108" fmla="*/ 739959 w 3807"/>
              <a:gd name="T109" fmla="*/ 1503028 h 4578"/>
              <a:gd name="T110" fmla="*/ 759103 w 3807"/>
              <a:gd name="T111" fmla="*/ 1554626 h 4578"/>
              <a:gd name="T112" fmla="*/ 1006727 w 3807"/>
              <a:gd name="T113" fmla="*/ 1570855 h 4578"/>
              <a:gd name="T114" fmla="*/ 1138238 w 3807"/>
              <a:gd name="T115" fmla="*/ 1524250 h 4578"/>
              <a:gd name="T116" fmla="*/ 1182352 w 3807"/>
              <a:gd name="T117" fmla="*/ 1548801 h 45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807" h="4578">
                <a:moveTo>
                  <a:pt x="3118" y="1530"/>
                </a:moveTo>
                <a:lnTo>
                  <a:pt x="3118" y="1530"/>
                </a:lnTo>
                <a:lnTo>
                  <a:pt x="3099" y="1512"/>
                </a:lnTo>
                <a:lnTo>
                  <a:pt x="3077" y="1494"/>
                </a:lnTo>
                <a:lnTo>
                  <a:pt x="3031" y="1454"/>
                </a:lnTo>
                <a:lnTo>
                  <a:pt x="2980" y="1413"/>
                </a:lnTo>
                <a:lnTo>
                  <a:pt x="2925" y="1371"/>
                </a:lnTo>
                <a:lnTo>
                  <a:pt x="2809" y="1285"/>
                </a:lnTo>
                <a:lnTo>
                  <a:pt x="2692" y="1197"/>
                </a:lnTo>
                <a:lnTo>
                  <a:pt x="2636" y="1154"/>
                </a:lnTo>
                <a:lnTo>
                  <a:pt x="2582" y="1112"/>
                </a:lnTo>
                <a:lnTo>
                  <a:pt x="2533" y="1071"/>
                </a:lnTo>
                <a:lnTo>
                  <a:pt x="2510" y="1052"/>
                </a:lnTo>
                <a:lnTo>
                  <a:pt x="2489" y="1031"/>
                </a:lnTo>
                <a:lnTo>
                  <a:pt x="2469" y="1013"/>
                </a:lnTo>
                <a:lnTo>
                  <a:pt x="2451" y="995"/>
                </a:lnTo>
                <a:lnTo>
                  <a:pt x="2434" y="976"/>
                </a:lnTo>
                <a:lnTo>
                  <a:pt x="2419" y="959"/>
                </a:lnTo>
                <a:lnTo>
                  <a:pt x="2407" y="943"/>
                </a:lnTo>
                <a:lnTo>
                  <a:pt x="2396" y="926"/>
                </a:lnTo>
                <a:lnTo>
                  <a:pt x="2388" y="911"/>
                </a:lnTo>
                <a:lnTo>
                  <a:pt x="2383" y="897"/>
                </a:lnTo>
                <a:lnTo>
                  <a:pt x="2370" y="857"/>
                </a:lnTo>
                <a:lnTo>
                  <a:pt x="2386" y="854"/>
                </a:lnTo>
                <a:lnTo>
                  <a:pt x="2400" y="850"/>
                </a:lnTo>
                <a:lnTo>
                  <a:pt x="2413" y="844"/>
                </a:lnTo>
                <a:lnTo>
                  <a:pt x="2424" y="836"/>
                </a:lnTo>
                <a:lnTo>
                  <a:pt x="2434" y="826"/>
                </a:lnTo>
                <a:lnTo>
                  <a:pt x="2437" y="821"/>
                </a:lnTo>
                <a:lnTo>
                  <a:pt x="2440" y="816"/>
                </a:lnTo>
                <a:lnTo>
                  <a:pt x="2443" y="811"/>
                </a:lnTo>
                <a:lnTo>
                  <a:pt x="2445" y="805"/>
                </a:lnTo>
                <a:lnTo>
                  <a:pt x="2446" y="799"/>
                </a:lnTo>
                <a:lnTo>
                  <a:pt x="2446" y="794"/>
                </a:lnTo>
                <a:lnTo>
                  <a:pt x="2446" y="787"/>
                </a:lnTo>
                <a:lnTo>
                  <a:pt x="2444" y="781"/>
                </a:lnTo>
                <a:lnTo>
                  <a:pt x="2442" y="775"/>
                </a:lnTo>
                <a:lnTo>
                  <a:pt x="2439" y="768"/>
                </a:lnTo>
                <a:lnTo>
                  <a:pt x="2436" y="762"/>
                </a:lnTo>
                <a:lnTo>
                  <a:pt x="2431" y="757"/>
                </a:lnTo>
                <a:lnTo>
                  <a:pt x="2425" y="752"/>
                </a:lnTo>
                <a:lnTo>
                  <a:pt x="2420" y="748"/>
                </a:lnTo>
                <a:lnTo>
                  <a:pt x="2414" y="744"/>
                </a:lnTo>
                <a:lnTo>
                  <a:pt x="2407" y="740"/>
                </a:lnTo>
                <a:lnTo>
                  <a:pt x="2400" y="737"/>
                </a:lnTo>
                <a:lnTo>
                  <a:pt x="2392" y="734"/>
                </a:lnTo>
                <a:lnTo>
                  <a:pt x="2384" y="732"/>
                </a:lnTo>
                <a:lnTo>
                  <a:pt x="2376" y="731"/>
                </a:lnTo>
                <a:lnTo>
                  <a:pt x="2366" y="730"/>
                </a:lnTo>
                <a:lnTo>
                  <a:pt x="2357" y="730"/>
                </a:lnTo>
                <a:lnTo>
                  <a:pt x="2352" y="730"/>
                </a:lnTo>
                <a:lnTo>
                  <a:pt x="2354" y="716"/>
                </a:lnTo>
                <a:lnTo>
                  <a:pt x="2356" y="704"/>
                </a:lnTo>
                <a:lnTo>
                  <a:pt x="2359" y="691"/>
                </a:lnTo>
                <a:lnTo>
                  <a:pt x="2362" y="680"/>
                </a:lnTo>
                <a:lnTo>
                  <a:pt x="2370" y="655"/>
                </a:lnTo>
                <a:lnTo>
                  <a:pt x="2382" y="630"/>
                </a:lnTo>
                <a:lnTo>
                  <a:pt x="2395" y="604"/>
                </a:lnTo>
                <a:lnTo>
                  <a:pt x="2410" y="577"/>
                </a:lnTo>
                <a:lnTo>
                  <a:pt x="2445" y="515"/>
                </a:lnTo>
                <a:lnTo>
                  <a:pt x="2464" y="479"/>
                </a:lnTo>
                <a:lnTo>
                  <a:pt x="2486" y="438"/>
                </a:lnTo>
                <a:lnTo>
                  <a:pt x="2507" y="394"/>
                </a:lnTo>
                <a:lnTo>
                  <a:pt x="2530" y="343"/>
                </a:lnTo>
                <a:lnTo>
                  <a:pt x="2554" y="286"/>
                </a:lnTo>
                <a:lnTo>
                  <a:pt x="2578" y="222"/>
                </a:lnTo>
                <a:lnTo>
                  <a:pt x="2602" y="152"/>
                </a:lnTo>
                <a:lnTo>
                  <a:pt x="2614" y="113"/>
                </a:lnTo>
                <a:lnTo>
                  <a:pt x="2627" y="74"/>
                </a:lnTo>
                <a:lnTo>
                  <a:pt x="2579" y="59"/>
                </a:lnTo>
                <a:lnTo>
                  <a:pt x="2535" y="47"/>
                </a:lnTo>
                <a:lnTo>
                  <a:pt x="2494" y="36"/>
                </a:lnTo>
                <a:lnTo>
                  <a:pt x="2455" y="27"/>
                </a:lnTo>
                <a:lnTo>
                  <a:pt x="2418" y="19"/>
                </a:lnTo>
                <a:lnTo>
                  <a:pt x="2384" y="13"/>
                </a:lnTo>
                <a:lnTo>
                  <a:pt x="2352" y="8"/>
                </a:lnTo>
                <a:lnTo>
                  <a:pt x="2322" y="3"/>
                </a:lnTo>
                <a:lnTo>
                  <a:pt x="2293" y="1"/>
                </a:lnTo>
                <a:lnTo>
                  <a:pt x="2265" y="0"/>
                </a:lnTo>
                <a:lnTo>
                  <a:pt x="2240" y="0"/>
                </a:lnTo>
                <a:lnTo>
                  <a:pt x="2216" y="2"/>
                </a:lnTo>
                <a:lnTo>
                  <a:pt x="2193" y="5"/>
                </a:lnTo>
                <a:lnTo>
                  <a:pt x="2171" y="10"/>
                </a:lnTo>
                <a:lnTo>
                  <a:pt x="2148" y="14"/>
                </a:lnTo>
                <a:lnTo>
                  <a:pt x="2127" y="20"/>
                </a:lnTo>
                <a:lnTo>
                  <a:pt x="2107" y="27"/>
                </a:lnTo>
                <a:lnTo>
                  <a:pt x="2086" y="35"/>
                </a:lnTo>
                <a:lnTo>
                  <a:pt x="2065" y="44"/>
                </a:lnTo>
                <a:lnTo>
                  <a:pt x="2044" y="54"/>
                </a:lnTo>
                <a:lnTo>
                  <a:pt x="2002" y="78"/>
                </a:lnTo>
                <a:lnTo>
                  <a:pt x="1957" y="103"/>
                </a:lnTo>
                <a:lnTo>
                  <a:pt x="1907" y="132"/>
                </a:lnTo>
                <a:lnTo>
                  <a:pt x="1852" y="163"/>
                </a:lnTo>
                <a:lnTo>
                  <a:pt x="1791" y="197"/>
                </a:lnTo>
                <a:lnTo>
                  <a:pt x="1757" y="215"/>
                </a:lnTo>
                <a:lnTo>
                  <a:pt x="1720" y="234"/>
                </a:lnTo>
                <a:lnTo>
                  <a:pt x="1694" y="238"/>
                </a:lnTo>
                <a:lnTo>
                  <a:pt x="1670" y="240"/>
                </a:lnTo>
                <a:lnTo>
                  <a:pt x="1646" y="239"/>
                </a:lnTo>
                <a:lnTo>
                  <a:pt x="1624" y="237"/>
                </a:lnTo>
                <a:lnTo>
                  <a:pt x="1603" y="233"/>
                </a:lnTo>
                <a:lnTo>
                  <a:pt x="1584" y="225"/>
                </a:lnTo>
                <a:lnTo>
                  <a:pt x="1566" y="218"/>
                </a:lnTo>
                <a:lnTo>
                  <a:pt x="1548" y="209"/>
                </a:lnTo>
                <a:lnTo>
                  <a:pt x="1532" y="199"/>
                </a:lnTo>
                <a:lnTo>
                  <a:pt x="1516" y="188"/>
                </a:lnTo>
                <a:lnTo>
                  <a:pt x="1500" y="176"/>
                </a:lnTo>
                <a:lnTo>
                  <a:pt x="1486" y="162"/>
                </a:lnTo>
                <a:lnTo>
                  <a:pt x="1457" y="136"/>
                </a:lnTo>
                <a:lnTo>
                  <a:pt x="1428" y="109"/>
                </a:lnTo>
                <a:lnTo>
                  <a:pt x="1413" y="97"/>
                </a:lnTo>
                <a:lnTo>
                  <a:pt x="1398" y="85"/>
                </a:lnTo>
                <a:lnTo>
                  <a:pt x="1382" y="73"/>
                </a:lnTo>
                <a:lnTo>
                  <a:pt x="1366" y="63"/>
                </a:lnTo>
                <a:lnTo>
                  <a:pt x="1350" y="53"/>
                </a:lnTo>
                <a:lnTo>
                  <a:pt x="1331" y="45"/>
                </a:lnTo>
                <a:lnTo>
                  <a:pt x="1313" y="38"/>
                </a:lnTo>
                <a:lnTo>
                  <a:pt x="1293" y="33"/>
                </a:lnTo>
                <a:lnTo>
                  <a:pt x="1271" y="30"/>
                </a:lnTo>
                <a:lnTo>
                  <a:pt x="1249" y="29"/>
                </a:lnTo>
                <a:lnTo>
                  <a:pt x="1225" y="31"/>
                </a:lnTo>
                <a:lnTo>
                  <a:pt x="1199" y="35"/>
                </a:lnTo>
                <a:lnTo>
                  <a:pt x="1171" y="41"/>
                </a:lnTo>
                <a:lnTo>
                  <a:pt x="1142" y="50"/>
                </a:lnTo>
                <a:lnTo>
                  <a:pt x="1110" y="63"/>
                </a:lnTo>
                <a:lnTo>
                  <a:pt x="1077" y="79"/>
                </a:lnTo>
                <a:lnTo>
                  <a:pt x="1112" y="150"/>
                </a:lnTo>
                <a:lnTo>
                  <a:pt x="1146" y="216"/>
                </a:lnTo>
                <a:lnTo>
                  <a:pt x="1179" y="275"/>
                </a:lnTo>
                <a:lnTo>
                  <a:pt x="1211" y="330"/>
                </a:lnTo>
                <a:lnTo>
                  <a:pt x="1242" y="379"/>
                </a:lnTo>
                <a:lnTo>
                  <a:pt x="1270" y="424"/>
                </a:lnTo>
                <a:lnTo>
                  <a:pt x="1298" y="465"/>
                </a:lnTo>
                <a:lnTo>
                  <a:pt x="1324" y="503"/>
                </a:lnTo>
                <a:lnTo>
                  <a:pt x="1370" y="568"/>
                </a:lnTo>
                <a:lnTo>
                  <a:pt x="1390" y="597"/>
                </a:lnTo>
                <a:lnTo>
                  <a:pt x="1408" y="625"/>
                </a:lnTo>
                <a:lnTo>
                  <a:pt x="1423" y="652"/>
                </a:lnTo>
                <a:lnTo>
                  <a:pt x="1436" y="678"/>
                </a:lnTo>
                <a:lnTo>
                  <a:pt x="1442" y="691"/>
                </a:lnTo>
                <a:lnTo>
                  <a:pt x="1447" y="704"/>
                </a:lnTo>
                <a:lnTo>
                  <a:pt x="1452" y="716"/>
                </a:lnTo>
                <a:lnTo>
                  <a:pt x="1455" y="730"/>
                </a:lnTo>
                <a:lnTo>
                  <a:pt x="1439" y="733"/>
                </a:lnTo>
                <a:lnTo>
                  <a:pt x="1425" y="738"/>
                </a:lnTo>
                <a:lnTo>
                  <a:pt x="1412" y="744"/>
                </a:lnTo>
                <a:lnTo>
                  <a:pt x="1401" y="751"/>
                </a:lnTo>
                <a:lnTo>
                  <a:pt x="1391" y="760"/>
                </a:lnTo>
                <a:lnTo>
                  <a:pt x="1387" y="765"/>
                </a:lnTo>
                <a:lnTo>
                  <a:pt x="1384" y="770"/>
                </a:lnTo>
                <a:lnTo>
                  <a:pt x="1382" y="776"/>
                </a:lnTo>
                <a:lnTo>
                  <a:pt x="1380" y="782"/>
                </a:lnTo>
                <a:lnTo>
                  <a:pt x="1379" y="788"/>
                </a:lnTo>
                <a:lnTo>
                  <a:pt x="1378" y="794"/>
                </a:lnTo>
                <a:lnTo>
                  <a:pt x="1379" y="799"/>
                </a:lnTo>
                <a:lnTo>
                  <a:pt x="1380" y="805"/>
                </a:lnTo>
                <a:lnTo>
                  <a:pt x="1382" y="811"/>
                </a:lnTo>
                <a:lnTo>
                  <a:pt x="1384" y="816"/>
                </a:lnTo>
                <a:lnTo>
                  <a:pt x="1387" y="821"/>
                </a:lnTo>
                <a:lnTo>
                  <a:pt x="1391" y="826"/>
                </a:lnTo>
                <a:lnTo>
                  <a:pt x="1401" y="836"/>
                </a:lnTo>
                <a:lnTo>
                  <a:pt x="1412" y="843"/>
                </a:lnTo>
                <a:lnTo>
                  <a:pt x="1425" y="850"/>
                </a:lnTo>
                <a:lnTo>
                  <a:pt x="1439" y="854"/>
                </a:lnTo>
                <a:lnTo>
                  <a:pt x="1455" y="857"/>
                </a:lnTo>
                <a:lnTo>
                  <a:pt x="1454" y="866"/>
                </a:lnTo>
                <a:lnTo>
                  <a:pt x="1451" y="876"/>
                </a:lnTo>
                <a:lnTo>
                  <a:pt x="1445" y="892"/>
                </a:lnTo>
                <a:lnTo>
                  <a:pt x="1438" y="907"/>
                </a:lnTo>
                <a:lnTo>
                  <a:pt x="1428" y="923"/>
                </a:lnTo>
                <a:lnTo>
                  <a:pt x="1416" y="941"/>
                </a:lnTo>
                <a:lnTo>
                  <a:pt x="1401" y="959"/>
                </a:lnTo>
                <a:lnTo>
                  <a:pt x="1384" y="977"/>
                </a:lnTo>
                <a:lnTo>
                  <a:pt x="1366" y="997"/>
                </a:lnTo>
                <a:lnTo>
                  <a:pt x="1346" y="1016"/>
                </a:lnTo>
                <a:lnTo>
                  <a:pt x="1323" y="1035"/>
                </a:lnTo>
                <a:lnTo>
                  <a:pt x="1300" y="1056"/>
                </a:lnTo>
                <a:lnTo>
                  <a:pt x="1249" y="1097"/>
                </a:lnTo>
                <a:lnTo>
                  <a:pt x="1194" y="1141"/>
                </a:lnTo>
                <a:lnTo>
                  <a:pt x="1136" y="1185"/>
                </a:lnTo>
                <a:lnTo>
                  <a:pt x="1014" y="1275"/>
                </a:lnTo>
                <a:lnTo>
                  <a:pt x="893" y="1363"/>
                </a:lnTo>
                <a:lnTo>
                  <a:pt x="835" y="1407"/>
                </a:lnTo>
                <a:lnTo>
                  <a:pt x="781" y="1450"/>
                </a:lnTo>
                <a:lnTo>
                  <a:pt x="732" y="1491"/>
                </a:lnTo>
                <a:lnTo>
                  <a:pt x="710" y="1511"/>
                </a:lnTo>
                <a:lnTo>
                  <a:pt x="689" y="1530"/>
                </a:lnTo>
                <a:lnTo>
                  <a:pt x="666" y="1554"/>
                </a:lnTo>
                <a:lnTo>
                  <a:pt x="643" y="1579"/>
                </a:lnTo>
                <a:lnTo>
                  <a:pt x="619" y="1608"/>
                </a:lnTo>
                <a:lnTo>
                  <a:pt x="595" y="1639"/>
                </a:lnTo>
                <a:lnTo>
                  <a:pt x="570" y="1673"/>
                </a:lnTo>
                <a:lnTo>
                  <a:pt x="546" y="1709"/>
                </a:lnTo>
                <a:lnTo>
                  <a:pt x="520" y="1747"/>
                </a:lnTo>
                <a:lnTo>
                  <a:pt x="495" y="1788"/>
                </a:lnTo>
                <a:lnTo>
                  <a:pt x="470" y="1832"/>
                </a:lnTo>
                <a:lnTo>
                  <a:pt x="444" y="1877"/>
                </a:lnTo>
                <a:lnTo>
                  <a:pt x="419" y="1923"/>
                </a:lnTo>
                <a:lnTo>
                  <a:pt x="393" y="1972"/>
                </a:lnTo>
                <a:lnTo>
                  <a:pt x="369" y="2023"/>
                </a:lnTo>
                <a:lnTo>
                  <a:pt x="343" y="2076"/>
                </a:lnTo>
                <a:lnTo>
                  <a:pt x="319" y="2130"/>
                </a:lnTo>
                <a:lnTo>
                  <a:pt x="294" y="2185"/>
                </a:lnTo>
                <a:lnTo>
                  <a:pt x="271" y="2242"/>
                </a:lnTo>
                <a:lnTo>
                  <a:pt x="247" y="2300"/>
                </a:lnTo>
                <a:lnTo>
                  <a:pt x="224" y="2359"/>
                </a:lnTo>
                <a:lnTo>
                  <a:pt x="203" y="2420"/>
                </a:lnTo>
                <a:lnTo>
                  <a:pt x="181" y="2482"/>
                </a:lnTo>
                <a:lnTo>
                  <a:pt x="161" y="2544"/>
                </a:lnTo>
                <a:lnTo>
                  <a:pt x="141" y="2606"/>
                </a:lnTo>
                <a:lnTo>
                  <a:pt x="122" y="2670"/>
                </a:lnTo>
                <a:lnTo>
                  <a:pt x="105" y="2733"/>
                </a:lnTo>
                <a:lnTo>
                  <a:pt x="89" y="2798"/>
                </a:lnTo>
                <a:lnTo>
                  <a:pt x="73" y="2863"/>
                </a:lnTo>
                <a:lnTo>
                  <a:pt x="59" y="2928"/>
                </a:lnTo>
                <a:lnTo>
                  <a:pt x="46" y="2993"/>
                </a:lnTo>
                <a:lnTo>
                  <a:pt x="35" y="3058"/>
                </a:lnTo>
                <a:lnTo>
                  <a:pt x="24" y="3123"/>
                </a:lnTo>
                <a:lnTo>
                  <a:pt x="16" y="3188"/>
                </a:lnTo>
                <a:lnTo>
                  <a:pt x="10" y="3253"/>
                </a:lnTo>
                <a:lnTo>
                  <a:pt x="5" y="3317"/>
                </a:lnTo>
                <a:lnTo>
                  <a:pt x="1" y="3380"/>
                </a:lnTo>
                <a:lnTo>
                  <a:pt x="0" y="3443"/>
                </a:lnTo>
                <a:lnTo>
                  <a:pt x="0" y="3505"/>
                </a:lnTo>
                <a:lnTo>
                  <a:pt x="3" y="3567"/>
                </a:lnTo>
                <a:lnTo>
                  <a:pt x="7" y="3629"/>
                </a:lnTo>
                <a:lnTo>
                  <a:pt x="13" y="3688"/>
                </a:lnTo>
                <a:lnTo>
                  <a:pt x="22" y="3747"/>
                </a:lnTo>
                <a:lnTo>
                  <a:pt x="27" y="3775"/>
                </a:lnTo>
                <a:lnTo>
                  <a:pt x="32" y="3804"/>
                </a:lnTo>
                <a:lnTo>
                  <a:pt x="40" y="3832"/>
                </a:lnTo>
                <a:lnTo>
                  <a:pt x="46" y="3860"/>
                </a:lnTo>
                <a:lnTo>
                  <a:pt x="54" y="3887"/>
                </a:lnTo>
                <a:lnTo>
                  <a:pt x="62" y="3914"/>
                </a:lnTo>
                <a:lnTo>
                  <a:pt x="70" y="3941"/>
                </a:lnTo>
                <a:lnTo>
                  <a:pt x="80" y="3968"/>
                </a:lnTo>
                <a:lnTo>
                  <a:pt x="90" y="3993"/>
                </a:lnTo>
                <a:lnTo>
                  <a:pt x="101" y="4019"/>
                </a:lnTo>
                <a:lnTo>
                  <a:pt x="112" y="4044"/>
                </a:lnTo>
                <a:lnTo>
                  <a:pt x="124" y="4069"/>
                </a:lnTo>
                <a:lnTo>
                  <a:pt x="136" y="4093"/>
                </a:lnTo>
                <a:lnTo>
                  <a:pt x="150" y="4116"/>
                </a:lnTo>
                <a:lnTo>
                  <a:pt x="164" y="4140"/>
                </a:lnTo>
                <a:lnTo>
                  <a:pt x="179" y="4162"/>
                </a:lnTo>
                <a:lnTo>
                  <a:pt x="194" y="4185"/>
                </a:lnTo>
                <a:lnTo>
                  <a:pt x="211" y="4206"/>
                </a:lnTo>
                <a:lnTo>
                  <a:pt x="227" y="4227"/>
                </a:lnTo>
                <a:lnTo>
                  <a:pt x="244" y="4248"/>
                </a:lnTo>
                <a:lnTo>
                  <a:pt x="263" y="4268"/>
                </a:lnTo>
                <a:lnTo>
                  <a:pt x="282" y="4288"/>
                </a:lnTo>
                <a:lnTo>
                  <a:pt x="302" y="4307"/>
                </a:lnTo>
                <a:lnTo>
                  <a:pt x="323" y="4325"/>
                </a:lnTo>
                <a:lnTo>
                  <a:pt x="344" y="4343"/>
                </a:lnTo>
                <a:lnTo>
                  <a:pt x="367" y="4360"/>
                </a:lnTo>
                <a:lnTo>
                  <a:pt x="389" y="4376"/>
                </a:lnTo>
                <a:lnTo>
                  <a:pt x="413" y="4391"/>
                </a:lnTo>
                <a:lnTo>
                  <a:pt x="438" y="4407"/>
                </a:lnTo>
                <a:lnTo>
                  <a:pt x="463" y="4421"/>
                </a:lnTo>
                <a:lnTo>
                  <a:pt x="490" y="4435"/>
                </a:lnTo>
                <a:lnTo>
                  <a:pt x="516" y="4449"/>
                </a:lnTo>
                <a:lnTo>
                  <a:pt x="545" y="4461"/>
                </a:lnTo>
                <a:lnTo>
                  <a:pt x="573" y="4472"/>
                </a:lnTo>
                <a:lnTo>
                  <a:pt x="603" y="4483"/>
                </a:lnTo>
                <a:lnTo>
                  <a:pt x="634" y="4493"/>
                </a:lnTo>
                <a:lnTo>
                  <a:pt x="665" y="4503"/>
                </a:lnTo>
                <a:lnTo>
                  <a:pt x="698" y="4511"/>
                </a:lnTo>
                <a:lnTo>
                  <a:pt x="731" y="4519"/>
                </a:lnTo>
                <a:lnTo>
                  <a:pt x="765" y="4526"/>
                </a:lnTo>
                <a:lnTo>
                  <a:pt x="801" y="4532"/>
                </a:lnTo>
                <a:lnTo>
                  <a:pt x="836" y="4537"/>
                </a:lnTo>
                <a:lnTo>
                  <a:pt x="873" y="4541"/>
                </a:lnTo>
                <a:lnTo>
                  <a:pt x="912" y="4545"/>
                </a:lnTo>
                <a:lnTo>
                  <a:pt x="950" y="4548"/>
                </a:lnTo>
                <a:lnTo>
                  <a:pt x="990" y="4549"/>
                </a:lnTo>
                <a:lnTo>
                  <a:pt x="1475" y="4566"/>
                </a:lnTo>
                <a:lnTo>
                  <a:pt x="1751" y="4575"/>
                </a:lnTo>
                <a:lnTo>
                  <a:pt x="1874" y="4578"/>
                </a:lnTo>
                <a:lnTo>
                  <a:pt x="1903" y="4578"/>
                </a:lnTo>
                <a:lnTo>
                  <a:pt x="1932" y="4578"/>
                </a:lnTo>
                <a:lnTo>
                  <a:pt x="2056" y="4575"/>
                </a:lnTo>
                <a:lnTo>
                  <a:pt x="2332" y="4566"/>
                </a:lnTo>
                <a:lnTo>
                  <a:pt x="2817" y="4549"/>
                </a:lnTo>
                <a:lnTo>
                  <a:pt x="2856" y="4548"/>
                </a:lnTo>
                <a:lnTo>
                  <a:pt x="2895" y="4545"/>
                </a:lnTo>
                <a:lnTo>
                  <a:pt x="2933" y="4541"/>
                </a:lnTo>
                <a:lnTo>
                  <a:pt x="2970" y="4537"/>
                </a:lnTo>
                <a:lnTo>
                  <a:pt x="3006" y="4532"/>
                </a:lnTo>
                <a:lnTo>
                  <a:pt x="3042" y="4526"/>
                </a:lnTo>
                <a:lnTo>
                  <a:pt x="3075" y="4519"/>
                </a:lnTo>
                <a:lnTo>
                  <a:pt x="3109" y="4511"/>
                </a:lnTo>
                <a:lnTo>
                  <a:pt x="3142" y="4503"/>
                </a:lnTo>
                <a:lnTo>
                  <a:pt x="3173" y="4493"/>
                </a:lnTo>
                <a:lnTo>
                  <a:pt x="3204" y="4483"/>
                </a:lnTo>
                <a:lnTo>
                  <a:pt x="3233" y="4472"/>
                </a:lnTo>
                <a:lnTo>
                  <a:pt x="3262" y="4461"/>
                </a:lnTo>
                <a:lnTo>
                  <a:pt x="3290" y="4449"/>
                </a:lnTo>
                <a:lnTo>
                  <a:pt x="3317" y="4435"/>
                </a:lnTo>
                <a:lnTo>
                  <a:pt x="3343" y="4421"/>
                </a:lnTo>
                <a:lnTo>
                  <a:pt x="3369" y="4407"/>
                </a:lnTo>
                <a:lnTo>
                  <a:pt x="3393" y="4391"/>
                </a:lnTo>
                <a:lnTo>
                  <a:pt x="3418" y="4376"/>
                </a:lnTo>
                <a:lnTo>
                  <a:pt x="3440" y="4360"/>
                </a:lnTo>
                <a:lnTo>
                  <a:pt x="3462" y="4343"/>
                </a:lnTo>
                <a:lnTo>
                  <a:pt x="3484" y="4325"/>
                </a:lnTo>
                <a:lnTo>
                  <a:pt x="3504" y="4307"/>
                </a:lnTo>
                <a:lnTo>
                  <a:pt x="3525" y="4288"/>
                </a:lnTo>
                <a:lnTo>
                  <a:pt x="3544" y="4268"/>
                </a:lnTo>
                <a:lnTo>
                  <a:pt x="3562" y="4248"/>
                </a:lnTo>
                <a:lnTo>
                  <a:pt x="3580" y="4227"/>
                </a:lnTo>
                <a:lnTo>
                  <a:pt x="3596" y="4206"/>
                </a:lnTo>
                <a:lnTo>
                  <a:pt x="3612" y="4185"/>
                </a:lnTo>
                <a:lnTo>
                  <a:pt x="3628" y="4162"/>
                </a:lnTo>
                <a:lnTo>
                  <a:pt x="3643" y="4140"/>
                </a:lnTo>
                <a:lnTo>
                  <a:pt x="3657" y="4116"/>
                </a:lnTo>
                <a:lnTo>
                  <a:pt x="3670" y="4093"/>
                </a:lnTo>
                <a:lnTo>
                  <a:pt x="3683" y="4069"/>
                </a:lnTo>
                <a:lnTo>
                  <a:pt x="3695" y="4044"/>
                </a:lnTo>
                <a:lnTo>
                  <a:pt x="3706" y="4019"/>
                </a:lnTo>
                <a:lnTo>
                  <a:pt x="3716" y="3993"/>
                </a:lnTo>
                <a:lnTo>
                  <a:pt x="3726" y="3968"/>
                </a:lnTo>
                <a:lnTo>
                  <a:pt x="3737" y="3941"/>
                </a:lnTo>
                <a:lnTo>
                  <a:pt x="3745" y="3914"/>
                </a:lnTo>
                <a:lnTo>
                  <a:pt x="3753" y="3887"/>
                </a:lnTo>
                <a:lnTo>
                  <a:pt x="3760" y="3860"/>
                </a:lnTo>
                <a:lnTo>
                  <a:pt x="3767" y="3832"/>
                </a:lnTo>
                <a:lnTo>
                  <a:pt x="3774" y="3804"/>
                </a:lnTo>
                <a:lnTo>
                  <a:pt x="3779" y="3775"/>
                </a:lnTo>
                <a:lnTo>
                  <a:pt x="3784" y="3747"/>
                </a:lnTo>
                <a:lnTo>
                  <a:pt x="3794" y="3688"/>
                </a:lnTo>
                <a:lnTo>
                  <a:pt x="3800" y="3629"/>
                </a:lnTo>
                <a:lnTo>
                  <a:pt x="3804" y="3567"/>
                </a:lnTo>
                <a:lnTo>
                  <a:pt x="3807" y="3505"/>
                </a:lnTo>
                <a:lnTo>
                  <a:pt x="3807" y="3443"/>
                </a:lnTo>
                <a:lnTo>
                  <a:pt x="3806" y="3380"/>
                </a:lnTo>
                <a:lnTo>
                  <a:pt x="3802" y="3317"/>
                </a:lnTo>
                <a:lnTo>
                  <a:pt x="3797" y="3253"/>
                </a:lnTo>
                <a:lnTo>
                  <a:pt x="3791" y="3188"/>
                </a:lnTo>
                <a:lnTo>
                  <a:pt x="3781" y="3123"/>
                </a:lnTo>
                <a:lnTo>
                  <a:pt x="3772" y="3058"/>
                </a:lnTo>
                <a:lnTo>
                  <a:pt x="3761" y="2993"/>
                </a:lnTo>
                <a:lnTo>
                  <a:pt x="3748" y="2928"/>
                </a:lnTo>
                <a:lnTo>
                  <a:pt x="3733" y="2863"/>
                </a:lnTo>
                <a:lnTo>
                  <a:pt x="3718" y="2798"/>
                </a:lnTo>
                <a:lnTo>
                  <a:pt x="3702" y="2733"/>
                </a:lnTo>
                <a:lnTo>
                  <a:pt x="3685" y="2670"/>
                </a:lnTo>
                <a:lnTo>
                  <a:pt x="3665" y="2606"/>
                </a:lnTo>
                <a:lnTo>
                  <a:pt x="3646" y="2544"/>
                </a:lnTo>
                <a:lnTo>
                  <a:pt x="3625" y="2482"/>
                </a:lnTo>
                <a:lnTo>
                  <a:pt x="3604" y="2420"/>
                </a:lnTo>
                <a:lnTo>
                  <a:pt x="3582" y="2359"/>
                </a:lnTo>
                <a:lnTo>
                  <a:pt x="3559" y="2300"/>
                </a:lnTo>
                <a:lnTo>
                  <a:pt x="3536" y="2242"/>
                </a:lnTo>
                <a:lnTo>
                  <a:pt x="3512" y="2185"/>
                </a:lnTo>
                <a:lnTo>
                  <a:pt x="3488" y="2130"/>
                </a:lnTo>
                <a:lnTo>
                  <a:pt x="3463" y="2076"/>
                </a:lnTo>
                <a:lnTo>
                  <a:pt x="3438" y="2023"/>
                </a:lnTo>
                <a:lnTo>
                  <a:pt x="3413" y="1972"/>
                </a:lnTo>
                <a:lnTo>
                  <a:pt x="3388" y="1923"/>
                </a:lnTo>
                <a:lnTo>
                  <a:pt x="3363" y="1877"/>
                </a:lnTo>
                <a:lnTo>
                  <a:pt x="3336" y="1832"/>
                </a:lnTo>
                <a:lnTo>
                  <a:pt x="3311" y="1788"/>
                </a:lnTo>
                <a:lnTo>
                  <a:pt x="3286" y="1747"/>
                </a:lnTo>
                <a:lnTo>
                  <a:pt x="3261" y="1709"/>
                </a:lnTo>
                <a:lnTo>
                  <a:pt x="3236" y="1673"/>
                </a:lnTo>
                <a:lnTo>
                  <a:pt x="3211" y="1639"/>
                </a:lnTo>
                <a:lnTo>
                  <a:pt x="3187" y="1608"/>
                </a:lnTo>
                <a:lnTo>
                  <a:pt x="3164" y="1579"/>
                </a:lnTo>
                <a:lnTo>
                  <a:pt x="3141" y="1554"/>
                </a:lnTo>
                <a:lnTo>
                  <a:pt x="3118" y="1530"/>
                </a:lnTo>
                <a:close/>
                <a:moveTo>
                  <a:pt x="2776" y="3860"/>
                </a:moveTo>
                <a:lnTo>
                  <a:pt x="2776" y="3860"/>
                </a:lnTo>
                <a:lnTo>
                  <a:pt x="2751" y="3878"/>
                </a:lnTo>
                <a:lnTo>
                  <a:pt x="2728" y="3894"/>
                </a:lnTo>
                <a:lnTo>
                  <a:pt x="2705" y="3909"/>
                </a:lnTo>
                <a:lnTo>
                  <a:pt x="2681" y="3921"/>
                </a:lnTo>
                <a:lnTo>
                  <a:pt x="2660" y="3931"/>
                </a:lnTo>
                <a:lnTo>
                  <a:pt x="2638" y="3940"/>
                </a:lnTo>
                <a:lnTo>
                  <a:pt x="2617" y="3947"/>
                </a:lnTo>
                <a:lnTo>
                  <a:pt x="2597" y="3953"/>
                </a:lnTo>
                <a:lnTo>
                  <a:pt x="2577" y="3959"/>
                </a:lnTo>
                <a:lnTo>
                  <a:pt x="2558" y="3963"/>
                </a:lnTo>
                <a:lnTo>
                  <a:pt x="2521" y="3969"/>
                </a:lnTo>
                <a:lnTo>
                  <a:pt x="2487" y="3973"/>
                </a:lnTo>
                <a:lnTo>
                  <a:pt x="2455" y="3977"/>
                </a:lnTo>
                <a:lnTo>
                  <a:pt x="2428" y="3979"/>
                </a:lnTo>
                <a:lnTo>
                  <a:pt x="2398" y="3980"/>
                </a:lnTo>
                <a:lnTo>
                  <a:pt x="2365" y="3980"/>
                </a:lnTo>
                <a:lnTo>
                  <a:pt x="2329" y="3978"/>
                </a:lnTo>
                <a:lnTo>
                  <a:pt x="2289" y="3975"/>
                </a:lnTo>
                <a:lnTo>
                  <a:pt x="2246" y="3971"/>
                </a:lnTo>
                <a:lnTo>
                  <a:pt x="2199" y="3964"/>
                </a:lnTo>
                <a:lnTo>
                  <a:pt x="2149" y="3957"/>
                </a:lnTo>
                <a:lnTo>
                  <a:pt x="2046" y="3940"/>
                </a:lnTo>
                <a:lnTo>
                  <a:pt x="1956" y="3928"/>
                </a:lnTo>
                <a:lnTo>
                  <a:pt x="1916" y="3923"/>
                </a:lnTo>
                <a:lnTo>
                  <a:pt x="1879" y="3920"/>
                </a:lnTo>
                <a:lnTo>
                  <a:pt x="1847" y="3918"/>
                </a:lnTo>
                <a:lnTo>
                  <a:pt x="1818" y="3917"/>
                </a:lnTo>
                <a:lnTo>
                  <a:pt x="1786" y="3917"/>
                </a:lnTo>
                <a:lnTo>
                  <a:pt x="1754" y="3919"/>
                </a:lnTo>
                <a:lnTo>
                  <a:pt x="1724" y="3921"/>
                </a:lnTo>
                <a:lnTo>
                  <a:pt x="1692" y="3925"/>
                </a:lnTo>
                <a:lnTo>
                  <a:pt x="1661" y="3929"/>
                </a:lnTo>
                <a:lnTo>
                  <a:pt x="1631" y="3934"/>
                </a:lnTo>
                <a:lnTo>
                  <a:pt x="1601" y="3940"/>
                </a:lnTo>
                <a:lnTo>
                  <a:pt x="1573" y="3946"/>
                </a:lnTo>
                <a:lnTo>
                  <a:pt x="1516" y="3960"/>
                </a:lnTo>
                <a:lnTo>
                  <a:pt x="1462" y="3974"/>
                </a:lnTo>
                <a:lnTo>
                  <a:pt x="1362" y="4001"/>
                </a:lnTo>
                <a:lnTo>
                  <a:pt x="1350" y="4000"/>
                </a:lnTo>
                <a:lnTo>
                  <a:pt x="1338" y="3998"/>
                </a:lnTo>
                <a:lnTo>
                  <a:pt x="1327" y="3995"/>
                </a:lnTo>
                <a:lnTo>
                  <a:pt x="1317" y="3992"/>
                </a:lnTo>
                <a:lnTo>
                  <a:pt x="1296" y="3985"/>
                </a:lnTo>
                <a:lnTo>
                  <a:pt x="1276" y="3976"/>
                </a:lnTo>
                <a:lnTo>
                  <a:pt x="1259" y="3964"/>
                </a:lnTo>
                <a:lnTo>
                  <a:pt x="1243" y="3951"/>
                </a:lnTo>
                <a:lnTo>
                  <a:pt x="1229" y="3937"/>
                </a:lnTo>
                <a:lnTo>
                  <a:pt x="1223" y="3929"/>
                </a:lnTo>
                <a:lnTo>
                  <a:pt x="1218" y="3922"/>
                </a:lnTo>
                <a:lnTo>
                  <a:pt x="1213" y="3914"/>
                </a:lnTo>
                <a:lnTo>
                  <a:pt x="1209" y="3906"/>
                </a:lnTo>
                <a:lnTo>
                  <a:pt x="1206" y="3896"/>
                </a:lnTo>
                <a:lnTo>
                  <a:pt x="1203" y="3888"/>
                </a:lnTo>
                <a:lnTo>
                  <a:pt x="1201" y="3880"/>
                </a:lnTo>
                <a:lnTo>
                  <a:pt x="1200" y="3871"/>
                </a:lnTo>
                <a:lnTo>
                  <a:pt x="1199" y="3862"/>
                </a:lnTo>
                <a:lnTo>
                  <a:pt x="1200" y="3854"/>
                </a:lnTo>
                <a:lnTo>
                  <a:pt x="1201" y="3845"/>
                </a:lnTo>
                <a:lnTo>
                  <a:pt x="1203" y="3836"/>
                </a:lnTo>
                <a:lnTo>
                  <a:pt x="1206" y="3827"/>
                </a:lnTo>
                <a:lnTo>
                  <a:pt x="1210" y="3818"/>
                </a:lnTo>
                <a:lnTo>
                  <a:pt x="1215" y="3810"/>
                </a:lnTo>
                <a:lnTo>
                  <a:pt x="1220" y="3802"/>
                </a:lnTo>
                <a:lnTo>
                  <a:pt x="1227" y="3793"/>
                </a:lnTo>
                <a:lnTo>
                  <a:pt x="1236" y="3785"/>
                </a:lnTo>
                <a:lnTo>
                  <a:pt x="1288" y="3749"/>
                </a:lnTo>
                <a:lnTo>
                  <a:pt x="1314" y="3730"/>
                </a:lnTo>
                <a:lnTo>
                  <a:pt x="1341" y="3710"/>
                </a:lnTo>
                <a:lnTo>
                  <a:pt x="1367" y="3689"/>
                </a:lnTo>
                <a:lnTo>
                  <a:pt x="1392" y="3667"/>
                </a:lnTo>
                <a:lnTo>
                  <a:pt x="1417" y="3644"/>
                </a:lnTo>
                <a:lnTo>
                  <a:pt x="1440" y="3618"/>
                </a:lnTo>
                <a:lnTo>
                  <a:pt x="1462" y="3593"/>
                </a:lnTo>
                <a:lnTo>
                  <a:pt x="1472" y="3579"/>
                </a:lnTo>
                <a:lnTo>
                  <a:pt x="1482" y="3565"/>
                </a:lnTo>
                <a:lnTo>
                  <a:pt x="1491" y="3550"/>
                </a:lnTo>
                <a:lnTo>
                  <a:pt x="1499" y="3536"/>
                </a:lnTo>
                <a:lnTo>
                  <a:pt x="1508" y="3521"/>
                </a:lnTo>
                <a:lnTo>
                  <a:pt x="1515" y="3504"/>
                </a:lnTo>
                <a:lnTo>
                  <a:pt x="1522" y="3488"/>
                </a:lnTo>
                <a:lnTo>
                  <a:pt x="1528" y="3472"/>
                </a:lnTo>
                <a:lnTo>
                  <a:pt x="1533" y="3454"/>
                </a:lnTo>
                <a:lnTo>
                  <a:pt x="1537" y="3437"/>
                </a:lnTo>
                <a:lnTo>
                  <a:pt x="1541" y="3419"/>
                </a:lnTo>
                <a:lnTo>
                  <a:pt x="1544" y="3399"/>
                </a:lnTo>
                <a:lnTo>
                  <a:pt x="1546" y="3381"/>
                </a:lnTo>
                <a:lnTo>
                  <a:pt x="1547" y="3361"/>
                </a:lnTo>
                <a:lnTo>
                  <a:pt x="1547" y="3337"/>
                </a:lnTo>
                <a:lnTo>
                  <a:pt x="1547" y="3311"/>
                </a:lnTo>
                <a:lnTo>
                  <a:pt x="1164" y="3282"/>
                </a:lnTo>
                <a:lnTo>
                  <a:pt x="1151" y="3280"/>
                </a:lnTo>
                <a:lnTo>
                  <a:pt x="1137" y="3277"/>
                </a:lnTo>
                <a:lnTo>
                  <a:pt x="1124" y="3273"/>
                </a:lnTo>
                <a:lnTo>
                  <a:pt x="1111" y="3268"/>
                </a:lnTo>
                <a:lnTo>
                  <a:pt x="1099" y="3261"/>
                </a:lnTo>
                <a:lnTo>
                  <a:pt x="1088" y="3254"/>
                </a:lnTo>
                <a:lnTo>
                  <a:pt x="1077" y="3246"/>
                </a:lnTo>
                <a:lnTo>
                  <a:pt x="1066" y="3236"/>
                </a:lnTo>
                <a:lnTo>
                  <a:pt x="1057" y="3226"/>
                </a:lnTo>
                <a:lnTo>
                  <a:pt x="1049" y="3216"/>
                </a:lnTo>
                <a:lnTo>
                  <a:pt x="1042" y="3205"/>
                </a:lnTo>
                <a:lnTo>
                  <a:pt x="1036" y="3193"/>
                </a:lnTo>
                <a:lnTo>
                  <a:pt x="1030" y="3180"/>
                </a:lnTo>
                <a:lnTo>
                  <a:pt x="1026" y="3168"/>
                </a:lnTo>
                <a:lnTo>
                  <a:pt x="1024" y="3155"/>
                </a:lnTo>
                <a:lnTo>
                  <a:pt x="1022" y="3142"/>
                </a:lnTo>
                <a:lnTo>
                  <a:pt x="1022" y="3128"/>
                </a:lnTo>
                <a:lnTo>
                  <a:pt x="1023" y="3115"/>
                </a:lnTo>
                <a:lnTo>
                  <a:pt x="1025" y="3103"/>
                </a:lnTo>
                <a:lnTo>
                  <a:pt x="1029" y="3092"/>
                </a:lnTo>
                <a:lnTo>
                  <a:pt x="1034" y="3081"/>
                </a:lnTo>
                <a:lnTo>
                  <a:pt x="1040" y="3069"/>
                </a:lnTo>
                <a:lnTo>
                  <a:pt x="1047" y="3060"/>
                </a:lnTo>
                <a:lnTo>
                  <a:pt x="1055" y="3051"/>
                </a:lnTo>
                <a:lnTo>
                  <a:pt x="1063" y="3043"/>
                </a:lnTo>
                <a:lnTo>
                  <a:pt x="1074" y="3036"/>
                </a:lnTo>
                <a:lnTo>
                  <a:pt x="1085" y="3030"/>
                </a:lnTo>
                <a:lnTo>
                  <a:pt x="1096" y="3025"/>
                </a:lnTo>
                <a:lnTo>
                  <a:pt x="1108" y="3020"/>
                </a:lnTo>
                <a:lnTo>
                  <a:pt x="1120" y="3017"/>
                </a:lnTo>
                <a:lnTo>
                  <a:pt x="1134" y="3016"/>
                </a:lnTo>
                <a:lnTo>
                  <a:pt x="1148" y="3016"/>
                </a:lnTo>
                <a:lnTo>
                  <a:pt x="1518" y="3029"/>
                </a:lnTo>
                <a:lnTo>
                  <a:pt x="1463" y="2843"/>
                </a:lnTo>
                <a:lnTo>
                  <a:pt x="1145" y="2843"/>
                </a:lnTo>
                <a:lnTo>
                  <a:pt x="1131" y="2843"/>
                </a:lnTo>
                <a:lnTo>
                  <a:pt x="1117" y="2841"/>
                </a:lnTo>
                <a:lnTo>
                  <a:pt x="1104" y="2837"/>
                </a:lnTo>
                <a:lnTo>
                  <a:pt x="1092" y="2833"/>
                </a:lnTo>
                <a:lnTo>
                  <a:pt x="1081" y="2827"/>
                </a:lnTo>
                <a:lnTo>
                  <a:pt x="1070" y="2821"/>
                </a:lnTo>
                <a:lnTo>
                  <a:pt x="1059" y="2813"/>
                </a:lnTo>
                <a:lnTo>
                  <a:pt x="1050" y="2805"/>
                </a:lnTo>
                <a:lnTo>
                  <a:pt x="1042" y="2794"/>
                </a:lnTo>
                <a:lnTo>
                  <a:pt x="1035" y="2784"/>
                </a:lnTo>
                <a:lnTo>
                  <a:pt x="1028" y="2773"/>
                </a:lnTo>
                <a:lnTo>
                  <a:pt x="1023" y="2762"/>
                </a:lnTo>
                <a:lnTo>
                  <a:pt x="1019" y="2750"/>
                </a:lnTo>
                <a:lnTo>
                  <a:pt x="1016" y="2736"/>
                </a:lnTo>
                <a:lnTo>
                  <a:pt x="1015" y="2723"/>
                </a:lnTo>
                <a:lnTo>
                  <a:pt x="1014" y="2710"/>
                </a:lnTo>
                <a:lnTo>
                  <a:pt x="1015" y="2696"/>
                </a:lnTo>
                <a:lnTo>
                  <a:pt x="1018" y="2682"/>
                </a:lnTo>
                <a:lnTo>
                  <a:pt x="1021" y="2669"/>
                </a:lnTo>
                <a:lnTo>
                  <a:pt x="1026" y="2657"/>
                </a:lnTo>
                <a:lnTo>
                  <a:pt x="1032" y="2645"/>
                </a:lnTo>
                <a:lnTo>
                  <a:pt x="1039" y="2633"/>
                </a:lnTo>
                <a:lnTo>
                  <a:pt x="1047" y="2623"/>
                </a:lnTo>
                <a:lnTo>
                  <a:pt x="1056" y="2613"/>
                </a:lnTo>
                <a:lnTo>
                  <a:pt x="1065" y="2604"/>
                </a:lnTo>
                <a:lnTo>
                  <a:pt x="1077" y="2596"/>
                </a:lnTo>
                <a:lnTo>
                  <a:pt x="1088" y="2588"/>
                </a:lnTo>
                <a:lnTo>
                  <a:pt x="1100" y="2581"/>
                </a:lnTo>
                <a:lnTo>
                  <a:pt x="1112" y="2576"/>
                </a:lnTo>
                <a:lnTo>
                  <a:pt x="1126" y="2572"/>
                </a:lnTo>
                <a:lnTo>
                  <a:pt x="1139" y="2569"/>
                </a:lnTo>
                <a:lnTo>
                  <a:pt x="1153" y="2568"/>
                </a:lnTo>
                <a:lnTo>
                  <a:pt x="1390" y="2554"/>
                </a:lnTo>
                <a:lnTo>
                  <a:pt x="1383" y="2518"/>
                </a:lnTo>
                <a:lnTo>
                  <a:pt x="1378" y="2483"/>
                </a:lnTo>
                <a:lnTo>
                  <a:pt x="1374" y="2448"/>
                </a:lnTo>
                <a:lnTo>
                  <a:pt x="1371" y="2414"/>
                </a:lnTo>
                <a:lnTo>
                  <a:pt x="1369" y="2382"/>
                </a:lnTo>
                <a:lnTo>
                  <a:pt x="1369" y="2350"/>
                </a:lnTo>
                <a:lnTo>
                  <a:pt x="1370" y="2320"/>
                </a:lnTo>
                <a:lnTo>
                  <a:pt x="1372" y="2291"/>
                </a:lnTo>
                <a:lnTo>
                  <a:pt x="1376" y="2254"/>
                </a:lnTo>
                <a:lnTo>
                  <a:pt x="1381" y="2220"/>
                </a:lnTo>
                <a:lnTo>
                  <a:pt x="1388" y="2186"/>
                </a:lnTo>
                <a:lnTo>
                  <a:pt x="1398" y="2154"/>
                </a:lnTo>
                <a:lnTo>
                  <a:pt x="1408" y="2122"/>
                </a:lnTo>
                <a:lnTo>
                  <a:pt x="1419" y="2092"/>
                </a:lnTo>
                <a:lnTo>
                  <a:pt x="1432" y="2063"/>
                </a:lnTo>
                <a:lnTo>
                  <a:pt x="1447" y="2036"/>
                </a:lnTo>
                <a:lnTo>
                  <a:pt x="1464" y="2008"/>
                </a:lnTo>
                <a:lnTo>
                  <a:pt x="1481" y="1983"/>
                </a:lnTo>
                <a:lnTo>
                  <a:pt x="1500" y="1958"/>
                </a:lnTo>
                <a:lnTo>
                  <a:pt x="1521" y="1935"/>
                </a:lnTo>
                <a:lnTo>
                  <a:pt x="1543" y="1912"/>
                </a:lnTo>
                <a:lnTo>
                  <a:pt x="1567" y="1891"/>
                </a:lnTo>
                <a:lnTo>
                  <a:pt x="1592" y="1870"/>
                </a:lnTo>
                <a:lnTo>
                  <a:pt x="1619" y="1851"/>
                </a:lnTo>
                <a:lnTo>
                  <a:pt x="1646" y="1835"/>
                </a:lnTo>
                <a:lnTo>
                  <a:pt x="1673" y="1820"/>
                </a:lnTo>
                <a:lnTo>
                  <a:pt x="1701" y="1805"/>
                </a:lnTo>
                <a:lnTo>
                  <a:pt x="1730" y="1792"/>
                </a:lnTo>
                <a:lnTo>
                  <a:pt x="1759" y="1780"/>
                </a:lnTo>
                <a:lnTo>
                  <a:pt x="1789" y="1770"/>
                </a:lnTo>
                <a:lnTo>
                  <a:pt x="1819" y="1760"/>
                </a:lnTo>
                <a:lnTo>
                  <a:pt x="1850" y="1752"/>
                </a:lnTo>
                <a:lnTo>
                  <a:pt x="1881" y="1745"/>
                </a:lnTo>
                <a:lnTo>
                  <a:pt x="1914" y="1740"/>
                </a:lnTo>
                <a:lnTo>
                  <a:pt x="1947" y="1735"/>
                </a:lnTo>
                <a:lnTo>
                  <a:pt x="1979" y="1732"/>
                </a:lnTo>
                <a:lnTo>
                  <a:pt x="2014" y="1730"/>
                </a:lnTo>
                <a:lnTo>
                  <a:pt x="2047" y="1729"/>
                </a:lnTo>
                <a:lnTo>
                  <a:pt x="2083" y="1730"/>
                </a:lnTo>
                <a:lnTo>
                  <a:pt x="2119" y="1732"/>
                </a:lnTo>
                <a:lnTo>
                  <a:pt x="2149" y="1734"/>
                </a:lnTo>
                <a:lnTo>
                  <a:pt x="2179" y="1737"/>
                </a:lnTo>
                <a:lnTo>
                  <a:pt x="2208" y="1742"/>
                </a:lnTo>
                <a:lnTo>
                  <a:pt x="2238" y="1747"/>
                </a:lnTo>
                <a:lnTo>
                  <a:pt x="2267" y="1754"/>
                </a:lnTo>
                <a:lnTo>
                  <a:pt x="2294" y="1762"/>
                </a:lnTo>
                <a:lnTo>
                  <a:pt x="2322" y="1770"/>
                </a:lnTo>
                <a:lnTo>
                  <a:pt x="2349" y="1779"/>
                </a:lnTo>
                <a:lnTo>
                  <a:pt x="2376" y="1789"/>
                </a:lnTo>
                <a:lnTo>
                  <a:pt x="2401" y="1801"/>
                </a:lnTo>
                <a:lnTo>
                  <a:pt x="2426" y="1813"/>
                </a:lnTo>
                <a:lnTo>
                  <a:pt x="2452" y="1827"/>
                </a:lnTo>
                <a:lnTo>
                  <a:pt x="2476" y="1841"/>
                </a:lnTo>
                <a:lnTo>
                  <a:pt x="2501" y="1856"/>
                </a:lnTo>
                <a:lnTo>
                  <a:pt x="2524" y="1873"/>
                </a:lnTo>
                <a:lnTo>
                  <a:pt x="2548" y="1890"/>
                </a:lnTo>
                <a:lnTo>
                  <a:pt x="2570" y="1908"/>
                </a:lnTo>
                <a:lnTo>
                  <a:pt x="2591" y="1928"/>
                </a:lnTo>
                <a:lnTo>
                  <a:pt x="2612" y="1948"/>
                </a:lnTo>
                <a:lnTo>
                  <a:pt x="2631" y="1969"/>
                </a:lnTo>
                <a:lnTo>
                  <a:pt x="2651" y="1992"/>
                </a:lnTo>
                <a:lnTo>
                  <a:pt x="2668" y="2015"/>
                </a:lnTo>
                <a:lnTo>
                  <a:pt x="2684" y="2040"/>
                </a:lnTo>
                <a:lnTo>
                  <a:pt x="2700" y="2065"/>
                </a:lnTo>
                <a:lnTo>
                  <a:pt x="2715" y="2091"/>
                </a:lnTo>
                <a:lnTo>
                  <a:pt x="2729" y="2118"/>
                </a:lnTo>
                <a:lnTo>
                  <a:pt x="2742" y="2146"/>
                </a:lnTo>
                <a:lnTo>
                  <a:pt x="2754" y="2175"/>
                </a:lnTo>
                <a:lnTo>
                  <a:pt x="2767" y="2205"/>
                </a:lnTo>
                <a:lnTo>
                  <a:pt x="2778" y="2235"/>
                </a:lnTo>
                <a:lnTo>
                  <a:pt x="2788" y="2266"/>
                </a:lnTo>
                <a:lnTo>
                  <a:pt x="2797" y="2297"/>
                </a:lnTo>
                <a:lnTo>
                  <a:pt x="2796" y="2305"/>
                </a:lnTo>
                <a:lnTo>
                  <a:pt x="2794" y="2314"/>
                </a:lnTo>
                <a:lnTo>
                  <a:pt x="2788" y="2329"/>
                </a:lnTo>
                <a:lnTo>
                  <a:pt x="2781" y="2343"/>
                </a:lnTo>
                <a:lnTo>
                  <a:pt x="2771" y="2356"/>
                </a:lnTo>
                <a:lnTo>
                  <a:pt x="2760" y="2368"/>
                </a:lnTo>
                <a:lnTo>
                  <a:pt x="2753" y="2373"/>
                </a:lnTo>
                <a:lnTo>
                  <a:pt x="2746" y="2377"/>
                </a:lnTo>
                <a:lnTo>
                  <a:pt x="2739" y="2381"/>
                </a:lnTo>
                <a:lnTo>
                  <a:pt x="2732" y="2384"/>
                </a:lnTo>
                <a:lnTo>
                  <a:pt x="2724" y="2387"/>
                </a:lnTo>
                <a:lnTo>
                  <a:pt x="2717" y="2389"/>
                </a:lnTo>
                <a:lnTo>
                  <a:pt x="2709" y="2390"/>
                </a:lnTo>
                <a:lnTo>
                  <a:pt x="2699" y="2391"/>
                </a:lnTo>
                <a:lnTo>
                  <a:pt x="2691" y="2391"/>
                </a:lnTo>
                <a:lnTo>
                  <a:pt x="2682" y="2390"/>
                </a:lnTo>
                <a:lnTo>
                  <a:pt x="2673" y="2389"/>
                </a:lnTo>
                <a:lnTo>
                  <a:pt x="2664" y="2386"/>
                </a:lnTo>
                <a:lnTo>
                  <a:pt x="2655" y="2383"/>
                </a:lnTo>
                <a:lnTo>
                  <a:pt x="2645" y="2379"/>
                </a:lnTo>
                <a:lnTo>
                  <a:pt x="2635" y="2374"/>
                </a:lnTo>
                <a:lnTo>
                  <a:pt x="2626" y="2367"/>
                </a:lnTo>
                <a:lnTo>
                  <a:pt x="2616" y="2359"/>
                </a:lnTo>
                <a:lnTo>
                  <a:pt x="2607" y="2351"/>
                </a:lnTo>
                <a:lnTo>
                  <a:pt x="2597" y="2342"/>
                </a:lnTo>
                <a:lnTo>
                  <a:pt x="2587" y="2331"/>
                </a:lnTo>
                <a:lnTo>
                  <a:pt x="2577" y="2320"/>
                </a:lnTo>
                <a:lnTo>
                  <a:pt x="2568" y="2306"/>
                </a:lnTo>
                <a:lnTo>
                  <a:pt x="2551" y="2259"/>
                </a:lnTo>
                <a:lnTo>
                  <a:pt x="2533" y="2217"/>
                </a:lnTo>
                <a:lnTo>
                  <a:pt x="2517" y="2178"/>
                </a:lnTo>
                <a:lnTo>
                  <a:pt x="2501" y="2144"/>
                </a:lnTo>
                <a:lnTo>
                  <a:pt x="2492" y="2128"/>
                </a:lnTo>
                <a:lnTo>
                  <a:pt x="2482" y="2113"/>
                </a:lnTo>
                <a:lnTo>
                  <a:pt x="2472" y="2098"/>
                </a:lnTo>
                <a:lnTo>
                  <a:pt x="2461" y="2083"/>
                </a:lnTo>
                <a:lnTo>
                  <a:pt x="2450" y="2069"/>
                </a:lnTo>
                <a:lnTo>
                  <a:pt x="2438" y="2055"/>
                </a:lnTo>
                <a:lnTo>
                  <a:pt x="2424" y="2042"/>
                </a:lnTo>
                <a:lnTo>
                  <a:pt x="2410" y="2027"/>
                </a:lnTo>
                <a:lnTo>
                  <a:pt x="2395" y="2014"/>
                </a:lnTo>
                <a:lnTo>
                  <a:pt x="2379" y="2002"/>
                </a:lnTo>
                <a:lnTo>
                  <a:pt x="2363" y="1990"/>
                </a:lnTo>
                <a:lnTo>
                  <a:pt x="2347" y="1978"/>
                </a:lnTo>
                <a:lnTo>
                  <a:pt x="2330" y="1968"/>
                </a:lnTo>
                <a:lnTo>
                  <a:pt x="2313" y="1959"/>
                </a:lnTo>
                <a:lnTo>
                  <a:pt x="2296" y="1950"/>
                </a:lnTo>
                <a:lnTo>
                  <a:pt x="2278" y="1942"/>
                </a:lnTo>
                <a:lnTo>
                  <a:pt x="2260" y="1935"/>
                </a:lnTo>
                <a:lnTo>
                  <a:pt x="2242" y="1929"/>
                </a:lnTo>
                <a:lnTo>
                  <a:pt x="2223" y="1922"/>
                </a:lnTo>
                <a:lnTo>
                  <a:pt x="2204" y="1918"/>
                </a:lnTo>
                <a:lnTo>
                  <a:pt x="2184" y="1913"/>
                </a:lnTo>
                <a:lnTo>
                  <a:pt x="2165" y="1910"/>
                </a:lnTo>
                <a:lnTo>
                  <a:pt x="2144" y="1908"/>
                </a:lnTo>
                <a:lnTo>
                  <a:pt x="2124" y="1906"/>
                </a:lnTo>
                <a:lnTo>
                  <a:pt x="2101" y="1905"/>
                </a:lnTo>
                <a:lnTo>
                  <a:pt x="2079" y="1904"/>
                </a:lnTo>
                <a:lnTo>
                  <a:pt x="2058" y="1905"/>
                </a:lnTo>
                <a:lnTo>
                  <a:pt x="2036" y="1906"/>
                </a:lnTo>
                <a:lnTo>
                  <a:pt x="2016" y="1908"/>
                </a:lnTo>
                <a:lnTo>
                  <a:pt x="1996" y="1912"/>
                </a:lnTo>
                <a:lnTo>
                  <a:pt x="1976" y="1916"/>
                </a:lnTo>
                <a:lnTo>
                  <a:pt x="1958" y="1920"/>
                </a:lnTo>
                <a:lnTo>
                  <a:pt x="1940" y="1927"/>
                </a:lnTo>
                <a:lnTo>
                  <a:pt x="1921" y="1934"/>
                </a:lnTo>
                <a:lnTo>
                  <a:pt x="1904" y="1941"/>
                </a:lnTo>
                <a:lnTo>
                  <a:pt x="1887" y="1950"/>
                </a:lnTo>
                <a:lnTo>
                  <a:pt x="1870" y="1959"/>
                </a:lnTo>
                <a:lnTo>
                  <a:pt x="1855" y="1969"/>
                </a:lnTo>
                <a:lnTo>
                  <a:pt x="1839" y="1981"/>
                </a:lnTo>
                <a:lnTo>
                  <a:pt x="1824" y="1993"/>
                </a:lnTo>
                <a:lnTo>
                  <a:pt x="1810" y="2005"/>
                </a:lnTo>
                <a:lnTo>
                  <a:pt x="1797" y="2018"/>
                </a:lnTo>
                <a:lnTo>
                  <a:pt x="1784" y="2031"/>
                </a:lnTo>
                <a:lnTo>
                  <a:pt x="1772" y="2045"/>
                </a:lnTo>
                <a:lnTo>
                  <a:pt x="1761" y="2059"/>
                </a:lnTo>
                <a:lnTo>
                  <a:pt x="1752" y="2073"/>
                </a:lnTo>
                <a:lnTo>
                  <a:pt x="1743" y="2087"/>
                </a:lnTo>
                <a:lnTo>
                  <a:pt x="1735" y="2103"/>
                </a:lnTo>
                <a:lnTo>
                  <a:pt x="1728" y="2118"/>
                </a:lnTo>
                <a:lnTo>
                  <a:pt x="1720" y="2133"/>
                </a:lnTo>
                <a:lnTo>
                  <a:pt x="1715" y="2150"/>
                </a:lnTo>
                <a:lnTo>
                  <a:pt x="1711" y="2166"/>
                </a:lnTo>
                <a:lnTo>
                  <a:pt x="1707" y="2182"/>
                </a:lnTo>
                <a:lnTo>
                  <a:pt x="1704" y="2199"/>
                </a:lnTo>
                <a:lnTo>
                  <a:pt x="1702" y="2216"/>
                </a:lnTo>
                <a:lnTo>
                  <a:pt x="1701" y="2234"/>
                </a:lnTo>
                <a:lnTo>
                  <a:pt x="1702" y="2258"/>
                </a:lnTo>
                <a:lnTo>
                  <a:pt x="1703" y="2286"/>
                </a:lnTo>
                <a:lnTo>
                  <a:pt x="1706" y="2319"/>
                </a:lnTo>
                <a:lnTo>
                  <a:pt x="1710" y="2354"/>
                </a:lnTo>
                <a:lnTo>
                  <a:pt x="1716" y="2396"/>
                </a:lnTo>
                <a:lnTo>
                  <a:pt x="1725" y="2441"/>
                </a:lnTo>
                <a:lnTo>
                  <a:pt x="1734" y="2491"/>
                </a:lnTo>
                <a:lnTo>
                  <a:pt x="1745" y="2545"/>
                </a:lnTo>
                <a:lnTo>
                  <a:pt x="2179" y="2552"/>
                </a:lnTo>
                <a:lnTo>
                  <a:pt x="2195" y="2554"/>
                </a:lnTo>
                <a:lnTo>
                  <a:pt x="2212" y="2556"/>
                </a:lnTo>
                <a:lnTo>
                  <a:pt x="2226" y="2560"/>
                </a:lnTo>
                <a:lnTo>
                  <a:pt x="2241" y="2566"/>
                </a:lnTo>
                <a:lnTo>
                  <a:pt x="2254" y="2572"/>
                </a:lnTo>
                <a:lnTo>
                  <a:pt x="2268" y="2580"/>
                </a:lnTo>
                <a:lnTo>
                  <a:pt x="2280" y="2589"/>
                </a:lnTo>
                <a:lnTo>
                  <a:pt x="2291" y="2598"/>
                </a:lnTo>
                <a:lnTo>
                  <a:pt x="2302" y="2609"/>
                </a:lnTo>
                <a:lnTo>
                  <a:pt x="2311" y="2620"/>
                </a:lnTo>
                <a:lnTo>
                  <a:pt x="2319" y="2632"/>
                </a:lnTo>
                <a:lnTo>
                  <a:pt x="2326" y="2645"/>
                </a:lnTo>
                <a:lnTo>
                  <a:pt x="2332" y="2658"/>
                </a:lnTo>
                <a:lnTo>
                  <a:pt x="2336" y="2672"/>
                </a:lnTo>
                <a:lnTo>
                  <a:pt x="2339" y="2685"/>
                </a:lnTo>
                <a:lnTo>
                  <a:pt x="2340" y="2701"/>
                </a:lnTo>
                <a:lnTo>
                  <a:pt x="2339" y="2715"/>
                </a:lnTo>
                <a:lnTo>
                  <a:pt x="2337" y="2729"/>
                </a:lnTo>
                <a:lnTo>
                  <a:pt x="2334" y="2742"/>
                </a:lnTo>
                <a:lnTo>
                  <a:pt x="2329" y="2756"/>
                </a:lnTo>
                <a:lnTo>
                  <a:pt x="2323" y="2769"/>
                </a:lnTo>
                <a:lnTo>
                  <a:pt x="2314" y="2780"/>
                </a:lnTo>
                <a:lnTo>
                  <a:pt x="2306" y="2791"/>
                </a:lnTo>
                <a:lnTo>
                  <a:pt x="2296" y="2801"/>
                </a:lnTo>
                <a:lnTo>
                  <a:pt x="2285" y="2811"/>
                </a:lnTo>
                <a:lnTo>
                  <a:pt x="2274" y="2819"/>
                </a:lnTo>
                <a:lnTo>
                  <a:pt x="2260" y="2826"/>
                </a:lnTo>
                <a:lnTo>
                  <a:pt x="2246" y="2832"/>
                </a:lnTo>
                <a:lnTo>
                  <a:pt x="2232" y="2837"/>
                </a:lnTo>
                <a:lnTo>
                  <a:pt x="2217" y="2841"/>
                </a:lnTo>
                <a:lnTo>
                  <a:pt x="2201" y="2843"/>
                </a:lnTo>
                <a:lnTo>
                  <a:pt x="2185" y="2843"/>
                </a:lnTo>
                <a:lnTo>
                  <a:pt x="1814" y="2843"/>
                </a:lnTo>
                <a:lnTo>
                  <a:pt x="1840" y="2948"/>
                </a:lnTo>
                <a:lnTo>
                  <a:pt x="1850" y="2993"/>
                </a:lnTo>
                <a:lnTo>
                  <a:pt x="1859" y="3032"/>
                </a:lnTo>
                <a:lnTo>
                  <a:pt x="2183" y="3027"/>
                </a:lnTo>
                <a:lnTo>
                  <a:pt x="2199" y="3027"/>
                </a:lnTo>
                <a:lnTo>
                  <a:pt x="2215" y="3029"/>
                </a:lnTo>
                <a:lnTo>
                  <a:pt x="2230" y="3032"/>
                </a:lnTo>
                <a:lnTo>
                  <a:pt x="2244" y="3036"/>
                </a:lnTo>
                <a:lnTo>
                  <a:pt x="2257" y="3042"/>
                </a:lnTo>
                <a:lnTo>
                  <a:pt x="2270" y="3048"/>
                </a:lnTo>
                <a:lnTo>
                  <a:pt x="2282" y="3055"/>
                </a:lnTo>
                <a:lnTo>
                  <a:pt x="2292" y="3064"/>
                </a:lnTo>
                <a:lnTo>
                  <a:pt x="2302" y="3073"/>
                </a:lnTo>
                <a:lnTo>
                  <a:pt x="2310" y="3085"/>
                </a:lnTo>
                <a:lnTo>
                  <a:pt x="2317" y="3095"/>
                </a:lnTo>
                <a:lnTo>
                  <a:pt x="2324" y="3107"/>
                </a:lnTo>
                <a:lnTo>
                  <a:pt x="2328" y="3119"/>
                </a:lnTo>
                <a:lnTo>
                  <a:pt x="2331" y="3133"/>
                </a:lnTo>
                <a:lnTo>
                  <a:pt x="2333" y="3147"/>
                </a:lnTo>
                <a:lnTo>
                  <a:pt x="2333" y="3160"/>
                </a:lnTo>
                <a:lnTo>
                  <a:pt x="2331" y="3174"/>
                </a:lnTo>
                <a:lnTo>
                  <a:pt x="2328" y="3188"/>
                </a:lnTo>
                <a:lnTo>
                  <a:pt x="2324" y="3202"/>
                </a:lnTo>
                <a:lnTo>
                  <a:pt x="2317" y="3214"/>
                </a:lnTo>
                <a:lnTo>
                  <a:pt x="2310" y="3226"/>
                </a:lnTo>
                <a:lnTo>
                  <a:pt x="2302" y="3238"/>
                </a:lnTo>
                <a:lnTo>
                  <a:pt x="2293" y="3249"/>
                </a:lnTo>
                <a:lnTo>
                  <a:pt x="2283" y="3259"/>
                </a:lnTo>
                <a:lnTo>
                  <a:pt x="2271" y="3269"/>
                </a:lnTo>
                <a:lnTo>
                  <a:pt x="2258" y="3277"/>
                </a:lnTo>
                <a:lnTo>
                  <a:pt x="2245" y="3284"/>
                </a:lnTo>
                <a:lnTo>
                  <a:pt x="2232" y="3291"/>
                </a:lnTo>
                <a:lnTo>
                  <a:pt x="2218" y="3297"/>
                </a:lnTo>
                <a:lnTo>
                  <a:pt x="2202" y="3301"/>
                </a:lnTo>
                <a:lnTo>
                  <a:pt x="2187" y="3304"/>
                </a:lnTo>
                <a:lnTo>
                  <a:pt x="2171" y="3306"/>
                </a:lnTo>
                <a:lnTo>
                  <a:pt x="1867" y="3316"/>
                </a:lnTo>
                <a:lnTo>
                  <a:pt x="1865" y="3343"/>
                </a:lnTo>
                <a:lnTo>
                  <a:pt x="1862" y="3367"/>
                </a:lnTo>
                <a:lnTo>
                  <a:pt x="1857" y="3395"/>
                </a:lnTo>
                <a:lnTo>
                  <a:pt x="1852" y="3422"/>
                </a:lnTo>
                <a:lnTo>
                  <a:pt x="1847" y="3448"/>
                </a:lnTo>
                <a:lnTo>
                  <a:pt x="1840" y="3474"/>
                </a:lnTo>
                <a:lnTo>
                  <a:pt x="1833" y="3498"/>
                </a:lnTo>
                <a:lnTo>
                  <a:pt x="1823" y="3522"/>
                </a:lnTo>
                <a:lnTo>
                  <a:pt x="1814" y="3545"/>
                </a:lnTo>
                <a:lnTo>
                  <a:pt x="1803" y="3568"/>
                </a:lnTo>
                <a:lnTo>
                  <a:pt x="1791" y="3590"/>
                </a:lnTo>
                <a:lnTo>
                  <a:pt x="1778" y="3612"/>
                </a:lnTo>
                <a:lnTo>
                  <a:pt x="1761" y="3634"/>
                </a:lnTo>
                <a:lnTo>
                  <a:pt x="1745" y="3655"/>
                </a:lnTo>
                <a:lnTo>
                  <a:pt x="1726" y="3676"/>
                </a:lnTo>
                <a:lnTo>
                  <a:pt x="1705" y="3698"/>
                </a:lnTo>
                <a:lnTo>
                  <a:pt x="1682" y="3718"/>
                </a:lnTo>
                <a:lnTo>
                  <a:pt x="1657" y="3740"/>
                </a:lnTo>
                <a:lnTo>
                  <a:pt x="1686" y="3736"/>
                </a:lnTo>
                <a:lnTo>
                  <a:pt x="1708" y="3732"/>
                </a:lnTo>
                <a:lnTo>
                  <a:pt x="1729" y="3731"/>
                </a:lnTo>
                <a:lnTo>
                  <a:pt x="1746" y="3731"/>
                </a:lnTo>
                <a:lnTo>
                  <a:pt x="1781" y="3734"/>
                </a:lnTo>
                <a:lnTo>
                  <a:pt x="1801" y="3736"/>
                </a:lnTo>
                <a:lnTo>
                  <a:pt x="1824" y="3736"/>
                </a:lnTo>
                <a:lnTo>
                  <a:pt x="1861" y="3737"/>
                </a:lnTo>
                <a:lnTo>
                  <a:pt x="1898" y="3738"/>
                </a:lnTo>
                <a:lnTo>
                  <a:pt x="1934" y="3739"/>
                </a:lnTo>
                <a:lnTo>
                  <a:pt x="1973" y="3741"/>
                </a:lnTo>
                <a:lnTo>
                  <a:pt x="2012" y="3744"/>
                </a:lnTo>
                <a:lnTo>
                  <a:pt x="2051" y="3748"/>
                </a:lnTo>
                <a:lnTo>
                  <a:pt x="2090" y="3752"/>
                </a:lnTo>
                <a:lnTo>
                  <a:pt x="2130" y="3757"/>
                </a:lnTo>
                <a:lnTo>
                  <a:pt x="2191" y="3764"/>
                </a:lnTo>
                <a:lnTo>
                  <a:pt x="2247" y="3769"/>
                </a:lnTo>
                <a:lnTo>
                  <a:pt x="2297" y="3772"/>
                </a:lnTo>
                <a:lnTo>
                  <a:pt x="2343" y="3774"/>
                </a:lnTo>
                <a:lnTo>
                  <a:pt x="2384" y="3775"/>
                </a:lnTo>
                <a:lnTo>
                  <a:pt x="2419" y="3775"/>
                </a:lnTo>
                <a:lnTo>
                  <a:pt x="2450" y="3774"/>
                </a:lnTo>
                <a:lnTo>
                  <a:pt x="2476" y="3771"/>
                </a:lnTo>
                <a:lnTo>
                  <a:pt x="2502" y="3767"/>
                </a:lnTo>
                <a:lnTo>
                  <a:pt x="2530" y="3761"/>
                </a:lnTo>
                <a:lnTo>
                  <a:pt x="2561" y="3752"/>
                </a:lnTo>
                <a:lnTo>
                  <a:pt x="2595" y="3740"/>
                </a:lnTo>
                <a:lnTo>
                  <a:pt x="2629" y="3725"/>
                </a:lnTo>
                <a:lnTo>
                  <a:pt x="2646" y="3717"/>
                </a:lnTo>
                <a:lnTo>
                  <a:pt x="2664" y="3708"/>
                </a:lnTo>
                <a:lnTo>
                  <a:pt x="2682" y="3698"/>
                </a:lnTo>
                <a:lnTo>
                  <a:pt x="2699" y="3687"/>
                </a:lnTo>
                <a:lnTo>
                  <a:pt x="2718" y="3675"/>
                </a:lnTo>
                <a:lnTo>
                  <a:pt x="2735" y="3663"/>
                </a:lnTo>
                <a:lnTo>
                  <a:pt x="2751" y="3661"/>
                </a:lnTo>
                <a:lnTo>
                  <a:pt x="2767" y="3660"/>
                </a:lnTo>
                <a:lnTo>
                  <a:pt x="2782" y="3661"/>
                </a:lnTo>
                <a:lnTo>
                  <a:pt x="2795" y="3664"/>
                </a:lnTo>
                <a:lnTo>
                  <a:pt x="2808" y="3669"/>
                </a:lnTo>
                <a:lnTo>
                  <a:pt x="2814" y="3672"/>
                </a:lnTo>
                <a:lnTo>
                  <a:pt x="2819" y="3675"/>
                </a:lnTo>
                <a:lnTo>
                  <a:pt x="2824" y="3679"/>
                </a:lnTo>
                <a:lnTo>
                  <a:pt x="2828" y="3684"/>
                </a:lnTo>
                <a:lnTo>
                  <a:pt x="2832" y="3689"/>
                </a:lnTo>
                <a:lnTo>
                  <a:pt x="2835" y="3695"/>
                </a:lnTo>
                <a:lnTo>
                  <a:pt x="2837" y="3701"/>
                </a:lnTo>
                <a:lnTo>
                  <a:pt x="2839" y="3707"/>
                </a:lnTo>
                <a:lnTo>
                  <a:pt x="2840" y="3714"/>
                </a:lnTo>
                <a:lnTo>
                  <a:pt x="2841" y="3722"/>
                </a:lnTo>
                <a:lnTo>
                  <a:pt x="2840" y="3730"/>
                </a:lnTo>
                <a:lnTo>
                  <a:pt x="2839" y="3740"/>
                </a:lnTo>
                <a:lnTo>
                  <a:pt x="2837" y="3749"/>
                </a:lnTo>
                <a:lnTo>
                  <a:pt x="2834" y="3759"/>
                </a:lnTo>
                <a:lnTo>
                  <a:pt x="2831" y="3769"/>
                </a:lnTo>
                <a:lnTo>
                  <a:pt x="2826" y="3780"/>
                </a:lnTo>
                <a:lnTo>
                  <a:pt x="2820" y="3792"/>
                </a:lnTo>
                <a:lnTo>
                  <a:pt x="2814" y="3804"/>
                </a:lnTo>
                <a:lnTo>
                  <a:pt x="2797" y="3830"/>
                </a:lnTo>
                <a:lnTo>
                  <a:pt x="2776" y="3860"/>
                </a:lnTo>
                <a:close/>
              </a:path>
            </a:pathLst>
          </a:custGeom>
          <a:solidFill>
            <a:sysClr val="window" lastClr="FFFFFF"/>
          </a:solidFill>
          <a:ln>
            <a:noFill/>
          </a:ln>
        </p:spPr>
        <p:txBody>
          <a:bodyPr lIns="91440" tIns="45720" rIns="91440" bIns="45720" anchor="ctr">
            <a:scene3d>
              <a:camera prst="orthographicFront"/>
              <a:lightRig rig="threePt" dir="t"/>
            </a:scene3d>
            <a:sp3d>
              <a:contourClr>
                <a:srgbClr val="FFFFFF"/>
              </a:contourClr>
            </a:sp3d>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itchFamily="2" charset="-122"/>
            </a:endParaRPr>
          </a:p>
        </p:txBody>
      </p:sp>
      <p:grpSp>
        <p:nvGrpSpPr>
          <p:cNvPr id="47" name="组合 46"/>
          <p:cNvGrpSpPr/>
          <p:nvPr/>
        </p:nvGrpSpPr>
        <p:grpSpPr>
          <a:xfrm>
            <a:off x="881201" y="4454099"/>
            <a:ext cx="275659" cy="207263"/>
            <a:chOff x="2231238" y="1865312"/>
            <a:chExt cx="514350" cy="386732"/>
          </a:xfrm>
          <a:solidFill>
            <a:sysClr val="window" lastClr="FFFFFF"/>
          </a:solidFill>
        </p:grpSpPr>
        <p:sp>
          <p:nvSpPr>
            <p:cNvPr id="48" name="Freeform 11">
              <a:hlinkClick r:id="rId6"/>
            </p:cNvPr>
            <p:cNvSpPr/>
            <p:nvPr/>
          </p:nvSpPr>
          <p:spPr bwMode="auto">
            <a:xfrm>
              <a:off x="2231238" y="1993281"/>
              <a:ext cx="514350" cy="258763"/>
            </a:xfrm>
            <a:custGeom>
              <a:avLst/>
              <a:gdLst>
                <a:gd name="T0" fmla="*/ 324 w 324"/>
                <a:gd name="T1" fmla="*/ 0 h 163"/>
                <a:gd name="T2" fmla="*/ 270 w 324"/>
                <a:gd name="T3" fmla="*/ 163 h 163"/>
                <a:gd name="T4" fmla="*/ 0 w 324"/>
                <a:gd name="T5" fmla="*/ 163 h 163"/>
                <a:gd name="T6" fmla="*/ 54 w 324"/>
                <a:gd name="T7" fmla="*/ 0 h 163"/>
                <a:gd name="T8" fmla="*/ 324 w 324"/>
                <a:gd name="T9" fmla="*/ 0 h 163"/>
              </a:gdLst>
              <a:ahLst/>
              <a:cxnLst>
                <a:cxn ang="0">
                  <a:pos x="T0" y="T1"/>
                </a:cxn>
                <a:cxn ang="0">
                  <a:pos x="T2" y="T3"/>
                </a:cxn>
                <a:cxn ang="0">
                  <a:pos x="T4" y="T5"/>
                </a:cxn>
                <a:cxn ang="0">
                  <a:pos x="T6" y="T7"/>
                </a:cxn>
                <a:cxn ang="0">
                  <a:pos x="T8" y="T9"/>
                </a:cxn>
              </a:cxnLst>
              <a:rect l="0" t="0" r="r" b="b"/>
              <a:pathLst>
                <a:path w="324" h="163">
                  <a:moveTo>
                    <a:pt x="324" y="0"/>
                  </a:moveTo>
                  <a:lnTo>
                    <a:pt x="270" y="163"/>
                  </a:lnTo>
                  <a:lnTo>
                    <a:pt x="0" y="163"/>
                  </a:lnTo>
                  <a:lnTo>
                    <a:pt x="54" y="0"/>
                  </a:lnTo>
                  <a:lnTo>
                    <a:pt x="324" y="0"/>
                  </a:lnTo>
                </a:path>
              </a:pathLst>
            </a:custGeom>
            <a:grpFill/>
            <a:ln w="25400" cap="flat" cmpd="sng" algn="ctr">
              <a:no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a:ea typeface="宋体" pitchFamily="2" charset="-122"/>
                <a:cs typeface="+mn-cs"/>
              </a:endParaRPr>
            </a:p>
          </p:txBody>
        </p:sp>
        <p:sp>
          <p:nvSpPr>
            <p:cNvPr id="49" name="Freeform 12"/>
            <p:cNvSpPr/>
            <p:nvPr/>
          </p:nvSpPr>
          <p:spPr bwMode="auto">
            <a:xfrm>
              <a:off x="2236788" y="1865312"/>
              <a:ext cx="449262" cy="338138"/>
            </a:xfrm>
            <a:custGeom>
              <a:avLst/>
              <a:gdLst>
                <a:gd name="T0" fmla="*/ 44 w 283"/>
                <a:gd name="T1" fmla="*/ 81 h 213"/>
                <a:gd name="T2" fmla="*/ 49 w 283"/>
                <a:gd name="T3" fmla="*/ 71 h 213"/>
                <a:gd name="T4" fmla="*/ 59 w 283"/>
                <a:gd name="T5" fmla="*/ 71 h 213"/>
                <a:gd name="T6" fmla="*/ 283 w 283"/>
                <a:gd name="T7" fmla="*/ 71 h 213"/>
                <a:gd name="T8" fmla="*/ 283 w 283"/>
                <a:gd name="T9" fmla="*/ 43 h 213"/>
                <a:gd name="T10" fmla="*/ 184 w 283"/>
                <a:gd name="T11" fmla="*/ 43 h 213"/>
                <a:gd name="T12" fmla="*/ 149 w 283"/>
                <a:gd name="T13" fmla="*/ 0 h 213"/>
                <a:gd name="T14" fmla="*/ 18 w 283"/>
                <a:gd name="T15" fmla="*/ 0 h 213"/>
                <a:gd name="T16" fmla="*/ 0 w 283"/>
                <a:gd name="T17" fmla="*/ 43 h 213"/>
                <a:gd name="T18" fmla="*/ 0 w 283"/>
                <a:gd name="T19" fmla="*/ 213 h 213"/>
                <a:gd name="T20" fmla="*/ 44 w 283"/>
                <a:gd name="T21" fmla="*/ 8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3" h="213">
                  <a:moveTo>
                    <a:pt x="44" y="81"/>
                  </a:moveTo>
                  <a:lnTo>
                    <a:pt x="49" y="71"/>
                  </a:lnTo>
                  <a:lnTo>
                    <a:pt x="59" y="71"/>
                  </a:lnTo>
                  <a:lnTo>
                    <a:pt x="283" y="71"/>
                  </a:lnTo>
                  <a:lnTo>
                    <a:pt x="283" y="43"/>
                  </a:lnTo>
                  <a:lnTo>
                    <a:pt x="184" y="43"/>
                  </a:lnTo>
                  <a:lnTo>
                    <a:pt x="149" y="0"/>
                  </a:lnTo>
                  <a:lnTo>
                    <a:pt x="18" y="0"/>
                  </a:lnTo>
                  <a:lnTo>
                    <a:pt x="0" y="43"/>
                  </a:lnTo>
                  <a:lnTo>
                    <a:pt x="0" y="213"/>
                  </a:lnTo>
                  <a:lnTo>
                    <a:pt x="44" y="81"/>
                  </a:lnTo>
                  <a:close/>
                </a:path>
              </a:pathLst>
            </a:custGeom>
            <a:grpFill/>
            <a:ln w="25400" cap="flat" cmpd="sng" algn="ctr">
              <a:no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a:ea typeface="宋体" pitchFamily="2" charset="-122"/>
                <a:cs typeface="+mn-cs"/>
              </a:endParaRPr>
            </a:p>
          </p:txBody>
        </p:sp>
      </p:grpSp>
      <p:sp>
        <p:nvSpPr>
          <p:cNvPr id="50" name="Freeform 134"/>
          <p:cNvSpPr/>
          <p:nvPr/>
        </p:nvSpPr>
        <p:spPr bwMode="auto">
          <a:xfrm>
            <a:off x="4558752" y="4396056"/>
            <a:ext cx="143883" cy="322288"/>
          </a:xfrm>
          <a:custGeom>
            <a:avLst/>
            <a:gdLst>
              <a:gd name="T0" fmla="*/ 18 w 21"/>
              <a:gd name="T1" fmla="*/ 26 h 47"/>
              <a:gd name="T2" fmla="*/ 18 w 21"/>
              <a:gd name="T3" fmla="*/ 2 h 47"/>
              <a:gd name="T4" fmla="*/ 16 w 21"/>
              <a:gd name="T5" fmla="*/ 0 h 47"/>
              <a:gd name="T6" fmla="*/ 14 w 21"/>
              <a:gd name="T7" fmla="*/ 2 h 47"/>
              <a:gd name="T8" fmla="*/ 14 w 21"/>
              <a:gd name="T9" fmla="*/ 26 h 47"/>
              <a:gd name="T10" fmla="*/ 11 w 21"/>
              <a:gd name="T11" fmla="*/ 30 h 47"/>
              <a:gd name="T12" fmla="*/ 12 w 21"/>
              <a:gd name="T13" fmla="*/ 32 h 47"/>
              <a:gd name="T14" fmla="*/ 1 w 21"/>
              <a:gd name="T15" fmla="*/ 43 h 47"/>
              <a:gd name="T16" fmla="*/ 1 w 21"/>
              <a:gd name="T17" fmla="*/ 46 h 47"/>
              <a:gd name="T18" fmla="*/ 3 w 21"/>
              <a:gd name="T19" fmla="*/ 47 h 47"/>
              <a:gd name="T20" fmla="*/ 4 w 21"/>
              <a:gd name="T21" fmla="*/ 46 h 47"/>
              <a:gd name="T22" fmla="*/ 15 w 21"/>
              <a:gd name="T23" fmla="*/ 34 h 47"/>
              <a:gd name="T24" fmla="*/ 16 w 21"/>
              <a:gd name="T25" fmla="*/ 35 h 47"/>
              <a:gd name="T26" fmla="*/ 21 w 21"/>
              <a:gd name="T27" fmla="*/ 30 h 47"/>
              <a:gd name="T28" fmla="*/ 18 w 21"/>
              <a:gd name="T29"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47">
                <a:moveTo>
                  <a:pt x="18" y="26"/>
                </a:moveTo>
                <a:cubicBezTo>
                  <a:pt x="18" y="2"/>
                  <a:pt x="18" y="2"/>
                  <a:pt x="18" y="2"/>
                </a:cubicBezTo>
                <a:cubicBezTo>
                  <a:pt x="18" y="0"/>
                  <a:pt x="17" y="0"/>
                  <a:pt x="16" y="0"/>
                </a:cubicBezTo>
                <a:cubicBezTo>
                  <a:pt x="15" y="0"/>
                  <a:pt x="14" y="0"/>
                  <a:pt x="14" y="2"/>
                </a:cubicBezTo>
                <a:cubicBezTo>
                  <a:pt x="14" y="26"/>
                  <a:pt x="14" y="26"/>
                  <a:pt x="14" y="26"/>
                </a:cubicBezTo>
                <a:cubicBezTo>
                  <a:pt x="12" y="26"/>
                  <a:pt x="11" y="28"/>
                  <a:pt x="11" y="30"/>
                </a:cubicBezTo>
                <a:cubicBezTo>
                  <a:pt x="11" y="30"/>
                  <a:pt x="11" y="31"/>
                  <a:pt x="12" y="32"/>
                </a:cubicBezTo>
                <a:cubicBezTo>
                  <a:pt x="1" y="43"/>
                  <a:pt x="1" y="43"/>
                  <a:pt x="1" y="43"/>
                </a:cubicBezTo>
                <a:cubicBezTo>
                  <a:pt x="0" y="44"/>
                  <a:pt x="0" y="46"/>
                  <a:pt x="1" y="46"/>
                </a:cubicBezTo>
                <a:cubicBezTo>
                  <a:pt x="2" y="47"/>
                  <a:pt x="2" y="47"/>
                  <a:pt x="3" y="47"/>
                </a:cubicBezTo>
                <a:cubicBezTo>
                  <a:pt x="3" y="47"/>
                  <a:pt x="4" y="47"/>
                  <a:pt x="4" y="46"/>
                </a:cubicBezTo>
                <a:cubicBezTo>
                  <a:pt x="15" y="34"/>
                  <a:pt x="15" y="34"/>
                  <a:pt x="15" y="34"/>
                </a:cubicBezTo>
                <a:cubicBezTo>
                  <a:pt x="15" y="35"/>
                  <a:pt x="16" y="35"/>
                  <a:pt x="16" y="35"/>
                </a:cubicBezTo>
                <a:cubicBezTo>
                  <a:pt x="19" y="35"/>
                  <a:pt x="21" y="32"/>
                  <a:pt x="21" y="30"/>
                </a:cubicBezTo>
                <a:cubicBezTo>
                  <a:pt x="21" y="28"/>
                  <a:pt x="20" y="26"/>
                  <a:pt x="18" y="26"/>
                </a:cubicBez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Ligh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
        <p:nvSpPr>
          <p:cNvPr id="12" name="矩形 11"/>
          <p:cNvSpPr/>
          <p:nvPr/>
        </p:nvSpPr>
        <p:spPr>
          <a:xfrm>
            <a:off x="0" y="1498032"/>
            <a:ext cx="12192000" cy="4456453"/>
          </a:xfrm>
          <a:prstGeom prst="rect">
            <a:avLst/>
          </a:prstGeom>
          <a:solidFill>
            <a:srgbClr val="FFFFFF"/>
          </a:solidFill>
          <a:ln w="12700" cap="flat" cmpd="sng" algn="ctr">
            <a:noFill/>
            <a:prstDash val="solid"/>
            <a:miter lim="800000"/>
          </a:ln>
          <a:effectLst>
            <a:outerShdw blurRad="254000" sx="102000" sy="102000" algn="ctr" rotWithShape="0">
              <a:srgbClr val="000000">
                <a:alpha val="12000"/>
              </a:srgbClr>
            </a:outerShdw>
          </a:effectLst>
        </p:spPr>
        <p:txBody>
          <a:bodyPr rtlCol="0" anchor="ctr"/>
          <a:lstStyle/>
          <a:p>
            <a:pPr algn="ctr">
              <a:defRPr/>
            </a:pPr>
            <a:endParaRPr lang="zh-CN" altLang="en-US" kern="0">
              <a:solidFill>
                <a:srgbClr val="FFFFFF">
                  <a:lumMod val="85000"/>
                </a:srgbClr>
              </a:solidFill>
              <a:effectLst>
                <a:outerShdw blurRad="63500" sx="102000" sy="102000" algn="ctr" rotWithShape="0">
                  <a:srgbClr val="000000">
                    <a:alpha val="40000"/>
                  </a:srgbClr>
                </a:outerShdw>
              </a:effectLst>
              <a:latin typeface="微软雅黑 Light"/>
              <a:ea typeface="微软雅黑"/>
            </a:endParaRPr>
          </a:p>
        </p:txBody>
      </p:sp>
      <p:sp>
        <p:nvSpPr>
          <p:cNvPr id="13" name="矩形 12"/>
          <p:cNvSpPr/>
          <p:nvPr/>
        </p:nvSpPr>
        <p:spPr>
          <a:xfrm>
            <a:off x="1103086" y="1709184"/>
            <a:ext cx="10145742" cy="3988400"/>
          </a:xfrm>
          <a:prstGeom prst="rect">
            <a:avLst/>
          </a:prstGeom>
        </p:spPr>
        <p:txBody>
          <a:bodyPr wrap="square">
            <a:spAutoFit/>
          </a:bodyPr>
          <a:lstStyle/>
          <a:p>
            <a:pPr marL="400050" indent="-400050" algn="just">
              <a:lnSpc>
                <a:spcPct val="150000"/>
              </a:lnSpc>
              <a:spcAft>
                <a:spcPts val="600"/>
              </a:spcAft>
              <a:buClr>
                <a:srgbClr val="0326A0"/>
              </a:buClr>
              <a:buFont typeface="+mj-lt"/>
              <a:buAutoNum type="arabicPeriod"/>
              <a:defRPr/>
            </a:pPr>
            <a:r>
              <a:rPr lang="zh-CN" altLang="en-US" sz="1600" kern="100" dirty="0">
                <a:solidFill>
                  <a:prstClr val="black">
                    <a:lumMod val="85000"/>
                    <a:lumOff val="15000"/>
                  </a:prstClr>
                </a:solidFill>
                <a:latin typeface="微软雅黑"/>
                <a:ea typeface="微软雅黑"/>
              </a:rPr>
              <a:t>期刊作者</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题名</a:t>
            </a:r>
            <a:r>
              <a:rPr lang="en-US" altLang="zh-CN" sz="1600" kern="100" dirty="0">
                <a:solidFill>
                  <a:prstClr val="black">
                    <a:lumMod val="85000"/>
                    <a:lumOff val="15000"/>
                  </a:prstClr>
                </a:solidFill>
                <a:latin typeface="微软雅黑"/>
                <a:ea typeface="微软雅黑"/>
              </a:rPr>
              <a:t>〔J〕.</a:t>
            </a:r>
            <a:r>
              <a:rPr lang="zh-CN" altLang="en-US" sz="1600" kern="100" dirty="0">
                <a:solidFill>
                  <a:prstClr val="black">
                    <a:lumMod val="85000"/>
                    <a:lumOff val="15000"/>
                  </a:prstClr>
                </a:solidFill>
                <a:latin typeface="微软雅黑"/>
                <a:ea typeface="微软雅黑"/>
              </a:rPr>
              <a:t>刊名，出版年，卷</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期</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起止页码</a:t>
            </a:r>
            <a:endParaRPr lang="en-US" altLang="zh-CN" sz="1600" kern="100" dirty="0">
              <a:solidFill>
                <a:prstClr val="black">
                  <a:lumMod val="85000"/>
                  <a:lumOff val="15000"/>
                </a:prstClr>
              </a:solidFill>
              <a:latin typeface="微软雅黑"/>
              <a:ea typeface="微软雅黑"/>
            </a:endParaRPr>
          </a:p>
          <a:p>
            <a:pPr marL="400050" indent="-400050" algn="just">
              <a:lnSpc>
                <a:spcPct val="150000"/>
              </a:lnSpc>
              <a:spcAft>
                <a:spcPts val="600"/>
              </a:spcAft>
              <a:buClr>
                <a:srgbClr val="0326A0"/>
              </a:buClr>
              <a:buFont typeface="+mj-lt"/>
              <a:buAutoNum type="arabicPeriod"/>
              <a:defRPr/>
            </a:pPr>
            <a:r>
              <a:rPr lang="zh-CN" altLang="en-US" sz="1600" kern="100" dirty="0">
                <a:solidFill>
                  <a:prstClr val="black">
                    <a:lumMod val="85000"/>
                    <a:lumOff val="15000"/>
                  </a:prstClr>
                </a:solidFill>
                <a:latin typeface="微软雅黑"/>
                <a:ea typeface="微软雅黑"/>
              </a:rPr>
              <a:t>专著作者</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书名</a:t>
            </a:r>
            <a:r>
              <a:rPr lang="en-US" altLang="zh-CN" sz="1600" kern="100" dirty="0">
                <a:solidFill>
                  <a:prstClr val="black">
                    <a:lumMod val="85000"/>
                    <a:lumOff val="15000"/>
                  </a:prstClr>
                </a:solidFill>
                <a:latin typeface="微软雅黑"/>
                <a:ea typeface="微软雅黑"/>
              </a:rPr>
              <a:t>〔M〕.</a:t>
            </a:r>
            <a:r>
              <a:rPr lang="zh-CN" altLang="en-US" sz="1600" kern="100" dirty="0">
                <a:solidFill>
                  <a:prstClr val="black">
                    <a:lumMod val="85000"/>
                    <a:lumOff val="15000"/>
                  </a:prstClr>
                </a:solidFill>
                <a:latin typeface="微软雅黑"/>
                <a:ea typeface="微软雅黑"/>
              </a:rPr>
              <a:t>版本</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第一版不著录</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出版地∶出版者，出版年∶起止页码</a:t>
            </a:r>
            <a:endParaRPr lang="en-US" altLang="zh-CN" sz="1600" kern="100" dirty="0">
              <a:solidFill>
                <a:prstClr val="black">
                  <a:lumMod val="85000"/>
                  <a:lumOff val="15000"/>
                </a:prstClr>
              </a:solidFill>
              <a:latin typeface="微软雅黑"/>
              <a:ea typeface="微软雅黑"/>
            </a:endParaRPr>
          </a:p>
          <a:p>
            <a:pPr marL="400050" indent="-400050" algn="just">
              <a:lnSpc>
                <a:spcPct val="150000"/>
              </a:lnSpc>
              <a:spcAft>
                <a:spcPts val="600"/>
              </a:spcAft>
              <a:buClr>
                <a:srgbClr val="0326A0"/>
              </a:buClr>
              <a:buFont typeface="+mj-lt"/>
              <a:buAutoNum type="arabicPeriod"/>
              <a:defRPr/>
            </a:pPr>
            <a:r>
              <a:rPr lang="zh-CN" altLang="en-US" sz="1600" kern="100" dirty="0">
                <a:solidFill>
                  <a:prstClr val="black">
                    <a:lumMod val="85000"/>
                    <a:lumOff val="15000"/>
                  </a:prstClr>
                </a:solidFill>
                <a:latin typeface="微软雅黑"/>
                <a:ea typeface="微软雅黑"/>
              </a:rPr>
              <a:t>论文集作者</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题名</a:t>
            </a:r>
            <a:r>
              <a:rPr lang="en-US" altLang="zh-CN" sz="1600" kern="100" dirty="0">
                <a:solidFill>
                  <a:prstClr val="black">
                    <a:lumMod val="85000"/>
                    <a:lumOff val="15000"/>
                  </a:prstClr>
                </a:solidFill>
                <a:latin typeface="微软雅黑"/>
                <a:ea typeface="微软雅黑"/>
              </a:rPr>
              <a:t>〔C〕.</a:t>
            </a:r>
            <a:r>
              <a:rPr lang="zh-CN" altLang="en-US" sz="1600" kern="100" dirty="0">
                <a:solidFill>
                  <a:prstClr val="black">
                    <a:lumMod val="85000"/>
                    <a:lumOff val="15000"/>
                  </a:prstClr>
                </a:solidFill>
                <a:latin typeface="微软雅黑"/>
                <a:ea typeface="微软雅黑"/>
              </a:rPr>
              <a:t>编者</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论文集名，出版地∶出版者，出版年∶起止页码</a:t>
            </a:r>
            <a:endParaRPr lang="en-US" altLang="zh-CN" sz="1600" kern="100" dirty="0">
              <a:solidFill>
                <a:prstClr val="black">
                  <a:lumMod val="85000"/>
                  <a:lumOff val="15000"/>
                </a:prstClr>
              </a:solidFill>
              <a:latin typeface="微软雅黑"/>
              <a:ea typeface="微软雅黑"/>
            </a:endParaRPr>
          </a:p>
          <a:p>
            <a:pPr marL="400050" indent="-400050" algn="just">
              <a:lnSpc>
                <a:spcPct val="150000"/>
              </a:lnSpc>
              <a:spcAft>
                <a:spcPts val="600"/>
              </a:spcAft>
              <a:buClr>
                <a:srgbClr val="0326A0"/>
              </a:buClr>
              <a:buFont typeface="+mj-lt"/>
              <a:buAutoNum type="arabicPeriod"/>
              <a:defRPr/>
            </a:pPr>
            <a:r>
              <a:rPr lang="zh-CN" altLang="en-US" sz="1600" kern="100" dirty="0">
                <a:solidFill>
                  <a:prstClr val="black">
                    <a:lumMod val="85000"/>
                    <a:lumOff val="15000"/>
                  </a:prstClr>
                </a:solidFill>
                <a:latin typeface="微软雅黑"/>
                <a:ea typeface="微软雅黑"/>
              </a:rPr>
              <a:t>学位论文作者</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题名</a:t>
            </a:r>
            <a:r>
              <a:rPr lang="en-US" altLang="zh-CN" sz="1600" kern="100" dirty="0">
                <a:solidFill>
                  <a:prstClr val="black">
                    <a:lumMod val="85000"/>
                    <a:lumOff val="15000"/>
                  </a:prstClr>
                </a:solidFill>
                <a:latin typeface="微软雅黑"/>
                <a:ea typeface="微软雅黑"/>
              </a:rPr>
              <a:t>〔D〕.</a:t>
            </a:r>
            <a:r>
              <a:rPr lang="zh-CN" altLang="en-US" sz="1600" kern="100" dirty="0">
                <a:solidFill>
                  <a:prstClr val="black">
                    <a:lumMod val="85000"/>
                    <a:lumOff val="15000"/>
                  </a:prstClr>
                </a:solidFill>
                <a:latin typeface="微软雅黑"/>
                <a:ea typeface="微软雅黑"/>
              </a:rPr>
              <a:t>保存地点</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保存单位</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年份</a:t>
            </a:r>
            <a:endParaRPr lang="en-US" altLang="zh-CN" sz="1600" kern="100" dirty="0">
              <a:solidFill>
                <a:prstClr val="black">
                  <a:lumMod val="85000"/>
                  <a:lumOff val="15000"/>
                </a:prstClr>
              </a:solidFill>
              <a:latin typeface="微软雅黑"/>
              <a:ea typeface="微软雅黑"/>
            </a:endParaRPr>
          </a:p>
          <a:p>
            <a:pPr marL="400050" indent="-400050" algn="just">
              <a:lnSpc>
                <a:spcPct val="150000"/>
              </a:lnSpc>
              <a:spcAft>
                <a:spcPts val="600"/>
              </a:spcAft>
              <a:buClr>
                <a:srgbClr val="0326A0"/>
              </a:buClr>
              <a:buFont typeface="+mj-lt"/>
              <a:buAutoNum type="arabicPeriod"/>
              <a:defRPr/>
            </a:pPr>
            <a:r>
              <a:rPr lang="zh-CN" altLang="en-US" sz="1600" kern="100" dirty="0">
                <a:solidFill>
                  <a:prstClr val="black">
                    <a:lumMod val="85000"/>
                    <a:lumOff val="15000"/>
                  </a:prstClr>
                </a:solidFill>
                <a:latin typeface="微软雅黑"/>
                <a:ea typeface="微软雅黑"/>
              </a:rPr>
              <a:t>专利文献题名</a:t>
            </a:r>
            <a:r>
              <a:rPr lang="en-US" altLang="zh-CN" sz="1600" kern="100" dirty="0">
                <a:solidFill>
                  <a:prstClr val="black">
                    <a:lumMod val="85000"/>
                    <a:lumOff val="15000"/>
                  </a:prstClr>
                </a:solidFill>
                <a:latin typeface="微软雅黑"/>
                <a:ea typeface="微软雅黑"/>
              </a:rPr>
              <a:t>〔P〕.</a:t>
            </a:r>
            <a:r>
              <a:rPr lang="zh-CN" altLang="en-US" sz="1600" kern="100" dirty="0">
                <a:solidFill>
                  <a:prstClr val="black">
                    <a:lumMod val="85000"/>
                    <a:lumOff val="15000"/>
                  </a:prstClr>
                </a:solidFill>
                <a:latin typeface="微软雅黑"/>
                <a:ea typeface="微软雅黑"/>
              </a:rPr>
              <a:t>国别</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专利文献种类</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专利号</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出版日期</a:t>
            </a:r>
            <a:endParaRPr lang="en-US" altLang="zh-CN" sz="1600" kern="100" dirty="0">
              <a:solidFill>
                <a:prstClr val="black">
                  <a:lumMod val="85000"/>
                  <a:lumOff val="15000"/>
                </a:prstClr>
              </a:solidFill>
              <a:latin typeface="微软雅黑"/>
              <a:ea typeface="微软雅黑"/>
            </a:endParaRPr>
          </a:p>
          <a:p>
            <a:pPr marL="400050" indent="-400050" algn="just">
              <a:lnSpc>
                <a:spcPct val="150000"/>
              </a:lnSpc>
              <a:spcAft>
                <a:spcPts val="600"/>
              </a:spcAft>
              <a:buClr>
                <a:srgbClr val="0326A0"/>
              </a:buClr>
              <a:buFont typeface="+mj-lt"/>
              <a:buAutoNum type="arabicPeriod"/>
              <a:defRPr/>
            </a:pPr>
            <a:r>
              <a:rPr lang="zh-CN" altLang="en-US" sz="1600" kern="100" dirty="0">
                <a:solidFill>
                  <a:prstClr val="black">
                    <a:lumMod val="85000"/>
                    <a:lumOff val="15000"/>
                  </a:prstClr>
                </a:solidFill>
                <a:latin typeface="微软雅黑"/>
                <a:ea typeface="微软雅黑"/>
              </a:rPr>
              <a:t>标准编号</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标准名称</a:t>
            </a:r>
            <a:r>
              <a:rPr lang="en-US" altLang="zh-CN" sz="1600" kern="100" dirty="0">
                <a:solidFill>
                  <a:prstClr val="black">
                    <a:lumMod val="85000"/>
                    <a:lumOff val="15000"/>
                  </a:prstClr>
                </a:solidFill>
                <a:latin typeface="微软雅黑"/>
                <a:ea typeface="微软雅黑"/>
              </a:rPr>
              <a:t>〔S〕</a:t>
            </a:r>
            <a:endParaRPr lang="en-US" altLang="zh-CN" sz="1600" kern="100" dirty="0">
              <a:solidFill>
                <a:prstClr val="black">
                  <a:lumMod val="85000"/>
                  <a:lumOff val="15000"/>
                </a:prstClr>
              </a:solidFill>
              <a:latin typeface="微软雅黑"/>
              <a:ea typeface="微软雅黑"/>
            </a:endParaRPr>
          </a:p>
          <a:p>
            <a:pPr marL="400050" indent="-400050" algn="just">
              <a:lnSpc>
                <a:spcPct val="150000"/>
              </a:lnSpc>
              <a:spcAft>
                <a:spcPts val="600"/>
              </a:spcAft>
              <a:buClr>
                <a:srgbClr val="0326A0"/>
              </a:buClr>
              <a:buFont typeface="+mj-lt"/>
              <a:buAutoNum type="arabicPeriod"/>
              <a:defRPr/>
            </a:pPr>
            <a:r>
              <a:rPr lang="zh-CN" altLang="en-US" sz="1600" kern="100" dirty="0">
                <a:solidFill>
                  <a:prstClr val="black">
                    <a:lumMod val="85000"/>
                    <a:lumOff val="15000"/>
                  </a:prstClr>
                </a:solidFill>
                <a:latin typeface="微软雅黑"/>
                <a:ea typeface="微软雅黑"/>
              </a:rPr>
              <a:t>报纸作者</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题名</a:t>
            </a:r>
            <a:r>
              <a:rPr lang="en-US" altLang="zh-CN" sz="1600" kern="100" dirty="0">
                <a:solidFill>
                  <a:prstClr val="black">
                    <a:lumMod val="85000"/>
                    <a:lumOff val="15000"/>
                  </a:prstClr>
                </a:solidFill>
                <a:latin typeface="微软雅黑"/>
                <a:ea typeface="微软雅黑"/>
              </a:rPr>
              <a:t>〔N〕.</a:t>
            </a:r>
            <a:r>
              <a:rPr lang="zh-CN" altLang="en-US" sz="1600" kern="100" dirty="0">
                <a:solidFill>
                  <a:prstClr val="black">
                    <a:lumMod val="85000"/>
                    <a:lumOff val="15000"/>
                  </a:prstClr>
                </a:solidFill>
                <a:latin typeface="微软雅黑"/>
                <a:ea typeface="微软雅黑"/>
              </a:rPr>
              <a:t>报纸名</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出版日期</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版次</a:t>
            </a:r>
            <a:r>
              <a:rPr lang="en-US" altLang="zh-CN" sz="1600" kern="100" dirty="0">
                <a:solidFill>
                  <a:prstClr val="black">
                    <a:lumMod val="85000"/>
                    <a:lumOff val="15000"/>
                  </a:prstClr>
                </a:solidFill>
                <a:latin typeface="微软雅黑"/>
                <a:ea typeface="微软雅黑"/>
              </a:rPr>
              <a:t>) </a:t>
            </a:r>
            <a:endParaRPr lang="en-US" altLang="zh-CN" sz="1600" kern="100" dirty="0">
              <a:solidFill>
                <a:prstClr val="black">
                  <a:lumMod val="85000"/>
                  <a:lumOff val="15000"/>
                </a:prstClr>
              </a:solidFill>
              <a:latin typeface="微软雅黑"/>
              <a:ea typeface="微软雅黑"/>
            </a:endParaRPr>
          </a:p>
          <a:p>
            <a:pPr marL="400050" indent="-400050" algn="just">
              <a:lnSpc>
                <a:spcPct val="150000"/>
              </a:lnSpc>
              <a:spcAft>
                <a:spcPts val="600"/>
              </a:spcAft>
              <a:buClr>
                <a:srgbClr val="0326A0"/>
              </a:buClr>
              <a:buFont typeface="+mj-lt"/>
              <a:buAutoNum type="arabicPeriod"/>
              <a:defRPr/>
            </a:pPr>
            <a:r>
              <a:rPr lang="zh-CN" altLang="en-US" sz="1600" kern="100" dirty="0">
                <a:solidFill>
                  <a:prstClr val="black">
                    <a:lumMod val="85000"/>
                    <a:lumOff val="15000"/>
                  </a:prstClr>
                </a:solidFill>
                <a:latin typeface="微软雅黑"/>
                <a:ea typeface="微软雅黑"/>
              </a:rPr>
              <a:t>报告作者</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题名</a:t>
            </a:r>
            <a:r>
              <a:rPr lang="en-US" altLang="zh-CN" sz="1600" kern="100" dirty="0">
                <a:solidFill>
                  <a:prstClr val="black">
                    <a:lumMod val="85000"/>
                    <a:lumOff val="15000"/>
                  </a:prstClr>
                </a:solidFill>
                <a:latin typeface="微软雅黑"/>
                <a:ea typeface="微软雅黑"/>
              </a:rPr>
              <a:t>〔R〕.</a:t>
            </a:r>
            <a:r>
              <a:rPr lang="zh-CN" altLang="en-US" sz="1600" kern="100" dirty="0">
                <a:solidFill>
                  <a:prstClr val="black">
                    <a:lumMod val="85000"/>
                    <a:lumOff val="15000"/>
                  </a:prstClr>
                </a:solidFill>
                <a:latin typeface="微软雅黑"/>
                <a:ea typeface="微软雅黑"/>
              </a:rPr>
              <a:t>保存地点</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年份</a:t>
            </a:r>
            <a:endParaRPr lang="en-US" altLang="zh-CN" sz="1600" kern="100" dirty="0">
              <a:solidFill>
                <a:prstClr val="black">
                  <a:lumMod val="85000"/>
                  <a:lumOff val="15000"/>
                </a:prstClr>
              </a:solidFill>
              <a:latin typeface="微软雅黑"/>
              <a:ea typeface="微软雅黑"/>
            </a:endParaRPr>
          </a:p>
          <a:p>
            <a:pPr marL="400050" indent="-400050" algn="just">
              <a:lnSpc>
                <a:spcPct val="150000"/>
              </a:lnSpc>
              <a:spcAft>
                <a:spcPts val="600"/>
              </a:spcAft>
              <a:buClr>
                <a:srgbClr val="0326A0"/>
              </a:buClr>
              <a:buFont typeface="+mj-lt"/>
              <a:buAutoNum type="arabicPeriod"/>
              <a:defRPr/>
            </a:pPr>
            <a:r>
              <a:rPr lang="zh-CN" altLang="en-US" sz="1600" kern="100" dirty="0">
                <a:solidFill>
                  <a:prstClr val="black">
                    <a:lumMod val="85000"/>
                    <a:lumOff val="15000"/>
                  </a:prstClr>
                </a:solidFill>
                <a:latin typeface="微软雅黑"/>
                <a:ea typeface="微软雅黑"/>
              </a:rPr>
              <a:t>电子文献作者</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题名</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电子文献及载体类型标识</a:t>
            </a:r>
            <a:r>
              <a:rPr lang="en-US" altLang="zh-CN" sz="1600" kern="100" dirty="0">
                <a:solidFill>
                  <a:prstClr val="black">
                    <a:lumMod val="85000"/>
                    <a:lumOff val="15000"/>
                  </a:prstClr>
                </a:solidFill>
                <a:latin typeface="微软雅黑"/>
                <a:ea typeface="微软雅黑"/>
              </a:rPr>
              <a:t>〕.</a:t>
            </a:r>
            <a:r>
              <a:rPr lang="zh-CN" altLang="en-US" sz="1600" kern="100" dirty="0">
                <a:solidFill>
                  <a:prstClr val="black">
                    <a:lumMod val="85000"/>
                    <a:lumOff val="15000"/>
                  </a:prstClr>
                </a:solidFill>
                <a:latin typeface="微软雅黑"/>
                <a:ea typeface="微软雅黑"/>
              </a:rPr>
              <a:t>文献出处，日期</a:t>
            </a:r>
            <a:endParaRPr lang="en-US" altLang="zh-CN" sz="1600" kern="100" dirty="0">
              <a:solidFill>
                <a:prstClr val="black">
                  <a:lumMod val="85000"/>
                  <a:lumOff val="15000"/>
                </a:prstClr>
              </a:solidFill>
              <a:latin typeface="微软雅黑"/>
              <a:ea typeface="微软雅黑"/>
            </a:endParaRPr>
          </a:p>
        </p:txBody>
      </p:sp>
      <p:sp>
        <p:nvSpPr>
          <p:cNvPr id="14" name="文本框 13"/>
          <p:cNvSpPr txBox="1"/>
          <p:nvPr/>
        </p:nvSpPr>
        <p:spPr>
          <a:xfrm>
            <a:off x="10138633" y="4904218"/>
            <a:ext cx="1394555" cy="1289761"/>
          </a:xfrm>
          <a:custGeom>
            <a:avLst/>
            <a:gdLst/>
            <a:ahLst/>
            <a:cxnLst/>
            <a:rect l="l" t="t" r="r" b="b"/>
            <a:pathLst>
              <a:path w="533451" h="493365">
                <a:moveTo>
                  <a:pt x="335077" y="0"/>
                </a:moveTo>
                <a:lnTo>
                  <a:pt x="533451" y="0"/>
                </a:lnTo>
                <a:lnTo>
                  <a:pt x="533451" y="169594"/>
                </a:lnTo>
                <a:cubicBezTo>
                  <a:pt x="533451" y="261415"/>
                  <a:pt x="522830" y="327539"/>
                  <a:pt x="501588" y="367968"/>
                </a:cubicBezTo>
                <a:cubicBezTo>
                  <a:pt x="472123" y="423472"/>
                  <a:pt x="426213" y="465271"/>
                  <a:pt x="363857" y="493365"/>
                </a:cubicBezTo>
                <a:lnTo>
                  <a:pt x="318632" y="420388"/>
                </a:lnTo>
                <a:cubicBezTo>
                  <a:pt x="355634" y="405313"/>
                  <a:pt x="383215" y="381501"/>
                  <a:pt x="401373" y="348953"/>
                </a:cubicBezTo>
                <a:cubicBezTo>
                  <a:pt x="419532" y="316405"/>
                  <a:pt x="429639" y="271693"/>
                  <a:pt x="431695" y="214819"/>
                </a:cubicBezTo>
                <a:lnTo>
                  <a:pt x="335077" y="214819"/>
                </a:lnTo>
                <a:close/>
                <a:moveTo>
                  <a:pt x="16445" y="0"/>
                </a:moveTo>
                <a:lnTo>
                  <a:pt x="214819" y="0"/>
                </a:lnTo>
                <a:lnTo>
                  <a:pt x="214819" y="169594"/>
                </a:lnTo>
                <a:cubicBezTo>
                  <a:pt x="214819" y="261415"/>
                  <a:pt x="204198" y="327539"/>
                  <a:pt x="182956" y="367968"/>
                </a:cubicBezTo>
                <a:cubicBezTo>
                  <a:pt x="153491" y="423472"/>
                  <a:pt x="107581" y="465271"/>
                  <a:pt x="45225" y="493365"/>
                </a:cubicBezTo>
                <a:lnTo>
                  <a:pt x="0" y="420388"/>
                </a:lnTo>
                <a:cubicBezTo>
                  <a:pt x="37002" y="405313"/>
                  <a:pt x="64583" y="381501"/>
                  <a:pt x="82741" y="348953"/>
                </a:cubicBezTo>
                <a:cubicBezTo>
                  <a:pt x="100900" y="316405"/>
                  <a:pt x="111007" y="271693"/>
                  <a:pt x="113063" y="214819"/>
                </a:cubicBezTo>
                <a:lnTo>
                  <a:pt x="16445" y="214819"/>
                </a:lnTo>
                <a:close/>
              </a:path>
            </a:pathLst>
          </a:custGeom>
          <a:gradFill>
            <a:gsLst>
              <a:gs pos="0">
                <a:srgbClr val="0326A0">
                  <a:alpha val="20000"/>
                </a:srgbClr>
              </a:gs>
              <a:gs pos="100000">
                <a:srgbClr val="0326A0">
                  <a:alpha val="40000"/>
                </a:srgbClr>
              </a:gs>
            </a:gsLst>
            <a:lin ang="0" scaled="0"/>
          </a:gradFill>
          <a:ln>
            <a:noFill/>
          </a:ln>
          <a:effectLst>
            <a:outerShdw blurRad="254000" sx="102000" sy="102000" algn="ctr" rotWithShape="0">
              <a:srgbClr val="A92B33">
                <a:alpha val="12000"/>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defPPr>
              <a:defRPr lang="zh-CN"/>
            </a:defPPr>
            <a:lvl1pPr algn="ctr">
              <a:defRPr sz="1380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defRPr>
            </a:lvl1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3800" b="0" i="0" u="none" strike="noStrike" kern="0" cap="none" spc="0" normalizeH="0" baseline="0" noProof="0" dirty="0">
              <a:ln>
                <a:noFill/>
              </a:ln>
              <a:solidFill>
                <a:srgbClr val="FFFFFF"/>
              </a:solidFill>
              <a:effectLst/>
              <a:uLnTx/>
              <a:uFillTx/>
              <a:ea typeface="思源黑体 CN Heavy" panose="020B0A00000000000000" pitchFamily="34" charset="-122"/>
              <a:cs typeface="Arial" panose="020B0604020202020204" pitchFamily="34" charset="0"/>
            </a:endParaRPr>
          </a:p>
        </p:txBody>
      </p:sp>
      <p:grpSp>
        <p:nvGrpSpPr>
          <p:cNvPr id="15" name="组合 14"/>
          <p:cNvGrpSpPr/>
          <p:nvPr/>
        </p:nvGrpSpPr>
        <p:grpSpPr>
          <a:xfrm rot="5400000" flipH="1">
            <a:off x="9772067" y="-690032"/>
            <a:ext cx="231871" cy="4608000"/>
            <a:chOff x="4399082" y="1624876"/>
            <a:chExt cx="231871" cy="3276600"/>
          </a:xfrm>
        </p:grpSpPr>
        <p:cxnSp>
          <p:nvCxnSpPr>
            <p:cNvPr id="16" name="直接连接符 15"/>
            <p:cNvCxnSpPr/>
            <p:nvPr/>
          </p:nvCxnSpPr>
          <p:spPr>
            <a:xfrm rot="5400000" flipV="1">
              <a:off x="2992653" y="3263176"/>
              <a:ext cx="3276600" cy="0"/>
            </a:xfrm>
            <a:prstGeom prst="line">
              <a:avLst/>
            </a:prstGeom>
            <a:noFill/>
            <a:ln w="38100" cap="flat" cmpd="sng" algn="ctr">
              <a:gradFill flip="none" rotWithShape="1">
                <a:gsLst>
                  <a:gs pos="29000">
                    <a:srgbClr val="0326A0"/>
                  </a:gs>
                  <a:gs pos="100000">
                    <a:srgbClr val="0326A0">
                      <a:alpha val="0"/>
                    </a:srgbClr>
                  </a:gs>
                </a:gsLst>
                <a:lin ang="0" scaled="1"/>
                <a:tileRect/>
              </a:gradFill>
              <a:prstDash val="solid"/>
              <a:miter lim="800000"/>
            </a:ln>
            <a:effectLst/>
          </p:spPr>
        </p:cxnSp>
        <p:cxnSp>
          <p:nvCxnSpPr>
            <p:cNvPr id="17" name="直接连接符 16"/>
            <p:cNvCxnSpPr/>
            <p:nvPr/>
          </p:nvCxnSpPr>
          <p:spPr>
            <a:xfrm rot="5400000" flipV="1">
              <a:off x="3608507" y="2415451"/>
              <a:ext cx="1581150" cy="0"/>
            </a:xfrm>
            <a:prstGeom prst="line">
              <a:avLst/>
            </a:prstGeom>
            <a:noFill/>
            <a:ln w="38100" cap="flat" cmpd="sng" algn="ctr">
              <a:gradFill flip="none" rotWithShape="1">
                <a:gsLst>
                  <a:gs pos="29000">
                    <a:srgbClr val="0326A0">
                      <a:alpha val="90000"/>
                    </a:srgbClr>
                  </a:gs>
                  <a:gs pos="100000">
                    <a:srgbClr val="0326A0">
                      <a:alpha val="0"/>
                    </a:srgbClr>
                  </a:gs>
                </a:gsLst>
                <a:lin ang="0" scaled="1"/>
                <a:tileRect/>
              </a:gradFill>
              <a:prstDash val="solid"/>
              <a:miter lim="800000"/>
            </a:ln>
            <a:effectLst/>
          </p:spPr>
        </p:cxn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5184598" y="-125361"/>
            <a:ext cx="7144743" cy="7144743"/>
          </a:xfrm>
          <a:prstGeom prst="rect">
            <a:avLst/>
          </a:prstGeom>
        </p:spPr>
      </p:pic>
      <p:grpSp>
        <p:nvGrpSpPr>
          <p:cNvPr id="4" name="组合 3"/>
          <p:cNvGrpSpPr/>
          <p:nvPr/>
        </p:nvGrpSpPr>
        <p:grpSpPr>
          <a:xfrm>
            <a:off x="-240704" y="246620"/>
            <a:ext cx="3456384" cy="734108"/>
            <a:chOff x="-240704" y="246620"/>
            <a:chExt cx="3456384" cy="734108"/>
          </a:xfrm>
        </p:grpSpPr>
        <p:sp>
          <p:nvSpPr>
            <p:cNvPr id="2" name="矩形: 圆角 1"/>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3" name="文本占位符 3"/>
            <p:cNvSpPr txBox="1"/>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输入你的标题</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10635827" y="6413266"/>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2D2D2"/>
                </a:solidFill>
                <a:effectLst/>
                <a:uLnTx/>
                <a:uFillTx/>
                <a:latin typeface="Calibri"/>
                <a:ea typeface="宋体"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itchFamily="2" charset="-122"/>
              <a:cs typeface="+mn-cs"/>
            </a:endParaRPr>
          </a:p>
        </p:txBody>
      </p:sp>
      <p:grpSp>
        <p:nvGrpSpPr>
          <p:cNvPr id="28" name="组合 27"/>
          <p:cNvGrpSpPr/>
          <p:nvPr/>
        </p:nvGrpSpPr>
        <p:grpSpPr>
          <a:xfrm>
            <a:off x="263352" y="6421612"/>
            <a:ext cx="2288948" cy="377531"/>
            <a:chOff x="303233" y="6426034"/>
            <a:chExt cx="2288948" cy="377531"/>
          </a:xfrm>
        </p:grpSpPr>
        <p:pic>
          <p:nvPicPr>
            <p:cNvPr id="31" name="图片 30"/>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2" name="图片 31"/>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1505114" y="6426034"/>
              <a:ext cx="1087067" cy="369333"/>
            </a:xfrm>
            <a:prstGeom prst="rect">
              <a:avLst/>
            </a:prstGeom>
          </p:spPr>
        </p:pic>
      </p:grpSp>
      <p:grpSp>
        <p:nvGrpSpPr>
          <p:cNvPr id="29" name="组合 28"/>
          <p:cNvGrpSpPr/>
          <p:nvPr/>
        </p:nvGrpSpPr>
        <p:grpSpPr>
          <a:xfrm>
            <a:off x="9840416" y="181199"/>
            <a:ext cx="2062624" cy="664224"/>
            <a:chOff x="5647810" y="2404736"/>
            <a:chExt cx="2783541" cy="896380"/>
          </a:xfrm>
        </p:grpSpPr>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47810" y="2404736"/>
              <a:ext cx="896380" cy="896380"/>
            </a:xfrm>
            <a:prstGeom prst="rect">
              <a:avLst/>
            </a:prstGeom>
          </p:spPr>
        </p:pic>
        <p:pic>
          <p:nvPicPr>
            <p:cNvPr id="34" name="图片 33"/>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rcRect l="17736" t="36582" r="12235" b="26836"/>
            <a:stretch>
              <a:fillRect/>
            </a:stretch>
          </p:blipFill>
          <p:spPr>
            <a:xfrm>
              <a:off x="6559143" y="2510480"/>
              <a:ext cx="1872208" cy="684892"/>
            </a:xfrm>
            <a:prstGeom prst="rect">
              <a:avLst/>
            </a:prstGeom>
          </p:spPr>
        </p:pic>
      </p:grpSp>
      <p:sp>
        <p:nvSpPr>
          <p:cNvPr id="12" name="矩形 11"/>
          <p:cNvSpPr/>
          <p:nvPr/>
        </p:nvSpPr>
        <p:spPr>
          <a:xfrm>
            <a:off x="1004117" y="1928513"/>
            <a:ext cx="10183766" cy="2959849"/>
          </a:xfrm>
          <a:prstGeom prst="rect">
            <a:avLst/>
          </a:prstGeom>
        </p:spPr>
        <p:txBody>
          <a:bodyPr wrap="square">
            <a:spAutoFit/>
          </a:bodyPr>
          <a:lstStyle/>
          <a:p>
            <a:pPr algn="ctr">
              <a:lnSpc>
                <a:spcPct val="150000"/>
              </a:lnSpc>
            </a:pPr>
            <a:r>
              <a:rPr lang="zh-CN" altLang="en-US" sz="6600" b="1" i="1" dirty="0">
                <a:solidFill>
                  <a:srgbClr val="0326A0"/>
                </a:solidFill>
                <a:latin typeface="微软雅黑" panose="020B0503020204020204" pitchFamily="34" charset="-122"/>
                <a:ea typeface="微软雅黑" panose="020B0503020204020204" pitchFamily="34" charset="-122"/>
              </a:rPr>
              <a:t>你的模板你做主！</a:t>
            </a:r>
            <a:endParaRPr lang="en-US" altLang="zh-CN" sz="6600" b="1" i="1" dirty="0">
              <a:solidFill>
                <a:srgbClr val="0326A0"/>
              </a:solidFill>
              <a:latin typeface="微软雅黑" panose="020B0503020204020204" pitchFamily="34" charset="-122"/>
              <a:ea typeface="微软雅黑" panose="020B0503020204020204" pitchFamily="34" charset="-122"/>
            </a:endParaRPr>
          </a:p>
          <a:p>
            <a:pPr algn="ctr">
              <a:lnSpc>
                <a:spcPct val="150000"/>
              </a:lnSpc>
            </a:pPr>
            <a:r>
              <a:rPr lang="zh-CN" altLang="en-US" sz="6600" b="1" i="1" dirty="0">
                <a:solidFill>
                  <a:srgbClr val="0326A0"/>
                </a:solidFill>
                <a:latin typeface="微软雅黑" panose="020B0503020204020204" pitchFamily="34" charset="-122"/>
                <a:ea typeface="微软雅黑" panose="020B0503020204020204" pitchFamily="34" charset="-122"/>
              </a:rPr>
              <a:t>（请输入你的内容）</a:t>
            </a:r>
            <a:endParaRPr lang="zh-CN" altLang="en-US" sz="6600" b="1" i="1" dirty="0">
              <a:solidFill>
                <a:srgbClr val="0326A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1093742" y="-2043608"/>
            <a:ext cx="10004509" cy="10004509"/>
          </a:xfrm>
          <a:prstGeom prst="rect">
            <a:avLst/>
          </a:prstGeom>
        </p:spPr>
      </p:pic>
      <p:grpSp>
        <p:nvGrpSpPr>
          <p:cNvPr id="4" name="组合 3"/>
          <p:cNvGrpSpPr/>
          <p:nvPr/>
        </p:nvGrpSpPr>
        <p:grpSpPr>
          <a:xfrm>
            <a:off x="-1" y="0"/>
            <a:ext cx="12192001" cy="3573018"/>
            <a:chOff x="-1" y="2017154"/>
            <a:chExt cx="12192001" cy="1373434"/>
          </a:xfrm>
        </p:grpSpPr>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t="15676" b="16495"/>
            <a:stretch>
              <a:fillRect/>
            </a:stretch>
          </p:blipFill>
          <p:spPr>
            <a:xfrm>
              <a:off x="0" y="2017154"/>
              <a:ext cx="12191999" cy="1373434"/>
            </a:xfrm>
            <a:custGeom>
              <a:avLst/>
              <a:gdLst>
                <a:gd name="connsiteX0" fmla="*/ 0 w 12192000"/>
                <a:gd name="connsiteY0" fmla="*/ 0 h 4104640"/>
                <a:gd name="connsiteX1" fmla="*/ 12192000 w 12192000"/>
                <a:gd name="connsiteY1" fmla="*/ 0 h 4104640"/>
                <a:gd name="connsiteX2" fmla="*/ 12192000 w 12192000"/>
                <a:gd name="connsiteY2" fmla="*/ 2059049 h 4104640"/>
                <a:gd name="connsiteX3" fmla="*/ 12053358 w 12192000"/>
                <a:gd name="connsiteY3" fmla="*/ 2196525 h 4104640"/>
                <a:gd name="connsiteX4" fmla="*/ 6096000 w 12192000"/>
                <a:gd name="connsiteY4" fmla="*/ 4104640 h 4104640"/>
                <a:gd name="connsiteX5" fmla="*/ 138643 w 12192000"/>
                <a:gd name="connsiteY5" fmla="*/ 2196525 h 4104640"/>
                <a:gd name="connsiteX6" fmla="*/ 0 w 12192000"/>
                <a:gd name="connsiteY6" fmla="*/ 2059049 h 410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104640">
                  <a:moveTo>
                    <a:pt x="0" y="0"/>
                  </a:moveTo>
                  <a:lnTo>
                    <a:pt x="12192000" y="0"/>
                  </a:lnTo>
                  <a:lnTo>
                    <a:pt x="12192000" y="2059049"/>
                  </a:lnTo>
                  <a:lnTo>
                    <a:pt x="12053358" y="2196525"/>
                  </a:lnTo>
                  <a:cubicBezTo>
                    <a:pt x="10762282" y="3347745"/>
                    <a:pt x="8575872" y="4104640"/>
                    <a:pt x="6096000" y="4104640"/>
                  </a:cubicBezTo>
                  <a:cubicBezTo>
                    <a:pt x="3616128" y="4104640"/>
                    <a:pt x="1429718" y="3347745"/>
                    <a:pt x="138643" y="2196525"/>
                  </a:cubicBezTo>
                  <a:lnTo>
                    <a:pt x="0" y="2059049"/>
                  </a:lnTo>
                  <a:close/>
                </a:path>
              </a:pathLst>
            </a:custGeom>
          </p:spPr>
        </p:pic>
        <p:sp>
          <p:nvSpPr>
            <p:cNvPr id="26" name="任意多边形: 形状 25"/>
            <p:cNvSpPr/>
            <p:nvPr/>
          </p:nvSpPr>
          <p:spPr>
            <a:xfrm>
              <a:off x="-1" y="2017154"/>
              <a:ext cx="12192001" cy="1373434"/>
            </a:xfrm>
            <a:custGeom>
              <a:avLst/>
              <a:gdLst>
                <a:gd name="connsiteX0" fmla="*/ 0 w 12192000"/>
                <a:gd name="connsiteY0" fmla="*/ 0 h 4104640"/>
                <a:gd name="connsiteX1" fmla="*/ 12192000 w 12192000"/>
                <a:gd name="connsiteY1" fmla="*/ 0 h 4104640"/>
                <a:gd name="connsiteX2" fmla="*/ 12192000 w 12192000"/>
                <a:gd name="connsiteY2" fmla="*/ 2059049 h 4104640"/>
                <a:gd name="connsiteX3" fmla="*/ 12053358 w 12192000"/>
                <a:gd name="connsiteY3" fmla="*/ 2196525 h 4104640"/>
                <a:gd name="connsiteX4" fmla="*/ 6096000 w 12192000"/>
                <a:gd name="connsiteY4" fmla="*/ 4104640 h 4104640"/>
                <a:gd name="connsiteX5" fmla="*/ 138643 w 12192000"/>
                <a:gd name="connsiteY5" fmla="*/ 2196525 h 4104640"/>
                <a:gd name="connsiteX6" fmla="*/ 0 w 12192000"/>
                <a:gd name="connsiteY6" fmla="*/ 2059049 h 410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104640">
                  <a:moveTo>
                    <a:pt x="0" y="0"/>
                  </a:moveTo>
                  <a:lnTo>
                    <a:pt x="12192000" y="0"/>
                  </a:lnTo>
                  <a:lnTo>
                    <a:pt x="12192000" y="2059049"/>
                  </a:lnTo>
                  <a:lnTo>
                    <a:pt x="12053358" y="2196525"/>
                  </a:lnTo>
                  <a:cubicBezTo>
                    <a:pt x="10762282" y="3347745"/>
                    <a:pt x="8575872" y="4104640"/>
                    <a:pt x="6096000" y="4104640"/>
                  </a:cubicBezTo>
                  <a:cubicBezTo>
                    <a:pt x="3616128" y="4104640"/>
                    <a:pt x="1429718" y="3347745"/>
                    <a:pt x="138643" y="2196525"/>
                  </a:cubicBezTo>
                  <a:lnTo>
                    <a:pt x="0" y="2059049"/>
                  </a:lnTo>
                  <a:close/>
                </a:path>
              </a:pathLst>
            </a:custGeom>
            <a:solidFill>
              <a:srgbClr val="0326A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grpSp>
      <p:sp>
        <p:nvSpPr>
          <p:cNvPr id="27" name="任意多边形: 形状 26"/>
          <p:cNvSpPr/>
          <p:nvPr/>
        </p:nvSpPr>
        <p:spPr>
          <a:xfrm>
            <a:off x="0" y="1533191"/>
            <a:ext cx="12192000" cy="1869044"/>
          </a:xfrm>
          <a:custGeom>
            <a:avLst/>
            <a:gdLst>
              <a:gd name="connsiteX0" fmla="*/ 0 w 12192000"/>
              <a:gd name="connsiteY0" fmla="*/ 0 h 4104640"/>
              <a:gd name="connsiteX1" fmla="*/ 12192000 w 12192000"/>
              <a:gd name="connsiteY1" fmla="*/ 0 h 4104640"/>
              <a:gd name="connsiteX2" fmla="*/ 12192000 w 12192000"/>
              <a:gd name="connsiteY2" fmla="*/ 2059049 h 4104640"/>
              <a:gd name="connsiteX3" fmla="*/ 12053358 w 12192000"/>
              <a:gd name="connsiteY3" fmla="*/ 2196525 h 4104640"/>
              <a:gd name="connsiteX4" fmla="*/ 6096000 w 12192000"/>
              <a:gd name="connsiteY4" fmla="*/ 4104640 h 4104640"/>
              <a:gd name="connsiteX5" fmla="*/ 138643 w 12192000"/>
              <a:gd name="connsiteY5" fmla="*/ 2196525 h 4104640"/>
              <a:gd name="connsiteX6" fmla="*/ 0 w 12192000"/>
              <a:gd name="connsiteY6" fmla="*/ 2059049 h 4104640"/>
              <a:gd name="connsiteX0-1" fmla="*/ 0 w 12192000"/>
              <a:gd name="connsiteY0-2" fmla="*/ 0 h 4104640"/>
              <a:gd name="connsiteX1-3" fmla="*/ 12192000 w 12192000"/>
              <a:gd name="connsiteY1-4" fmla="*/ 0 h 4104640"/>
              <a:gd name="connsiteX2-5" fmla="*/ 12192000 w 12192000"/>
              <a:gd name="connsiteY2-6" fmla="*/ 2059049 h 4104640"/>
              <a:gd name="connsiteX3-7" fmla="*/ 12053358 w 12192000"/>
              <a:gd name="connsiteY3-8" fmla="*/ 2196525 h 4104640"/>
              <a:gd name="connsiteX4-9" fmla="*/ 6096000 w 12192000"/>
              <a:gd name="connsiteY4-10" fmla="*/ 4104640 h 4104640"/>
              <a:gd name="connsiteX5-11" fmla="*/ 138643 w 12192000"/>
              <a:gd name="connsiteY5-12" fmla="*/ 2196525 h 4104640"/>
              <a:gd name="connsiteX6-13" fmla="*/ 0 w 12192000"/>
              <a:gd name="connsiteY6-14" fmla="*/ 2059049 h 4104640"/>
              <a:gd name="connsiteX7" fmla="*/ 91440 w 12192000"/>
              <a:gd name="connsiteY7" fmla="*/ 87904 h 4104640"/>
              <a:gd name="connsiteX0-15" fmla="*/ 0 w 12192000"/>
              <a:gd name="connsiteY0-16" fmla="*/ 0 h 4104640"/>
              <a:gd name="connsiteX1-17" fmla="*/ 12192000 w 12192000"/>
              <a:gd name="connsiteY1-18" fmla="*/ 0 h 4104640"/>
              <a:gd name="connsiteX2-19" fmla="*/ 12192000 w 12192000"/>
              <a:gd name="connsiteY2-20" fmla="*/ 2059049 h 4104640"/>
              <a:gd name="connsiteX3-21" fmla="*/ 12053358 w 12192000"/>
              <a:gd name="connsiteY3-22" fmla="*/ 2196525 h 4104640"/>
              <a:gd name="connsiteX4-23" fmla="*/ 6096000 w 12192000"/>
              <a:gd name="connsiteY4-24" fmla="*/ 4104640 h 4104640"/>
              <a:gd name="connsiteX5-25" fmla="*/ 138643 w 12192000"/>
              <a:gd name="connsiteY5-26" fmla="*/ 2196525 h 4104640"/>
              <a:gd name="connsiteX6-27" fmla="*/ 0 w 12192000"/>
              <a:gd name="connsiteY6-28" fmla="*/ 2059049 h 4104640"/>
              <a:gd name="connsiteX0-29" fmla="*/ 0 w 12192000"/>
              <a:gd name="connsiteY0-30" fmla="*/ 0 h 4104640"/>
              <a:gd name="connsiteX1-31" fmla="*/ 12192000 w 12192000"/>
              <a:gd name="connsiteY1-32" fmla="*/ 2059049 h 4104640"/>
              <a:gd name="connsiteX2-33" fmla="*/ 12053358 w 12192000"/>
              <a:gd name="connsiteY2-34" fmla="*/ 2196525 h 4104640"/>
              <a:gd name="connsiteX3-35" fmla="*/ 6096000 w 12192000"/>
              <a:gd name="connsiteY3-36" fmla="*/ 4104640 h 4104640"/>
              <a:gd name="connsiteX4-37" fmla="*/ 138643 w 12192000"/>
              <a:gd name="connsiteY4-38" fmla="*/ 2196525 h 4104640"/>
              <a:gd name="connsiteX5-39" fmla="*/ 0 w 12192000"/>
              <a:gd name="connsiteY5-40" fmla="*/ 2059049 h 4104640"/>
              <a:gd name="connsiteX0-41" fmla="*/ 12192000 w 12192000"/>
              <a:gd name="connsiteY0-42" fmla="*/ 0 h 2045591"/>
              <a:gd name="connsiteX1-43" fmla="*/ 12053358 w 12192000"/>
              <a:gd name="connsiteY1-44" fmla="*/ 137476 h 2045591"/>
              <a:gd name="connsiteX2-45" fmla="*/ 6096000 w 12192000"/>
              <a:gd name="connsiteY2-46" fmla="*/ 2045591 h 2045591"/>
              <a:gd name="connsiteX3-47" fmla="*/ 138643 w 12192000"/>
              <a:gd name="connsiteY3-48" fmla="*/ 137476 h 2045591"/>
              <a:gd name="connsiteX4-49" fmla="*/ 0 w 12192000"/>
              <a:gd name="connsiteY4-50" fmla="*/ 0 h 20455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92000" h="2045591">
                <a:moveTo>
                  <a:pt x="12192000" y="0"/>
                </a:moveTo>
                <a:lnTo>
                  <a:pt x="12053358" y="137476"/>
                </a:lnTo>
                <a:cubicBezTo>
                  <a:pt x="10762282" y="1288696"/>
                  <a:pt x="8575872" y="2045591"/>
                  <a:pt x="6096000" y="2045591"/>
                </a:cubicBezTo>
                <a:cubicBezTo>
                  <a:pt x="3616128" y="2045591"/>
                  <a:pt x="1429718" y="1288696"/>
                  <a:pt x="138643" y="137476"/>
                </a:cubicBezTo>
                <a:lnTo>
                  <a:pt x="0" y="0"/>
                </a:lnTo>
              </a:path>
            </a:pathLst>
          </a:cu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egoe UI Light" panose="020B0502040204020203"/>
              <a:ea typeface="微软雅黑 Light"/>
              <a:cs typeface="+mn-cs"/>
            </a:endParaRPr>
          </a:p>
        </p:txBody>
      </p:sp>
      <p:sp>
        <p:nvSpPr>
          <p:cNvPr id="67" name="文本框 66"/>
          <p:cNvSpPr txBox="1"/>
          <p:nvPr/>
        </p:nvSpPr>
        <p:spPr>
          <a:xfrm>
            <a:off x="24613" y="3611152"/>
            <a:ext cx="12192000" cy="1200329"/>
          </a:xfrm>
          <a:prstGeom prst="rect">
            <a:avLst/>
          </a:prstGeom>
          <a:noFill/>
        </p:spPr>
        <p:txBody>
          <a:bodyPr wrap="square" rtlCol="0">
            <a:spAutoFit/>
          </a:bodyPr>
          <a:lstStyle/>
          <a:p>
            <a:pPr lvl="0" algn="ctr">
              <a:defRPr/>
            </a:pPr>
            <a:r>
              <a:rPr lang="zh-CN" altLang="en-US" sz="7200" b="1" dirty="0">
                <a:solidFill>
                  <a:srgbClr val="0326A0"/>
                </a:solidFill>
                <a:latin typeface="微软雅黑" panose="020B0503020204020204" pitchFamily="34" charset="-122"/>
                <a:ea typeface="微软雅黑" panose="020B0503020204020204" pitchFamily="34" charset="-122"/>
              </a:rPr>
              <a:t>   汇报结束  感谢聆听</a:t>
            </a:r>
            <a:r>
              <a:rPr lang="zh-CN" altLang="en-US" sz="7200" b="1" i="1" dirty="0">
                <a:solidFill>
                  <a:srgbClr val="0326A0"/>
                </a:solidFill>
                <a:latin typeface="微软雅黑" panose="020B0503020204020204" pitchFamily="34" charset="-122"/>
                <a:ea typeface="微软雅黑" panose="020B0503020204020204" pitchFamily="34" charset="-122"/>
              </a:rPr>
              <a:t>！</a:t>
            </a:r>
            <a:endParaRPr kumimoji="0" lang="zh-CN" altLang="en-US" sz="7200" b="1" i="1" u="none" strike="noStrike" kern="1200" cap="none" spc="0" normalizeH="0" baseline="0" noProof="0" dirty="0">
              <a:ln>
                <a:noFill/>
              </a:ln>
              <a:solidFill>
                <a:srgbClr val="0326A0"/>
              </a:solidFill>
              <a:effectLst/>
              <a:uLnTx/>
              <a:uFillTx/>
              <a:latin typeface="微软雅黑" panose="020B0503020204020204" pitchFamily="34" charset="-122"/>
              <a:ea typeface="微软雅黑" panose="020B0503020204020204" pitchFamily="34" charset="-122"/>
              <a:cs typeface="+mn-cs"/>
            </a:endParaRPr>
          </a:p>
        </p:txBody>
      </p:sp>
      <p:sp>
        <p:nvSpPr>
          <p:cNvPr id="68" name="副标题 16"/>
          <p:cNvSpPr txBox="1"/>
          <p:nvPr/>
        </p:nvSpPr>
        <p:spPr>
          <a:xfrm>
            <a:off x="1164000" y="5177928"/>
            <a:ext cx="9864000" cy="3060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pitchFamily="34" charset="-122"/>
                <a:cs typeface="Arial" panose="020B0604020202020204" pitchFamily="34" charset="0"/>
              </a:rPr>
              <a:t>General PowerPoint Template Of Work report Or Scientific Report Or Work Plans </a:t>
            </a:r>
            <a:endPar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pitchFamily="34" charset="-122"/>
              <a:cs typeface="Arial" panose="020B0604020202020204" pitchFamily="34" charset="0"/>
            </a:endParaRPr>
          </a:p>
        </p:txBody>
      </p:sp>
      <p:grpSp>
        <p:nvGrpSpPr>
          <p:cNvPr id="51" name="组合 50"/>
          <p:cNvGrpSpPr/>
          <p:nvPr/>
        </p:nvGrpSpPr>
        <p:grpSpPr>
          <a:xfrm>
            <a:off x="4050670" y="5882980"/>
            <a:ext cx="4090660" cy="354332"/>
            <a:chOff x="4381430" y="2952433"/>
            <a:chExt cx="4090660" cy="354332"/>
          </a:xfrm>
        </p:grpSpPr>
        <p:grpSp>
          <p:nvGrpSpPr>
            <p:cNvPr id="52" name="组合 51"/>
            <p:cNvGrpSpPr/>
            <p:nvPr/>
          </p:nvGrpSpPr>
          <p:grpSpPr>
            <a:xfrm>
              <a:off x="4381430" y="2952433"/>
              <a:ext cx="1765370" cy="354332"/>
              <a:chOff x="4381430" y="2845470"/>
              <a:chExt cx="1765370" cy="354332"/>
            </a:xfrm>
          </p:grpSpPr>
          <p:sp>
            <p:nvSpPr>
              <p:cNvPr id="56" name="矩形: 圆角 55"/>
              <p:cNvSpPr/>
              <p:nvPr/>
            </p:nvSpPr>
            <p:spPr>
              <a:xfrm>
                <a:off x="4381430" y="2859397"/>
                <a:ext cx="1765370" cy="340405"/>
              </a:xfrm>
              <a:prstGeom prst="roundRect">
                <a:avLst>
                  <a:gd name="adj" fmla="val 50000"/>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57" name="副标题 16"/>
              <p:cNvSpPr txBox="1"/>
              <p:nvPr/>
            </p:nvSpPr>
            <p:spPr>
              <a:xfrm>
                <a:off x="5009799" y="2845470"/>
                <a:ext cx="508635" cy="332105"/>
              </a:xfrm>
              <a:prstGeom prst="rect">
                <a:avLst/>
              </a:prstGeom>
              <a:noFill/>
            </p:spPr>
            <p:txBody>
              <a:bodyPr vert="horz" wrap="none" lIns="0" tIns="0" rIns="0" bIns="0" rtlCol="0" anchor="ctr">
                <a:sp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1800" b="0" kern="1200" dirty="0">
                    <a:solidFill>
                      <a:schemeClr val="bg1">
                        <a:lumMod val="75000"/>
                      </a:schemeClr>
                    </a:solidFill>
                    <a:latin typeface="+mn-lt"/>
                    <a:ea typeface="+mn-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defRPr/>
                </a:pPr>
                <a:r>
                  <a:rPr lang="en-US" altLang="zh-CN" b="1" noProof="0">
                    <a:ln>
                      <a:noFill/>
                    </a:ln>
                    <a:solidFill>
                      <a:prstClr val="white"/>
                    </a:solidFill>
                    <a:effectLst/>
                    <a:uLnTx/>
                    <a:uFillTx/>
                    <a:latin typeface="微软雅黑 Light"/>
                    <a:ea typeface="微软雅黑 Light"/>
                  </a:rPr>
                  <a:t>XXX</a:t>
                </a:r>
                <a:endParaRPr kumimoji="0" lang="zh-CN" altLang="en-US" sz="1800" b="1" i="0" u="none" strike="noStrike" kern="1200" cap="none" spc="0" normalizeH="0" baseline="0" noProof="0" dirty="0">
                  <a:ln>
                    <a:noFill/>
                  </a:ln>
                  <a:solidFill>
                    <a:prstClr val="white"/>
                  </a:solidFill>
                  <a:effectLst/>
                  <a:uLnTx/>
                  <a:uFillTx/>
                  <a:latin typeface="微软雅黑 Light"/>
                  <a:ea typeface="微软雅黑 Light"/>
                </a:endParaRPr>
              </a:p>
            </p:txBody>
          </p:sp>
        </p:grpSp>
        <p:grpSp>
          <p:nvGrpSpPr>
            <p:cNvPr id="53" name="组合 52"/>
            <p:cNvGrpSpPr/>
            <p:nvPr/>
          </p:nvGrpSpPr>
          <p:grpSpPr>
            <a:xfrm>
              <a:off x="6706720" y="2965463"/>
              <a:ext cx="1765370" cy="341302"/>
              <a:chOff x="4381430" y="2858500"/>
              <a:chExt cx="1765370" cy="341302"/>
            </a:xfrm>
          </p:grpSpPr>
          <p:sp>
            <p:nvSpPr>
              <p:cNvPr id="54" name="矩形: 圆角 53"/>
              <p:cNvSpPr/>
              <p:nvPr/>
            </p:nvSpPr>
            <p:spPr>
              <a:xfrm>
                <a:off x="4381430" y="2859397"/>
                <a:ext cx="1765370" cy="340405"/>
              </a:xfrm>
              <a:prstGeom prst="roundRect">
                <a:avLst>
                  <a:gd name="adj" fmla="val 50000"/>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Light" panose="020B0502040204020203"/>
                  <a:ea typeface="微软雅黑 Light"/>
                  <a:cs typeface="+mn-cs"/>
                </a:endParaRPr>
              </a:p>
            </p:txBody>
          </p:sp>
          <p:sp>
            <p:nvSpPr>
              <p:cNvPr id="55" name="副标题 16"/>
              <p:cNvSpPr txBox="1"/>
              <p:nvPr/>
            </p:nvSpPr>
            <p:spPr>
              <a:xfrm>
                <a:off x="4691846" y="2858500"/>
                <a:ext cx="1144544" cy="306046"/>
              </a:xfrm>
              <a:prstGeom prst="rect">
                <a:avLst/>
              </a:prstGeom>
              <a:noFill/>
            </p:spPr>
            <p:txBody>
              <a:bodyPr vert="horz" wrap="none" lIns="0" tIns="0" rIns="0" bIns="0" rtlCol="0" anchor="ctr">
                <a:sp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1800" b="0" kern="1200" dirty="0">
                    <a:solidFill>
                      <a:schemeClr val="bg1">
                        <a:lumMod val="75000"/>
                      </a:schemeClr>
                    </a:solidFill>
                    <a:latin typeface="+mn-lt"/>
                    <a:ea typeface="+mn-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defRPr/>
                </a:pPr>
                <a:r>
                  <a:rPr lang="en-US" altLang="zh-CN" b="1" dirty="0">
                    <a:solidFill>
                      <a:prstClr val="white"/>
                    </a:solidFill>
                    <a:latin typeface="微软雅黑 Light"/>
                    <a:ea typeface="微软雅黑 Light"/>
                  </a:rPr>
                  <a:t>2023-03-11</a:t>
                </a:r>
                <a:endParaRPr kumimoji="0" lang="en-US" altLang="zh-CN" sz="1800" b="1" i="0" u="none" strike="noStrike" kern="1200" cap="none" spc="0" normalizeH="0" baseline="0" noProof="0" dirty="0">
                  <a:ln>
                    <a:noFill/>
                  </a:ln>
                  <a:solidFill>
                    <a:prstClr val="white"/>
                  </a:solidFill>
                  <a:effectLst/>
                  <a:uLnTx/>
                  <a:uFillTx/>
                  <a:latin typeface="微软雅黑 Light"/>
                  <a:ea typeface="微软雅黑 Light"/>
                </a:endParaRPr>
              </a:p>
            </p:txBody>
          </p:sp>
        </p:grpSp>
      </p:grpSp>
      <p:cxnSp>
        <p:nvCxnSpPr>
          <p:cNvPr id="6" name="直接连接符 5"/>
          <p:cNvCxnSpPr/>
          <p:nvPr/>
        </p:nvCxnSpPr>
        <p:spPr>
          <a:xfrm>
            <a:off x="1199456" y="4959906"/>
            <a:ext cx="9793088" cy="0"/>
          </a:xfrm>
          <a:prstGeom prst="line">
            <a:avLst/>
          </a:prstGeom>
          <a:ln>
            <a:solidFill>
              <a:srgbClr val="0326A0"/>
            </a:solidFill>
          </a:ln>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3445572" y="670396"/>
            <a:ext cx="5300851" cy="1902804"/>
            <a:chOff x="3992239" y="742931"/>
            <a:chExt cx="3944955" cy="1416089"/>
          </a:xfrm>
        </p:grpSpPr>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992239" y="742931"/>
              <a:ext cx="1416089" cy="1416089"/>
            </a:xfrm>
            <a:prstGeom prst="rect">
              <a:avLst/>
            </a:prstGeom>
          </p:spPr>
        </p:pic>
        <p:pic>
          <p:nvPicPr>
            <p:cNvPr id="24" name="图片 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5507185" y="877087"/>
              <a:ext cx="2430009" cy="753385"/>
            </a:xfrm>
            <a:prstGeom prst="rect">
              <a:avLst/>
            </a:prstGeom>
          </p:spPr>
        </p:pic>
        <p:sp>
          <p:nvSpPr>
            <p:cNvPr id="25" name="文本框 24"/>
            <p:cNvSpPr txBox="1"/>
            <p:nvPr/>
          </p:nvSpPr>
          <p:spPr>
            <a:xfrm>
              <a:off x="5519582" y="1777487"/>
              <a:ext cx="2417612" cy="206146"/>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white"/>
                  </a:solidFill>
                  <a:effectLst/>
                  <a:uLnTx/>
                  <a:uFillTx/>
                  <a:latin typeface="Arial Rounded MT Bold" panose="020F0704030504030204" pitchFamily="34" charset="0"/>
                  <a:ea typeface="宋体" pitchFamily="2" charset="-122"/>
                  <a:cs typeface="+mn-cs"/>
                </a:rPr>
                <a:t>JILIN UNIVERSITY</a:t>
              </a:r>
              <a:endParaRPr kumimoji="0" lang="en-US" altLang="zh-CN" sz="1200" b="1" i="0" u="none" strike="noStrike" kern="1200" cap="none" spc="0" normalizeH="0" baseline="0" noProof="0" dirty="0">
                <a:ln>
                  <a:noFill/>
                </a:ln>
                <a:solidFill>
                  <a:prstClr val="white"/>
                </a:solidFill>
                <a:effectLst/>
                <a:uLnTx/>
                <a:uFillTx/>
                <a:latin typeface="Arial Rounded MT Bold" panose="020F0704030504030204" pitchFamily="34" charset="0"/>
                <a:ea typeface="宋体" pitchFamily="2" charset="-122"/>
                <a:cs typeface="+mn-cs"/>
              </a:endParaRPr>
            </a:p>
          </p:txBody>
        </p:sp>
      </p:grpSp>
      <p:grpSp>
        <p:nvGrpSpPr>
          <p:cNvPr id="33" name="组合 32"/>
          <p:cNvGrpSpPr/>
          <p:nvPr/>
        </p:nvGrpSpPr>
        <p:grpSpPr>
          <a:xfrm>
            <a:off x="314529" y="5915876"/>
            <a:ext cx="1698941" cy="738666"/>
            <a:chOff x="303233" y="6434232"/>
            <a:chExt cx="1698941" cy="738666"/>
          </a:xfrm>
        </p:grpSpPr>
        <p:pic>
          <p:nvPicPr>
            <p:cNvPr id="34" name="图片 33"/>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20000"/>
                      </a14:imgEffect>
                    </a14:imgLayer>
                  </a14:imgProps>
                </a:ext>
                <a:ext uri="{28A0092B-C50C-407E-A947-70E740481C1C}">
                  <a14:useLocalDpi xmlns:a14="http://schemas.microsoft.com/office/drawing/2010/main" val="0"/>
                </a:ext>
              </a:extLst>
            </a:blip>
            <a:srcRect b="50000"/>
            <a:stretch>
              <a:fillRect/>
            </a:stretch>
          </p:blipFill>
          <p:spPr>
            <a:xfrm>
              <a:off x="303233" y="6434232"/>
              <a:ext cx="1087067" cy="369333"/>
            </a:xfrm>
            <a:prstGeom prst="rect">
              <a:avLst/>
            </a:prstGeom>
          </p:spPr>
        </p:pic>
        <p:pic>
          <p:nvPicPr>
            <p:cNvPr id="35" name="图片 34"/>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20000"/>
                      </a14:imgEffect>
                    </a14:imgLayer>
                  </a14:imgProps>
                </a:ext>
                <a:ext uri="{28A0092B-C50C-407E-A947-70E740481C1C}">
                  <a14:useLocalDpi xmlns:a14="http://schemas.microsoft.com/office/drawing/2010/main" val="0"/>
                </a:ext>
              </a:extLst>
            </a:blip>
            <a:srcRect t="50000"/>
            <a:stretch>
              <a:fillRect/>
            </a:stretch>
          </p:blipFill>
          <p:spPr>
            <a:xfrm>
              <a:off x="915107" y="6803565"/>
              <a:ext cx="1087067" cy="369333"/>
            </a:xfrm>
            <a:prstGeom prst="rect">
              <a:avLst/>
            </a:prstGeom>
          </p:spPr>
        </p:pic>
      </p:grpSp>
    </p:spTree>
  </p:cSld>
  <p:clrMapOvr>
    <a:masterClrMapping/>
  </p:clrMapOvr>
  <p:transition spd="slow">
    <p:wipe/>
  </p:transition>
</p:sld>
</file>

<file path=ppt/theme/theme1.xml><?xml version="1.0" encoding="utf-8"?>
<a:theme xmlns:a="http://schemas.openxmlformats.org/drawingml/2006/main" name="Office 主题​​">
  <a:themeElements>
    <a:clrScheme name="西大模板">
      <a:dk1>
        <a:sysClr val="windowText" lastClr="000000"/>
      </a:dk1>
      <a:lt1>
        <a:sysClr val="window" lastClr="FFFFFF"/>
      </a:lt1>
      <a:dk2>
        <a:srgbClr val="44546A"/>
      </a:dk2>
      <a:lt2>
        <a:srgbClr val="E7E6E6"/>
      </a:lt2>
      <a:accent1>
        <a:srgbClr val="034C9C"/>
      </a:accent1>
      <a:accent2>
        <a:srgbClr val="FFA405"/>
      </a:accent2>
      <a:accent3>
        <a:srgbClr val="B5B5B5"/>
      </a:accent3>
      <a:accent4>
        <a:srgbClr val="D4D9DD"/>
      </a:accent4>
      <a:accent5>
        <a:srgbClr val="66BE96"/>
      </a:accent5>
      <a:accent6>
        <a:srgbClr val="104685"/>
      </a:accent6>
      <a:hlink>
        <a:srgbClr val="0563C1"/>
      </a:hlink>
      <a:folHlink>
        <a:srgbClr val="954F72"/>
      </a:folHlink>
    </a:clrScheme>
    <a:fontScheme name="西大模板">
      <a:majorFont>
        <a:latin typeface="Segoe UI Black"/>
        <a:ea typeface="思源宋体 CN Heavy"/>
        <a:cs typeface=""/>
      </a:majorFont>
      <a:minorFont>
        <a:latin typeface="Segoe U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sz="2000" dirty="0" smtClean="0">
            <a:latin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4770</Words>
  <Application>WPS Office WWO_base_provider_20230817102214-f29abe7703</Application>
  <PresentationFormat>宽屏</PresentationFormat>
  <Paragraphs>569</Paragraphs>
  <Slides>26</Slides>
  <Notes>0</Notes>
  <HiddenSlides>0</HiddenSlides>
  <MMClips>0</MMClips>
  <ScaleCrop>false</ScaleCrop>
  <HeadingPairs>
    <vt:vector size="6" baseType="variant">
      <vt:variant>
        <vt:lpstr>已用的字体</vt:lpstr>
      </vt:variant>
      <vt:variant>
        <vt:i4>28</vt:i4>
      </vt:variant>
      <vt:variant>
        <vt:lpstr>主题</vt:lpstr>
      </vt:variant>
      <vt:variant>
        <vt:i4>1</vt:i4>
      </vt:variant>
      <vt:variant>
        <vt:lpstr>幻灯片标题</vt:lpstr>
      </vt:variant>
      <vt:variant>
        <vt:i4>26</vt:i4>
      </vt:variant>
    </vt:vector>
  </HeadingPairs>
  <TitlesOfParts>
    <vt:vector size="55" baseType="lpstr">
      <vt:lpstr>Arial</vt:lpstr>
      <vt:lpstr>宋体</vt:lpstr>
      <vt:lpstr>Wingdings</vt:lpstr>
      <vt:lpstr>Segoe UI</vt:lpstr>
      <vt:lpstr>微软雅黑</vt:lpstr>
      <vt:lpstr>管峻楷书简体</vt:lpstr>
      <vt:lpstr>汉仪楷体KW</vt:lpstr>
      <vt:lpstr>思源宋体 CN Heavy</vt:lpstr>
      <vt:lpstr>汉仪书宋二KW</vt:lpstr>
      <vt:lpstr>Segoe UI Light</vt:lpstr>
      <vt:lpstr>微软雅黑 Light</vt:lpstr>
      <vt:lpstr>微软雅黑</vt:lpstr>
      <vt:lpstr>汉仪旗黑KW 55S</vt:lpstr>
      <vt:lpstr>Arial Rounded MT Bold</vt:lpstr>
      <vt:lpstr>Segoe UI Light</vt:lpstr>
      <vt:lpstr>Calibri</vt:lpstr>
      <vt:lpstr>思源宋体 CN Heavy</vt:lpstr>
      <vt:lpstr>Helvetica Light</vt:lpstr>
      <vt:lpstr>Calibri Light</vt:lpstr>
      <vt:lpstr>Arial</vt:lpstr>
      <vt:lpstr>Lato Light</vt:lpstr>
      <vt:lpstr>Lato Regular</vt:lpstr>
      <vt:lpstr>Lato Light</vt:lpstr>
      <vt:lpstr>Calibri</vt:lpstr>
      <vt:lpstr>思源黑体 CN Heavy</vt:lpstr>
      <vt:lpstr>微软雅黑 Light</vt:lpstr>
      <vt:lpstr>Noto Naskh Arabic UI</vt:lpstr>
      <vt:lpstr>Kingsoft Confetti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锅炉爷爷</dc:creator>
  <cp:lastModifiedBy>li bin</cp:lastModifiedBy>
  <dcterms:created xsi:type="dcterms:W3CDTF">2023-11-27T03:15:35Z</dcterms:created>
  <dcterms:modified xsi:type="dcterms:W3CDTF">2023-11-27T03:15:35Z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2052-0.0.0.0</vt:lpwstr>
  </property>
</Properties>
</file>