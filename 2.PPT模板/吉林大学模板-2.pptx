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4" r:id="rId3"/>
    <p:sldMasterId id="2147483668" r:id="rId4"/>
    <p:sldMasterId id="2147483672" r:id="rId5"/>
    <p:sldMasterId id="2147483676" r:id="rId6"/>
    <p:sldMasterId id="2147483680" r:id="rId7"/>
    <p:sldMasterId id="2147483684" r:id="rId8"/>
    <p:sldMasterId id="2147483688" r:id="rId9"/>
    <p:sldMasterId id="2147483692" r:id="rId10"/>
  </p:sldMasterIdLst>
  <p:notesMasterIdLst>
    <p:notesMasterId r:id="rId38"/>
  </p:notesMasterIdLst>
  <p:sldIdLst>
    <p:sldId id="470" r:id="rId11"/>
    <p:sldId id="300" r:id="rId12"/>
    <p:sldId id="353" r:id="rId13"/>
    <p:sldId id="472" r:id="rId14"/>
    <p:sldId id="479" r:id="rId15"/>
    <p:sldId id="352" r:id="rId16"/>
    <p:sldId id="482" r:id="rId17"/>
    <p:sldId id="476" r:id="rId18"/>
    <p:sldId id="475" r:id="rId19"/>
    <p:sldId id="478" r:id="rId20"/>
    <p:sldId id="471" r:id="rId21"/>
    <p:sldId id="473" r:id="rId22"/>
    <p:sldId id="480" r:id="rId23"/>
    <p:sldId id="477" r:id="rId24"/>
    <p:sldId id="481" r:id="rId25"/>
    <p:sldId id="483" r:id="rId26"/>
    <p:sldId id="474" r:id="rId27"/>
    <p:sldId id="486" r:id="rId28"/>
    <p:sldId id="485" r:id="rId29"/>
    <p:sldId id="484" r:id="rId30"/>
    <p:sldId id="487" r:id="rId31"/>
    <p:sldId id="488" r:id="rId32"/>
    <p:sldId id="489" r:id="rId33"/>
    <p:sldId id="490" r:id="rId34"/>
    <p:sldId id="491" r:id="rId35"/>
    <p:sldId id="492" r:id="rId36"/>
    <p:sldId id="494" r:id="rId37"/>
  </p:sldIdLst>
  <p:sldSz cx="12190413" cy="6859588"/>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AE43"/>
    <a:srgbClr val="0B4166"/>
    <a:srgbClr val="F8F8F8"/>
    <a:srgbClr val="206A99"/>
    <a:srgbClr val="224982"/>
    <a:srgbClr val="81B747"/>
    <a:srgbClr val="77A3C1"/>
    <a:srgbClr val="31C7C9"/>
    <a:srgbClr val="01ACBE"/>
    <a:srgbClr val="E25E0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88" autoAdjust="0"/>
    <p:restoredTop sz="97778" autoAdjust="0"/>
  </p:normalViewPr>
  <p:slideViewPr>
    <p:cSldViewPr snapToGrid="0" showGuides="1">
      <p:cViewPr varScale="1">
        <p:scale>
          <a:sx n="86" d="100"/>
          <a:sy n="86" d="100"/>
        </p:scale>
        <p:origin x="456" y="84"/>
      </p:cViewPr>
      <p:guideLst>
        <p:guide orient="horz" pos="216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Master" Target="slideMasters/slideMaster10.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 Type="http://schemas.openxmlformats.org/officeDocument/2006/relationships/slideMaster" Target="slideMasters/slideMaster2.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 Type="http://schemas.openxmlformats.org/officeDocument/2006/relationships/slideMaster" Target="slideMasters/slideMaster3.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notesMaster" Target="notesMasters/notesMaster1.xml"/><Relationship Id="rId39" Type="http://schemas.openxmlformats.org/officeDocument/2006/relationships/tags" Target="tags/tag1.xml"/><Relationship Id="rId4" Type="http://schemas.openxmlformats.org/officeDocument/2006/relationships/slideMaster" Target="slideMasters/slideMaster4.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Master" Target="slideMasters/slideMaster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12C8C0-A3D3-487B-AECC-CB6663EAE28D}" type="datetimeFigureOut">
              <a:rPr lang="zh-CN" altLang="en-US" smtClean="0"/>
              <a:t>2022-07-03</a:t>
            </a:fld>
            <a:endParaRPr lang="zh-CN" altLang="en-US"/>
          </a:p>
        </p:txBody>
      </p:sp>
      <p:sp>
        <p:nvSpPr>
          <p:cNvPr id="4" name="幻灯片图像占位符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49D3E0-124D-4DFF-AE99-4EA4CC201DB4}" type="slidenum">
              <a:rPr lang="zh-CN" altLang="en-US" smtClean="0"/>
              <a:t>‹#›</a:t>
            </a:fld>
            <a:endParaRPr lang="zh-CN" altLang="en-US"/>
          </a:p>
        </p:txBody>
      </p:sp>
    </p:spTree>
    <p:extLst>
      <p:ext uri="{BB962C8B-B14F-4D97-AF65-F5344CB8AC3E}">
        <p14:creationId xmlns:p14="http://schemas.microsoft.com/office/powerpoint/2010/main" val="941777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849D3E0-124D-4DFF-AE99-4EA4CC201DB4}" type="slidenum">
              <a:rPr lang="zh-CN" altLang="en-US" smtClean="0"/>
              <a:t>1</a:t>
            </a:fld>
            <a:endParaRPr lang="zh-CN" altLang="en-US"/>
          </a:p>
        </p:txBody>
      </p:sp>
    </p:spTree>
    <p:extLst>
      <p:ext uri="{BB962C8B-B14F-4D97-AF65-F5344CB8AC3E}">
        <p14:creationId xmlns:p14="http://schemas.microsoft.com/office/powerpoint/2010/main" val="1181032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a:t>
            </a:fld>
            <a:endParaRPr lang="zh-CN" altLang="en-US"/>
          </a:p>
        </p:txBody>
      </p:sp>
    </p:spTree>
    <p:extLst>
      <p:ext uri="{BB962C8B-B14F-4D97-AF65-F5344CB8AC3E}">
        <p14:creationId xmlns:p14="http://schemas.microsoft.com/office/powerpoint/2010/main" val="2314836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3</a:t>
            </a:fld>
            <a:endParaRPr lang="zh-CN" altLang="en-US"/>
          </a:p>
        </p:txBody>
      </p:sp>
    </p:spTree>
    <p:extLst>
      <p:ext uri="{BB962C8B-B14F-4D97-AF65-F5344CB8AC3E}">
        <p14:creationId xmlns:p14="http://schemas.microsoft.com/office/powerpoint/2010/main" val="1121752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4</a:t>
            </a:fld>
            <a:endParaRPr lang="zh-CN" altLang="en-US"/>
          </a:p>
        </p:txBody>
      </p:sp>
    </p:spTree>
    <p:extLst>
      <p:ext uri="{BB962C8B-B14F-4D97-AF65-F5344CB8AC3E}">
        <p14:creationId xmlns:p14="http://schemas.microsoft.com/office/powerpoint/2010/main" val="2145544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5</a:t>
            </a:fld>
            <a:endParaRPr lang="zh-CN" altLang="en-US"/>
          </a:p>
        </p:txBody>
      </p:sp>
    </p:spTree>
    <p:extLst>
      <p:ext uri="{BB962C8B-B14F-4D97-AF65-F5344CB8AC3E}">
        <p14:creationId xmlns:p14="http://schemas.microsoft.com/office/powerpoint/2010/main" val="2253155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6</a:t>
            </a:fld>
            <a:endParaRPr lang="zh-CN" altLang="en-US"/>
          </a:p>
        </p:txBody>
      </p:sp>
    </p:spTree>
    <p:extLst>
      <p:ext uri="{BB962C8B-B14F-4D97-AF65-F5344CB8AC3E}">
        <p14:creationId xmlns:p14="http://schemas.microsoft.com/office/powerpoint/2010/main" val="750883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7</a:t>
            </a:fld>
            <a:endParaRPr lang="zh-CN" altLang="en-US"/>
          </a:p>
        </p:txBody>
      </p:sp>
    </p:spTree>
    <p:extLst>
      <p:ext uri="{BB962C8B-B14F-4D97-AF65-F5344CB8AC3E}">
        <p14:creationId xmlns:p14="http://schemas.microsoft.com/office/powerpoint/2010/main" val="1956733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8</a:t>
            </a:fld>
            <a:endParaRPr lang="zh-CN" altLang="en-US"/>
          </a:p>
        </p:txBody>
      </p:sp>
    </p:spTree>
    <p:extLst>
      <p:ext uri="{BB962C8B-B14F-4D97-AF65-F5344CB8AC3E}">
        <p14:creationId xmlns:p14="http://schemas.microsoft.com/office/powerpoint/2010/main" val="1606165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9</a:t>
            </a:fld>
            <a:endParaRPr lang="zh-CN" altLang="en-US"/>
          </a:p>
        </p:txBody>
      </p:sp>
    </p:spTree>
    <p:extLst>
      <p:ext uri="{BB962C8B-B14F-4D97-AF65-F5344CB8AC3E}">
        <p14:creationId xmlns:p14="http://schemas.microsoft.com/office/powerpoint/2010/main" val="23821784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10</a:t>
            </a:fld>
            <a:endParaRPr lang="zh-CN" altLang="en-US"/>
          </a:p>
        </p:txBody>
      </p:sp>
    </p:spTree>
    <p:extLst>
      <p:ext uri="{BB962C8B-B14F-4D97-AF65-F5344CB8AC3E}">
        <p14:creationId xmlns:p14="http://schemas.microsoft.com/office/powerpoint/2010/main" val="3224746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11</a:t>
            </a:fld>
            <a:endParaRPr lang="zh-CN" altLang="en-US"/>
          </a:p>
        </p:txBody>
      </p:sp>
    </p:spTree>
    <p:extLst>
      <p:ext uri="{BB962C8B-B14F-4D97-AF65-F5344CB8AC3E}">
        <p14:creationId xmlns:p14="http://schemas.microsoft.com/office/powerpoint/2010/main" val="6395535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12</a:t>
            </a:fld>
            <a:endParaRPr lang="zh-CN" altLang="en-US"/>
          </a:p>
        </p:txBody>
      </p:sp>
    </p:spTree>
    <p:extLst>
      <p:ext uri="{BB962C8B-B14F-4D97-AF65-F5344CB8AC3E}">
        <p14:creationId xmlns:p14="http://schemas.microsoft.com/office/powerpoint/2010/main" val="13312620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13</a:t>
            </a:fld>
            <a:endParaRPr lang="zh-CN" altLang="en-US"/>
          </a:p>
        </p:txBody>
      </p:sp>
    </p:spTree>
    <p:extLst>
      <p:ext uri="{BB962C8B-B14F-4D97-AF65-F5344CB8AC3E}">
        <p14:creationId xmlns:p14="http://schemas.microsoft.com/office/powerpoint/2010/main" val="16049459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14</a:t>
            </a:fld>
            <a:endParaRPr lang="zh-CN" altLang="en-US"/>
          </a:p>
        </p:txBody>
      </p:sp>
    </p:spTree>
    <p:extLst>
      <p:ext uri="{BB962C8B-B14F-4D97-AF65-F5344CB8AC3E}">
        <p14:creationId xmlns:p14="http://schemas.microsoft.com/office/powerpoint/2010/main" val="41549913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15</a:t>
            </a:fld>
            <a:endParaRPr lang="zh-CN" altLang="en-US"/>
          </a:p>
        </p:txBody>
      </p:sp>
    </p:spTree>
    <p:extLst>
      <p:ext uri="{BB962C8B-B14F-4D97-AF65-F5344CB8AC3E}">
        <p14:creationId xmlns:p14="http://schemas.microsoft.com/office/powerpoint/2010/main" val="30397376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16</a:t>
            </a:fld>
            <a:endParaRPr lang="zh-CN" altLang="en-US"/>
          </a:p>
        </p:txBody>
      </p:sp>
    </p:spTree>
    <p:extLst>
      <p:ext uri="{BB962C8B-B14F-4D97-AF65-F5344CB8AC3E}">
        <p14:creationId xmlns:p14="http://schemas.microsoft.com/office/powerpoint/2010/main" val="37816972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17</a:t>
            </a:fld>
            <a:endParaRPr lang="zh-CN" altLang="en-US"/>
          </a:p>
        </p:txBody>
      </p:sp>
    </p:spTree>
    <p:extLst>
      <p:ext uri="{BB962C8B-B14F-4D97-AF65-F5344CB8AC3E}">
        <p14:creationId xmlns:p14="http://schemas.microsoft.com/office/powerpoint/2010/main" val="21276937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18</a:t>
            </a:fld>
            <a:endParaRPr lang="zh-CN" altLang="en-US"/>
          </a:p>
        </p:txBody>
      </p:sp>
    </p:spTree>
    <p:extLst>
      <p:ext uri="{BB962C8B-B14F-4D97-AF65-F5344CB8AC3E}">
        <p14:creationId xmlns:p14="http://schemas.microsoft.com/office/powerpoint/2010/main" val="4699842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19</a:t>
            </a:fld>
            <a:endParaRPr lang="zh-CN" altLang="en-US"/>
          </a:p>
        </p:txBody>
      </p:sp>
    </p:spTree>
    <p:extLst>
      <p:ext uri="{BB962C8B-B14F-4D97-AF65-F5344CB8AC3E}">
        <p14:creationId xmlns:p14="http://schemas.microsoft.com/office/powerpoint/2010/main" val="29209834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20</a:t>
            </a:fld>
            <a:endParaRPr lang="zh-CN" altLang="en-US"/>
          </a:p>
        </p:txBody>
      </p:sp>
    </p:spTree>
    <p:extLst>
      <p:ext uri="{BB962C8B-B14F-4D97-AF65-F5344CB8AC3E}">
        <p14:creationId xmlns:p14="http://schemas.microsoft.com/office/powerpoint/2010/main" val="31884983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21</a:t>
            </a:fld>
            <a:endParaRPr lang="zh-CN" altLang="en-US"/>
          </a:p>
        </p:txBody>
      </p:sp>
    </p:spTree>
    <p:extLst>
      <p:ext uri="{BB962C8B-B14F-4D97-AF65-F5344CB8AC3E}">
        <p14:creationId xmlns:p14="http://schemas.microsoft.com/office/powerpoint/2010/main" val="29873507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22</a:t>
            </a:fld>
            <a:endParaRPr lang="zh-CN" altLang="en-US"/>
          </a:p>
        </p:txBody>
      </p:sp>
    </p:spTree>
    <p:extLst>
      <p:ext uri="{BB962C8B-B14F-4D97-AF65-F5344CB8AC3E}">
        <p14:creationId xmlns:p14="http://schemas.microsoft.com/office/powerpoint/2010/main" val="8385781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23</a:t>
            </a:fld>
            <a:endParaRPr lang="zh-CN" altLang="en-US"/>
          </a:p>
        </p:txBody>
      </p:sp>
    </p:spTree>
    <p:extLst>
      <p:ext uri="{BB962C8B-B14F-4D97-AF65-F5344CB8AC3E}">
        <p14:creationId xmlns:p14="http://schemas.microsoft.com/office/powerpoint/2010/main" val="19463387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24</a:t>
            </a:fld>
            <a:endParaRPr lang="zh-CN" altLang="en-US"/>
          </a:p>
        </p:txBody>
      </p:sp>
    </p:spTree>
    <p:extLst>
      <p:ext uri="{BB962C8B-B14F-4D97-AF65-F5344CB8AC3E}">
        <p14:creationId xmlns:p14="http://schemas.microsoft.com/office/powerpoint/2010/main" val="2485853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25</a:t>
            </a:fld>
            <a:endParaRPr lang="zh-CN" altLang="en-US"/>
          </a:p>
        </p:txBody>
      </p:sp>
    </p:spTree>
    <p:extLst>
      <p:ext uri="{BB962C8B-B14F-4D97-AF65-F5344CB8AC3E}">
        <p14:creationId xmlns:p14="http://schemas.microsoft.com/office/powerpoint/2010/main" val="14972217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26</a:t>
            </a:fld>
            <a:endParaRPr lang="zh-CN" altLang="en-US"/>
          </a:p>
        </p:txBody>
      </p:sp>
    </p:spTree>
    <p:extLst>
      <p:ext uri="{BB962C8B-B14F-4D97-AF65-F5344CB8AC3E}">
        <p14:creationId xmlns:p14="http://schemas.microsoft.com/office/powerpoint/2010/main" val="12464400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849D3E0-124D-4DFF-AE99-4EA4CC201DB4}" type="slidenum">
              <a:rPr lang="zh-CN" altLang="en-US" smtClean="0"/>
              <a:t>27</a:t>
            </a:fld>
            <a:endParaRPr lang="zh-CN" altLang="en-US"/>
          </a:p>
        </p:txBody>
      </p:sp>
    </p:spTree>
    <p:extLst>
      <p:ext uri="{BB962C8B-B14F-4D97-AF65-F5344CB8AC3E}">
        <p14:creationId xmlns:p14="http://schemas.microsoft.com/office/powerpoint/2010/main" val="1770480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 Id="rId4" Type="http://schemas.microsoft.com/office/2007/relationships/hdphoto" Target="../media/hdphoto1.wdp"/></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3.png"/><Relationship Id="rId4" Type="http://schemas.microsoft.com/office/2007/relationships/hdphoto" Target="../media/hdphoto1.wdp"/></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3.png"/><Relationship Id="rId4" Type="http://schemas.microsoft.com/office/2007/relationships/hdphoto" Target="../media/hdphoto1.wdp"/></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3.png"/><Relationship Id="rId4" Type="http://schemas.microsoft.com/office/2007/relationships/hdphoto" Target="../media/hdphoto1.wdp"/></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 Id="rId3" Type="http://schemas.openxmlformats.org/officeDocument/2006/relationships/image" Target="../media/image3.png"/><Relationship Id="rId4" Type="http://schemas.microsoft.com/office/2007/relationships/hdphoto" Target="../media/hdphoto1.wdp"/></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png"/><Relationship Id="rId3" Type="http://schemas.openxmlformats.org/officeDocument/2006/relationships/image" Target="../media/image3.png"/><Relationship Id="rId4" Type="http://schemas.microsoft.com/office/2007/relationships/hdphoto" Target="../media/hdphoto1.wdp"/></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png"/><Relationship Id="rId3" Type="http://schemas.openxmlformats.org/officeDocument/2006/relationships/image" Target="../media/image3.png"/><Relationship Id="rId4" Type="http://schemas.microsoft.com/office/2007/relationships/hdphoto" Target="../media/hdphoto1.wdp"/></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2.png"/><Relationship Id="rId3" Type="http://schemas.openxmlformats.org/officeDocument/2006/relationships/image" Target="../media/image3.png"/><Relationship Id="rId4" Type="http://schemas.microsoft.com/office/2007/relationships/hdphoto" Target="../media/hdphoto1.wdp"/></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802" y="1122624"/>
            <a:ext cx="9142810" cy="2388153"/>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3802" y="3602873"/>
            <a:ext cx="9142810" cy="165614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4C4388EF-52D1-4258-9BE5-BCD010C7D4DE}"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1036915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C4388EF-52D1-4258-9BE5-BCD010C7D4DE}"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1875678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743" y="1710135"/>
            <a:ext cx="10514231" cy="2853398"/>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743" y="4590527"/>
            <a:ext cx="10514231" cy="1500534"/>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4C4388EF-52D1-4258-9BE5-BCD010C7D4DE}"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3568261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091" y="1826048"/>
            <a:ext cx="5180926" cy="435234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396" y="1826048"/>
            <a:ext cx="5180926" cy="435234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C4388EF-52D1-4258-9BE5-BCD010C7D4DE}" type="datetimeFigureOut">
              <a:rPr lang="zh-CN" altLang="en-US" smtClean="0"/>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828902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680" y="365211"/>
            <a:ext cx="10514231" cy="1325870"/>
          </a:xfrm>
        </p:spPr>
        <p:txBody>
          <a:bodyPr/>
          <a:lstStyle/>
          <a:p>
            <a:r>
              <a:rPr lang="zh-CN" altLang="en-US"/>
              <a:t>单击此处编辑母版标题样式</a:t>
            </a:r>
          </a:p>
        </p:txBody>
      </p:sp>
      <p:sp>
        <p:nvSpPr>
          <p:cNvPr id="3" name="文本占位符 2"/>
          <p:cNvSpPr>
            <a:spLocks noGrp="1"/>
          </p:cNvSpPr>
          <p:nvPr>
            <p:ph type="body" idx="1"/>
          </p:nvPr>
        </p:nvSpPr>
        <p:spPr>
          <a:xfrm>
            <a:off x="839679" y="1681553"/>
            <a:ext cx="5157116" cy="82410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679" y="2505656"/>
            <a:ext cx="5157116" cy="3685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1398" y="1681553"/>
            <a:ext cx="5182513" cy="82410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1398" y="2505656"/>
            <a:ext cx="5182513" cy="3685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C4388EF-52D1-4258-9BE5-BCD010C7D4DE}" type="datetimeFigureOut">
              <a:rPr lang="zh-CN" altLang="en-US" smtClean="0"/>
              <a:t>2022-07-03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3859191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C4388EF-52D1-4258-9BE5-BCD010C7D4DE}" type="datetimeFigureOut">
              <a:rPr lang="zh-CN" altLang="en-US" smtClean="0"/>
              <a:t>2022-07-03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3868750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C4388EF-52D1-4258-9BE5-BCD010C7D4DE}" type="datetimeFigureOut">
              <a:rPr lang="zh-CN" altLang="en-US" smtClean="0"/>
              <a:t>2022-07-03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3239858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679" y="457307"/>
            <a:ext cx="3931725" cy="1600571"/>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2514" y="987654"/>
            <a:ext cx="6171397" cy="487475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679" y="2057877"/>
            <a:ext cx="3931725" cy="38124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C4388EF-52D1-4258-9BE5-BCD010C7D4DE}" type="datetimeFigureOut">
              <a:rPr lang="zh-CN" altLang="en-US" smtClean="0"/>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2088435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679" y="457307"/>
            <a:ext cx="3931725" cy="1600571"/>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2514" y="987654"/>
            <a:ext cx="6171397" cy="487475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679" y="2057877"/>
            <a:ext cx="3931725" cy="38124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C4388EF-52D1-4258-9BE5-BCD010C7D4DE}" type="datetimeFigureOut">
              <a:rPr lang="zh-CN" altLang="en-US" smtClean="0"/>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2226505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C4388EF-52D1-4258-9BE5-BCD010C7D4DE}"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3873770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3764" y="365209"/>
            <a:ext cx="2628558" cy="581318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092" y="365209"/>
            <a:ext cx="7733293" cy="581318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C4388EF-52D1-4258-9BE5-BCD010C7D4DE}"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12927235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JM">
                <a:solidFill>
                  <a:prstClr val="white">
                    <a:lumMod val="65000"/>
                  </a:prstClr>
                </a:solidFill>
              </a:rPr>
              <a:t>WWW.DESIGNERSPARADISE.COM</a:t>
            </a:r>
            <a:endParaRPr lang="en-JM" dirty="0">
              <a:solidFill>
                <a:prstClr val="white">
                  <a:lumMod val="65000"/>
                </a:prstClr>
              </a:solidFill>
            </a:endParaRPr>
          </a:p>
        </p:txBody>
      </p:sp>
    </p:spTree>
    <p:extLst>
      <p:ext uri="{BB962C8B-B14F-4D97-AF65-F5344CB8AC3E}">
        <p14:creationId xmlns:p14="http://schemas.microsoft.com/office/powerpoint/2010/main" val="6327981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JM">
                <a:solidFill>
                  <a:prstClr val="white">
                    <a:lumMod val="65000"/>
                  </a:prstClr>
                </a:solidFill>
              </a:rPr>
              <a:t>xiaoer.yanj.cn</a:t>
            </a:r>
            <a:endParaRPr lang="en-JM"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extLst>
      <p:ext uri="{BB962C8B-B14F-4D97-AF65-F5344CB8AC3E}">
        <p14:creationId xmlns:p14="http://schemas.microsoft.com/office/powerpoint/2010/main" val="83489971"/>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JM" sz="1800" b="0" i="0" u="none" strike="noStrike" kern="1200" cap="none" spc="0" normalizeH="0" baseline="0" noProof="0" dirty="0">
              <a:ln>
                <a:noFill/>
              </a:ln>
              <a:solidFill>
                <a:srgbClr val="F34F57"/>
              </a:solidFill>
              <a:effectLst/>
              <a:uLnTx/>
              <a:uFillTx/>
              <a:latin typeface="Calibri"/>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JM" smtClean="0">
                <a:solidFill>
                  <a:prstClr val="black">
                    <a:tint val="75000"/>
                  </a:prstClr>
                </a:solidFill>
              </a:rPr>
              <a:pPr>
                <a:defRPr/>
              </a:pPr>
              <a:t>3/7/2022</a:t>
            </a:fld>
            <a:endParaRPr lang="en-JM" dirty="0">
              <a:solidFill>
                <a:prstClr val="black">
                  <a:tint val="75000"/>
                </a:prstClr>
              </a:solidFill>
            </a:endParaRPr>
          </a:p>
        </p:txBody>
      </p:sp>
    </p:spTree>
    <p:extLst>
      <p:ext uri="{BB962C8B-B14F-4D97-AF65-F5344CB8AC3E}">
        <p14:creationId xmlns:p14="http://schemas.microsoft.com/office/powerpoint/2010/main" val="12554970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JM">
                <a:solidFill>
                  <a:prstClr val="white">
                    <a:lumMod val="65000"/>
                  </a:prstClr>
                </a:solidFill>
              </a:rPr>
              <a:t>WWW.DESIGNERSPARADISE.COM</a:t>
            </a:r>
            <a:endParaRPr lang="en-JM" dirty="0">
              <a:solidFill>
                <a:prstClr val="white">
                  <a:lumMod val="65000"/>
                </a:prstClr>
              </a:solidFill>
            </a:endParaRPr>
          </a:p>
        </p:txBody>
      </p:sp>
    </p:spTree>
    <p:extLst>
      <p:ext uri="{BB962C8B-B14F-4D97-AF65-F5344CB8AC3E}">
        <p14:creationId xmlns:p14="http://schemas.microsoft.com/office/powerpoint/2010/main" val="27464534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JM">
                <a:solidFill>
                  <a:prstClr val="white">
                    <a:lumMod val="65000"/>
                  </a:prstClr>
                </a:solidFill>
              </a:rPr>
              <a:t>xiaoer.yanj.cn</a:t>
            </a:r>
            <a:endParaRPr lang="en-JM"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extLst>
      <p:ext uri="{BB962C8B-B14F-4D97-AF65-F5344CB8AC3E}">
        <p14:creationId xmlns:p14="http://schemas.microsoft.com/office/powerpoint/2010/main" val="2170962210"/>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JM" sz="1800" b="0" i="0" u="none" strike="noStrike" kern="1200" cap="none" spc="0" normalizeH="0" baseline="0" noProof="0" dirty="0">
              <a:ln>
                <a:noFill/>
              </a:ln>
              <a:solidFill>
                <a:srgbClr val="F34F57"/>
              </a:solidFill>
              <a:effectLst/>
              <a:uLnTx/>
              <a:uFillTx/>
              <a:latin typeface="Calibri"/>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JM" smtClean="0">
                <a:solidFill>
                  <a:prstClr val="black">
                    <a:tint val="75000"/>
                  </a:prstClr>
                </a:solidFill>
              </a:rPr>
              <a:pPr>
                <a:defRPr/>
              </a:pPr>
              <a:t>3/7/2022</a:t>
            </a:fld>
            <a:endParaRPr lang="en-JM" dirty="0">
              <a:solidFill>
                <a:prstClr val="black">
                  <a:tint val="75000"/>
                </a:prstClr>
              </a:solidFill>
            </a:endParaRPr>
          </a:p>
        </p:txBody>
      </p:sp>
    </p:spTree>
    <p:extLst>
      <p:ext uri="{BB962C8B-B14F-4D97-AF65-F5344CB8AC3E}">
        <p14:creationId xmlns:p14="http://schemas.microsoft.com/office/powerpoint/2010/main" val="27181684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JM">
                <a:solidFill>
                  <a:prstClr val="white">
                    <a:lumMod val="65000"/>
                  </a:prstClr>
                </a:solidFill>
              </a:rPr>
              <a:t>WWW.DESIGNERSPARADISE.COM</a:t>
            </a:r>
            <a:endParaRPr lang="en-JM" dirty="0">
              <a:solidFill>
                <a:prstClr val="white">
                  <a:lumMod val="65000"/>
                </a:prstClr>
              </a:solidFill>
            </a:endParaRPr>
          </a:p>
        </p:txBody>
      </p:sp>
    </p:spTree>
    <p:extLst>
      <p:ext uri="{BB962C8B-B14F-4D97-AF65-F5344CB8AC3E}">
        <p14:creationId xmlns:p14="http://schemas.microsoft.com/office/powerpoint/2010/main" val="29289329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JM">
                <a:solidFill>
                  <a:prstClr val="white">
                    <a:lumMod val="65000"/>
                  </a:prstClr>
                </a:solidFill>
              </a:rPr>
              <a:t>xiaoer.yanj.cn</a:t>
            </a:r>
            <a:endParaRPr lang="en-JM"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extLst>
      <p:ext uri="{BB962C8B-B14F-4D97-AF65-F5344CB8AC3E}">
        <p14:creationId xmlns:p14="http://schemas.microsoft.com/office/powerpoint/2010/main" val="1697907939"/>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JM" sz="1800" b="0" i="0" u="none" strike="noStrike" kern="1200" cap="none" spc="0" normalizeH="0" baseline="0" noProof="0" dirty="0">
              <a:ln>
                <a:noFill/>
              </a:ln>
              <a:solidFill>
                <a:srgbClr val="F34F57"/>
              </a:solidFill>
              <a:effectLst/>
              <a:uLnTx/>
              <a:uFillTx/>
              <a:latin typeface="Calibri"/>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JM" smtClean="0">
                <a:solidFill>
                  <a:prstClr val="black">
                    <a:tint val="75000"/>
                  </a:prstClr>
                </a:solidFill>
              </a:rPr>
              <a:pPr>
                <a:defRPr/>
              </a:pPr>
              <a:t>3/7/2022</a:t>
            </a:fld>
            <a:endParaRPr lang="en-JM" dirty="0">
              <a:solidFill>
                <a:prstClr val="black">
                  <a:tint val="75000"/>
                </a:prstClr>
              </a:solidFill>
            </a:endParaRPr>
          </a:p>
        </p:txBody>
      </p:sp>
    </p:spTree>
    <p:extLst>
      <p:ext uri="{BB962C8B-B14F-4D97-AF65-F5344CB8AC3E}">
        <p14:creationId xmlns:p14="http://schemas.microsoft.com/office/powerpoint/2010/main" val="22147381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JM">
                <a:solidFill>
                  <a:prstClr val="white">
                    <a:lumMod val="65000"/>
                  </a:prstClr>
                </a:solidFill>
              </a:rPr>
              <a:t>WWW.DESIGNERSPARADISE.COM</a:t>
            </a:r>
            <a:endParaRPr lang="en-JM" dirty="0">
              <a:solidFill>
                <a:prstClr val="white">
                  <a:lumMod val="65000"/>
                </a:prstClr>
              </a:solidFill>
            </a:endParaRPr>
          </a:p>
        </p:txBody>
      </p:sp>
    </p:spTree>
    <p:extLst>
      <p:ext uri="{BB962C8B-B14F-4D97-AF65-F5344CB8AC3E}">
        <p14:creationId xmlns:p14="http://schemas.microsoft.com/office/powerpoint/2010/main" val="2903039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JM">
                <a:solidFill>
                  <a:prstClr val="white">
                    <a:lumMod val="65000"/>
                  </a:prstClr>
                </a:solidFill>
              </a:rPr>
              <a:t>xiaoer.yanj.cn</a:t>
            </a:r>
            <a:endParaRPr lang="en-JM"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extLst>
      <p:ext uri="{BB962C8B-B14F-4D97-AF65-F5344CB8AC3E}">
        <p14:creationId xmlns:p14="http://schemas.microsoft.com/office/powerpoint/2010/main" val="2945302849"/>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JM" sz="1800" b="0" i="0" u="none" strike="noStrike" kern="1200" cap="none" spc="0" normalizeH="0" baseline="0" noProof="0" dirty="0">
              <a:ln>
                <a:noFill/>
              </a:ln>
              <a:solidFill>
                <a:srgbClr val="F34F57"/>
              </a:solidFill>
              <a:effectLst/>
              <a:uLnTx/>
              <a:uFillTx/>
              <a:latin typeface="Calibri"/>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JM" smtClean="0">
                <a:solidFill>
                  <a:prstClr val="black">
                    <a:tint val="75000"/>
                  </a:prstClr>
                </a:solidFill>
              </a:rPr>
              <a:pPr>
                <a:defRPr/>
              </a:pPr>
              <a:t>3/7/2022</a:t>
            </a:fld>
            <a:endParaRPr lang="en-JM" dirty="0">
              <a:solidFill>
                <a:prstClr val="black">
                  <a:tint val="75000"/>
                </a:prstClr>
              </a:solidFill>
            </a:endParaRPr>
          </a:p>
        </p:txBody>
      </p:sp>
    </p:spTree>
    <p:extLst>
      <p:ext uri="{BB962C8B-B14F-4D97-AF65-F5344CB8AC3E}">
        <p14:creationId xmlns:p14="http://schemas.microsoft.com/office/powerpoint/2010/main" val="41629907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JM">
                <a:solidFill>
                  <a:prstClr val="white">
                    <a:lumMod val="65000"/>
                  </a:prstClr>
                </a:solidFill>
              </a:rPr>
              <a:t>WWW.DESIGNERSPARADISE.COM</a:t>
            </a:r>
            <a:endParaRPr lang="en-JM" dirty="0">
              <a:solidFill>
                <a:prstClr val="white">
                  <a:lumMod val="65000"/>
                </a:prstClr>
              </a:solidFill>
            </a:endParaRPr>
          </a:p>
        </p:txBody>
      </p:sp>
    </p:spTree>
    <p:extLst>
      <p:ext uri="{BB962C8B-B14F-4D97-AF65-F5344CB8AC3E}">
        <p14:creationId xmlns:p14="http://schemas.microsoft.com/office/powerpoint/2010/main" val="2737292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JM">
                <a:solidFill>
                  <a:prstClr val="white">
                    <a:lumMod val="65000"/>
                  </a:prstClr>
                </a:solidFill>
              </a:rPr>
              <a:t>xiaoer.yanj.cn</a:t>
            </a:r>
            <a:endParaRPr lang="en-JM"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extLst>
      <p:ext uri="{BB962C8B-B14F-4D97-AF65-F5344CB8AC3E}">
        <p14:creationId xmlns:p14="http://schemas.microsoft.com/office/powerpoint/2010/main" val="1174124145"/>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JM" sz="1800" b="0" i="0" u="none" strike="noStrike" kern="1200" cap="none" spc="0" normalizeH="0" baseline="0" noProof="0" dirty="0">
              <a:ln>
                <a:noFill/>
              </a:ln>
              <a:solidFill>
                <a:srgbClr val="F34F57"/>
              </a:solidFill>
              <a:effectLst/>
              <a:uLnTx/>
              <a:uFillTx/>
              <a:latin typeface="Calibri"/>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JM" smtClean="0">
                <a:solidFill>
                  <a:prstClr val="black">
                    <a:tint val="75000"/>
                  </a:prstClr>
                </a:solidFill>
              </a:rPr>
              <a:pPr>
                <a:defRPr/>
              </a:pPr>
              <a:t>3/7/2022</a:t>
            </a:fld>
            <a:endParaRPr lang="en-JM" dirty="0">
              <a:solidFill>
                <a:prstClr val="black">
                  <a:tint val="75000"/>
                </a:prstClr>
              </a:solidFill>
            </a:endParaRPr>
          </a:p>
        </p:txBody>
      </p:sp>
    </p:spTree>
    <p:extLst>
      <p:ext uri="{BB962C8B-B14F-4D97-AF65-F5344CB8AC3E}">
        <p14:creationId xmlns:p14="http://schemas.microsoft.com/office/powerpoint/2010/main" val="21184742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JM">
                <a:solidFill>
                  <a:prstClr val="white">
                    <a:lumMod val="65000"/>
                  </a:prstClr>
                </a:solidFill>
              </a:rPr>
              <a:t>WWW.DESIGNERSPARADISE.COM</a:t>
            </a:r>
            <a:endParaRPr lang="en-JM" dirty="0">
              <a:solidFill>
                <a:prstClr val="white">
                  <a:lumMod val="65000"/>
                </a:prstClr>
              </a:solidFill>
            </a:endParaRPr>
          </a:p>
        </p:txBody>
      </p:sp>
    </p:spTree>
    <p:extLst>
      <p:ext uri="{BB962C8B-B14F-4D97-AF65-F5344CB8AC3E}">
        <p14:creationId xmlns:p14="http://schemas.microsoft.com/office/powerpoint/2010/main" val="29469444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JM">
                <a:solidFill>
                  <a:prstClr val="white">
                    <a:lumMod val="65000"/>
                  </a:prstClr>
                </a:solidFill>
              </a:rPr>
              <a:t>xiaoer.yanj.cn</a:t>
            </a:r>
            <a:endParaRPr lang="en-JM"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extLst>
      <p:ext uri="{BB962C8B-B14F-4D97-AF65-F5344CB8AC3E}">
        <p14:creationId xmlns:p14="http://schemas.microsoft.com/office/powerpoint/2010/main" val="1502747024"/>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JM" sz="1800" b="0" i="0" u="none" strike="noStrike" kern="1200" cap="none" spc="0" normalizeH="0" baseline="0" noProof="0" dirty="0">
              <a:ln>
                <a:noFill/>
              </a:ln>
              <a:solidFill>
                <a:srgbClr val="F34F57"/>
              </a:solidFill>
              <a:effectLst/>
              <a:uLnTx/>
              <a:uFillTx/>
              <a:latin typeface="Calibri"/>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JM" smtClean="0">
                <a:solidFill>
                  <a:prstClr val="black">
                    <a:tint val="75000"/>
                  </a:prstClr>
                </a:solidFill>
              </a:rPr>
              <a:pPr>
                <a:defRPr/>
              </a:pPr>
              <a:t>3/7/2022</a:t>
            </a:fld>
            <a:endParaRPr lang="en-JM" dirty="0">
              <a:solidFill>
                <a:prstClr val="black">
                  <a:tint val="75000"/>
                </a:prstClr>
              </a:solidFill>
            </a:endParaRPr>
          </a:p>
        </p:txBody>
      </p:sp>
    </p:spTree>
    <p:extLst>
      <p:ext uri="{BB962C8B-B14F-4D97-AF65-F5344CB8AC3E}">
        <p14:creationId xmlns:p14="http://schemas.microsoft.com/office/powerpoint/2010/main" val="33801515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JM">
                <a:solidFill>
                  <a:prstClr val="white">
                    <a:lumMod val="65000"/>
                  </a:prstClr>
                </a:solidFill>
              </a:rPr>
              <a:t>WWW.DESIGNERSPARADISE.COM</a:t>
            </a:r>
            <a:endParaRPr lang="en-JM" dirty="0">
              <a:solidFill>
                <a:prstClr val="white">
                  <a:lumMod val="65000"/>
                </a:prstClr>
              </a:solidFill>
            </a:endParaRPr>
          </a:p>
        </p:txBody>
      </p:sp>
    </p:spTree>
    <p:extLst>
      <p:ext uri="{BB962C8B-B14F-4D97-AF65-F5344CB8AC3E}">
        <p14:creationId xmlns:p14="http://schemas.microsoft.com/office/powerpoint/2010/main" val="35212940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JM">
                <a:solidFill>
                  <a:prstClr val="white">
                    <a:lumMod val="65000"/>
                  </a:prstClr>
                </a:solidFill>
              </a:rPr>
              <a:t>xiaoer.yanj.cn</a:t>
            </a:r>
            <a:endParaRPr lang="en-JM"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extLst>
      <p:ext uri="{BB962C8B-B14F-4D97-AF65-F5344CB8AC3E}">
        <p14:creationId xmlns:p14="http://schemas.microsoft.com/office/powerpoint/2010/main" val="218163827"/>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JM" sz="1800" b="0" i="0" u="none" strike="noStrike" kern="1200" cap="none" spc="0" normalizeH="0" baseline="0" noProof="0" dirty="0">
              <a:ln>
                <a:noFill/>
              </a:ln>
              <a:solidFill>
                <a:srgbClr val="F34F57"/>
              </a:solidFill>
              <a:effectLst/>
              <a:uLnTx/>
              <a:uFillTx/>
              <a:latin typeface="Calibri"/>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JM" smtClean="0">
                <a:solidFill>
                  <a:prstClr val="black">
                    <a:tint val="75000"/>
                  </a:prstClr>
                </a:solidFill>
              </a:rPr>
              <a:pPr>
                <a:defRPr/>
              </a:pPr>
              <a:t>3/7/2022</a:t>
            </a:fld>
            <a:endParaRPr lang="en-JM" dirty="0">
              <a:solidFill>
                <a:prstClr val="black">
                  <a:tint val="75000"/>
                </a:prstClr>
              </a:solidFill>
            </a:endParaRPr>
          </a:p>
        </p:txBody>
      </p:sp>
    </p:spTree>
    <p:extLst>
      <p:ext uri="{BB962C8B-B14F-4D97-AF65-F5344CB8AC3E}">
        <p14:creationId xmlns:p14="http://schemas.microsoft.com/office/powerpoint/2010/main" val="29321362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JM">
                <a:solidFill>
                  <a:prstClr val="white">
                    <a:lumMod val="65000"/>
                  </a:prstClr>
                </a:solidFill>
              </a:rPr>
              <a:t>WWW.DESIGNERSPARADISE.COM</a:t>
            </a:r>
            <a:endParaRPr lang="en-JM" dirty="0">
              <a:solidFill>
                <a:prstClr val="white">
                  <a:lumMod val="65000"/>
                </a:prstClr>
              </a:solidFill>
            </a:endParaRPr>
          </a:p>
        </p:txBody>
      </p:sp>
    </p:spTree>
    <p:extLst>
      <p:ext uri="{BB962C8B-B14F-4D97-AF65-F5344CB8AC3E}">
        <p14:creationId xmlns:p14="http://schemas.microsoft.com/office/powerpoint/2010/main" val="19639507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JM">
                <a:solidFill>
                  <a:prstClr val="white">
                    <a:lumMod val="65000"/>
                  </a:prstClr>
                </a:solidFill>
              </a:rPr>
              <a:t>xiaoer.yanj.cn</a:t>
            </a:r>
            <a:endParaRPr lang="en-JM"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extLst>
      <p:ext uri="{BB962C8B-B14F-4D97-AF65-F5344CB8AC3E}">
        <p14:creationId xmlns:p14="http://schemas.microsoft.com/office/powerpoint/2010/main" val="3552026902"/>
      </p:ext>
    </p:extLst>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JM" sz="1800" b="0" i="0" u="none" strike="noStrike" kern="1200" cap="none" spc="0" normalizeH="0" baseline="0" noProof="0" dirty="0">
              <a:ln>
                <a:noFill/>
              </a:ln>
              <a:solidFill>
                <a:srgbClr val="F34F57"/>
              </a:solidFill>
              <a:effectLst/>
              <a:uLnTx/>
              <a:uFillTx/>
              <a:latin typeface="Calibri"/>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JM" smtClean="0">
                <a:solidFill>
                  <a:prstClr val="black">
                    <a:tint val="75000"/>
                  </a:prstClr>
                </a:solidFill>
              </a:rPr>
              <a:pPr>
                <a:defRPr/>
              </a:pPr>
              <a:t>3/7/2022</a:t>
            </a:fld>
            <a:endParaRPr lang="en-JM" dirty="0">
              <a:solidFill>
                <a:prstClr val="black">
                  <a:tint val="75000"/>
                </a:prstClr>
              </a:solidFill>
            </a:endParaRPr>
          </a:p>
        </p:txBody>
      </p:sp>
    </p:spTree>
    <p:extLst>
      <p:ext uri="{BB962C8B-B14F-4D97-AF65-F5344CB8AC3E}">
        <p14:creationId xmlns:p14="http://schemas.microsoft.com/office/powerpoint/2010/main" val="19159256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282" y="2130922"/>
            <a:ext cx="10361851" cy="1470365"/>
          </a:xfrm>
        </p:spPr>
        <p:txBody>
          <a:bodyPr/>
          <a:lstStyle/>
          <a:p>
            <a:r>
              <a:rPr lang="en-US"/>
              <a:t>Click to edit Master title style</a:t>
            </a:r>
          </a:p>
        </p:txBody>
      </p:sp>
      <p:sp>
        <p:nvSpPr>
          <p:cNvPr id="3" name="Subtitle 2"/>
          <p:cNvSpPr>
            <a:spLocks noGrp="1"/>
          </p:cNvSpPr>
          <p:nvPr>
            <p:ph type="subTitle" idx="1"/>
          </p:nvPr>
        </p:nvSpPr>
        <p:spPr>
          <a:xfrm>
            <a:off x="1828563" y="3887100"/>
            <a:ext cx="8533289" cy="1753006"/>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406E9206-D2D6-4057-92D4-39C87A03E66D}" type="datetime1">
              <a:rPr lang="en-US" altLang="zh-CN" smtClean="0">
                <a:solidFill>
                  <a:prstClr val="black">
                    <a:tint val="75000"/>
                  </a:prstClr>
                </a:solidFill>
              </a:rPr>
              <a:pPr>
                <a:defRPr/>
              </a:pPr>
              <a:t>7/3/2022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5896262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C052E9E1-D97D-4C90-BB96-FA1ED58B786F}" type="datetime1">
              <a:rPr lang="en-US" altLang="zh-CN" smtClean="0">
                <a:solidFill>
                  <a:prstClr val="black">
                    <a:tint val="75000"/>
                  </a:prstClr>
                </a:solidFill>
              </a:rPr>
              <a:pPr>
                <a:defRPr/>
              </a:pPr>
              <a:t>7/3/2022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91156281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960" y="4407923"/>
            <a:ext cx="10361851" cy="1362390"/>
          </a:xfrm>
        </p:spPr>
        <p:txBody>
          <a:bodyPr anchor="t"/>
          <a:lstStyle>
            <a:lvl1pPr algn="l">
              <a:defRPr sz="5400" b="1" cap="all"/>
            </a:lvl1pPr>
          </a:lstStyle>
          <a:p>
            <a:r>
              <a:rPr lang="en-US"/>
              <a:t>Click to edit Master title style</a:t>
            </a:r>
          </a:p>
        </p:txBody>
      </p:sp>
      <p:sp>
        <p:nvSpPr>
          <p:cNvPr id="3" name="Text Placeholder 2"/>
          <p:cNvSpPr>
            <a:spLocks noGrp="1"/>
          </p:cNvSpPr>
          <p:nvPr>
            <p:ph type="body" idx="1"/>
          </p:nvPr>
        </p:nvSpPr>
        <p:spPr>
          <a:xfrm>
            <a:off x="962960" y="2907387"/>
            <a:ext cx="10361851" cy="1500534"/>
          </a:xfrm>
        </p:spPr>
        <p:txBody>
          <a:bodyPr anchor="b"/>
          <a:lstStyle>
            <a:lvl1pPr marL="0" indent="0">
              <a:buNone/>
              <a:defRPr sz="2700">
                <a:solidFill>
                  <a:schemeClr val="tx1">
                    <a:tint val="75000"/>
                  </a:schemeClr>
                </a:solidFill>
              </a:defRPr>
            </a:lvl1pPr>
            <a:lvl2pPr marL="609585" indent="0">
              <a:buNone/>
              <a:defRPr sz="2400">
                <a:solidFill>
                  <a:schemeClr val="tx1">
                    <a:tint val="75000"/>
                  </a:schemeClr>
                </a:solidFill>
              </a:defRPr>
            </a:lvl2pPr>
            <a:lvl3pPr marL="1219170" indent="0">
              <a:buNone/>
              <a:defRPr sz="2200">
                <a:solidFill>
                  <a:schemeClr val="tx1">
                    <a:tint val="75000"/>
                  </a:schemeClr>
                </a:solidFill>
              </a:defRPr>
            </a:lvl3pPr>
            <a:lvl4pPr marL="1828754" indent="0">
              <a:buNone/>
              <a:defRPr sz="1900">
                <a:solidFill>
                  <a:schemeClr val="tx1">
                    <a:tint val="75000"/>
                  </a:schemeClr>
                </a:solidFill>
              </a:defRPr>
            </a:lvl4pPr>
            <a:lvl5pPr marL="2438339" indent="0">
              <a:buNone/>
              <a:defRPr sz="1900">
                <a:solidFill>
                  <a:schemeClr val="tx1">
                    <a:tint val="75000"/>
                  </a:schemeClr>
                </a:solidFill>
              </a:defRPr>
            </a:lvl5pPr>
            <a:lvl6pPr marL="3047924" indent="0">
              <a:buNone/>
              <a:defRPr sz="1900">
                <a:solidFill>
                  <a:schemeClr val="tx1">
                    <a:tint val="75000"/>
                  </a:schemeClr>
                </a:solidFill>
              </a:defRPr>
            </a:lvl6pPr>
            <a:lvl7pPr marL="3657509" indent="0">
              <a:buNone/>
              <a:defRPr sz="1900">
                <a:solidFill>
                  <a:schemeClr val="tx1">
                    <a:tint val="75000"/>
                  </a:schemeClr>
                </a:solidFill>
              </a:defRPr>
            </a:lvl7pPr>
            <a:lvl8pPr marL="4267093" indent="0">
              <a:buNone/>
              <a:defRPr sz="1900">
                <a:solidFill>
                  <a:schemeClr val="tx1">
                    <a:tint val="75000"/>
                  </a:schemeClr>
                </a:solidFill>
              </a:defRPr>
            </a:lvl8pPr>
            <a:lvl9pPr marL="4876678"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14779EE-1E16-4CC5-A459-C716090F6017}" type="datetime1">
              <a:rPr lang="en-US" altLang="zh-CN" smtClean="0">
                <a:solidFill>
                  <a:prstClr val="black">
                    <a:tint val="75000"/>
                  </a:prstClr>
                </a:solidFill>
              </a:rPr>
              <a:pPr>
                <a:defRPr/>
              </a:pPr>
              <a:t>7/3/2022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6515700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522" y="1600572"/>
            <a:ext cx="5384099" cy="4527011"/>
          </a:xfrm>
        </p:spPr>
        <p:txBody>
          <a:bodyPr/>
          <a:lstStyle>
            <a:lvl1pPr>
              <a:defRPr sz="38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6794" y="1600572"/>
            <a:ext cx="5384099" cy="4527011"/>
          </a:xfrm>
        </p:spPr>
        <p:txBody>
          <a:bodyPr/>
          <a:lstStyle>
            <a:lvl1pPr>
              <a:defRPr sz="38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A3311C9F-D64E-4824-A709-CF61DE4E0BDD}" type="datetime1">
              <a:rPr lang="en-US" altLang="zh-CN" smtClean="0">
                <a:solidFill>
                  <a:prstClr val="black">
                    <a:tint val="75000"/>
                  </a:prstClr>
                </a:solidFill>
              </a:rPr>
              <a:pPr>
                <a:defRPr/>
              </a:pPr>
              <a:t>7/3/2022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696614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522" y="1535469"/>
            <a:ext cx="5386216" cy="639911"/>
          </a:xfrm>
        </p:spPr>
        <p:txBody>
          <a:bodyPr anchor="b"/>
          <a:lstStyle>
            <a:lvl1pPr marL="0" indent="0">
              <a:buNone/>
              <a:defRPr sz="3200" b="1"/>
            </a:lvl1pPr>
            <a:lvl2pPr marL="609585" indent="0">
              <a:buNone/>
              <a:defRPr sz="2700" b="1"/>
            </a:lvl2pPr>
            <a:lvl3pPr marL="1219170" indent="0">
              <a:buNone/>
              <a:defRPr sz="2400" b="1"/>
            </a:lvl3pPr>
            <a:lvl4pPr marL="1828754" indent="0">
              <a:buNone/>
              <a:defRPr sz="2200" b="1"/>
            </a:lvl4pPr>
            <a:lvl5pPr marL="2438339" indent="0">
              <a:buNone/>
              <a:defRPr sz="2200" b="1"/>
            </a:lvl5pPr>
            <a:lvl6pPr marL="3047924" indent="0">
              <a:buNone/>
              <a:defRPr sz="2200" b="1"/>
            </a:lvl6pPr>
            <a:lvl7pPr marL="3657509" indent="0">
              <a:buNone/>
              <a:defRPr sz="2200" b="1"/>
            </a:lvl7pPr>
            <a:lvl8pPr marL="4267093" indent="0">
              <a:buNone/>
              <a:defRPr sz="2200" b="1"/>
            </a:lvl8pPr>
            <a:lvl9pPr marL="4876678" indent="0">
              <a:buNone/>
              <a:defRPr sz="2200" b="1"/>
            </a:lvl9pPr>
          </a:lstStyle>
          <a:p>
            <a:pPr lvl="0"/>
            <a:r>
              <a:rPr lang="en-US"/>
              <a:t>Click to edit Master text styles</a:t>
            </a:r>
          </a:p>
        </p:txBody>
      </p:sp>
      <p:sp>
        <p:nvSpPr>
          <p:cNvPr id="4" name="Content Placeholder 3"/>
          <p:cNvSpPr>
            <a:spLocks noGrp="1"/>
          </p:cNvSpPr>
          <p:nvPr>
            <p:ph sz="half" idx="2"/>
          </p:nvPr>
        </p:nvSpPr>
        <p:spPr>
          <a:xfrm>
            <a:off x="609522" y="2175380"/>
            <a:ext cx="5386216" cy="3952203"/>
          </a:xfrm>
        </p:spPr>
        <p:txBody>
          <a:bodyPr/>
          <a:lstStyle>
            <a:lvl1pPr>
              <a:defRPr sz="3200"/>
            </a:lvl1pPr>
            <a:lvl2pPr>
              <a:defRPr sz="2700"/>
            </a:lvl2pPr>
            <a:lvl3pPr>
              <a:defRPr sz="24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2567" y="1535469"/>
            <a:ext cx="5388332" cy="639911"/>
          </a:xfrm>
        </p:spPr>
        <p:txBody>
          <a:bodyPr anchor="b"/>
          <a:lstStyle>
            <a:lvl1pPr marL="0" indent="0">
              <a:buNone/>
              <a:defRPr sz="3200" b="1"/>
            </a:lvl1pPr>
            <a:lvl2pPr marL="609585" indent="0">
              <a:buNone/>
              <a:defRPr sz="2700" b="1"/>
            </a:lvl2pPr>
            <a:lvl3pPr marL="1219170" indent="0">
              <a:buNone/>
              <a:defRPr sz="2400" b="1"/>
            </a:lvl3pPr>
            <a:lvl4pPr marL="1828754" indent="0">
              <a:buNone/>
              <a:defRPr sz="2200" b="1"/>
            </a:lvl4pPr>
            <a:lvl5pPr marL="2438339" indent="0">
              <a:buNone/>
              <a:defRPr sz="2200" b="1"/>
            </a:lvl5pPr>
            <a:lvl6pPr marL="3047924" indent="0">
              <a:buNone/>
              <a:defRPr sz="2200" b="1"/>
            </a:lvl6pPr>
            <a:lvl7pPr marL="3657509" indent="0">
              <a:buNone/>
              <a:defRPr sz="2200" b="1"/>
            </a:lvl7pPr>
            <a:lvl8pPr marL="4267093" indent="0">
              <a:buNone/>
              <a:defRPr sz="2200" b="1"/>
            </a:lvl8pPr>
            <a:lvl9pPr marL="4876678" indent="0">
              <a:buNone/>
              <a:defRPr sz="2200" b="1"/>
            </a:lvl9pPr>
          </a:lstStyle>
          <a:p>
            <a:pPr lvl="0"/>
            <a:r>
              <a:rPr lang="en-US"/>
              <a:t>Click to edit Master text styles</a:t>
            </a:r>
          </a:p>
        </p:txBody>
      </p:sp>
      <p:sp>
        <p:nvSpPr>
          <p:cNvPr id="6" name="Content Placeholder 5"/>
          <p:cNvSpPr>
            <a:spLocks noGrp="1"/>
          </p:cNvSpPr>
          <p:nvPr>
            <p:ph sz="quarter" idx="4"/>
          </p:nvPr>
        </p:nvSpPr>
        <p:spPr>
          <a:xfrm>
            <a:off x="6192567" y="2175380"/>
            <a:ext cx="5388332" cy="3952203"/>
          </a:xfrm>
        </p:spPr>
        <p:txBody>
          <a:bodyPr/>
          <a:lstStyle>
            <a:lvl1pPr>
              <a:defRPr sz="3200"/>
            </a:lvl1pPr>
            <a:lvl2pPr>
              <a:defRPr sz="2700"/>
            </a:lvl2pPr>
            <a:lvl3pPr>
              <a:defRPr sz="24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0A4318BD-B3C6-4D4B-B871-C29490A2E55A}" type="datetime1">
              <a:rPr lang="en-US" altLang="zh-CN" smtClean="0">
                <a:solidFill>
                  <a:prstClr val="black">
                    <a:tint val="75000"/>
                  </a:prstClr>
                </a:solidFill>
              </a:rPr>
              <a:pPr>
                <a:defRPr/>
              </a:pPr>
              <a:t>7/3/2022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5494143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E14CAFC4-799C-4CDE-B92B-8C262F06CF3E}" type="datetime1">
              <a:rPr lang="en-US" altLang="zh-CN" smtClean="0">
                <a:solidFill>
                  <a:prstClr val="black">
                    <a:tint val="75000"/>
                  </a:prstClr>
                </a:solidFill>
              </a:rPr>
              <a:pPr>
                <a:defRPr/>
              </a:pPr>
              <a:t>7/3/2022</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8401174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圆角矩形 4"/>
          <p:cNvSpPr/>
          <p:nvPr userDrawn="1"/>
        </p:nvSpPr>
        <p:spPr>
          <a:xfrm>
            <a:off x="1139485" y="1031497"/>
            <a:ext cx="9911444" cy="42900"/>
          </a:xfrm>
          <a:prstGeom prst="roundRect">
            <a:avLst>
              <a:gd name="adj" fmla="val 50000"/>
            </a:avLst>
          </a:prstGeom>
          <a:gradFill>
            <a:gsLst>
              <a:gs pos="0">
                <a:schemeClr val="bg1">
                  <a:lumMod val="75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a:ea typeface="宋体" panose="02010600030101010101" pitchFamily="2" charset="-122"/>
              <a:cs typeface="+mn-cs"/>
            </a:endParaRPr>
          </a:p>
        </p:txBody>
      </p:sp>
      <p:sp>
        <p:nvSpPr>
          <p:cNvPr id="6" name="圆角矩形 5"/>
          <p:cNvSpPr/>
          <p:nvPr userDrawn="1"/>
        </p:nvSpPr>
        <p:spPr>
          <a:xfrm>
            <a:off x="5899289" y="6453393"/>
            <a:ext cx="391838" cy="22015"/>
          </a:xfrm>
          <a:prstGeom prst="roundRect">
            <a:avLst>
              <a:gd name="adj" fmla="val 50000"/>
            </a:avLst>
          </a:prstGeom>
          <a:gradFill>
            <a:gsLst>
              <a:gs pos="0">
                <a:schemeClr val="bg1">
                  <a:lumMod val="75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a:ea typeface="宋体" panose="02010600030101010101" pitchFamily="2" charset="-122"/>
              <a:cs typeface="+mn-cs"/>
            </a:endParaRPr>
          </a:p>
        </p:txBody>
      </p:sp>
      <p:sp>
        <p:nvSpPr>
          <p:cNvPr id="7" name="日期占位符 6"/>
          <p:cNvSpPr>
            <a:spLocks noGrp="1"/>
          </p:cNvSpPr>
          <p:nvPr>
            <p:ph type="dt" sz="half" idx="10"/>
          </p:nvPr>
        </p:nvSpPr>
        <p:spPr/>
        <p:txBody>
          <a:bodyPr/>
          <a:lstStyle/>
          <a:p>
            <a:pPr>
              <a:defRPr/>
            </a:pPr>
            <a:fld id="{3E729073-8FFE-4F18-B513-07581FC6638E}" type="datetime1">
              <a:rPr lang="en-US" altLang="zh-CN" smtClean="0">
                <a:solidFill>
                  <a:prstClr val="black">
                    <a:tint val="75000"/>
                  </a:prstClr>
                </a:solidFill>
              </a:rPr>
              <a:pPr>
                <a:defRPr/>
              </a:pPr>
              <a:t>7/3/2022</a:t>
            </a:fld>
            <a:endParaRPr lang="en-US" dirty="0">
              <a:solidFill>
                <a:prstClr val="black">
                  <a:tint val="75000"/>
                </a:prstClr>
              </a:solidFill>
            </a:endParaRPr>
          </a:p>
        </p:txBody>
      </p:sp>
      <p:sp>
        <p:nvSpPr>
          <p:cNvPr id="9" name="灯片编号占位符 8"/>
          <p:cNvSpPr>
            <a:spLocks noGrp="1"/>
          </p:cNvSpPr>
          <p:nvPr>
            <p:ph type="sldNum" sz="quarter" idx="12"/>
          </p:nvPr>
        </p:nvSpPr>
        <p:spPr>
          <a:xfrm>
            <a:off x="4672992" y="6397708"/>
            <a:ext cx="2844430" cy="365210"/>
          </a:xfrm>
        </p:spPr>
        <p:txBody>
          <a:bodyPr/>
          <a:lstStyle>
            <a:lvl1pPr algn="ctr">
              <a:defRPr>
                <a:latin typeface="微软雅黑" panose="020B0503020204020204" pitchFamily="34" charset="-122"/>
              </a:defRPr>
            </a:lvl1p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6968874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53215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24" y="273113"/>
            <a:ext cx="4010562" cy="1162320"/>
          </a:xfr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6113" y="273117"/>
            <a:ext cx="6814780" cy="5854468"/>
          </a:xfrm>
        </p:spPr>
        <p:txBody>
          <a:bodyPr/>
          <a:lstStyle>
            <a:lvl1pPr>
              <a:defRPr sz="4300"/>
            </a:lvl1pPr>
            <a:lvl2pPr>
              <a:defRPr sz="38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524" y="1435437"/>
            <a:ext cx="4010562" cy="4692149"/>
          </a:xfrm>
        </p:spPr>
        <p:txBody>
          <a:bodyPr/>
          <a:lstStyle>
            <a:lvl1pPr marL="0" indent="0">
              <a:buNone/>
              <a:defRPr sz="1900"/>
            </a:lvl1pPr>
            <a:lvl2pPr marL="609585" indent="0">
              <a:buNone/>
              <a:defRPr sz="1600"/>
            </a:lvl2pPr>
            <a:lvl3pPr marL="1219170" indent="0">
              <a:buNone/>
              <a:defRPr sz="1400"/>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3C7FCF6-76BD-4495-B08F-4C059D2BA31F}" type="datetime1">
              <a:rPr lang="en-US" altLang="zh-CN" smtClean="0">
                <a:solidFill>
                  <a:prstClr val="black">
                    <a:tint val="75000"/>
                  </a:prstClr>
                </a:solidFill>
              </a:rPr>
              <a:pPr>
                <a:defRPr/>
              </a:pPr>
              <a:t>7/3/2022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9712933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406" y="4801714"/>
            <a:ext cx="7314248" cy="566870"/>
          </a:xfr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89406" y="612918"/>
            <a:ext cx="7314248" cy="4115753"/>
          </a:xfrm>
        </p:spPr>
        <p:txBody>
          <a:bodyPr/>
          <a:lstStyle>
            <a:lvl1pPr marL="0" indent="0">
              <a:buNone/>
              <a:defRPr sz="4300"/>
            </a:lvl1pPr>
            <a:lvl2pPr marL="609585" indent="0">
              <a:buNone/>
              <a:defRPr sz="3800"/>
            </a:lvl2pPr>
            <a:lvl3pPr marL="1219170" indent="0">
              <a:buNone/>
              <a:defRPr sz="3200"/>
            </a:lvl3pPr>
            <a:lvl4pPr marL="1828754" indent="0">
              <a:buNone/>
              <a:defRPr sz="2700"/>
            </a:lvl4pPr>
            <a:lvl5pPr marL="2438339" indent="0">
              <a:buNone/>
              <a:defRPr sz="2700"/>
            </a:lvl5pPr>
            <a:lvl6pPr marL="3047924" indent="0">
              <a:buNone/>
              <a:defRPr sz="2700"/>
            </a:lvl6pPr>
            <a:lvl7pPr marL="3657509" indent="0">
              <a:buNone/>
              <a:defRPr sz="2700"/>
            </a:lvl7pPr>
            <a:lvl8pPr marL="4267093" indent="0">
              <a:buNone/>
              <a:defRPr sz="2700"/>
            </a:lvl8pPr>
            <a:lvl9pPr marL="4876678" indent="0">
              <a:buNone/>
              <a:defRPr sz="2700"/>
            </a:lvl9pPr>
          </a:lstStyle>
          <a:p>
            <a:endParaRPr lang="en-US" dirty="0"/>
          </a:p>
        </p:txBody>
      </p:sp>
      <p:sp>
        <p:nvSpPr>
          <p:cNvPr id="4" name="Text Placeholder 3"/>
          <p:cNvSpPr>
            <a:spLocks noGrp="1"/>
          </p:cNvSpPr>
          <p:nvPr>
            <p:ph type="body" sz="half" idx="2"/>
          </p:nvPr>
        </p:nvSpPr>
        <p:spPr>
          <a:xfrm>
            <a:off x="2389406" y="5368584"/>
            <a:ext cx="7314248" cy="805049"/>
          </a:xfrm>
        </p:spPr>
        <p:txBody>
          <a:bodyPr/>
          <a:lstStyle>
            <a:lvl1pPr marL="0" indent="0">
              <a:buNone/>
              <a:defRPr sz="1900"/>
            </a:lvl1pPr>
            <a:lvl2pPr marL="609585" indent="0">
              <a:buNone/>
              <a:defRPr sz="1600"/>
            </a:lvl2pPr>
            <a:lvl3pPr marL="1219170" indent="0">
              <a:buNone/>
              <a:defRPr sz="1400"/>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257577C-F53D-4BB9-9408-EB84DEB3CD80}" type="datetime1">
              <a:rPr lang="en-US" altLang="zh-CN" smtClean="0">
                <a:solidFill>
                  <a:prstClr val="black">
                    <a:tint val="75000"/>
                  </a:prstClr>
                </a:solidFill>
              </a:rPr>
              <a:pPr>
                <a:defRPr/>
              </a:pPr>
              <a:t>7/3/2022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403732670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77D58058-BD14-4845-947D-4A9B79A00D09}" type="datetime1">
              <a:rPr lang="en-US" altLang="zh-CN" smtClean="0">
                <a:solidFill>
                  <a:prstClr val="black">
                    <a:tint val="75000"/>
                  </a:prstClr>
                </a:solidFill>
              </a:rPr>
              <a:pPr>
                <a:defRPr/>
              </a:pPr>
              <a:t>7/3/2022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28385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050" y="274704"/>
            <a:ext cx="2742843" cy="58528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522" y="274704"/>
            <a:ext cx="8025355" cy="58528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18ECB469-C949-4E3F-B0CB-0C15DA7B7F92}" type="datetime1">
              <a:rPr lang="en-US" altLang="zh-CN" smtClean="0">
                <a:solidFill>
                  <a:prstClr val="black">
                    <a:tint val="75000"/>
                  </a:prstClr>
                </a:solidFill>
              </a:rPr>
              <a:pPr>
                <a:defRPr/>
              </a:pPr>
              <a:t>7/3/2022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400467118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11259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theme" Target="../theme/theme2.xml"/><Relationship Id="rId5"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theme" Target="../theme/theme3.xml"/><Relationship Id="rId5"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4.xml"/><Relationship Id="rId5"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theme" Target="../theme/theme5.xml"/><Relationship Id="rId5"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theme" Target="../theme/theme6.xml"/><Relationship Id="rId5"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theme" Target="../theme/theme7.xml"/><Relationship Id="rId5" Type="http://schemas.openxmlformats.org/officeDocument/2006/relationships/image" Target="../media/image1.png"/></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theme" Target="../theme/theme8.xml"/><Relationship Id="rId5" Type="http://schemas.openxmlformats.org/officeDocument/2006/relationships/image" Target="../media/image1.png"/></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theme" Target="../theme/theme9.xml"/><Relationship Id="rId5" Type="http://schemas.openxmlformats.org/officeDocument/2006/relationships/image" Target="../media/image1.png"/></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36.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Relationship Id="rId14" Type="http://schemas.openxmlformats.org/officeDocument/2006/relationships/theme" Target="../theme/theme10.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092" y="365211"/>
            <a:ext cx="10514231" cy="1325870"/>
          </a:xfrm>
          <a:prstGeom prst="rect">
            <a:avLst/>
          </a:prstGeom>
        </p:spPr>
        <p:txBody>
          <a:bodyPr vert="horz" lIns="91436" tIns="45718" rIns="91436" bIns="45718" rtlCol="0" anchor="ctr">
            <a:normAutofit/>
          </a:bodyPr>
          <a:lstStyle/>
          <a:p>
            <a:r>
              <a:rPr lang="zh-CN" altLang="en-US"/>
              <a:t>单击此处编辑母版标题样式</a:t>
            </a:r>
          </a:p>
        </p:txBody>
      </p:sp>
      <p:sp>
        <p:nvSpPr>
          <p:cNvPr id="3" name="文本占位符 2"/>
          <p:cNvSpPr>
            <a:spLocks noGrp="1"/>
          </p:cNvSpPr>
          <p:nvPr>
            <p:ph type="body" idx="1"/>
          </p:nvPr>
        </p:nvSpPr>
        <p:spPr>
          <a:xfrm>
            <a:off x="838092" y="1826048"/>
            <a:ext cx="10514231" cy="4352346"/>
          </a:xfrm>
          <a:prstGeom prst="rect">
            <a:avLst/>
          </a:prstGeom>
        </p:spPr>
        <p:txBody>
          <a:bodyPr vert="horz" lIns="91436" tIns="45718" rIns="91436" bIns="45718"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092" y="6357823"/>
            <a:ext cx="2742843" cy="365210"/>
          </a:xfrm>
          <a:prstGeom prst="rect">
            <a:avLst/>
          </a:prstGeom>
        </p:spPr>
        <p:txBody>
          <a:bodyPr vert="horz" lIns="91436" tIns="45718" rIns="91436" bIns="45718" rtlCol="0" anchor="ctr"/>
          <a:lstStyle>
            <a:lvl1pPr algn="l">
              <a:defRPr sz="1200">
                <a:solidFill>
                  <a:schemeClr val="tx1">
                    <a:tint val="75000"/>
                  </a:schemeClr>
                </a:solidFill>
              </a:defRPr>
            </a:lvl1pPr>
          </a:lstStyle>
          <a:p>
            <a:fld id="{4C4388EF-52D1-4258-9BE5-BCD010C7D4DE}" type="datetimeFigureOut">
              <a:rPr lang="zh-CN" altLang="en-US" smtClean="0"/>
              <a:t>2022-07-03</a:t>
            </a:fld>
            <a:endParaRPr lang="zh-CN" altLang="en-US"/>
          </a:p>
        </p:txBody>
      </p:sp>
      <p:sp>
        <p:nvSpPr>
          <p:cNvPr id="5" name="页脚占位符 4"/>
          <p:cNvSpPr>
            <a:spLocks noGrp="1"/>
          </p:cNvSpPr>
          <p:nvPr>
            <p:ph type="ftr" sz="quarter" idx="3"/>
          </p:nvPr>
        </p:nvSpPr>
        <p:spPr>
          <a:xfrm>
            <a:off x="4038075" y="6357823"/>
            <a:ext cx="4114264" cy="365210"/>
          </a:xfrm>
          <a:prstGeom prst="rect">
            <a:avLst/>
          </a:prstGeom>
        </p:spPr>
        <p:txBody>
          <a:bodyPr vert="horz" lIns="91436" tIns="45718" rIns="91436" bIns="45718"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09480" y="6357823"/>
            <a:ext cx="2742843" cy="365210"/>
          </a:xfrm>
          <a:prstGeom prst="rect">
            <a:avLst/>
          </a:prstGeom>
        </p:spPr>
        <p:txBody>
          <a:bodyPr vert="horz" lIns="91436" tIns="45718" rIns="91436" bIns="45718" rtlCol="0" anchor="ctr"/>
          <a:lstStyle>
            <a:lvl1pPr algn="r">
              <a:defRPr sz="1200">
                <a:solidFill>
                  <a:schemeClr val="tx1">
                    <a:tint val="75000"/>
                  </a:schemeClr>
                </a:solidFill>
              </a:defRPr>
            </a:lvl1p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93402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endParaRPr lang="en-JM" dirty="0"/>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11" name="Freeform 5"/>
          <p:cNvSpPr>
            <a:spLocks/>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JM">
                <a:solidFill>
                  <a:prstClr val="white">
                    <a:lumMod val="65000"/>
                  </a:prstClr>
                </a:solidFill>
              </a:rPr>
              <a:t>WWW.DESIGNERSPARADISE.COM</a:t>
            </a:r>
            <a:endParaRPr lang="en-JM"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spTree>
    <p:extLst>
      <p:ext uri="{BB962C8B-B14F-4D97-AF65-F5344CB8AC3E}">
        <p14:creationId xmlns:p14="http://schemas.microsoft.com/office/powerpoint/2010/main" val="7515703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defTabSz="1219170" rtl="0" eaLnBrk="1" latinLnBrk="0" hangingPunct="1">
        <a:spcBef>
          <a:spcPct val="0"/>
        </a:spcBef>
        <a:buNone/>
        <a:defRPr sz="4600" kern="1200">
          <a:solidFill>
            <a:srgbClr val="17375E"/>
          </a:solidFill>
          <a:latin typeface="微软雅黑" panose="020B0503020204020204" pitchFamily="34" charset="-122"/>
          <a:ea typeface="Open Sans Extrabold" pitchFamily="34" charset="0"/>
          <a:cs typeface="微软雅黑" panose="020B0503020204020204" pitchFamily="34" charset="-122"/>
        </a:defRPr>
      </a:lvl1pPr>
    </p:titleStyle>
    <p:bodyStyle>
      <a:lvl1pPr marL="457189" indent="-457189" algn="l" defTabSz="1219170" rtl="0" eaLnBrk="1" latinLnBrk="0" hangingPunct="1">
        <a:spcBef>
          <a:spcPct val="20000"/>
        </a:spcBef>
        <a:buFont typeface="Arial" pitchFamily="34" charset="0"/>
        <a:buChar char="•"/>
        <a:defRPr sz="2700" kern="1200">
          <a:solidFill>
            <a:srgbClr val="17375E"/>
          </a:solidFill>
          <a:latin typeface="+mn-lt"/>
          <a:ea typeface="+mn-ea"/>
          <a:cs typeface="+mn-cs"/>
        </a:defRPr>
      </a:lvl1pPr>
      <a:lvl2pPr marL="990575" indent="-380990" algn="l" defTabSz="1219170" rtl="0" eaLnBrk="1" latinLnBrk="0" hangingPunct="1">
        <a:spcBef>
          <a:spcPct val="20000"/>
        </a:spcBef>
        <a:buFont typeface="Arial" pitchFamily="34" charset="0"/>
        <a:buChar char="–"/>
        <a:defRPr sz="2400" kern="1200">
          <a:solidFill>
            <a:srgbClr val="17375E"/>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2200" kern="1200">
          <a:solidFill>
            <a:srgbClr val="17375E"/>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endParaRPr lang="en-JM" dirty="0"/>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11" name="Freeform 5"/>
          <p:cNvSpPr>
            <a:spLocks/>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JM">
                <a:solidFill>
                  <a:prstClr val="white">
                    <a:lumMod val="65000"/>
                  </a:prstClr>
                </a:solidFill>
              </a:rPr>
              <a:t>WWW.DESIGNERSPARADISE.COM</a:t>
            </a:r>
            <a:endParaRPr lang="en-JM"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spTree>
    <p:extLst>
      <p:ext uri="{BB962C8B-B14F-4D97-AF65-F5344CB8AC3E}">
        <p14:creationId xmlns:p14="http://schemas.microsoft.com/office/powerpoint/2010/main" val="717608757"/>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Lst>
  <p:hf hdr="0" ftr="0" dt="0"/>
  <p:txStyles>
    <p:titleStyle>
      <a:lvl1pPr algn="l" defTabSz="1219170" rtl="0" eaLnBrk="1" latinLnBrk="0" hangingPunct="1">
        <a:spcBef>
          <a:spcPct val="0"/>
        </a:spcBef>
        <a:buNone/>
        <a:defRPr sz="4600" kern="1200">
          <a:solidFill>
            <a:srgbClr val="17375E"/>
          </a:solidFill>
          <a:latin typeface="微软雅黑" panose="020B0503020204020204" pitchFamily="34" charset="-122"/>
          <a:ea typeface="Open Sans Extrabold" pitchFamily="34" charset="0"/>
          <a:cs typeface="微软雅黑" panose="020B0503020204020204" pitchFamily="34" charset="-122"/>
        </a:defRPr>
      </a:lvl1pPr>
    </p:titleStyle>
    <p:bodyStyle>
      <a:lvl1pPr marL="457189" indent="-457189" algn="l" defTabSz="1219170" rtl="0" eaLnBrk="1" latinLnBrk="0" hangingPunct="1">
        <a:spcBef>
          <a:spcPct val="20000"/>
        </a:spcBef>
        <a:buFont typeface="Arial" pitchFamily="34" charset="0"/>
        <a:buChar char="•"/>
        <a:defRPr sz="2700" kern="1200">
          <a:solidFill>
            <a:srgbClr val="17375E"/>
          </a:solidFill>
          <a:latin typeface="+mn-lt"/>
          <a:ea typeface="+mn-ea"/>
          <a:cs typeface="+mn-cs"/>
        </a:defRPr>
      </a:lvl1pPr>
      <a:lvl2pPr marL="990575" indent="-380990" algn="l" defTabSz="1219170" rtl="0" eaLnBrk="1" latinLnBrk="0" hangingPunct="1">
        <a:spcBef>
          <a:spcPct val="20000"/>
        </a:spcBef>
        <a:buFont typeface="Arial" pitchFamily="34" charset="0"/>
        <a:buChar char="–"/>
        <a:defRPr sz="2400" kern="1200">
          <a:solidFill>
            <a:srgbClr val="17375E"/>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2200" kern="1200">
          <a:solidFill>
            <a:srgbClr val="17375E"/>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endParaRPr lang="en-JM" dirty="0"/>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11" name="Freeform 5"/>
          <p:cNvSpPr>
            <a:spLocks/>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JM">
                <a:solidFill>
                  <a:prstClr val="white">
                    <a:lumMod val="65000"/>
                  </a:prstClr>
                </a:solidFill>
              </a:rPr>
              <a:t>WWW.DESIGNERSPARADISE.COM</a:t>
            </a:r>
            <a:endParaRPr lang="en-JM"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spTree>
    <p:extLst>
      <p:ext uri="{BB962C8B-B14F-4D97-AF65-F5344CB8AC3E}">
        <p14:creationId xmlns:p14="http://schemas.microsoft.com/office/powerpoint/2010/main" val="3404781561"/>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Lst>
  <p:hf hdr="0" ftr="0" dt="0"/>
  <p:txStyles>
    <p:titleStyle>
      <a:lvl1pPr algn="l" defTabSz="1219170" rtl="0" eaLnBrk="1" latinLnBrk="0" hangingPunct="1">
        <a:spcBef>
          <a:spcPct val="0"/>
        </a:spcBef>
        <a:buNone/>
        <a:defRPr sz="4600" kern="1200">
          <a:solidFill>
            <a:srgbClr val="17375E"/>
          </a:solidFill>
          <a:latin typeface="微软雅黑" panose="020B0503020204020204" pitchFamily="34" charset="-122"/>
          <a:ea typeface="Open Sans Extrabold" pitchFamily="34" charset="0"/>
          <a:cs typeface="微软雅黑" panose="020B0503020204020204" pitchFamily="34" charset="-122"/>
        </a:defRPr>
      </a:lvl1pPr>
    </p:titleStyle>
    <p:bodyStyle>
      <a:lvl1pPr marL="457189" indent="-457189" algn="l" defTabSz="1219170" rtl="0" eaLnBrk="1" latinLnBrk="0" hangingPunct="1">
        <a:spcBef>
          <a:spcPct val="20000"/>
        </a:spcBef>
        <a:buFont typeface="Arial" pitchFamily="34" charset="0"/>
        <a:buChar char="•"/>
        <a:defRPr sz="2700" kern="1200">
          <a:solidFill>
            <a:srgbClr val="17375E"/>
          </a:solidFill>
          <a:latin typeface="+mn-lt"/>
          <a:ea typeface="+mn-ea"/>
          <a:cs typeface="+mn-cs"/>
        </a:defRPr>
      </a:lvl1pPr>
      <a:lvl2pPr marL="990575" indent="-380990" algn="l" defTabSz="1219170" rtl="0" eaLnBrk="1" latinLnBrk="0" hangingPunct="1">
        <a:spcBef>
          <a:spcPct val="20000"/>
        </a:spcBef>
        <a:buFont typeface="Arial" pitchFamily="34" charset="0"/>
        <a:buChar char="–"/>
        <a:defRPr sz="2400" kern="1200">
          <a:solidFill>
            <a:srgbClr val="17375E"/>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2200" kern="1200">
          <a:solidFill>
            <a:srgbClr val="17375E"/>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endParaRPr lang="en-JM" dirty="0"/>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11" name="Freeform 5"/>
          <p:cNvSpPr>
            <a:spLocks/>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JM">
                <a:solidFill>
                  <a:prstClr val="white">
                    <a:lumMod val="65000"/>
                  </a:prstClr>
                </a:solidFill>
              </a:rPr>
              <a:t>WWW.DESIGNERSPARADISE.COM</a:t>
            </a:r>
            <a:endParaRPr lang="en-JM"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spTree>
    <p:extLst>
      <p:ext uri="{BB962C8B-B14F-4D97-AF65-F5344CB8AC3E}">
        <p14:creationId xmlns:p14="http://schemas.microsoft.com/office/powerpoint/2010/main" val="363941391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hf hdr="0" ftr="0" dt="0"/>
  <p:txStyles>
    <p:titleStyle>
      <a:lvl1pPr algn="l" defTabSz="1219170" rtl="0" eaLnBrk="1" latinLnBrk="0" hangingPunct="1">
        <a:spcBef>
          <a:spcPct val="0"/>
        </a:spcBef>
        <a:buNone/>
        <a:defRPr sz="4600" kern="1200">
          <a:solidFill>
            <a:srgbClr val="17375E"/>
          </a:solidFill>
          <a:latin typeface="微软雅黑" panose="020B0503020204020204" pitchFamily="34" charset="-122"/>
          <a:ea typeface="Open Sans Extrabold" pitchFamily="34" charset="0"/>
          <a:cs typeface="微软雅黑" panose="020B0503020204020204" pitchFamily="34" charset="-122"/>
        </a:defRPr>
      </a:lvl1pPr>
    </p:titleStyle>
    <p:bodyStyle>
      <a:lvl1pPr marL="457189" indent="-457189" algn="l" defTabSz="1219170" rtl="0" eaLnBrk="1" latinLnBrk="0" hangingPunct="1">
        <a:spcBef>
          <a:spcPct val="20000"/>
        </a:spcBef>
        <a:buFont typeface="Arial" pitchFamily="34" charset="0"/>
        <a:buChar char="•"/>
        <a:defRPr sz="2700" kern="1200">
          <a:solidFill>
            <a:srgbClr val="17375E"/>
          </a:solidFill>
          <a:latin typeface="+mn-lt"/>
          <a:ea typeface="+mn-ea"/>
          <a:cs typeface="+mn-cs"/>
        </a:defRPr>
      </a:lvl1pPr>
      <a:lvl2pPr marL="990575" indent="-380990" algn="l" defTabSz="1219170" rtl="0" eaLnBrk="1" latinLnBrk="0" hangingPunct="1">
        <a:spcBef>
          <a:spcPct val="20000"/>
        </a:spcBef>
        <a:buFont typeface="Arial" pitchFamily="34" charset="0"/>
        <a:buChar char="–"/>
        <a:defRPr sz="2400" kern="1200">
          <a:solidFill>
            <a:srgbClr val="17375E"/>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2200" kern="1200">
          <a:solidFill>
            <a:srgbClr val="17375E"/>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endParaRPr lang="en-JM" dirty="0"/>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11" name="Freeform 5"/>
          <p:cNvSpPr>
            <a:spLocks/>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JM">
                <a:solidFill>
                  <a:prstClr val="white">
                    <a:lumMod val="65000"/>
                  </a:prstClr>
                </a:solidFill>
              </a:rPr>
              <a:t>WWW.DESIGNERSPARADISE.COM</a:t>
            </a:r>
            <a:endParaRPr lang="en-JM"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spTree>
    <p:extLst>
      <p:ext uri="{BB962C8B-B14F-4D97-AF65-F5344CB8AC3E}">
        <p14:creationId xmlns:p14="http://schemas.microsoft.com/office/powerpoint/2010/main" val="158920986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Lst>
  <p:hf hdr="0" ftr="0" dt="0"/>
  <p:txStyles>
    <p:titleStyle>
      <a:lvl1pPr algn="l" defTabSz="1219170" rtl="0" eaLnBrk="1" latinLnBrk="0" hangingPunct="1">
        <a:spcBef>
          <a:spcPct val="0"/>
        </a:spcBef>
        <a:buNone/>
        <a:defRPr sz="4600" kern="1200">
          <a:solidFill>
            <a:srgbClr val="17375E"/>
          </a:solidFill>
          <a:latin typeface="微软雅黑" panose="020B0503020204020204" pitchFamily="34" charset="-122"/>
          <a:ea typeface="Open Sans Extrabold" pitchFamily="34" charset="0"/>
          <a:cs typeface="微软雅黑" panose="020B0503020204020204" pitchFamily="34" charset="-122"/>
        </a:defRPr>
      </a:lvl1pPr>
    </p:titleStyle>
    <p:bodyStyle>
      <a:lvl1pPr marL="457189" indent="-457189" algn="l" defTabSz="1219170" rtl="0" eaLnBrk="1" latinLnBrk="0" hangingPunct="1">
        <a:spcBef>
          <a:spcPct val="20000"/>
        </a:spcBef>
        <a:buFont typeface="Arial" pitchFamily="34" charset="0"/>
        <a:buChar char="•"/>
        <a:defRPr sz="2700" kern="1200">
          <a:solidFill>
            <a:srgbClr val="17375E"/>
          </a:solidFill>
          <a:latin typeface="+mn-lt"/>
          <a:ea typeface="+mn-ea"/>
          <a:cs typeface="+mn-cs"/>
        </a:defRPr>
      </a:lvl1pPr>
      <a:lvl2pPr marL="990575" indent="-380990" algn="l" defTabSz="1219170" rtl="0" eaLnBrk="1" latinLnBrk="0" hangingPunct="1">
        <a:spcBef>
          <a:spcPct val="20000"/>
        </a:spcBef>
        <a:buFont typeface="Arial" pitchFamily="34" charset="0"/>
        <a:buChar char="–"/>
        <a:defRPr sz="2400" kern="1200">
          <a:solidFill>
            <a:srgbClr val="17375E"/>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2200" kern="1200">
          <a:solidFill>
            <a:srgbClr val="17375E"/>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endParaRPr lang="en-JM" dirty="0"/>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11" name="Freeform 5"/>
          <p:cNvSpPr>
            <a:spLocks/>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JM">
                <a:solidFill>
                  <a:prstClr val="white">
                    <a:lumMod val="65000"/>
                  </a:prstClr>
                </a:solidFill>
              </a:rPr>
              <a:t>WWW.DESIGNERSPARADISE.COM</a:t>
            </a:r>
            <a:endParaRPr lang="en-JM"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spTree>
    <p:extLst>
      <p:ext uri="{BB962C8B-B14F-4D97-AF65-F5344CB8AC3E}">
        <p14:creationId xmlns:p14="http://schemas.microsoft.com/office/powerpoint/2010/main" val="1988393850"/>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Lst>
  <p:hf hdr="0" ftr="0" dt="0"/>
  <p:txStyles>
    <p:titleStyle>
      <a:lvl1pPr algn="l" defTabSz="1219170" rtl="0" eaLnBrk="1" latinLnBrk="0" hangingPunct="1">
        <a:spcBef>
          <a:spcPct val="0"/>
        </a:spcBef>
        <a:buNone/>
        <a:defRPr sz="4600" kern="1200">
          <a:solidFill>
            <a:srgbClr val="17375E"/>
          </a:solidFill>
          <a:latin typeface="微软雅黑" panose="020B0503020204020204" pitchFamily="34" charset="-122"/>
          <a:ea typeface="Open Sans Extrabold" pitchFamily="34" charset="0"/>
          <a:cs typeface="微软雅黑" panose="020B0503020204020204" pitchFamily="34" charset="-122"/>
        </a:defRPr>
      </a:lvl1pPr>
    </p:titleStyle>
    <p:bodyStyle>
      <a:lvl1pPr marL="457189" indent="-457189" algn="l" defTabSz="1219170" rtl="0" eaLnBrk="1" latinLnBrk="0" hangingPunct="1">
        <a:spcBef>
          <a:spcPct val="20000"/>
        </a:spcBef>
        <a:buFont typeface="Arial" pitchFamily="34" charset="0"/>
        <a:buChar char="•"/>
        <a:defRPr sz="2700" kern="1200">
          <a:solidFill>
            <a:srgbClr val="17375E"/>
          </a:solidFill>
          <a:latin typeface="+mn-lt"/>
          <a:ea typeface="+mn-ea"/>
          <a:cs typeface="+mn-cs"/>
        </a:defRPr>
      </a:lvl1pPr>
      <a:lvl2pPr marL="990575" indent="-380990" algn="l" defTabSz="1219170" rtl="0" eaLnBrk="1" latinLnBrk="0" hangingPunct="1">
        <a:spcBef>
          <a:spcPct val="20000"/>
        </a:spcBef>
        <a:buFont typeface="Arial" pitchFamily="34" charset="0"/>
        <a:buChar char="–"/>
        <a:defRPr sz="2400" kern="1200">
          <a:solidFill>
            <a:srgbClr val="17375E"/>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2200" kern="1200">
          <a:solidFill>
            <a:srgbClr val="17375E"/>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endParaRPr lang="en-JM" dirty="0"/>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11" name="Freeform 5"/>
          <p:cNvSpPr>
            <a:spLocks/>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JM">
                <a:solidFill>
                  <a:prstClr val="white">
                    <a:lumMod val="65000"/>
                  </a:prstClr>
                </a:solidFill>
              </a:rPr>
              <a:t>WWW.DESIGNERSPARADISE.COM</a:t>
            </a:r>
            <a:endParaRPr lang="en-JM"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spTree>
    <p:extLst>
      <p:ext uri="{BB962C8B-B14F-4D97-AF65-F5344CB8AC3E}">
        <p14:creationId xmlns:p14="http://schemas.microsoft.com/office/powerpoint/2010/main" val="304848604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Lst>
  <p:hf hdr="0" ftr="0" dt="0"/>
  <p:txStyles>
    <p:titleStyle>
      <a:lvl1pPr algn="l" defTabSz="1219170" rtl="0" eaLnBrk="1" latinLnBrk="0" hangingPunct="1">
        <a:spcBef>
          <a:spcPct val="0"/>
        </a:spcBef>
        <a:buNone/>
        <a:defRPr sz="4600" kern="1200">
          <a:solidFill>
            <a:srgbClr val="17375E"/>
          </a:solidFill>
          <a:latin typeface="微软雅黑" panose="020B0503020204020204" pitchFamily="34" charset="-122"/>
          <a:ea typeface="Open Sans Extrabold" pitchFamily="34" charset="0"/>
          <a:cs typeface="微软雅黑" panose="020B0503020204020204" pitchFamily="34" charset="-122"/>
        </a:defRPr>
      </a:lvl1pPr>
    </p:titleStyle>
    <p:bodyStyle>
      <a:lvl1pPr marL="457189" indent="-457189" algn="l" defTabSz="1219170" rtl="0" eaLnBrk="1" latinLnBrk="0" hangingPunct="1">
        <a:spcBef>
          <a:spcPct val="20000"/>
        </a:spcBef>
        <a:buFont typeface="Arial" pitchFamily="34" charset="0"/>
        <a:buChar char="•"/>
        <a:defRPr sz="2700" kern="1200">
          <a:solidFill>
            <a:srgbClr val="17375E"/>
          </a:solidFill>
          <a:latin typeface="+mn-lt"/>
          <a:ea typeface="+mn-ea"/>
          <a:cs typeface="+mn-cs"/>
        </a:defRPr>
      </a:lvl1pPr>
      <a:lvl2pPr marL="990575" indent="-380990" algn="l" defTabSz="1219170" rtl="0" eaLnBrk="1" latinLnBrk="0" hangingPunct="1">
        <a:spcBef>
          <a:spcPct val="20000"/>
        </a:spcBef>
        <a:buFont typeface="Arial" pitchFamily="34" charset="0"/>
        <a:buChar char="–"/>
        <a:defRPr sz="2400" kern="1200">
          <a:solidFill>
            <a:srgbClr val="17375E"/>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2200" kern="1200">
          <a:solidFill>
            <a:srgbClr val="17375E"/>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endParaRPr lang="en-JM" dirty="0"/>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11" name="Freeform 5"/>
          <p:cNvSpPr>
            <a:spLocks/>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JM" smtClean="0">
                <a:solidFill>
                  <a:prstClr val="black">
                    <a:tint val="75000"/>
                  </a:prstClr>
                </a:solidFill>
              </a:rPr>
              <a:pPr>
                <a:defRPr/>
              </a:pPr>
              <a:t>3/7/2022</a:t>
            </a:fld>
            <a:endParaRPr lang="en-JM"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JM">
                <a:solidFill>
                  <a:prstClr val="white">
                    <a:lumMod val="65000"/>
                  </a:prstClr>
                </a:solidFill>
              </a:rPr>
              <a:t>WWW.DESIGNERSPARADISE.COM</a:t>
            </a:r>
            <a:endParaRPr lang="en-JM"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spTree>
    <p:extLst>
      <p:ext uri="{BB962C8B-B14F-4D97-AF65-F5344CB8AC3E}">
        <p14:creationId xmlns:p14="http://schemas.microsoft.com/office/powerpoint/2010/main" val="3284714260"/>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Lst>
  <p:hf hdr="0" ftr="0" dt="0"/>
  <p:txStyles>
    <p:titleStyle>
      <a:lvl1pPr algn="l" defTabSz="1219170" rtl="0" eaLnBrk="1" latinLnBrk="0" hangingPunct="1">
        <a:spcBef>
          <a:spcPct val="0"/>
        </a:spcBef>
        <a:buNone/>
        <a:defRPr sz="4600" kern="1200">
          <a:solidFill>
            <a:srgbClr val="17375E"/>
          </a:solidFill>
          <a:latin typeface="微软雅黑" panose="020B0503020204020204" pitchFamily="34" charset="-122"/>
          <a:ea typeface="Open Sans Extrabold" pitchFamily="34" charset="0"/>
          <a:cs typeface="微软雅黑" panose="020B0503020204020204" pitchFamily="34" charset="-122"/>
        </a:defRPr>
      </a:lvl1pPr>
    </p:titleStyle>
    <p:bodyStyle>
      <a:lvl1pPr marL="457189" indent="-457189" algn="l" defTabSz="1219170" rtl="0" eaLnBrk="1" latinLnBrk="0" hangingPunct="1">
        <a:spcBef>
          <a:spcPct val="20000"/>
        </a:spcBef>
        <a:buFont typeface="Arial" pitchFamily="34" charset="0"/>
        <a:buChar char="•"/>
        <a:defRPr sz="2700" kern="1200">
          <a:solidFill>
            <a:srgbClr val="17375E"/>
          </a:solidFill>
          <a:latin typeface="+mn-lt"/>
          <a:ea typeface="+mn-ea"/>
          <a:cs typeface="+mn-cs"/>
        </a:defRPr>
      </a:lvl1pPr>
      <a:lvl2pPr marL="990575" indent="-380990" algn="l" defTabSz="1219170" rtl="0" eaLnBrk="1" latinLnBrk="0" hangingPunct="1">
        <a:spcBef>
          <a:spcPct val="20000"/>
        </a:spcBef>
        <a:buFont typeface="Arial" pitchFamily="34" charset="0"/>
        <a:buChar char="–"/>
        <a:defRPr sz="2400" kern="1200">
          <a:solidFill>
            <a:srgbClr val="17375E"/>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2200" kern="1200">
          <a:solidFill>
            <a:srgbClr val="17375E"/>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21" y="274703"/>
            <a:ext cx="10971372" cy="1143265"/>
          </a:xfrm>
          <a:prstGeom prst="rect">
            <a:avLst/>
          </a:prstGeom>
        </p:spPr>
        <p:txBody>
          <a:bodyPr vert="horz" lIns="91436" tIns="45718" rIns="91436" bIns="45718" rtlCol="0" anchor="ctr">
            <a:normAutofit/>
          </a:bodyPr>
          <a:lstStyle/>
          <a:p>
            <a:r>
              <a:rPr lang="en-US" dirty="0"/>
              <a:t>Click to edit Master title style</a:t>
            </a:r>
          </a:p>
        </p:txBody>
      </p:sp>
      <p:sp>
        <p:nvSpPr>
          <p:cNvPr id="3" name="Text Placeholder 2"/>
          <p:cNvSpPr>
            <a:spLocks noGrp="1"/>
          </p:cNvSpPr>
          <p:nvPr>
            <p:ph type="body" idx="1"/>
          </p:nvPr>
        </p:nvSpPr>
        <p:spPr>
          <a:xfrm>
            <a:off x="609521" y="1600572"/>
            <a:ext cx="10971372" cy="4527011"/>
          </a:xfrm>
          <a:prstGeom prst="rect">
            <a:avLst/>
          </a:prstGeom>
        </p:spPr>
        <p:txBody>
          <a:bodyPr vert="horz" lIns="91436" tIns="45718" rIns="91436" bIns="4571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521" y="6357825"/>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9196EC2F-0988-4314-AD4B-24FF16D7B45E}" type="datetime1">
              <a:rPr lang="en-US" altLang="zh-CN" smtClean="0">
                <a:solidFill>
                  <a:prstClr val="black">
                    <a:tint val="75000"/>
                  </a:prstClr>
                </a:solidFill>
              </a:rPr>
              <a:pPr>
                <a:defRPr/>
              </a:pPr>
              <a:t>7/3/2022</a:t>
            </a:fld>
            <a:endParaRPr lang="en-US" dirty="0">
              <a:solidFill>
                <a:prstClr val="black">
                  <a:tint val="75000"/>
                </a:prstClr>
              </a:solidFill>
            </a:endParaRPr>
          </a:p>
        </p:txBody>
      </p:sp>
      <p:sp>
        <p:nvSpPr>
          <p:cNvPr id="5" name="Footer Placeholder 4"/>
          <p:cNvSpPr>
            <a:spLocks noGrp="1"/>
          </p:cNvSpPr>
          <p:nvPr>
            <p:ph type="ftr" sz="quarter" idx="3"/>
          </p:nvPr>
        </p:nvSpPr>
        <p:spPr>
          <a:xfrm>
            <a:off x="4165059" y="6357825"/>
            <a:ext cx="3860297" cy="365210"/>
          </a:xfrm>
          <a:prstGeom prst="rect">
            <a:avLst/>
          </a:prstGeom>
        </p:spPr>
        <p:txBody>
          <a:bodyPr vert="horz" lIns="91436" tIns="45718" rIns="91436" bIns="45718" rtlCol="0" anchor="ctr"/>
          <a:lstStyle>
            <a:lvl1pPr algn="ctr">
              <a:defRPr sz="1600">
                <a:solidFill>
                  <a:schemeClr val="tx1">
                    <a:tint val="75000"/>
                  </a:schemeClr>
                </a:solidFill>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4"/>
          </p:nvPr>
        </p:nvSpPr>
        <p:spPr>
          <a:xfrm>
            <a:off x="8736463" y="6357825"/>
            <a:ext cx="2844430" cy="365210"/>
          </a:xfrm>
          <a:prstGeom prst="rect">
            <a:avLst/>
          </a:prstGeom>
        </p:spPr>
        <p:txBody>
          <a:bodyPr vert="horz" lIns="91436" tIns="45718" rIns="91436" bIns="45718" rtlCol="0" anchor="ctr"/>
          <a:lstStyle>
            <a:lvl1pPr algn="r">
              <a:defRPr sz="1600">
                <a:solidFill>
                  <a:schemeClr val="tx1">
                    <a:tint val="75000"/>
                  </a:schemeClr>
                </a:solidFill>
              </a:defRPr>
            </a:lvl1p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759065102"/>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Lst>
  <p:hf hdr="0" ftr="0" dt="0"/>
  <p:txStyles>
    <p:titleStyle>
      <a:lvl1pPr algn="ctr" defTabSz="1219170" rtl="0" eaLnBrk="1" latinLnBrk="0" hangingPunct="1">
        <a:spcBef>
          <a:spcPct val="0"/>
        </a:spcBef>
        <a:buNone/>
        <a:defRPr sz="5900"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300"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800"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43.xml"/><Relationship Id="rId3" Type="http://schemas.openxmlformats.org/officeDocument/2006/relationships/notesSlide" Target="../notesSlides/notesSlide1.xml"/><Relationship Id="rId4" Type="http://schemas.openxmlformats.org/officeDocument/2006/relationships/image" Target="../media/image4.jpg"/><Relationship Id="rId5" Type="http://schemas.openxmlformats.org/officeDocument/2006/relationships/image" Target="../media/image5.png"/><Relationship Id="rId6" Type="http://schemas.openxmlformats.org/officeDocument/2006/relationships/image" Target="../media/image22.jpg"/><Relationship Id="rId7"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43.xml"/><Relationship Id="rId3" Type="http://schemas.openxmlformats.org/officeDocument/2006/relationships/notesSlide" Target="../notesSlides/notesSlide2.xml"/><Relationship Id="rId4" Type="http://schemas.openxmlformats.org/officeDocument/2006/relationships/image" Target="../media/image4.jpg"/><Relationship Id="rId5" Type="http://schemas.openxmlformats.org/officeDocument/2006/relationships/image" Target="../media/image24.jpg"/></Relationships>
</file>

<file path=ppt/slides/_rels/slide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43.xml"/><Relationship Id="rId3" Type="http://schemas.openxmlformats.org/officeDocument/2006/relationships/notesSlide" Target="../notesSlides/notesSlide3.xml"/><Relationship Id="rId4" Type="http://schemas.openxmlformats.org/officeDocument/2006/relationships/image" Target="../media/image4.jpg"/><Relationship Id="rId5" Type="http://schemas.openxmlformats.org/officeDocument/2006/relationships/image" Target="../media/image2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2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2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2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29.jpg"/></Relationships>
</file>

<file path=ppt/slides/_rels/slide9.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43.xml"/><Relationship Id="rId3" Type="http://schemas.openxmlformats.org/officeDocument/2006/relationships/notesSlide" Target="../notesSlides/notesSlide9.xml"/><Relationship Id="rId4" Type="http://schemas.openxmlformats.org/officeDocument/2006/relationships/image" Target="../media/image4.jpg"/><Relationship Id="rId5" Type="http://schemas.openxmlformats.org/officeDocument/2006/relationships/image" Target="../media/image3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3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1.xml"/><Relationship Id="rId3" Type="http://schemas.openxmlformats.org/officeDocument/2006/relationships/image" Target="../media/image6.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3.xml"/><Relationship Id="rId3" Type="http://schemas.openxmlformats.org/officeDocument/2006/relationships/image" Target="../media/image7.jp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43.xml"/><Relationship Id="rId3" Type="http://schemas.openxmlformats.org/officeDocument/2006/relationships/notesSlide" Target="../notesSlides/notesSlide15.xml"/><Relationship Id="rId4" Type="http://schemas.openxmlformats.org/officeDocument/2006/relationships/image" Target="../media/image4.jpg"/><Relationship Id="rId5" Type="http://schemas.openxmlformats.org/officeDocument/2006/relationships/image" Target="../media/image3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6.xml"/><Relationship Id="rId3" Type="http://schemas.openxmlformats.org/officeDocument/2006/relationships/image" Target="../media/image1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7.xml"/><Relationship Id="rId3" Type="http://schemas.openxmlformats.org/officeDocument/2006/relationships/image" Target="../media/image12.jpe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9.xml"/><Relationship Id="rId3" Type="http://schemas.openxmlformats.org/officeDocument/2006/relationships/image" Target="../media/image1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43.xml"/><Relationship Id="rId3" Type="http://schemas.openxmlformats.org/officeDocument/2006/relationships/notesSlide" Target="../notesSlides/notesSlide21.xml"/><Relationship Id="rId4" Type="http://schemas.openxmlformats.org/officeDocument/2006/relationships/image" Target="../media/image4.jpg"/><Relationship Id="rId5"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2.xml"/><Relationship Id="rId3" Type="http://schemas.openxmlformats.org/officeDocument/2006/relationships/image" Target="../media/image1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4.xml"/><Relationship Id="rId3" Type="http://schemas.openxmlformats.org/officeDocument/2006/relationships/image" Target="../media/image18.jpeg"/><Relationship Id="rId4" Type="http://schemas.openxmlformats.org/officeDocument/2006/relationships/image" Target="../media/image6.jpeg"/><Relationship Id="rId5" Type="http://schemas.openxmlformats.org/officeDocument/2006/relationships/image" Target="../media/image1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5.xml"/><Relationship Id="rId3" Type="http://schemas.openxmlformats.org/officeDocument/2006/relationships/image" Target="../media/image20.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6.xml"/><Relationship Id="rId3" Type="http://schemas.openxmlformats.org/officeDocument/2006/relationships/image" Target="../media/image12.jpeg"/><Relationship Id="rId4" Type="http://schemas.openxmlformats.org/officeDocument/2006/relationships/image" Target="../media/image11.jpeg"/><Relationship Id="rId5" Type="http://schemas.openxmlformats.org/officeDocument/2006/relationships/image" Target="../media/image21.jpeg"/></Relationships>
</file>

<file path=ppt/slides/_rels/slide2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43.xml"/><Relationship Id="rId3" Type="http://schemas.openxmlformats.org/officeDocument/2006/relationships/notesSlide" Target="../notesSlides/notesSlide27.xml"/><Relationship Id="rId4" Type="http://schemas.openxmlformats.org/officeDocument/2006/relationships/image" Target="../media/image4.jpg"/><Relationship Id="rId5" Type="http://schemas.openxmlformats.org/officeDocument/2006/relationships/image" Target="../media/image5.png"/><Relationship Id="rId6" Type="http://schemas.openxmlformats.org/officeDocument/2006/relationships/image" Target="../media/image24.jpg"/><Relationship Id="rId7"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B86A0684-7156-918E-B519-1664888664C1}"/>
              </a:ext>
            </a:extLst>
          </p:cNvPr>
          <p:cNvGrpSpPr/>
          <p:nvPr/>
        </p:nvGrpSpPr>
        <p:grpSpPr>
          <a:xfrm>
            <a:off x="-19050" y="-785567"/>
            <a:ext cx="12209464" cy="7671303"/>
            <a:chOff x="-19050" y="-785567"/>
            <a:chExt cx="12209464" cy="7671303"/>
          </a:xfrm>
        </p:grpSpPr>
        <p:pic>
          <p:nvPicPr>
            <p:cNvPr id="37" name="Picture 36" descr="122-吉林大学-img1.jpg"/>
            <p:cNvPicPr>
              <a:picLocks noChangeAspect="1"/>
            </p:cNvPicPr>
            <p:nvPr/>
          </p:nvPicPr>
          <p:blipFill>
            <a:blip r:embed="rId6"/>
            <a:stretch>
              <a:fillRect/>
            </a:stretch>
          </p:blipFill>
          <p:spPr>
            <a:xfrm>
              <a:off x="-1" y="-759420"/>
              <a:ext cx="12190413" cy="7619008"/>
            </a:xfrm>
            <a:prstGeom prst="rect">
              <a:avLst/>
            </a:prstGeom>
          </p:spPr>
        </p:pic>
        <p:sp>
          <p:nvSpPr>
            <p:cNvPr id="7" name="矩形 6">
              <a:extLst>
                <a:ext uri="{FF2B5EF4-FFF2-40B4-BE49-F238E27FC236}">
                  <a16:creationId xmlns:a16="http://schemas.microsoft.com/office/drawing/2014/main" id="{2716EFD9-88B0-F2BA-4B3C-4BA725E25D17}"/>
                </a:ext>
              </a:extLst>
            </p:cNvPr>
            <p:cNvSpPr/>
            <p:nvPr/>
          </p:nvSpPr>
          <p:spPr>
            <a:xfrm>
              <a:off x="-1" y="5687105"/>
              <a:ext cx="12190413" cy="11986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FED47FC8-3FFF-6B71-A57F-CA92ED339AB9}"/>
                </a:ext>
              </a:extLst>
            </p:cNvPr>
            <p:cNvSpPr/>
            <p:nvPr/>
          </p:nvSpPr>
          <p:spPr>
            <a:xfrm>
              <a:off x="-19050" y="-785567"/>
              <a:ext cx="12209464" cy="18885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矩形 8"/>
          <p:cNvSpPr/>
          <p:nvPr/>
        </p:nvSpPr>
        <p:spPr>
          <a:xfrm>
            <a:off x="552450" y="419100"/>
            <a:ext cx="8305800" cy="6038850"/>
          </a:xfrm>
          <a:prstGeom prst="rect">
            <a:avLst/>
          </a:prstGeom>
          <a:noFill/>
          <a:ln w="76200">
            <a:solidFill>
              <a:srgbClr val="0824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781050" y="0"/>
            <a:ext cx="5372100" cy="6859588"/>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文本框 13"/>
          <p:cNvSpPr txBox="1">
            <a:spLocks noChangeArrowheads="1"/>
          </p:cNvSpPr>
          <p:nvPr/>
        </p:nvSpPr>
        <p:spPr bwMode="auto">
          <a:xfrm>
            <a:off x="2440573" y="4324487"/>
            <a:ext cx="20761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2400" dirty="0">
                <a:solidFill>
                  <a:schemeClr val="bg1"/>
                </a:solidFill>
                <a:latin typeface="Arial" panose="020B0604020202020204" pitchFamily="34" charset="0"/>
                <a:ea typeface="微软雅黑" panose="020B0503020204020204" pitchFamily="34" charset="-122"/>
              </a:rPr>
              <a:t>答辩人：</a:t>
            </a:r>
            <a:r>
              <a:rPr lang="en-US" altLang="zh-CN" sz="2400" dirty="0">
                <a:solidFill>
                  <a:schemeClr val="bg1"/>
                </a:solidFill>
                <a:latin typeface="Arial" panose="020B0604020202020204" pitchFamily="34" charset="0"/>
                <a:ea typeface="微软雅黑" panose="020B0503020204020204" pitchFamily="34" charset="-122"/>
              </a:rPr>
              <a:t>XXX</a:t>
            </a:r>
          </a:p>
        </p:txBody>
      </p:sp>
      <p:sp>
        <p:nvSpPr>
          <p:cNvPr id="20" name="文本框 15"/>
          <p:cNvSpPr txBox="1">
            <a:spLocks noChangeArrowheads="1"/>
          </p:cNvSpPr>
          <p:nvPr/>
        </p:nvSpPr>
        <p:spPr bwMode="auto">
          <a:xfrm>
            <a:off x="592557" y="3138658"/>
            <a:ext cx="57721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en-US" altLang="zh-CN" sz="4800" b="1" dirty="0">
                <a:solidFill>
                  <a:srgbClr val="F8F8F8"/>
                </a:solidFill>
                <a:latin typeface="Arial" panose="020B0604020202020204" pitchFamily="34" charset="0"/>
                <a:ea typeface="微软雅黑" panose="020B0503020204020204" pitchFamily="34" charset="-122"/>
              </a:rPr>
              <a:t>吉林大学模版</a:t>
            </a:r>
            <a:r>
              <a:rPr lang="zh-CN" altLang="en-US" sz="4800" b="1" dirty="0">
                <a:solidFill>
                  <a:srgbClr val="F8F8F8"/>
                </a:solidFill>
                <a:latin typeface="Arial" panose="020B0604020202020204" pitchFamily="34" charset="0"/>
                <a:ea typeface="微软雅黑" panose="020B0503020204020204" pitchFamily="34" charset="-122"/>
              </a:rPr>
              <a:t/>
            </a:r>
          </a:p>
        </p:txBody>
      </p:sp>
      <p:sp>
        <p:nvSpPr>
          <p:cNvPr id="22" name="20"/>
          <p:cNvSpPr>
            <a:spLocks noChangeArrowheads="1"/>
          </p:cNvSpPr>
          <p:nvPr>
            <p:custDataLst>
              <p:tags r:id="rId1"/>
            </p:custDataLst>
          </p:nvPr>
        </p:nvSpPr>
        <p:spPr bwMode="auto">
          <a:xfrm>
            <a:off x="9115878" y="5906074"/>
            <a:ext cx="2893071" cy="484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base">
              <a:spcBef>
                <a:spcPct val="0"/>
              </a:spcBef>
              <a:spcAft>
                <a:spcPct val="0"/>
              </a:spcAft>
              <a:buFont typeface="Arial" pitchFamily="34" charset="0"/>
              <a:buNone/>
            </a:pPr>
            <a:r>
              <a:rPr lang="en-US" altLang="zh-CN" sz="1050" dirty="0">
                <a:solidFill>
                  <a:schemeClr val="bg1">
                    <a:lumMod val="65000"/>
                  </a:schemeClr>
                </a:solidFill>
                <a:cs typeface="Arial" panose="020B0604020202020204" pitchFamily="34" charset="0"/>
              </a:rPr>
              <a:t>We have many PowerPoint </a:t>
            </a:r>
            <a:r>
              <a:rPr lang="zh-CN" altLang="en-US" sz="1050" dirty="0">
                <a:solidFill>
                  <a:schemeClr val="bg1">
                    <a:lumMod val="65000"/>
                  </a:schemeClr>
                </a:solidFill>
                <a:cs typeface="Arial" panose="020B0604020202020204" pitchFamily="34" charset="0"/>
              </a:rPr>
              <a:t>templates</a:t>
            </a:r>
            <a:r>
              <a:rPr lang="en-US" altLang="zh-CN" sz="1050" dirty="0">
                <a:solidFill>
                  <a:schemeClr val="bg1">
                    <a:lumMod val="65000"/>
                  </a:schemeClr>
                </a:solidFill>
                <a:cs typeface="Arial" panose="020B0604020202020204" pitchFamily="34" charset="0"/>
              </a:rPr>
              <a:t> that has been specifically designed to help anyone that is stepping into the world of the very first time.</a:t>
            </a:r>
            <a:endParaRPr lang="zh-CN" altLang="en-US" sz="1050" dirty="0">
              <a:solidFill>
                <a:schemeClr val="bg1">
                  <a:lumMod val="65000"/>
                </a:schemeClr>
              </a:solidFill>
              <a:cs typeface="Arial" panose="020B0604020202020204" pitchFamily="34" charset="0"/>
            </a:endParaRPr>
          </a:p>
        </p:txBody>
      </p:sp>
      <p:grpSp>
        <p:nvGrpSpPr>
          <p:cNvPr id="24" name="组合 23"/>
          <p:cNvGrpSpPr/>
          <p:nvPr/>
        </p:nvGrpSpPr>
        <p:grpSpPr>
          <a:xfrm>
            <a:off x="9639878" y="473053"/>
            <a:ext cx="2459463" cy="1301793"/>
            <a:chOff x="4428098" y="592147"/>
            <a:chExt cx="3450476" cy="1826336"/>
          </a:xfrm>
        </p:grpSpPr>
        <p:sp>
          <p:nvSpPr>
            <p:cNvPr id="31"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pic>
        <p:nvPicPr>
          <p:cNvPr id="38" name="Picture 37" descr="122-吉林大学-logo.png"/>
          <p:cNvPicPr>
            <a:picLocks noChangeAspect="1"/>
          </p:cNvPicPr>
          <p:nvPr/>
        </p:nvPicPr>
        <p:blipFill>
          <a:blip r:embed="rId7"/>
          <a:stretch>
            <a:fillRect/>
          </a:stretch>
        </p:blipFill>
        <p:spPr>
          <a:xfrm>
            <a:off x="2641600" y="1131045"/>
            <a:ext cx="1651000" cy="1651000"/>
          </a:xfrm>
          <a:prstGeom prst="rect">
            <a:avLst/>
          </a:prstGeom>
        </p:spPr>
      </p:pic>
    </p:spTree>
    <p:extLst>
      <p:ext uri="{BB962C8B-B14F-4D97-AF65-F5344CB8AC3E}">
        <p14:creationId xmlns:p14="http://schemas.microsoft.com/office/powerpoint/2010/main" val="1462424996"/>
      </p:ext>
    </p:extLst>
  </p:cSld>
  <p:clrMapOvr>
    <a:masterClrMapping/>
  </p:clrMapOvr>
  <p:transition spd="slow" advClick="0" advTm="1000">
    <p:blinds dir="vert"/>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par>
                              <p:cTn id="8" fill="hold">
                                <p:stCondLst>
                                  <p:cond delay="500"/>
                                </p:stCondLst>
                                <p:childTnLst>
                                  <p:par>
                                    <p:cTn id="9" presetID="2" presetClass="entr" presetSubtype="1" accel="40000" fill="hold" grpId="0" nodeType="afterEffect" p14:presetBounceEnd="46400">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14:bounceEnd="46400">
                                          <p:cBhvr additive="base">
                                            <p:cTn id="11" dur="1250" fill="hold"/>
                                            <p:tgtEl>
                                              <p:spTgt spid="18"/>
                                            </p:tgtEl>
                                            <p:attrNameLst>
                                              <p:attrName>ppt_x</p:attrName>
                                            </p:attrNameLst>
                                          </p:cBhvr>
                                          <p:tavLst>
                                            <p:tav tm="0">
                                              <p:val>
                                                <p:strVal val="#ppt_x"/>
                                              </p:val>
                                            </p:tav>
                                            <p:tav tm="100000">
                                              <p:val>
                                                <p:strVal val="#ppt_x"/>
                                              </p:val>
                                            </p:tav>
                                          </p:tavLst>
                                        </p:anim>
                                        <p:anim calcmode="lin" valueType="num" p14:bounceEnd="46400">
                                          <p:cBhvr additive="base">
                                            <p:cTn id="12" dur="1250" fill="hold"/>
                                            <p:tgtEl>
                                              <p:spTgt spid="18"/>
                                            </p:tgtEl>
                                            <p:attrNameLst>
                                              <p:attrName>ppt_y</p:attrName>
                                            </p:attrNameLst>
                                          </p:cBhvr>
                                          <p:tavLst>
                                            <p:tav tm="0">
                                              <p:val>
                                                <p:strVal val="0-#ppt_h/2"/>
                                              </p:val>
                                            </p:tav>
                                            <p:tav tm="100000">
                                              <p:val>
                                                <p:strVal val="#ppt_y"/>
                                              </p:val>
                                            </p:tav>
                                          </p:tavLst>
                                        </p:anim>
                                      </p:childTnLst>
                                    </p:cTn>
                                  </p:par>
                                </p:childTnLst>
                              </p:cTn>
                            </p:par>
                            <p:par>
                              <p:cTn id="13" fill="hold">
                                <p:stCondLst>
                                  <p:cond delay="1750"/>
                                </p:stCondLst>
                                <p:childTnLst>
                                  <p:par>
                                    <p:cTn id="14" presetID="52" presetClass="entr" presetSubtype="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Scale>
                                          <p:cBhvr>
                                            <p:cTn id="16" dur="1000" decel="50000" fill="hold">
                                              <p:stCondLst>
                                                <p:cond delay="0"/>
                                              </p:stCondLst>
                                            </p:cTn>
                                            <p:tgtEl>
                                              <p:spTgt spid="1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7" dur="1000" decel="50000" fill="hold">
                                              <p:stCondLst>
                                                <p:cond delay="0"/>
                                              </p:stCondLst>
                                            </p:cTn>
                                            <p:tgtEl>
                                              <p:spTgt spid="19"/>
                                            </p:tgtEl>
                                            <p:attrNameLst>
                                              <p:attrName>ppt_x</p:attrName>
                                              <p:attrName>ppt_y</p:attrName>
                                            </p:attrNameLst>
                                          </p:cBhvr>
                                        </p:animMotion>
                                        <p:animEffect transition="in" filter="fade">
                                          <p:cBhvr>
                                            <p:cTn id="18" dur="1000"/>
                                            <p:tgtEl>
                                              <p:spTgt spid="19"/>
                                            </p:tgtEl>
                                          </p:cBhvr>
                                        </p:animEffect>
                                      </p:childTnLst>
                                    </p:cTn>
                                  </p:par>
                                </p:childTnLst>
                              </p:cTn>
                            </p:par>
                            <p:par>
                              <p:cTn id="19" fill="hold">
                                <p:stCondLst>
                                  <p:cond delay="2750"/>
                                </p:stCondLst>
                                <p:childTnLst>
                                  <p:par>
                                    <p:cTn id="20" presetID="52" presetClass="entr" presetSubtype="0"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Scale>
                                          <p:cBhvr>
                                            <p:cTn id="22" dur="1000" decel="50000" fill="hold">
                                              <p:stCondLst>
                                                <p:cond delay="0"/>
                                              </p:stCondLst>
                                            </p:cTn>
                                            <p:tgtEl>
                                              <p:spTgt spid="2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20"/>
                                            </p:tgtEl>
                                            <p:attrNameLst>
                                              <p:attrName>ppt_x</p:attrName>
                                              <p:attrName>ppt_y</p:attrName>
                                            </p:attrNameLst>
                                          </p:cBhvr>
                                        </p:animMotion>
                                        <p:animEffect transition="in" filter="fade">
                                          <p:cBhvr>
                                            <p:cTn id="24" dur="1000"/>
                                            <p:tgtEl>
                                              <p:spTgt spid="20"/>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750"/>
                                            <p:tgtEl>
                                              <p:spTgt spid="22"/>
                                            </p:tgtEl>
                                          </p:cBhvr>
                                        </p:animEffect>
                                        <p:anim calcmode="lin" valueType="num">
                                          <p:cBhvr>
                                            <p:cTn id="28" dur="750" fill="hold"/>
                                            <p:tgtEl>
                                              <p:spTgt spid="22"/>
                                            </p:tgtEl>
                                            <p:attrNameLst>
                                              <p:attrName>ppt_x</p:attrName>
                                            </p:attrNameLst>
                                          </p:cBhvr>
                                          <p:tavLst>
                                            <p:tav tm="0">
                                              <p:val>
                                                <p:strVal val="#ppt_x"/>
                                              </p:val>
                                            </p:tav>
                                            <p:tav tm="100000">
                                              <p:val>
                                                <p:strVal val="#ppt_x"/>
                                              </p:val>
                                            </p:tav>
                                          </p:tavLst>
                                        </p:anim>
                                        <p:anim calcmode="lin" valueType="num">
                                          <p:cBhvr>
                                            <p:cTn id="29" dur="750" fill="hold"/>
                                            <p:tgtEl>
                                              <p:spTgt spid="22"/>
                                            </p:tgtEl>
                                            <p:attrNameLst>
                                              <p:attrName>ppt_y</p:attrName>
                                            </p:attrNameLst>
                                          </p:cBhvr>
                                          <p:tavLst>
                                            <p:tav tm="0">
                                              <p:val>
                                                <p:strVal val="#ppt_y+.1"/>
                                              </p:val>
                                            </p:tav>
                                            <p:tav tm="100000">
                                              <p:val>
                                                <p:strVal val="#ppt_y"/>
                                              </p:val>
                                            </p:tav>
                                          </p:tavLst>
                                        </p:anim>
                                      </p:childTnLst>
                                    </p:cTn>
                                  </p:par>
                                </p:childTnLst>
                              </p:cTn>
                            </p:par>
                            <p:par>
                              <p:cTn id="30" fill="hold">
                                <p:stCondLst>
                                  <p:cond delay="3750"/>
                                </p:stCondLst>
                                <p:childTnLst>
                                  <p:par>
                                    <p:cTn id="31" presetID="2" presetClass="entr" presetSubtype="6" fill="hold" nodeType="after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1500" fill="hold"/>
                                            <p:tgtEl>
                                              <p:spTgt spid="24"/>
                                            </p:tgtEl>
                                            <p:attrNameLst>
                                              <p:attrName>ppt_x</p:attrName>
                                            </p:attrNameLst>
                                          </p:cBhvr>
                                          <p:tavLst>
                                            <p:tav tm="0">
                                              <p:val>
                                                <p:strVal val="1+#ppt_w/2"/>
                                              </p:val>
                                            </p:tav>
                                            <p:tav tm="100000">
                                              <p:val>
                                                <p:strVal val="#ppt_x"/>
                                              </p:val>
                                            </p:tav>
                                          </p:tavLst>
                                        </p:anim>
                                        <p:anim calcmode="lin" valueType="num">
                                          <p:cBhvr additive="base">
                                            <p:cTn id="34" dur="1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8" grpId="0" animBg="1"/>
          <p:bldP spid="19" grpId="0"/>
          <p:bldP spid="20" grpId="0"/>
          <p:bldP spid="2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par>
                              <p:cTn id="8" fill="hold">
                                <p:stCondLst>
                                  <p:cond delay="500"/>
                                </p:stCondLst>
                                <p:childTnLst>
                                  <p:par>
                                    <p:cTn id="9" presetID="2" presetClass="entr" presetSubtype="1" accel="4000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1250" fill="hold"/>
                                            <p:tgtEl>
                                              <p:spTgt spid="18"/>
                                            </p:tgtEl>
                                            <p:attrNameLst>
                                              <p:attrName>ppt_x</p:attrName>
                                            </p:attrNameLst>
                                          </p:cBhvr>
                                          <p:tavLst>
                                            <p:tav tm="0">
                                              <p:val>
                                                <p:strVal val="#ppt_x"/>
                                              </p:val>
                                            </p:tav>
                                            <p:tav tm="100000">
                                              <p:val>
                                                <p:strVal val="#ppt_x"/>
                                              </p:val>
                                            </p:tav>
                                          </p:tavLst>
                                        </p:anim>
                                        <p:anim calcmode="lin" valueType="num">
                                          <p:cBhvr additive="base">
                                            <p:cTn id="12" dur="1250" fill="hold"/>
                                            <p:tgtEl>
                                              <p:spTgt spid="18"/>
                                            </p:tgtEl>
                                            <p:attrNameLst>
                                              <p:attrName>ppt_y</p:attrName>
                                            </p:attrNameLst>
                                          </p:cBhvr>
                                          <p:tavLst>
                                            <p:tav tm="0">
                                              <p:val>
                                                <p:strVal val="0-#ppt_h/2"/>
                                              </p:val>
                                            </p:tav>
                                            <p:tav tm="100000">
                                              <p:val>
                                                <p:strVal val="#ppt_y"/>
                                              </p:val>
                                            </p:tav>
                                          </p:tavLst>
                                        </p:anim>
                                      </p:childTnLst>
                                    </p:cTn>
                                  </p:par>
                                </p:childTnLst>
                              </p:cTn>
                            </p:par>
                            <p:par>
                              <p:cTn id="13" fill="hold">
                                <p:stCondLst>
                                  <p:cond delay="1750"/>
                                </p:stCondLst>
                                <p:childTnLst>
                                  <p:par>
                                    <p:cTn id="14" presetID="52" presetClass="entr" presetSubtype="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Scale>
                                          <p:cBhvr>
                                            <p:cTn id="16" dur="1000" decel="50000" fill="hold">
                                              <p:stCondLst>
                                                <p:cond delay="0"/>
                                              </p:stCondLst>
                                            </p:cTn>
                                            <p:tgtEl>
                                              <p:spTgt spid="1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7" dur="1000" decel="50000" fill="hold">
                                              <p:stCondLst>
                                                <p:cond delay="0"/>
                                              </p:stCondLst>
                                            </p:cTn>
                                            <p:tgtEl>
                                              <p:spTgt spid="19"/>
                                            </p:tgtEl>
                                            <p:attrNameLst>
                                              <p:attrName>ppt_x</p:attrName>
                                              <p:attrName>ppt_y</p:attrName>
                                            </p:attrNameLst>
                                          </p:cBhvr>
                                        </p:animMotion>
                                        <p:animEffect transition="in" filter="fade">
                                          <p:cBhvr>
                                            <p:cTn id="18" dur="1000"/>
                                            <p:tgtEl>
                                              <p:spTgt spid="19"/>
                                            </p:tgtEl>
                                          </p:cBhvr>
                                        </p:animEffect>
                                      </p:childTnLst>
                                    </p:cTn>
                                  </p:par>
                                </p:childTnLst>
                              </p:cTn>
                            </p:par>
                            <p:par>
                              <p:cTn id="19" fill="hold">
                                <p:stCondLst>
                                  <p:cond delay="2750"/>
                                </p:stCondLst>
                                <p:childTnLst>
                                  <p:par>
                                    <p:cTn id="20" presetID="52" presetClass="entr" presetSubtype="0"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Scale>
                                          <p:cBhvr>
                                            <p:cTn id="22" dur="1000" decel="50000" fill="hold">
                                              <p:stCondLst>
                                                <p:cond delay="0"/>
                                              </p:stCondLst>
                                            </p:cTn>
                                            <p:tgtEl>
                                              <p:spTgt spid="2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20"/>
                                            </p:tgtEl>
                                            <p:attrNameLst>
                                              <p:attrName>ppt_x</p:attrName>
                                              <p:attrName>ppt_y</p:attrName>
                                            </p:attrNameLst>
                                          </p:cBhvr>
                                        </p:animMotion>
                                        <p:animEffect transition="in" filter="fade">
                                          <p:cBhvr>
                                            <p:cTn id="24" dur="1000"/>
                                            <p:tgtEl>
                                              <p:spTgt spid="20"/>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750"/>
                                            <p:tgtEl>
                                              <p:spTgt spid="22"/>
                                            </p:tgtEl>
                                          </p:cBhvr>
                                        </p:animEffect>
                                        <p:anim calcmode="lin" valueType="num">
                                          <p:cBhvr>
                                            <p:cTn id="28" dur="750" fill="hold"/>
                                            <p:tgtEl>
                                              <p:spTgt spid="22"/>
                                            </p:tgtEl>
                                            <p:attrNameLst>
                                              <p:attrName>ppt_x</p:attrName>
                                            </p:attrNameLst>
                                          </p:cBhvr>
                                          <p:tavLst>
                                            <p:tav tm="0">
                                              <p:val>
                                                <p:strVal val="#ppt_x"/>
                                              </p:val>
                                            </p:tav>
                                            <p:tav tm="100000">
                                              <p:val>
                                                <p:strVal val="#ppt_x"/>
                                              </p:val>
                                            </p:tav>
                                          </p:tavLst>
                                        </p:anim>
                                        <p:anim calcmode="lin" valueType="num">
                                          <p:cBhvr>
                                            <p:cTn id="29" dur="750" fill="hold"/>
                                            <p:tgtEl>
                                              <p:spTgt spid="22"/>
                                            </p:tgtEl>
                                            <p:attrNameLst>
                                              <p:attrName>ppt_y</p:attrName>
                                            </p:attrNameLst>
                                          </p:cBhvr>
                                          <p:tavLst>
                                            <p:tav tm="0">
                                              <p:val>
                                                <p:strVal val="#ppt_y+.1"/>
                                              </p:val>
                                            </p:tav>
                                            <p:tav tm="100000">
                                              <p:val>
                                                <p:strVal val="#ppt_y"/>
                                              </p:val>
                                            </p:tav>
                                          </p:tavLst>
                                        </p:anim>
                                      </p:childTnLst>
                                    </p:cTn>
                                  </p:par>
                                </p:childTnLst>
                              </p:cTn>
                            </p:par>
                            <p:par>
                              <p:cTn id="30" fill="hold">
                                <p:stCondLst>
                                  <p:cond delay="3750"/>
                                </p:stCondLst>
                                <p:childTnLst>
                                  <p:par>
                                    <p:cTn id="31" presetID="2" presetClass="entr" presetSubtype="6" fill="hold" nodeType="after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1500" fill="hold"/>
                                            <p:tgtEl>
                                              <p:spTgt spid="24"/>
                                            </p:tgtEl>
                                            <p:attrNameLst>
                                              <p:attrName>ppt_x</p:attrName>
                                            </p:attrNameLst>
                                          </p:cBhvr>
                                          <p:tavLst>
                                            <p:tav tm="0">
                                              <p:val>
                                                <p:strVal val="1+#ppt_w/2"/>
                                              </p:val>
                                            </p:tav>
                                            <p:tav tm="100000">
                                              <p:val>
                                                <p:strVal val="#ppt_x"/>
                                              </p:val>
                                            </p:tav>
                                          </p:tavLst>
                                        </p:anim>
                                        <p:anim calcmode="lin" valueType="num">
                                          <p:cBhvr additive="base">
                                            <p:cTn id="34" dur="1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8" grpId="0" animBg="1"/>
          <p:bldP spid="19" grpId="0"/>
          <p:bldP spid="20" grpId="0"/>
          <p:bldP spid="22" grpId="0"/>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3ED9A2F2-6C46-9691-3A28-E2A31EA70B7A}"/>
              </a:ext>
            </a:extLst>
          </p:cNvPr>
          <p:cNvGrpSpPr/>
          <p:nvPr/>
        </p:nvGrpSpPr>
        <p:grpSpPr>
          <a:xfrm>
            <a:off x="-19050" y="-785567"/>
            <a:ext cx="12209464" cy="7671303"/>
            <a:chOff x="-19050" y="-785567"/>
            <a:chExt cx="12209464" cy="7671303"/>
          </a:xfrm>
        </p:grpSpPr>
        <p:pic>
          <p:nvPicPr>
            <p:cNvPr id="57" name="Picture 56" descr="122-吉林大学-img3.jpg"/>
            <p:cNvPicPr>
              <a:picLocks noChangeAspect="1"/>
            </p:cNvPicPr>
            <p:nvPr/>
          </p:nvPicPr>
          <p:blipFill>
            <a:blip r:embed="rId5"/>
            <a:stretch>
              <a:fillRect/>
            </a:stretch>
          </p:blipFill>
          <p:spPr>
            <a:xfrm>
              <a:off x="-1" y="-759420"/>
              <a:ext cx="12190413" cy="7619008"/>
            </a:xfrm>
            <a:prstGeom prst="rect">
              <a:avLst/>
            </a:prstGeom>
          </p:spPr>
        </p:pic>
        <p:sp>
          <p:nvSpPr>
            <p:cNvPr id="2" name="矩形 1">
              <a:extLst>
                <a:ext uri="{FF2B5EF4-FFF2-40B4-BE49-F238E27FC236}">
                  <a16:creationId xmlns:a16="http://schemas.microsoft.com/office/drawing/2014/main" id="{581A575E-A33B-C57E-20FE-C7BC3BE119CC}"/>
                </a:ext>
              </a:extLst>
            </p:cNvPr>
            <p:cNvSpPr/>
            <p:nvPr/>
          </p:nvSpPr>
          <p:spPr>
            <a:xfrm>
              <a:off x="5584249" y="1106546"/>
              <a:ext cx="6588578" cy="4554411"/>
            </a:xfrm>
            <a:prstGeom prst="rect">
              <a:avLst/>
            </a:prstGeom>
            <a:gradFill>
              <a:gsLst>
                <a:gs pos="0">
                  <a:schemeClr val="tx1">
                    <a:lumMod val="95000"/>
                    <a:lumOff val="5000"/>
                    <a:alpha val="44000"/>
                  </a:schemeClr>
                </a:gs>
                <a:gs pos="100000">
                  <a:schemeClr val="tx1">
                    <a:alpha val="0"/>
                  </a:schemeClr>
                </a:gs>
              </a:gsLst>
              <a:lin ang="0" scaled="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409FAE6C-CA37-F67A-39C7-7DAE21D54106}"/>
                </a:ext>
              </a:extLst>
            </p:cNvPr>
            <p:cNvSpPr/>
            <p:nvPr/>
          </p:nvSpPr>
          <p:spPr>
            <a:xfrm>
              <a:off x="-1" y="5687105"/>
              <a:ext cx="12190413" cy="11986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3719722F-9F19-8486-7263-7ABA2BD9FAAF}"/>
                </a:ext>
              </a:extLst>
            </p:cNvPr>
            <p:cNvSpPr/>
            <p:nvPr/>
          </p:nvSpPr>
          <p:spPr>
            <a:xfrm>
              <a:off x="-19050" y="-785567"/>
              <a:ext cx="12209464" cy="18885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0" name="矩形 39"/>
          <p:cNvSpPr/>
          <p:nvPr/>
        </p:nvSpPr>
        <p:spPr>
          <a:xfrm>
            <a:off x="552450" y="419100"/>
            <a:ext cx="8305800" cy="6038850"/>
          </a:xfrm>
          <a:prstGeom prst="rect">
            <a:avLst/>
          </a:prstGeom>
          <a:noFill/>
          <a:ln w="76200">
            <a:solidFill>
              <a:srgbClr val="0824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837066" y="0"/>
            <a:ext cx="4764768" cy="6859588"/>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WordArt 293"/>
          <p:cNvSpPr>
            <a:spLocks noChangeArrowheads="1" noChangeShapeType="1" noTextEdit="1"/>
          </p:cNvSpPr>
          <p:nvPr/>
        </p:nvSpPr>
        <p:spPr bwMode="auto">
          <a:xfrm>
            <a:off x="2311332" y="2598920"/>
            <a:ext cx="2293400" cy="1135514"/>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r>
              <a:rPr lang="zh-CN" altLang="en-US" kern="10" dirty="0">
                <a:solidFill>
                  <a:schemeClr val="bg1"/>
                </a:solidFill>
                <a:latin typeface="微软雅黑" pitchFamily="34" charset="-122"/>
                <a:ea typeface="微软雅黑" pitchFamily="34" charset="-122"/>
              </a:rPr>
              <a:t>目录</a:t>
            </a:r>
            <a:endParaRPr lang="en-US" altLang="zh-CN" kern="10" dirty="0">
              <a:solidFill>
                <a:schemeClr val="bg1"/>
              </a:solidFill>
              <a:latin typeface="微软雅黑" pitchFamily="34" charset="-122"/>
              <a:ea typeface="微软雅黑" pitchFamily="34" charset="-122"/>
            </a:endParaRPr>
          </a:p>
          <a:p>
            <a:r>
              <a:rPr lang="en-US" altLang="zh-CN" sz="1050" kern="10" dirty="0">
                <a:solidFill>
                  <a:schemeClr val="bg1"/>
                </a:solidFill>
                <a:latin typeface="微软雅黑" pitchFamily="34" charset="-122"/>
                <a:ea typeface="微软雅黑" pitchFamily="34" charset="-122"/>
              </a:rPr>
              <a:t>DIRECTORY</a:t>
            </a:r>
            <a:endParaRPr lang="zh-CN" altLang="en-US" sz="1050" kern="10" dirty="0">
              <a:solidFill>
                <a:schemeClr val="bg1"/>
              </a:solidFill>
              <a:latin typeface="微软雅黑" pitchFamily="34" charset="-122"/>
              <a:ea typeface="微软雅黑" pitchFamily="34" charset="-122"/>
            </a:endParaRPr>
          </a:p>
        </p:txBody>
      </p:sp>
      <p:sp>
        <p:nvSpPr>
          <p:cNvPr id="50" name="20"/>
          <p:cNvSpPr>
            <a:spLocks noChangeArrowheads="1"/>
          </p:cNvSpPr>
          <p:nvPr>
            <p:custDataLst>
              <p:tags r:id="rId1"/>
            </p:custDataLst>
          </p:nvPr>
        </p:nvSpPr>
        <p:spPr bwMode="auto">
          <a:xfrm>
            <a:off x="9115878" y="5906074"/>
            <a:ext cx="2893071" cy="484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base">
              <a:spcBef>
                <a:spcPct val="0"/>
              </a:spcBef>
              <a:spcAft>
                <a:spcPct val="0"/>
              </a:spcAft>
              <a:buFont typeface="Arial" pitchFamily="34" charset="0"/>
              <a:buNone/>
            </a:pPr>
            <a:r>
              <a:rPr lang="en-US" altLang="zh-CN" sz="1050" dirty="0">
                <a:solidFill>
                  <a:schemeClr val="bg1">
                    <a:lumMod val="65000"/>
                  </a:schemeClr>
                </a:solidFill>
                <a:cs typeface="Arial" panose="020B0604020202020204" pitchFamily="34" charset="0"/>
              </a:rPr>
              <a:t>We have many PowerPoint </a:t>
            </a:r>
            <a:r>
              <a:rPr lang="zh-CN" altLang="en-US" sz="1050" dirty="0">
                <a:solidFill>
                  <a:schemeClr val="bg1">
                    <a:lumMod val="65000"/>
                  </a:schemeClr>
                </a:solidFill>
                <a:cs typeface="Arial" panose="020B0604020202020204" pitchFamily="34" charset="0"/>
              </a:rPr>
              <a:t>templates</a:t>
            </a:r>
            <a:r>
              <a:rPr lang="en-US" altLang="zh-CN" sz="1050" dirty="0">
                <a:solidFill>
                  <a:schemeClr val="bg1">
                    <a:lumMod val="65000"/>
                  </a:schemeClr>
                </a:solidFill>
                <a:cs typeface="Arial" panose="020B0604020202020204" pitchFamily="34" charset="0"/>
              </a:rPr>
              <a:t> that has been specifically designed to help anyone that is stepping into the world of the very first time.</a:t>
            </a:r>
            <a:endParaRPr lang="zh-CN" altLang="en-US" sz="1050" dirty="0">
              <a:solidFill>
                <a:schemeClr val="bg1">
                  <a:lumMod val="65000"/>
                </a:schemeClr>
              </a:solidFill>
              <a:cs typeface="Arial" panose="020B0604020202020204" pitchFamily="34" charset="0"/>
            </a:endParaRPr>
          </a:p>
        </p:txBody>
      </p:sp>
      <p:grpSp>
        <p:nvGrpSpPr>
          <p:cNvPr id="51" name="组合 50"/>
          <p:cNvGrpSpPr/>
          <p:nvPr/>
        </p:nvGrpSpPr>
        <p:grpSpPr>
          <a:xfrm>
            <a:off x="9639878" y="473053"/>
            <a:ext cx="2459463" cy="1301793"/>
            <a:chOff x="4428098" y="592147"/>
            <a:chExt cx="3450476" cy="1826336"/>
          </a:xfrm>
        </p:grpSpPr>
        <p:sp>
          <p:nvSpPr>
            <p:cNvPr id="52"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4"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4" name="组合 3"/>
          <p:cNvGrpSpPr/>
          <p:nvPr/>
        </p:nvGrpSpPr>
        <p:grpSpPr>
          <a:xfrm>
            <a:off x="6693879" y="1795840"/>
            <a:ext cx="4433040" cy="3308126"/>
            <a:chOff x="6677729" y="2249070"/>
            <a:chExt cx="5050575" cy="3768958"/>
          </a:xfrm>
          <a:solidFill>
            <a:schemeClr val="accent3"/>
          </a:solidFill>
        </p:grpSpPr>
        <p:sp>
          <p:nvSpPr>
            <p:cNvPr id="24" name="Freeform 10"/>
            <p:cNvSpPr>
              <a:spLocks/>
            </p:cNvSpPr>
            <p:nvPr/>
          </p:nvSpPr>
          <p:spPr bwMode="auto">
            <a:xfrm>
              <a:off x="6677729" y="2264427"/>
              <a:ext cx="5050575" cy="700630"/>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chemeClr val="bg1"/>
            </a:solidFill>
            <a:ln w="10" cap="flat" cmpd="sng">
              <a:noFill/>
              <a:round/>
              <a:headEnd/>
              <a:tailEnd/>
            </a:ln>
          </p:spPr>
          <p:txBody>
            <a:bodyPr lIns="68562" tIns="34281" rIns="68562" bIns="34281"/>
            <a:lstStyle/>
            <a:p>
              <a:endParaRPr lang="zh-CN" altLang="en-US" sz="2000">
                <a:solidFill>
                  <a:schemeClr val="bg1"/>
                </a:solidFill>
              </a:endParaRPr>
            </a:p>
          </p:txBody>
        </p:sp>
        <p:sp>
          <p:nvSpPr>
            <p:cNvPr id="25" name="Rectangle 12"/>
            <p:cNvSpPr>
              <a:spLocks noChangeArrowheads="1"/>
            </p:cNvSpPr>
            <p:nvPr/>
          </p:nvSpPr>
          <p:spPr bwMode="auto">
            <a:xfrm>
              <a:off x="6926498" y="2249070"/>
              <a:ext cx="719371" cy="737088"/>
            </a:xfrm>
            <a:prstGeom prst="rect">
              <a:avLst/>
            </a:prstGeom>
            <a:solidFill>
              <a:srgbClr val="0824AA"/>
            </a:solidFill>
            <a:ln>
              <a:noFill/>
            </a:ln>
          </p:spPr>
          <p:txBody>
            <a:bodyPr lIns="68562" tIns="34281" rIns="68562" bIns="34281"/>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sz="2000">
                <a:solidFill>
                  <a:schemeClr val="bg1"/>
                </a:solidFill>
              </a:endParaRPr>
            </a:p>
          </p:txBody>
        </p:sp>
        <p:sp>
          <p:nvSpPr>
            <p:cNvPr id="26" name="Freeform 10"/>
            <p:cNvSpPr>
              <a:spLocks/>
            </p:cNvSpPr>
            <p:nvPr/>
          </p:nvSpPr>
          <p:spPr bwMode="auto">
            <a:xfrm>
              <a:off x="6677729" y="3283669"/>
              <a:ext cx="5050575" cy="700630"/>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chemeClr val="bg1"/>
            </a:solidFill>
            <a:ln w="10" cap="flat" cmpd="sng">
              <a:noFill/>
              <a:round/>
              <a:headEnd/>
              <a:tailEnd/>
            </a:ln>
          </p:spPr>
          <p:txBody>
            <a:bodyPr lIns="68562" tIns="34281" rIns="68562" bIns="34281"/>
            <a:lstStyle/>
            <a:p>
              <a:endParaRPr lang="zh-CN" altLang="en-US" sz="2000">
                <a:solidFill>
                  <a:schemeClr val="bg1"/>
                </a:solidFill>
              </a:endParaRPr>
            </a:p>
          </p:txBody>
        </p:sp>
        <p:sp>
          <p:nvSpPr>
            <p:cNvPr id="27" name="Rectangle 12"/>
            <p:cNvSpPr>
              <a:spLocks noChangeArrowheads="1"/>
            </p:cNvSpPr>
            <p:nvPr/>
          </p:nvSpPr>
          <p:spPr bwMode="auto">
            <a:xfrm>
              <a:off x="6924120" y="3283669"/>
              <a:ext cx="719371" cy="737089"/>
            </a:xfrm>
            <a:prstGeom prst="rect">
              <a:avLst/>
            </a:prstGeom>
            <a:solidFill>
              <a:srgbClr val="0824AA"/>
            </a:solidFill>
            <a:ln>
              <a:noFill/>
            </a:ln>
          </p:spPr>
          <p:txBody>
            <a:bodyPr lIns="68562" tIns="34281" rIns="68562" bIns="34281"/>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sz="2000">
                <a:solidFill>
                  <a:schemeClr val="bg1"/>
                </a:solidFill>
              </a:endParaRPr>
            </a:p>
          </p:txBody>
        </p:sp>
        <p:sp>
          <p:nvSpPr>
            <p:cNvPr id="28" name="Freeform 10"/>
            <p:cNvSpPr>
              <a:spLocks/>
            </p:cNvSpPr>
            <p:nvPr/>
          </p:nvSpPr>
          <p:spPr bwMode="auto">
            <a:xfrm>
              <a:off x="6677729" y="4279135"/>
              <a:ext cx="5050575" cy="700630"/>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chemeClr val="bg1"/>
            </a:solidFill>
            <a:ln w="10" cap="flat" cmpd="sng">
              <a:noFill/>
              <a:round/>
              <a:headEnd/>
              <a:tailEnd/>
            </a:ln>
          </p:spPr>
          <p:txBody>
            <a:bodyPr lIns="68562" tIns="34281" rIns="68562" bIns="34281"/>
            <a:lstStyle/>
            <a:p>
              <a:endParaRPr lang="zh-CN" altLang="en-US" sz="2000">
                <a:solidFill>
                  <a:schemeClr val="bg1"/>
                </a:solidFill>
              </a:endParaRPr>
            </a:p>
          </p:txBody>
        </p:sp>
        <p:sp>
          <p:nvSpPr>
            <p:cNvPr id="29" name="Rectangle 12"/>
            <p:cNvSpPr>
              <a:spLocks noChangeArrowheads="1"/>
            </p:cNvSpPr>
            <p:nvPr/>
          </p:nvSpPr>
          <p:spPr bwMode="auto">
            <a:xfrm>
              <a:off x="6926498" y="4262292"/>
              <a:ext cx="719371" cy="737088"/>
            </a:xfrm>
            <a:prstGeom prst="rect">
              <a:avLst/>
            </a:prstGeom>
            <a:solidFill>
              <a:srgbClr val="0824AA"/>
            </a:solidFill>
            <a:ln>
              <a:noFill/>
            </a:ln>
          </p:spPr>
          <p:txBody>
            <a:bodyPr lIns="68562" tIns="34281" rIns="68562" bIns="34281"/>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sz="2000">
                <a:solidFill>
                  <a:schemeClr val="bg1"/>
                </a:solidFill>
              </a:endParaRPr>
            </a:p>
          </p:txBody>
        </p:sp>
        <p:sp>
          <p:nvSpPr>
            <p:cNvPr id="30" name="Freeform 10"/>
            <p:cNvSpPr>
              <a:spLocks/>
            </p:cNvSpPr>
            <p:nvPr/>
          </p:nvSpPr>
          <p:spPr bwMode="auto">
            <a:xfrm>
              <a:off x="6677729" y="5287282"/>
              <a:ext cx="5050575" cy="700630"/>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chemeClr val="bg1"/>
            </a:solidFill>
            <a:ln w="10" cap="flat" cmpd="sng">
              <a:noFill/>
              <a:round/>
              <a:headEnd/>
              <a:tailEnd/>
            </a:ln>
          </p:spPr>
          <p:txBody>
            <a:bodyPr lIns="68562" tIns="34281" rIns="68562" bIns="34281"/>
            <a:lstStyle/>
            <a:p>
              <a:endParaRPr lang="zh-CN" altLang="en-US" sz="2000">
                <a:solidFill>
                  <a:schemeClr val="bg1"/>
                </a:solidFill>
              </a:endParaRPr>
            </a:p>
          </p:txBody>
        </p:sp>
        <p:sp>
          <p:nvSpPr>
            <p:cNvPr id="31" name="Rectangle 12"/>
            <p:cNvSpPr>
              <a:spLocks noChangeArrowheads="1"/>
            </p:cNvSpPr>
            <p:nvPr/>
          </p:nvSpPr>
          <p:spPr bwMode="auto">
            <a:xfrm>
              <a:off x="6926498" y="5280940"/>
              <a:ext cx="719371" cy="737088"/>
            </a:xfrm>
            <a:prstGeom prst="rect">
              <a:avLst/>
            </a:prstGeom>
            <a:solidFill>
              <a:srgbClr val="0824AA"/>
            </a:solidFill>
            <a:ln w="9525">
              <a:noFill/>
              <a:miter lim="800000"/>
              <a:headEnd/>
              <a:tailEnd/>
            </a:ln>
          </p:spPr>
          <p:txBody>
            <a:bodyPr lIns="68562" tIns="34281" rIns="68562" bIns="34281"/>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sz="2000">
                <a:solidFill>
                  <a:schemeClr val="bg1"/>
                </a:solidFill>
              </a:endParaRPr>
            </a:p>
          </p:txBody>
        </p:sp>
        <p:sp>
          <p:nvSpPr>
            <p:cNvPr id="32" name="TextBox 105"/>
            <p:cNvSpPr txBox="1">
              <a:spLocks noChangeArrowheads="1"/>
            </p:cNvSpPr>
            <p:nvPr/>
          </p:nvSpPr>
          <p:spPr bwMode="auto">
            <a:xfrm>
              <a:off x="8014165" y="2342159"/>
              <a:ext cx="2962958" cy="499656"/>
            </a:xfrm>
            <a:prstGeom prst="rect">
              <a:avLst/>
            </a:prstGeom>
            <a:noFill/>
            <a:ln w="9525">
              <a:noFill/>
              <a:miter lim="800000"/>
              <a:headEnd/>
              <a:tailEnd/>
            </a:ln>
          </p:spPr>
          <p:txBody>
            <a:bodyPr wrap="none" lIns="68562" tIns="34281" rIns="68562" bIns="34281">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dirty="0">
                  <a:solidFill>
                    <a:schemeClr val="bg1">
                      <a:lumMod val="50000"/>
                    </a:schemeClr>
                  </a:solidFill>
                  <a:latin typeface="微软雅黑" pitchFamily="34" charset="-122"/>
                  <a:ea typeface="微软雅黑" pitchFamily="34" charset="-122"/>
                </a:rPr>
                <a:t>点击加入你的标题</a:t>
              </a:r>
            </a:p>
          </p:txBody>
        </p:sp>
        <p:sp>
          <p:nvSpPr>
            <p:cNvPr id="33" name="TextBox 106"/>
            <p:cNvSpPr txBox="1">
              <a:spLocks noChangeArrowheads="1"/>
            </p:cNvSpPr>
            <p:nvPr/>
          </p:nvSpPr>
          <p:spPr bwMode="auto">
            <a:xfrm>
              <a:off x="7034245" y="2249070"/>
              <a:ext cx="446308" cy="639917"/>
            </a:xfrm>
            <a:prstGeom prst="rect">
              <a:avLst/>
            </a:prstGeom>
            <a:noFill/>
            <a:ln w="9525">
              <a:noFill/>
              <a:miter lim="800000"/>
              <a:headEnd/>
              <a:tailEnd/>
            </a:ln>
          </p:spPr>
          <p:txBody>
            <a:bodyPr wrap="none" lIns="68562" tIns="34281" rIns="68562" bIns="34281">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200" dirty="0">
                  <a:solidFill>
                    <a:schemeClr val="bg1"/>
                  </a:solidFill>
                  <a:latin typeface="微软雅黑" pitchFamily="34" charset="-122"/>
                  <a:ea typeface="微软雅黑" pitchFamily="34" charset="-122"/>
                </a:rPr>
                <a:t>1</a:t>
              </a:r>
              <a:endParaRPr lang="zh-CN" altLang="en-US" sz="3200" dirty="0">
                <a:solidFill>
                  <a:schemeClr val="bg1"/>
                </a:solidFill>
                <a:latin typeface="微软雅黑" pitchFamily="34" charset="-122"/>
                <a:ea typeface="微软雅黑" pitchFamily="34" charset="-122"/>
              </a:endParaRPr>
            </a:p>
          </p:txBody>
        </p:sp>
        <p:sp>
          <p:nvSpPr>
            <p:cNvPr id="34" name="TextBox 108"/>
            <p:cNvSpPr txBox="1">
              <a:spLocks noChangeArrowheads="1"/>
            </p:cNvSpPr>
            <p:nvPr/>
          </p:nvSpPr>
          <p:spPr bwMode="auto">
            <a:xfrm>
              <a:off x="8014165" y="3391520"/>
              <a:ext cx="2962958" cy="499656"/>
            </a:xfrm>
            <a:prstGeom prst="rect">
              <a:avLst/>
            </a:prstGeom>
            <a:noFill/>
            <a:ln w="9525">
              <a:noFill/>
              <a:miter lim="800000"/>
              <a:headEnd/>
              <a:tailEnd/>
            </a:ln>
          </p:spPr>
          <p:txBody>
            <a:bodyPr wrap="none" lIns="68562" tIns="34281" rIns="68562" bIns="34281">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dirty="0">
                  <a:solidFill>
                    <a:schemeClr val="bg1">
                      <a:lumMod val="50000"/>
                    </a:schemeClr>
                  </a:solidFill>
                  <a:latin typeface="微软雅黑" pitchFamily="34" charset="-122"/>
                  <a:ea typeface="微软雅黑" pitchFamily="34" charset="-122"/>
                </a:rPr>
                <a:t>点击加入你的标题</a:t>
              </a:r>
            </a:p>
          </p:txBody>
        </p:sp>
        <p:sp>
          <p:nvSpPr>
            <p:cNvPr id="35" name="TextBox 109"/>
            <p:cNvSpPr txBox="1">
              <a:spLocks noChangeArrowheads="1"/>
            </p:cNvSpPr>
            <p:nvPr/>
          </p:nvSpPr>
          <p:spPr bwMode="auto">
            <a:xfrm>
              <a:off x="7034245" y="3303613"/>
              <a:ext cx="446308" cy="639917"/>
            </a:xfrm>
            <a:prstGeom prst="rect">
              <a:avLst/>
            </a:prstGeom>
            <a:noFill/>
            <a:ln w="9525">
              <a:noFill/>
              <a:miter lim="800000"/>
              <a:headEnd/>
              <a:tailEnd/>
            </a:ln>
          </p:spPr>
          <p:txBody>
            <a:bodyPr wrap="none" lIns="68562" tIns="34281" rIns="68562" bIns="34281">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200" dirty="0">
                  <a:solidFill>
                    <a:schemeClr val="bg1"/>
                  </a:solidFill>
                  <a:latin typeface="微软雅黑" pitchFamily="34" charset="-122"/>
                  <a:ea typeface="微软雅黑" pitchFamily="34" charset="-122"/>
                </a:rPr>
                <a:t>2</a:t>
              </a:r>
              <a:endParaRPr lang="zh-CN" altLang="en-US" sz="3200" dirty="0">
                <a:solidFill>
                  <a:schemeClr val="bg1"/>
                </a:solidFill>
                <a:latin typeface="微软雅黑" pitchFamily="34" charset="-122"/>
                <a:ea typeface="微软雅黑" pitchFamily="34" charset="-122"/>
              </a:endParaRPr>
            </a:p>
          </p:txBody>
        </p:sp>
        <p:sp>
          <p:nvSpPr>
            <p:cNvPr id="36" name="TextBox 115"/>
            <p:cNvSpPr txBox="1">
              <a:spLocks noChangeArrowheads="1"/>
            </p:cNvSpPr>
            <p:nvPr/>
          </p:nvSpPr>
          <p:spPr bwMode="auto">
            <a:xfrm>
              <a:off x="8014165" y="4334677"/>
              <a:ext cx="2962958" cy="499656"/>
            </a:xfrm>
            <a:prstGeom prst="rect">
              <a:avLst/>
            </a:prstGeom>
            <a:noFill/>
            <a:ln w="9525">
              <a:noFill/>
              <a:miter lim="800000"/>
              <a:headEnd/>
              <a:tailEnd/>
            </a:ln>
          </p:spPr>
          <p:txBody>
            <a:bodyPr wrap="none" lIns="68562" tIns="34281" rIns="68562" bIns="34281">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dirty="0">
                  <a:solidFill>
                    <a:schemeClr val="bg1">
                      <a:lumMod val="50000"/>
                    </a:schemeClr>
                  </a:solidFill>
                  <a:latin typeface="微软雅黑" pitchFamily="34" charset="-122"/>
                  <a:ea typeface="微软雅黑" pitchFamily="34" charset="-122"/>
                </a:rPr>
                <a:t>点击加入你的标题</a:t>
              </a:r>
            </a:p>
          </p:txBody>
        </p:sp>
        <p:sp>
          <p:nvSpPr>
            <p:cNvPr id="37" name="TextBox 116"/>
            <p:cNvSpPr txBox="1">
              <a:spLocks noChangeArrowheads="1"/>
            </p:cNvSpPr>
            <p:nvPr/>
          </p:nvSpPr>
          <p:spPr bwMode="auto">
            <a:xfrm>
              <a:off x="7034245" y="4262291"/>
              <a:ext cx="446308" cy="639917"/>
            </a:xfrm>
            <a:prstGeom prst="rect">
              <a:avLst/>
            </a:prstGeom>
            <a:noFill/>
            <a:ln w="9525">
              <a:noFill/>
              <a:miter lim="800000"/>
              <a:headEnd/>
              <a:tailEnd/>
            </a:ln>
          </p:spPr>
          <p:txBody>
            <a:bodyPr wrap="none" lIns="68562" tIns="34281" rIns="68562" bIns="34281">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200" dirty="0">
                  <a:solidFill>
                    <a:schemeClr val="bg1"/>
                  </a:solidFill>
                  <a:latin typeface="微软雅黑" pitchFamily="34" charset="-122"/>
                  <a:ea typeface="微软雅黑" pitchFamily="34" charset="-122"/>
                </a:rPr>
                <a:t>3</a:t>
              </a:r>
              <a:endParaRPr lang="zh-CN" altLang="en-US" sz="3200" dirty="0">
                <a:solidFill>
                  <a:schemeClr val="bg1"/>
                </a:solidFill>
                <a:latin typeface="微软雅黑" pitchFamily="34" charset="-122"/>
                <a:ea typeface="微软雅黑" pitchFamily="34" charset="-122"/>
              </a:endParaRPr>
            </a:p>
          </p:txBody>
        </p:sp>
        <p:sp>
          <p:nvSpPr>
            <p:cNvPr id="38" name="TextBox 117"/>
            <p:cNvSpPr txBox="1">
              <a:spLocks noChangeArrowheads="1"/>
            </p:cNvSpPr>
            <p:nvPr/>
          </p:nvSpPr>
          <p:spPr bwMode="auto">
            <a:xfrm>
              <a:off x="8014165" y="5353919"/>
              <a:ext cx="2962958" cy="499656"/>
            </a:xfrm>
            <a:prstGeom prst="rect">
              <a:avLst/>
            </a:prstGeom>
            <a:noFill/>
            <a:ln w="9525">
              <a:noFill/>
              <a:miter lim="800000"/>
              <a:headEnd/>
              <a:tailEnd/>
            </a:ln>
          </p:spPr>
          <p:txBody>
            <a:bodyPr wrap="none" lIns="68562" tIns="34281" rIns="68562" bIns="34281">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2400" dirty="0">
                  <a:solidFill>
                    <a:schemeClr val="bg1">
                      <a:lumMod val="50000"/>
                    </a:schemeClr>
                  </a:solidFill>
                  <a:latin typeface="微软雅黑" pitchFamily="34" charset="-122"/>
                  <a:ea typeface="微软雅黑" pitchFamily="34" charset="-122"/>
                </a:rPr>
                <a:t>点击加入你的标题</a:t>
              </a:r>
            </a:p>
          </p:txBody>
        </p:sp>
        <p:sp>
          <p:nvSpPr>
            <p:cNvPr id="39" name="TextBox 118"/>
            <p:cNvSpPr txBox="1">
              <a:spLocks noChangeArrowheads="1"/>
            </p:cNvSpPr>
            <p:nvPr/>
          </p:nvSpPr>
          <p:spPr bwMode="auto">
            <a:xfrm>
              <a:off x="7034245" y="5280939"/>
              <a:ext cx="446308" cy="639917"/>
            </a:xfrm>
            <a:prstGeom prst="rect">
              <a:avLst/>
            </a:prstGeom>
            <a:noFill/>
            <a:ln w="9525">
              <a:noFill/>
              <a:miter lim="800000"/>
              <a:headEnd/>
              <a:tailEnd/>
            </a:ln>
          </p:spPr>
          <p:txBody>
            <a:bodyPr wrap="none" lIns="68562" tIns="34281" rIns="68562" bIns="34281">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en-US" altLang="zh-CN" sz="3200" dirty="0">
                  <a:solidFill>
                    <a:schemeClr val="bg1"/>
                  </a:solidFill>
                  <a:latin typeface="微软雅黑" pitchFamily="34" charset="-122"/>
                  <a:ea typeface="微软雅黑" pitchFamily="34" charset="-122"/>
                </a:rPr>
                <a:t>4</a:t>
              </a:r>
              <a:endParaRPr lang="zh-CN" altLang="en-US" sz="3200"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3367020270"/>
      </p:ext>
    </p:extLst>
  </p:cSld>
  <p:clrMapOvr>
    <a:masterClrMapping/>
  </p:clrMapOvr>
  <p:transition spd="slow" advTm="1000"/>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barn(inVertical)">
                                          <p:cBhvr>
                                            <p:cTn id="7" dur="500"/>
                                            <p:tgtEl>
                                              <p:spTgt spid="40"/>
                                            </p:tgtEl>
                                          </p:cBhvr>
                                        </p:animEffect>
                                      </p:childTnLst>
                                    </p:cTn>
                                  </p:par>
                                </p:childTnLst>
                              </p:cTn>
                            </p:par>
                            <p:par>
                              <p:cTn id="8" fill="hold">
                                <p:stCondLst>
                                  <p:cond delay="500"/>
                                </p:stCondLst>
                                <p:childTnLst>
                                  <p:par>
                                    <p:cTn id="9" presetID="2" presetClass="entr" presetSubtype="1" accel="40000" fill="hold" grpId="0" nodeType="afterEffect" p14:presetBounceEnd="46400">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14:bounceEnd="46400">
                                          <p:cBhvr additive="base">
                                            <p:cTn id="11" dur="1250" fill="hold"/>
                                            <p:tgtEl>
                                              <p:spTgt spid="49"/>
                                            </p:tgtEl>
                                            <p:attrNameLst>
                                              <p:attrName>ppt_x</p:attrName>
                                            </p:attrNameLst>
                                          </p:cBhvr>
                                          <p:tavLst>
                                            <p:tav tm="0">
                                              <p:val>
                                                <p:strVal val="#ppt_x"/>
                                              </p:val>
                                            </p:tav>
                                            <p:tav tm="100000">
                                              <p:val>
                                                <p:strVal val="#ppt_x"/>
                                              </p:val>
                                            </p:tav>
                                          </p:tavLst>
                                        </p:anim>
                                        <p:anim calcmode="lin" valueType="num" p14:bounceEnd="46400">
                                          <p:cBhvr additive="base">
                                            <p:cTn id="12" dur="1250" fill="hold"/>
                                            <p:tgtEl>
                                              <p:spTgt spid="49"/>
                                            </p:tgtEl>
                                            <p:attrNameLst>
                                              <p:attrName>ppt_y</p:attrName>
                                            </p:attrNameLst>
                                          </p:cBhvr>
                                          <p:tavLst>
                                            <p:tav tm="0">
                                              <p:val>
                                                <p:strVal val="0-#ppt_h/2"/>
                                              </p:val>
                                            </p:tav>
                                            <p:tav tm="100000">
                                              <p:val>
                                                <p:strVal val="#ppt_y"/>
                                              </p:val>
                                            </p:tav>
                                          </p:tavLst>
                                        </p:anim>
                                      </p:childTnLst>
                                    </p:cTn>
                                  </p:par>
                                  <p:par>
                                    <p:cTn id="13" presetID="42" presetClass="entr" presetSubtype="0" fill="hold" grpId="0" nodeType="withEffect">
                                      <p:stCondLst>
                                        <p:cond delay="75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1000"/>
                                            <p:tgtEl>
                                              <p:spTgt spid="41"/>
                                            </p:tgtEl>
                                          </p:cBhvr>
                                        </p:animEffect>
                                        <p:anim calcmode="lin" valueType="num">
                                          <p:cBhvr>
                                            <p:cTn id="16" dur="1000" fill="hold"/>
                                            <p:tgtEl>
                                              <p:spTgt spid="41"/>
                                            </p:tgtEl>
                                            <p:attrNameLst>
                                              <p:attrName>ppt_x</p:attrName>
                                            </p:attrNameLst>
                                          </p:cBhvr>
                                          <p:tavLst>
                                            <p:tav tm="0">
                                              <p:val>
                                                <p:strVal val="#ppt_x"/>
                                              </p:val>
                                            </p:tav>
                                            <p:tav tm="100000">
                                              <p:val>
                                                <p:strVal val="#ppt_x"/>
                                              </p:val>
                                            </p:tav>
                                          </p:tavLst>
                                        </p:anim>
                                        <p:anim calcmode="lin" valueType="num">
                                          <p:cBhvr>
                                            <p:cTn id="17" dur="1000" fill="hold"/>
                                            <p:tgtEl>
                                              <p:spTgt spid="41"/>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750"/>
                                      </p:stCondLst>
                                      <p:childTnLst>
                                        <p:set>
                                          <p:cBhvr>
                                            <p:cTn id="19" dur="1" fill="hold">
                                              <p:stCondLst>
                                                <p:cond delay="0"/>
                                              </p:stCondLst>
                                            </p:cTn>
                                            <p:tgtEl>
                                              <p:spTgt spid="50"/>
                                            </p:tgtEl>
                                            <p:attrNameLst>
                                              <p:attrName>style.visibility</p:attrName>
                                            </p:attrNameLst>
                                          </p:cBhvr>
                                          <p:to>
                                            <p:strVal val="visible"/>
                                          </p:to>
                                        </p:set>
                                        <p:animEffect transition="in" filter="fade">
                                          <p:cBhvr>
                                            <p:cTn id="20" dur="750"/>
                                            <p:tgtEl>
                                              <p:spTgt spid="50"/>
                                            </p:tgtEl>
                                          </p:cBhvr>
                                        </p:animEffect>
                                        <p:anim calcmode="lin" valueType="num">
                                          <p:cBhvr>
                                            <p:cTn id="21" dur="750" fill="hold"/>
                                            <p:tgtEl>
                                              <p:spTgt spid="50"/>
                                            </p:tgtEl>
                                            <p:attrNameLst>
                                              <p:attrName>ppt_x</p:attrName>
                                            </p:attrNameLst>
                                          </p:cBhvr>
                                          <p:tavLst>
                                            <p:tav tm="0">
                                              <p:val>
                                                <p:strVal val="#ppt_x"/>
                                              </p:val>
                                            </p:tav>
                                            <p:tav tm="100000">
                                              <p:val>
                                                <p:strVal val="#ppt_x"/>
                                              </p:val>
                                            </p:tav>
                                          </p:tavLst>
                                        </p:anim>
                                        <p:anim calcmode="lin" valueType="num">
                                          <p:cBhvr>
                                            <p:cTn id="22" dur="750" fill="hold"/>
                                            <p:tgtEl>
                                              <p:spTgt spid="50"/>
                                            </p:tgtEl>
                                            <p:attrNameLst>
                                              <p:attrName>ppt_y</p:attrName>
                                            </p:attrNameLst>
                                          </p:cBhvr>
                                          <p:tavLst>
                                            <p:tav tm="0">
                                              <p:val>
                                                <p:strVal val="#ppt_y+.1"/>
                                              </p:val>
                                            </p:tav>
                                            <p:tav tm="100000">
                                              <p:val>
                                                <p:strVal val="#ppt_y"/>
                                              </p:val>
                                            </p:tav>
                                          </p:tavLst>
                                        </p:anim>
                                      </p:childTnLst>
                                    </p:cTn>
                                  </p:par>
                                </p:childTnLst>
                              </p:cTn>
                            </p:par>
                            <p:par>
                              <p:cTn id="23" fill="hold">
                                <p:stCondLst>
                                  <p:cond delay="2250"/>
                                </p:stCondLst>
                                <p:childTnLst>
                                  <p:par>
                                    <p:cTn id="24" presetID="2" presetClass="entr" presetSubtype="6" fill="hold" nodeType="afterEffect">
                                      <p:stCondLst>
                                        <p:cond delay="0"/>
                                      </p:stCondLst>
                                      <p:childTnLst>
                                        <p:set>
                                          <p:cBhvr>
                                            <p:cTn id="25" dur="1" fill="hold">
                                              <p:stCondLst>
                                                <p:cond delay="0"/>
                                              </p:stCondLst>
                                            </p:cTn>
                                            <p:tgtEl>
                                              <p:spTgt spid="51"/>
                                            </p:tgtEl>
                                            <p:attrNameLst>
                                              <p:attrName>style.visibility</p:attrName>
                                            </p:attrNameLst>
                                          </p:cBhvr>
                                          <p:to>
                                            <p:strVal val="visible"/>
                                          </p:to>
                                        </p:set>
                                        <p:anim calcmode="lin" valueType="num">
                                          <p:cBhvr additive="base">
                                            <p:cTn id="26" dur="1500" fill="hold"/>
                                            <p:tgtEl>
                                              <p:spTgt spid="51"/>
                                            </p:tgtEl>
                                            <p:attrNameLst>
                                              <p:attrName>ppt_x</p:attrName>
                                            </p:attrNameLst>
                                          </p:cBhvr>
                                          <p:tavLst>
                                            <p:tav tm="0">
                                              <p:val>
                                                <p:strVal val="1+#ppt_w/2"/>
                                              </p:val>
                                            </p:tav>
                                            <p:tav tm="100000">
                                              <p:val>
                                                <p:strVal val="#ppt_x"/>
                                              </p:val>
                                            </p:tav>
                                          </p:tavLst>
                                        </p:anim>
                                        <p:anim calcmode="lin" valueType="num">
                                          <p:cBhvr additive="base">
                                            <p:cTn id="27" dur="1500" fill="hold"/>
                                            <p:tgtEl>
                                              <p:spTgt spid="51"/>
                                            </p:tgtEl>
                                            <p:attrNameLst>
                                              <p:attrName>ppt_y</p:attrName>
                                            </p:attrNameLst>
                                          </p:cBhvr>
                                          <p:tavLst>
                                            <p:tav tm="0">
                                              <p:val>
                                                <p:strVal val="1+#ppt_h/2"/>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1000"/>
                                            <p:tgtEl>
                                              <p:spTgt spid="4"/>
                                            </p:tgtEl>
                                          </p:cBhvr>
                                        </p:animEffect>
                                        <p:anim calcmode="lin" valueType="num">
                                          <p:cBhvr>
                                            <p:cTn id="31" dur="1000" fill="hold"/>
                                            <p:tgtEl>
                                              <p:spTgt spid="4"/>
                                            </p:tgtEl>
                                            <p:attrNameLst>
                                              <p:attrName>ppt_x</p:attrName>
                                            </p:attrNameLst>
                                          </p:cBhvr>
                                          <p:tavLst>
                                            <p:tav tm="0">
                                              <p:val>
                                                <p:strVal val="#ppt_x"/>
                                              </p:val>
                                            </p:tav>
                                            <p:tav tm="100000">
                                              <p:val>
                                                <p:strVal val="#ppt_x"/>
                                              </p:val>
                                            </p:tav>
                                          </p:tavLst>
                                        </p:anim>
                                        <p:anim calcmode="lin" valueType="num">
                                          <p:cBhvr>
                                            <p:cTn id="3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9" grpId="0" animBg="1"/>
          <p:bldP spid="41" grpId="0"/>
          <p:bldP spid="50" grpId="0"/>
        </p:bldLst>
      </p:timing>
    </mc:Choice>
    <mc:Fallback xmlns="" xmlns:a14="http://schemas.microsoft.com/office/drawing/2010/mai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1000" fill="hold"/>
                                            <p:tgtEl>
                                              <p:spTgt spid="48"/>
                                            </p:tgtEl>
                                            <p:attrNameLst>
                                              <p:attrName>ppt_x</p:attrName>
                                            </p:attrNameLst>
                                          </p:cBhvr>
                                          <p:tavLst>
                                            <p:tav tm="0">
                                              <p:val>
                                                <p:strVal val="0-#ppt_w/2"/>
                                              </p:val>
                                            </p:tav>
                                            <p:tav tm="100000">
                                              <p:val>
                                                <p:strVal val="#ppt_x"/>
                                              </p:val>
                                            </p:tav>
                                          </p:tavLst>
                                        </p:anim>
                                        <p:anim calcmode="lin" valueType="num">
                                          <p:cBhvr additive="base">
                                            <p:cTn id="8" dur="1000" fill="hold"/>
                                            <p:tgtEl>
                                              <p:spTgt spid="48"/>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6" presetClass="entr" presetSubtype="21" fill="hold" grpId="0" nodeType="after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barn(inVertical)">
                                          <p:cBhvr>
                                            <p:cTn id="12" dur="500"/>
                                            <p:tgtEl>
                                              <p:spTgt spid="40"/>
                                            </p:tgtEl>
                                          </p:cBhvr>
                                        </p:animEffect>
                                      </p:childTnLst>
                                    </p:cTn>
                                  </p:par>
                                </p:childTnLst>
                              </p:cTn>
                            </p:par>
                            <p:par>
                              <p:cTn id="13" fill="hold">
                                <p:stCondLst>
                                  <p:cond delay="1500"/>
                                </p:stCondLst>
                                <p:childTnLst>
                                  <p:par>
                                    <p:cTn id="14" presetID="2" presetClass="entr" presetSubtype="1" accel="40000" fill="hold" grpId="0" nodeType="afterEffect">
                                      <p:stCondLst>
                                        <p:cond delay="0"/>
                                      </p:stCondLst>
                                      <p:childTnLst>
                                        <p:set>
                                          <p:cBhvr>
                                            <p:cTn id="15" dur="1" fill="hold">
                                              <p:stCondLst>
                                                <p:cond delay="0"/>
                                              </p:stCondLst>
                                            </p:cTn>
                                            <p:tgtEl>
                                              <p:spTgt spid="49"/>
                                            </p:tgtEl>
                                            <p:attrNameLst>
                                              <p:attrName>style.visibility</p:attrName>
                                            </p:attrNameLst>
                                          </p:cBhvr>
                                          <p:to>
                                            <p:strVal val="visible"/>
                                          </p:to>
                                        </p:set>
                                        <p:anim calcmode="lin" valueType="num">
                                          <p:cBhvr additive="base">
                                            <p:cTn id="16" dur="1250" fill="hold"/>
                                            <p:tgtEl>
                                              <p:spTgt spid="49"/>
                                            </p:tgtEl>
                                            <p:attrNameLst>
                                              <p:attrName>ppt_x</p:attrName>
                                            </p:attrNameLst>
                                          </p:cBhvr>
                                          <p:tavLst>
                                            <p:tav tm="0">
                                              <p:val>
                                                <p:strVal val="#ppt_x"/>
                                              </p:val>
                                            </p:tav>
                                            <p:tav tm="100000">
                                              <p:val>
                                                <p:strVal val="#ppt_x"/>
                                              </p:val>
                                            </p:tav>
                                          </p:tavLst>
                                        </p:anim>
                                        <p:anim calcmode="lin" valueType="num">
                                          <p:cBhvr additive="base">
                                            <p:cTn id="17" dur="1250" fill="hold"/>
                                            <p:tgtEl>
                                              <p:spTgt spid="49"/>
                                            </p:tgtEl>
                                            <p:attrNameLst>
                                              <p:attrName>ppt_y</p:attrName>
                                            </p:attrNameLst>
                                          </p:cBhvr>
                                          <p:tavLst>
                                            <p:tav tm="0">
                                              <p:val>
                                                <p:strVal val="0-#ppt_h/2"/>
                                              </p:val>
                                            </p:tav>
                                            <p:tav tm="100000">
                                              <p:val>
                                                <p:strVal val="#ppt_y"/>
                                              </p:val>
                                            </p:tav>
                                          </p:tavLst>
                                        </p:anim>
                                      </p:childTnLst>
                                    </p:cTn>
                                  </p:par>
                                  <p:par>
                                    <p:cTn id="18" presetID="42" presetClass="entr" presetSubtype="0" fill="hold" grpId="0" nodeType="withEffect">
                                      <p:stCondLst>
                                        <p:cond delay="75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1000"/>
                                            <p:tgtEl>
                                              <p:spTgt spid="41"/>
                                            </p:tgtEl>
                                          </p:cBhvr>
                                        </p:animEffect>
                                        <p:anim calcmode="lin" valueType="num">
                                          <p:cBhvr>
                                            <p:cTn id="21" dur="1000" fill="hold"/>
                                            <p:tgtEl>
                                              <p:spTgt spid="41"/>
                                            </p:tgtEl>
                                            <p:attrNameLst>
                                              <p:attrName>ppt_x</p:attrName>
                                            </p:attrNameLst>
                                          </p:cBhvr>
                                          <p:tavLst>
                                            <p:tav tm="0">
                                              <p:val>
                                                <p:strVal val="#ppt_x"/>
                                              </p:val>
                                            </p:tav>
                                            <p:tav tm="100000">
                                              <p:val>
                                                <p:strVal val="#ppt_x"/>
                                              </p:val>
                                            </p:tav>
                                          </p:tavLst>
                                        </p:anim>
                                        <p:anim calcmode="lin" valueType="num">
                                          <p:cBhvr>
                                            <p:cTn id="22" dur="1000" fill="hold"/>
                                            <p:tgtEl>
                                              <p:spTgt spid="41"/>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750"/>
                                      </p:stCondLst>
                                      <p:childTnLst>
                                        <p:set>
                                          <p:cBhvr>
                                            <p:cTn id="24" dur="1" fill="hold">
                                              <p:stCondLst>
                                                <p:cond delay="0"/>
                                              </p:stCondLst>
                                            </p:cTn>
                                            <p:tgtEl>
                                              <p:spTgt spid="50"/>
                                            </p:tgtEl>
                                            <p:attrNameLst>
                                              <p:attrName>style.visibility</p:attrName>
                                            </p:attrNameLst>
                                          </p:cBhvr>
                                          <p:to>
                                            <p:strVal val="visible"/>
                                          </p:to>
                                        </p:set>
                                        <p:animEffect transition="in" filter="fade">
                                          <p:cBhvr>
                                            <p:cTn id="25" dur="750"/>
                                            <p:tgtEl>
                                              <p:spTgt spid="50"/>
                                            </p:tgtEl>
                                          </p:cBhvr>
                                        </p:animEffect>
                                        <p:anim calcmode="lin" valueType="num">
                                          <p:cBhvr>
                                            <p:cTn id="26" dur="750" fill="hold"/>
                                            <p:tgtEl>
                                              <p:spTgt spid="50"/>
                                            </p:tgtEl>
                                            <p:attrNameLst>
                                              <p:attrName>ppt_x</p:attrName>
                                            </p:attrNameLst>
                                          </p:cBhvr>
                                          <p:tavLst>
                                            <p:tav tm="0">
                                              <p:val>
                                                <p:strVal val="#ppt_x"/>
                                              </p:val>
                                            </p:tav>
                                            <p:tav tm="100000">
                                              <p:val>
                                                <p:strVal val="#ppt_x"/>
                                              </p:val>
                                            </p:tav>
                                          </p:tavLst>
                                        </p:anim>
                                        <p:anim calcmode="lin" valueType="num">
                                          <p:cBhvr>
                                            <p:cTn id="27" dur="750" fill="hold"/>
                                            <p:tgtEl>
                                              <p:spTgt spid="50"/>
                                            </p:tgtEl>
                                            <p:attrNameLst>
                                              <p:attrName>ppt_y</p:attrName>
                                            </p:attrNameLst>
                                          </p:cBhvr>
                                          <p:tavLst>
                                            <p:tav tm="0">
                                              <p:val>
                                                <p:strVal val="#ppt_y+.1"/>
                                              </p:val>
                                            </p:tav>
                                            <p:tav tm="100000">
                                              <p:val>
                                                <p:strVal val="#ppt_y"/>
                                              </p:val>
                                            </p:tav>
                                          </p:tavLst>
                                        </p:anim>
                                      </p:childTnLst>
                                    </p:cTn>
                                  </p:par>
                                </p:childTnLst>
                              </p:cTn>
                            </p:par>
                            <p:par>
                              <p:cTn id="28" fill="hold">
                                <p:stCondLst>
                                  <p:cond delay="3250"/>
                                </p:stCondLst>
                                <p:childTnLst>
                                  <p:par>
                                    <p:cTn id="29" presetID="2" presetClass="entr" presetSubtype="6" fill="hold" nodeType="afterEffect">
                                      <p:stCondLst>
                                        <p:cond delay="0"/>
                                      </p:stCondLst>
                                      <p:childTnLst>
                                        <p:set>
                                          <p:cBhvr>
                                            <p:cTn id="30" dur="1" fill="hold">
                                              <p:stCondLst>
                                                <p:cond delay="0"/>
                                              </p:stCondLst>
                                            </p:cTn>
                                            <p:tgtEl>
                                              <p:spTgt spid="51"/>
                                            </p:tgtEl>
                                            <p:attrNameLst>
                                              <p:attrName>style.visibility</p:attrName>
                                            </p:attrNameLst>
                                          </p:cBhvr>
                                          <p:to>
                                            <p:strVal val="visible"/>
                                          </p:to>
                                        </p:set>
                                        <p:anim calcmode="lin" valueType="num">
                                          <p:cBhvr additive="base">
                                            <p:cTn id="31" dur="1500" fill="hold"/>
                                            <p:tgtEl>
                                              <p:spTgt spid="51"/>
                                            </p:tgtEl>
                                            <p:attrNameLst>
                                              <p:attrName>ppt_x</p:attrName>
                                            </p:attrNameLst>
                                          </p:cBhvr>
                                          <p:tavLst>
                                            <p:tav tm="0">
                                              <p:val>
                                                <p:strVal val="1+#ppt_w/2"/>
                                              </p:val>
                                            </p:tav>
                                            <p:tav tm="100000">
                                              <p:val>
                                                <p:strVal val="#ppt_x"/>
                                              </p:val>
                                            </p:tav>
                                          </p:tavLst>
                                        </p:anim>
                                        <p:anim calcmode="lin" valueType="num">
                                          <p:cBhvr additive="base">
                                            <p:cTn id="32" dur="1500" fill="hold"/>
                                            <p:tgtEl>
                                              <p:spTgt spid="51"/>
                                            </p:tgtEl>
                                            <p:attrNameLst>
                                              <p:attrName>ppt_y</p:attrName>
                                            </p:attrNameLst>
                                          </p:cBhvr>
                                          <p:tavLst>
                                            <p:tav tm="0">
                                              <p:val>
                                                <p:strVal val="1+#ppt_h/2"/>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1000"/>
                                            <p:tgtEl>
                                              <p:spTgt spid="4"/>
                                            </p:tgtEl>
                                          </p:cBhvr>
                                        </p:animEffect>
                                        <p:anim calcmode="lin" valueType="num">
                                          <p:cBhvr>
                                            <p:cTn id="36" dur="1000" fill="hold"/>
                                            <p:tgtEl>
                                              <p:spTgt spid="4"/>
                                            </p:tgtEl>
                                            <p:attrNameLst>
                                              <p:attrName>ppt_x</p:attrName>
                                            </p:attrNameLst>
                                          </p:cBhvr>
                                          <p:tavLst>
                                            <p:tav tm="0">
                                              <p:val>
                                                <p:strVal val="#ppt_x"/>
                                              </p:val>
                                            </p:tav>
                                            <p:tav tm="100000">
                                              <p:val>
                                                <p:strVal val="#ppt_x"/>
                                              </p:val>
                                            </p:tav>
                                          </p:tavLst>
                                        </p:anim>
                                        <p:anim calcmode="lin" valueType="num">
                                          <p:cBhvr>
                                            <p:cTn id="3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8" grpId="0" animBg="1"/>
          <p:bldP spid="49" grpId="0" animBg="1"/>
          <p:bldP spid="41" grpId="0"/>
          <p:bldP spid="50"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a:extLst>
              <a:ext uri="{FF2B5EF4-FFF2-40B4-BE49-F238E27FC236}">
                <a16:creationId xmlns:a16="http://schemas.microsoft.com/office/drawing/2014/main" id="{31BAF000-78B4-4E23-401C-8E9EB9D87F9D}"/>
              </a:ext>
            </a:extLst>
          </p:cNvPr>
          <p:cNvGrpSpPr/>
          <p:nvPr/>
        </p:nvGrpSpPr>
        <p:grpSpPr>
          <a:xfrm>
            <a:off x="-19050" y="-785567"/>
            <a:ext cx="12209464" cy="7671303"/>
            <a:chOff x="-19050" y="-785567"/>
            <a:chExt cx="12209464" cy="7671303"/>
          </a:xfrm>
        </p:grpSpPr>
        <p:pic>
          <p:nvPicPr>
            <p:cNvPr id="39" name="Picture 38" descr="122-吉林大学-img8.jpg"/>
            <p:cNvPicPr>
              <a:picLocks noChangeAspect="1"/>
            </p:cNvPicPr>
            <p:nvPr/>
          </p:nvPicPr>
          <p:blipFill>
            <a:blip r:embed="rId5"/>
            <a:stretch>
              <a:fillRect/>
            </a:stretch>
          </p:blipFill>
          <p:spPr>
            <a:xfrm>
              <a:off x="-1" y="-759420"/>
              <a:ext cx="12190413" cy="7619008"/>
            </a:xfrm>
            <a:prstGeom prst="rect">
              <a:avLst/>
            </a:prstGeom>
          </p:spPr>
        </p:pic>
        <p:sp>
          <p:nvSpPr>
            <p:cNvPr id="36" name="矩形 35">
              <a:extLst>
                <a:ext uri="{FF2B5EF4-FFF2-40B4-BE49-F238E27FC236}">
                  <a16:creationId xmlns:a16="http://schemas.microsoft.com/office/drawing/2014/main" id="{119FE21E-1F9A-DCD7-EAED-5959F80C7ACE}"/>
                </a:ext>
              </a:extLst>
            </p:cNvPr>
            <p:cNvSpPr/>
            <p:nvPr/>
          </p:nvSpPr>
          <p:spPr>
            <a:xfrm>
              <a:off x="5584249" y="1106546"/>
              <a:ext cx="6588578" cy="4554411"/>
            </a:xfrm>
            <a:prstGeom prst="rect">
              <a:avLst/>
            </a:prstGeom>
            <a:gradFill flip="none" rotWithShape="1">
              <a:gsLst>
                <a:gs pos="0">
                  <a:schemeClr val="tx1">
                    <a:lumMod val="95000"/>
                    <a:lumOff val="5000"/>
                    <a:alpha val="56000"/>
                  </a:schemeClr>
                </a:gs>
                <a:gs pos="100000">
                  <a:schemeClr val="tx1">
                    <a:alpha val="13000"/>
                  </a:schemeClr>
                </a:gs>
              </a:gsLst>
              <a:lin ang="0" scaled="0"/>
              <a:tileRect/>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43186743-1CBD-563B-9256-98F942100744}"/>
                </a:ext>
              </a:extLst>
            </p:cNvPr>
            <p:cNvSpPr/>
            <p:nvPr/>
          </p:nvSpPr>
          <p:spPr>
            <a:xfrm>
              <a:off x="-1" y="5687105"/>
              <a:ext cx="12190413" cy="11986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31F8C407-847B-C58C-80F6-BA74B71E3E1D}"/>
                </a:ext>
              </a:extLst>
            </p:cNvPr>
            <p:cNvSpPr/>
            <p:nvPr/>
          </p:nvSpPr>
          <p:spPr>
            <a:xfrm>
              <a:off x="-19050" y="-785567"/>
              <a:ext cx="12209464" cy="18885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矩形 17"/>
          <p:cNvSpPr/>
          <p:nvPr/>
        </p:nvSpPr>
        <p:spPr>
          <a:xfrm>
            <a:off x="552450" y="419100"/>
            <a:ext cx="8305800" cy="6038850"/>
          </a:xfrm>
          <a:prstGeom prst="rect">
            <a:avLst/>
          </a:prstGeom>
          <a:noFill/>
          <a:ln w="76200">
            <a:solidFill>
              <a:srgbClr val="0824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837066" y="0"/>
            <a:ext cx="4764768" cy="6859588"/>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20"/>
          <p:cNvSpPr>
            <a:spLocks noChangeArrowheads="1"/>
          </p:cNvSpPr>
          <p:nvPr>
            <p:custDataLst>
              <p:tags r:id="rId1"/>
            </p:custDataLst>
          </p:nvPr>
        </p:nvSpPr>
        <p:spPr bwMode="auto">
          <a:xfrm>
            <a:off x="9115878" y="5906074"/>
            <a:ext cx="2893071" cy="484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base">
              <a:spcBef>
                <a:spcPct val="0"/>
              </a:spcBef>
              <a:spcAft>
                <a:spcPct val="0"/>
              </a:spcAft>
              <a:buFont typeface="Arial" pitchFamily="34" charset="0"/>
              <a:buNone/>
            </a:pPr>
            <a:r>
              <a:rPr lang="en-US" altLang="zh-CN" sz="1050" dirty="0">
                <a:solidFill>
                  <a:schemeClr val="bg1">
                    <a:lumMod val="65000"/>
                  </a:schemeClr>
                </a:solidFill>
                <a:cs typeface="Arial" panose="020B0604020202020204" pitchFamily="34" charset="0"/>
              </a:rPr>
              <a:t>We have many PowerPoint </a:t>
            </a:r>
            <a:r>
              <a:rPr lang="zh-CN" altLang="en-US" sz="1050" dirty="0">
                <a:solidFill>
                  <a:schemeClr val="bg1">
                    <a:lumMod val="65000"/>
                  </a:schemeClr>
                </a:solidFill>
                <a:cs typeface="Arial" panose="020B0604020202020204" pitchFamily="34" charset="0"/>
              </a:rPr>
              <a:t>templates</a:t>
            </a:r>
            <a:r>
              <a:rPr lang="en-US" altLang="zh-CN" sz="1050" dirty="0">
                <a:solidFill>
                  <a:schemeClr val="bg1">
                    <a:lumMod val="65000"/>
                  </a:schemeClr>
                </a:solidFill>
                <a:cs typeface="Arial" panose="020B0604020202020204" pitchFamily="34" charset="0"/>
              </a:rPr>
              <a:t> that has been specifically designed to help anyone that is stepping into the world of the very first time.</a:t>
            </a:r>
            <a:endParaRPr lang="zh-CN" altLang="en-US" sz="1050" dirty="0">
              <a:solidFill>
                <a:schemeClr val="bg1">
                  <a:lumMod val="65000"/>
                </a:schemeClr>
              </a:solidFill>
              <a:cs typeface="Arial" panose="020B0604020202020204" pitchFamily="34" charset="0"/>
            </a:endParaRPr>
          </a:p>
        </p:txBody>
      </p:sp>
      <p:grpSp>
        <p:nvGrpSpPr>
          <p:cNvPr id="26" name="组合 25"/>
          <p:cNvGrpSpPr/>
          <p:nvPr/>
        </p:nvGrpSpPr>
        <p:grpSpPr>
          <a:xfrm>
            <a:off x="9639878" y="473053"/>
            <a:ext cx="2459463" cy="1301793"/>
            <a:chOff x="4428098" y="592147"/>
            <a:chExt cx="3450476" cy="1826336"/>
          </a:xfrm>
        </p:grpSpPr>
        <p:sp>
          <p:nvSpPr>
            <p:cNvPr id="27"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19" name="矩形 18"/>
          <p:cNvSpPr/>
          <p:nvPr/>
        </p:nvSpPr>
        <p:spPr>
          <a:xfrm>
            <a:off x="1898953" y="2406931"/>
            <a:ext cx="2791118" cy="2025088"/>
          </a:xfrm>
          <a:prstGeom prst="rect">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5400" dirty="0">
                <a:solidFill>
                  <a:schemeClr val="bg1"/>
                </a:solidFill>
                <a:latin typeface="微软雅黑" pitchFamily="34" charset="-122"/>
                <a:ea typeface="微软雅黑" pitchFamily="34" charset="-122"/>
              </a:rPr>
              <a:t>ONE</a:t>
            </a:r>
            <a:endParaRPr lang="zh-CN" altLang="en-US" sz="1600" dirty="0">
              <a:solidFill>
                <a:schemeClr val="bg1"/>
              </a:solidFill>
              <a:latin typeface="微软雅黑" pitchFamily="34" charset="-122"/>
              <a:ea typeface="微软雅黑" pitchFamily="34" charset="-122"/>
            </a:endParaRPr>
          </a:p>
        </p:txBody>
      </p:sp>
      <p:grpSp>
        <p:nvGrpSpPr>
          <p:cNvPr id="20" name="组合 19"/>
          <p:cNvGrpSpPr/>
          <p:nvPr/>
        </p:nvGrpSpPr>
        <p:grpSpPr>
          <a:xfrm>
            <a:off x="6815310" y="2613719"/>
            <a:ext cx="4217293" cy="1759899"/>
            <a:chOff x="4738330" y="2861620"/>
            <a:chExt cx="4217293" cy="1759899"/>
          </a:xfrm>
        </p:grpSpPr>
        <p:sp>
          <p:nvSpPr>
            <p:cNvPr id="21" name="矩形 20"/>
            <p:cNvSpPr/>
            <p:nvPr/>
          </p:nvSpPr>
          <p:spPr>
            <a:xfrm>
              <a:off x="4769862" y="2861620"/>
              <a:ext cx="4185761" cy="892552"/>
            </a:xfrm>
            <a:prstGeom prst="rect">
              <a:avLst/>
            </a:prstGeom>
          </p:spPr>
          <p:txBody>
            <a:bodyPr wrap="none">
              <a:spAutoFit/>
            </a:bodyPr>
            <a:lstStyle/>
            <a:p>
              <a:r>
                <a:rPr kumimoji="1" lang="zh-CN" altLang="en-US" sz="5100" dirty="0">
                  <a:solidFill>
                    <a:schemeClr val="bg1"/>
                  </a:solidFill>
                  <a:latin typeface="微软雅黑" pitchFamily="34" charset="-122"/>
                  <a:ea typeface="微软雅黑" pitchFamily="34" charset="-122"/>
                </a:rPr>
                <a:t>加入你的标题</a:t>
              </a:r>
            </a:p>
          </p:txBody>
        </p:sp>
        <p:sp>
          <p:nvSpPr>
            <p:cNvPr id="22" name="矩形 21"/>
            <p:cNvSpPr/>
            <p:nvPr/>
          </p:nvSpPr>
          <p:spPr>
            <a:xfrm>
              <a:off x="4738330" y="3729159"/>
              <a:ext cx="4185093" cy="892360"/>
            </a:xfrm>
            <a:prstGeom prst="rect">
              <a:avLst/>
            </a:prstGeom>
          </p:spPr>
          <p:txBody>
            <a:bodyPr wrap="square">
              <a:spAutoFit/>
            </a:bodyPr>
            <a:lstStyle/>
            <a:p>
              <a:pPr>
                <a:lnSpc>
                  <a:spcPct val="130000"/>
                </a:lnSpc>
              </a:pPr>
              <a:r>
                <a:rPr lang="zh-CN" altLang="en-US" sz="1333" dirty="0">
                  <a:solidFill>
                    <a:schemeClr val="bg1"/>
                  </a:solidFill>
                  <a:latin typeface="微软雅黑" pitchFamily="34" charset="-122"/>
                  <a:ea typeface="微软雅黑" pitchFamily="34" charset="-122"/>
                </a:rPr>
                <a:t>点击此处添加文本内容，如关键词、部分简单介绍等。点击此处添加文本内容，如关键词、部分简单介绍等。点击此处添加文本内容，如关键词、部分简单介绍等。</a:t>
              </a:r>
              <a:endParaRPr lang="en-US" altLang="zh-CN" sz="1333"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751631942"/>
      </p:ext>
    </p:extLst>
  </p:cSld>
  <p:clrMapOvr>
    <a:masterClrMapping/>
  </p:clrMapOvr>
  <p:transition spd="slow" advTm="1000"/>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arn(inVertical)">
                                          <p:cBhvr>
                                            <p:cTn id="7" dur="500"/>
                                            <p:tgtEl>
                                              <p:spTgt spid="18"/>
                                            </p:tgtEl>
                                          </p:cBhvr>
                                        </p:animEffect>
                                      </p:childTnLst>
                                    </p:cTn>
                                  </p:par>
                                </p:childTnLst>
                              </p:cTn>
                            </p:par>
                            <p:par>
                              <p:cTn id="8" fill="hold">
                                <p:stCondLst>
                                  <p:cond delay="500"/>
                                </p:stCondLst>
                                <p:childTnLst>
                                  <p:par>
                                    <p:cTn id="9" presetID="2" presetClass="entr" presetSubtype="1" accel="40000" fill="hold" grpId="0" nodeType="afterEffect" p14:presetBounceEnd="46400">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14:bounceEnd="46400">
                                          <p:cBhvr additive="base">
                                            <p:cTn id="11" dur="1250" fill="hold"/>
                                            <p:tgtEl>
                                              <p:spTgt spid="24"/>
                                            </p:tgtEl>
                                            <p:attrNameLst>
                                              <p:attrName>ppt_x</p:attrName>
                                            </p:attrNameLst>
                                          </p:cBhvr>
                                          <p:tavLst>
                                            <p:tav tm="0">
                                              <p:val>
                                                <p:strVal val="#ppt_x"/>
                                              </p:val>
                                            </p:tav>
                                            <p:tav tm="100000">
                                              <p:val>
                                                <p:strVal val="#ppt_x"/>
                                              </p:val>
                                            </p:tav>
                                          </p:tavLst>
                                        </p:anim>
                                        <p:anim calcmode="lin" valueType="num" p14:bounceEnd="46400">
                                          <p:cBhvr additive="base">
                                            <p:cTn id="12" dur="1250" fill="hold"/>
                                            <p:tgtEl>
                                              <p:spTgt spid="24"/>
                                            </p:tgtEl>
                                            <p:attrNameLst>
                                              <p:attrName>ppt_y</p:attrName>
                                            </p:attrNameLst>
                                          </p:cBhvr>
                                          <p:tavLst>
                                            <p:tav tm="0">
                                              <p:val>
                                                <p:strVal val="0-#ppt_h/2"/>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750"/>
                                            <p:tgtEl>
                                              <p:spTgt spid="25"/>
                                            </p:tgtEl>
                                          </p:cBhvr>
                                        </p:animEffect>
                                        <p:anim calcmode="lin" valueType="num">
                                          <p:cBhvr>
                                            <p:cTn id="16" dur="750" fill="hold"/>
                                            <p:tgtEl>
                                              <p:spTgt spid="25"/>
                                            </p:tgtEl>
                                            <p:attrNameLst>
                                              <p:attrName>ppt_x</p:attrName>
                                            </p:attrNameLst>
                                          </p:cBhvr>
                                          <p:tavLst>
                                            <p:tav tm="0">
                                              <p:val>
                                                <p:strVal val="#ppt_x"/>
                                              </p:val>
                                            </p:tav>
                                            <p:tav tm="100000">
                                              <p:val>
                                                <p:strVal val="#ppt_x"/>
                                              </p:val>
                                            </p:tav>
                                          </p:tavLst>
                                        </p:anim>
                                        <p:anim calcmode="lin" valueType="num">
                                          <p:cBhvr>
                                            <p:cTn id="17" dur="750" fill="hold"/>
                                            <p:tgtEl>
                                              <p:spTgt spid="25"/>
                                            </p:tgtEl>
                                            <p:attrNameLst>
                                              <p:attrName>ppt_y</p:attrName>
                                            </p:attrNameLst>
                                          </p:cBhvr>
                                          <p:tavLst>
                                            <p:tav tm="0">
                                              <p:val>
                                                <p:strVal val="#ppt_y+.1"/>
                                              </p:val>
                                            </p:tav>
                                            <p:tav tm="100000">
                                              <p:val>
                                                <p:strVal val="#ppt_y"/>
                                              </p:val>
                                            </p:tav>
                                          </p:tavLst>
                                        </p:anim>
                                      </p:childTnLst>
                                    </p:cTn>
                                  </p:par>
                                </p:childTnLst>
                              </p:cTn>
                            </p:par>
                            <p:par>
                              <p:cTn id="18" fill="hold">
                                <p:stCondLst>
                                  <p:cond delay="1750"/>
                                </p:stCondLst>
                                <p:childTnLst>
                                  <p:par>
                                    <p:cTn id="19" presetID="2" presetClass="entr" presetSubtype="6" fill="hold" nodeType="after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1500" fill="hold"/>
                                            <p:tgtEl>
                                              <p:spTgt spid="26"/>
                                            </p:tgtEl>
                                            <p:attrNameLst>
                                              <p:attrName>ppt_x</p:attrName>
                                            </p:attrNameLst>
                                          </p:cBhvr>
                                          <p:tavLst>
                                            <p:tav tm="0">
                                              <p:val>
                                                <p:strVal val="1+#ppt_w/2"/>
                                              </p:val>
                                            </p:tav>
                                            <p:tav tm="100000">
                                              <p:val>
                                                <p:strVal val="#ppt_x"/>
                                              </p:val>
                                            </p:tav>
                                          </p:tavLst>
                                        </p:anim>
                                        <p:anim calcmode="lin" valueType="num">
                                          <p:cBhvr additive="base">
                                            <p:cTn id="22" dur="1500" fill="hold"/>
                                            <p:tgtEl>
                                              <p:spTgt spid="26"/>
                                            </p:tgtEl>
                                            <p:attrNameLst>
                                              <p:attrName>ppt_y</p:attrName>
                                            </p:attrNameLst>
                                          </p:cBhvr>
                                          <p:tavLst>
                                            <p:tav tm="0">
                                              <p:val>
                                                <p:strVal val="1+#ppt_h/2"/>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anim calcmode="lin" valueType="num">
                                          <p:cBhvr>
                                            <p:cTn id="26" dur="500" fill="hold"/>
                                            <p:tgtEl>
                                              <p:spTgt spid="19"/>
                                            </p:tgtEl>
                                            <p:attrNameLst>
                                              <p:attrName>ppt_x</p:attrName>
                                            </p:attrNameLst>
                                          </p:cBhvr>
                                          <p:tavLst>
                                            <p:tav tm="0">
                                              <p:val>
                                                <p:strVal val="#ppt_x"/>
                                              </p:val>
                                            </p:tav>
                                            <p:tav tm="100000">
                                              <p:val>
                                                <p:strVal val="#ppt_x"/>
                                              </p:val>
                                            </p:tav>
                                          </p:tavLst>
                                        </p:anim>
                                        <p:anim calcmode="lin" valueType="num">
                                          <p:cBhvr>
                                            <p:cTn id="27" dur="500" fill="hold"/>
                                            <p:tgtEl>
                                              <p:spTgt spid="19"/>
                                            </p:tgtEl>
                                            <p:attrNameLst>
                                              <p:attrName>ppt_y</p:attrName>
                                            </p:attrNameLst>
                                          </p:cBhvr>
                                          <p:tavLst>
                                            <p:tav tm="0">
                                              <p:val>
                                                <p:strVal val="#ppt_y+.1"/>
                                              </p:val>
                                            </p:tav>
                                            <p:tav tm="100000">
                                              <p:val>
                                                <p:strVal val="#ppt_y"/>
                                              </p:val>
                                            </p:tav>
                                          </p:tavLst>
                                        </p:anim>
                                      </p:childTnLst>
                                    </p:cTn>
                                  </p:par>
                                </p:childTnLst>
                              </p:cTn>
                            </p:par>
                            <p:par>
                              <p:cTn id="28" fill="hold">
                                <p:stCondLst>
                                  <p:cond delay="3250"/>
                                </p:stCondLst>
                                <p:childTnLst>
                                  <p:par>
                                    <p:cTn id="29" presetID="22" presetClass="entr" presetSubtype="8"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left)">
                                          <p:cBhvr>
                                            <p:cTn id="3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25" grpId="0"/>
          <p:bldP spid="19" grpId="0"/>
        </p:bldLst>
      </p:timing>
    </mc:Choice>
    <mc:Fallback xmlns="" xmlns:a14="http://schemas.microsoft.com/office/drawing/2010/mai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1000" fill="hold"/>
                                            <p:tgtEl>
                                              <p:spTgt spid="23"/>
                                            </p:tgtEl>
                                            <p:attrNameLst>
                                              <p:attrName>ppt_x</p:attrName>
                                            </p:attrNameLst>
                                          </p:cBhvr>
                                          <p:tavLst>
                                            <p:tav tm="0">
                                              <p:val>
                                                <p:strVal val="0-#ppt_w/2"/>
                                              </p:val>
                                            </p:tav>
                                            <p:tav tm="100000">
                                              <p:val>
                                                <p:strVal val="#ppt_x"/>
                                              </p:val>
                                            </p:tav>
                                          </p:tavLst>
                                        </p:anim>
                                        <p:anim calcmode="lin" valueType="num">
                                          <p:cBhvr additive="base">
                                            <p:cTn id="8" dur="1000" fill="hold"/>
                                            <p:tgtEl>
                                              <p:spTgt spid="2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6" presetClass="entr" presetSubtype="21" fill="hold" grpId="0" nodeType="after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inVertical)">
                                          <p:cBhvr>
                                            <p:cTn id="12" dur="500"/>
                                            <p:tgtEl>
                                              <p:spTgt spid="18"/>
                                            </p:tgtEl>
                                          </p:cBhvr>
                                        </p:animEffect>
                                      </p:childTnLst>
                                    </p:cTn>
                                  </p:par>
                                </p:childTnLst>
                              </p:cTn>
                            </p:par>
                            <p:par>
                              <p:cTn id="13" fill="hold">
                                <p:stCondLst>
                                  <p:cond delay="1500"/>
                                </p:stCondLst>
                                <p:childTnLst>
                                  <p:par>
                                    <p:cTn id="14" presetID="2" presetClass="entr" presetSubtype="1" accel="40000"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1250" fill="hold"/>
                                            <p:tgtEl>
                                              <p:spTgt spid="24"/>
                                            </p:tgtEl>
                                            <p:attrNameLst>
                                              <p:attrName>ppt_x</p:attrName>
                                            </p:attrNameLst>
                                          </p:cBhvr>
                                          <p:tavLst>
                                            <p:tav tm="0">
                                              <p:val>
                                                <p:strVal val="#ppt_x"/>
                                              </p:val>
                                            </p:tav>
                                            <p:tav tm="100000">
                                              <p:val>
                                                <p:strVal val="#ppt_x"/>
                                              </p:val>
                                            </p:tav>
                                          </p:tavLst>
                                        </p:anim>
                                        <p:anim calcmode="lin" valueType="num">
                                          <p:cBhvr additive="base">
                                            <p:cTn id="17" dur="1250" fill="hold"/>
                                            <p:tgtEl>
                                              <p:spTgt spid="24"/>
                                            </p:tgtEl>
                                            <p:attrNameLst>
                                              <p:attrName>ppt_y</p:attrName>
                                            </p:attrNameLst>
                                          </p:cBhvr>
                                          <p:tavLst>
                                            <p:tav tm="0">
                                              <p:val>
                                                <p:strVal val="0-#ppt_h/2"/>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750"/>
                                            <p:tgtEl>
                                              <p:spTgt spid="25"/>
                                            </p:tgtEl>
                                          </p:cBhvr>
                                        </p:animEffect>
                                        <p:anim calcmode="lin" valueType="num">
                                          <p:cBhvr>
                                            <p:cTn id="21" dur="750" fill="hold"/>
                                            <p:tgtEl>
                                              <p:spTgt spid="25"/>
                                            </p:tgtEl>
                                            <p:attrNameLst>
                                              <p:attrName>ppt_x</p:attrName>
                                            </p:attrNameLst>
                                          </p:cBhvr>
                                          <p:tavLst>
                                            <p:tav tm="0">
                                              <p:val>
                                                <p:strVal val="#ppt_x"/>
                                              </p:val>
                                            </p:tav>
                                            <p:tav tm="100000">
                                              <p:val>
                                                <p:strVal val="#ppt_x"/>
                                              </p:val>
                                            </p:tav>
                                          </p:tavLst>
                                        </p:anim>
                                        <p:anim calcmode="lin" valueType="num">
                                          <p:cBhvr>
                                            <p:cTn id="22" dur="750" fill="hold"/>
                                            <p:tgtEl>
                                              <p:spTgt spid="25"/>
                                            </p:tgtEl>
                                            <p:attrNameLst>
                                              <p:attrName>ppt_y</p:attrName>
                                            </p:attrNameLst>
                                          </p:cBhvr>
                                          <p:tavLst>
                                            <p:tav tm="0">
                                              <p:val>
                                                <p:strVal val="#ppt_y+.1"/>
                                              </p:val>
                                            </p:tav>
                                            <p:tav tm="100000">
                                              <p:val>
                                                <p:strVal val="#ppt_y"/>
                                              </p:val>
                                            </p:tav>
                                          </p:tavLst>
                                        </p:anim>
                                      </p:childTnLst>
                                    </p:cTn>
                                  </p:par>
                                </p:childTnLst>
                              </p:cTn>
                            </p:par>
                            <p:par>
                              <p:cTn id="23" fill="hold">
                                <p:stCondLst>
                                  <p:cond delay="2750"/>
                                </p:stCondLst>
                                <p:childTnLst>
                                  <p:par>
                                    <p:cTn id="24" presetID="2" presetClass="entr" presetSubtype="6" fill="hold" nodeType="after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additive="base">
                                            <p:cTn id="26" dur="1500" fill="hold"/>
                                            <p:tgtEl>
                                              <p:spTgt spid="26"/>
                                            </p:tgtEl>
                                            <p:attrNameLst>
                                              <p:attrName>ppt_x</p:attrName>
                                            </p:attrNameLst>
                                          </p:cBhvr>
                                          <p:tavLst>
                                            <p:tav tm="0">
                                              <p:val>
                                                <p:strVal val="1+#ppt_w/2"/>
                                              </p:val>
                                            </p:tav>
                                            <p:tav tm="100000">
                                              <p:val>
                                                <p:strVal val="#ppt_x"/>
                                              </p:val>
                                            </p:tav>
                                          </p:tavLst>
                                        </p:anim>
                                        <p:anim calcmode="lin" valueType="num">
                                          <p:cBhvr additive="base">
                                            <p:cTn id="27" dur="1500" fill="hold"/>
                                            <p:tgtEl>
                                              <p:spTgt spid="26"/>
                                            </p:tgtEl>
                                            <p:attrNameLst>
                                              <p:attrName>ppt_y</p:attrName>
                                            </p:attrNameLst>
                                          </p:cBhvr>
                                          <p:tavLst>
                                            <p:tav tm="0">
                                              <p:val>
                                                <p:strVal val="1+#ppt_h/2"/>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anim calcmode="lin" valueType="num">
                                          <p:cBhvr>
                                            <p:cTn id="31" dur="500" fill="hold"/>
                                            <p:tgtEl>
                                              <p:spTgt spid="19"/>
                                            </p:tgtEl>
                                            <p:attrNameLst>
                                              <p:attrName>ppt_x</p:attrName>
                                            </p:attrNameLst>
                                          </p:cBhvr>
                                          <p:tavLst>
                                            <p:tav tm="0">
                                              <p:val>
                                                <p:strVal val="#ppt_x"/>
                                              </p:val>
                                            </p:tav>
                                            <p:tav tm="100000">
                                              <p:val>
                                                <p:strVal val="#ppt_x"/>
                                              </p:val>
                                            </p:tav>
                                          </p:tavLst>
                                        </p:anim>
                                        <p:anim calcmode="lin" valueType="num">
                                          <p:cBhvr>
                                            <p:cTn id="32" dur="500" fill="hold"/>
                                            <p:tgtEl>
                                              <p:spTgt spid="19"/>
                                            </p:tgtEl>
                                            <p:attrNameLst>
                                              <p:attrName>ppt_y</p:attrName>
                                            </p:attrNameLst>
                                          </p:cBhvr>
                                          <p:tavLst>
                                            <p:tav tm="0">
                                              <p:val>
                                                <p:strVal val="#ppt_y+.1"/>
                                              </p:val>
                                            </p:tav>
                                            <p:tav tm="100000">
                                              <p:val>
                                                <p:strVal val="#ppt_y"/>
                                              </p:val>
                                            </p:tav>
                                          </p:tavLst>
                                        </p:anim>
                                      </p:childTnLst>
                                    </p:cTn>
                                  </p:par>
                                </p:childTnLst>
                              </p:cTn>
                            </p:par>
                            <p:par>
                              <p:cTn id="33" fill="hold">
                                <p:stCondLst>
                                  <p:cond delay="4250"/>
                                </p:stCondLst>
                                <p:childTnLst>
                                  <p:par>
                                    <p:cTn id="34" presetID="22" presetClass="entr" presetSubtype="8" fill="hold" nodeType="after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left)">
                                          <p:cBhvr>
                                            <p:cTn id="3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3" grpId="0" animBg="1"/>
          <p:bldP spid="24" grpId="0" animBg="1"/>
          <p:bldP spid="25" grpId="0"/>
          <p:bldP spid="19"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22" name="组合 21"/>
          <p:cNvGrpSpPr/>
          <p:nvPr/>
        </p:nvGrpSpPr>
        <p:grpSpPr>
          <a:xfrm flipH="1">
            <a:off x="604155" y="1876768"/>
            <a:ext cx="3089961" cy="4615719"/>
            <a:chOff x="8512393" y="1876768"/>
            <a:chExt cx="3089961" cy="4615719"/>
          </a:xfrm>
        </p:grpSpPr>
        <p:grpSp>
          <p:nvGrpSpPr>
            <p:cNvPr id="23" name="组合 22"/>
            <p:cNvGrpSpPr/>
            <p:nvPr/>
          </p:nvGrpSpPr>
          <p:grpSpPr>
            <a:xfrm flipH="1">
              <a:off x="8512393" y="1876768"/>
              <a:ext cx="3089961" cy="4615719"/>
              <a:chOff x="812801" y="1410749"/>
              <a:chExt cx="3384328" cy="5055438"/>
            </a:xfrm>
          </p:grpSpPr>
          <p:sp>
            <p:nvSpPr>
              <p:cNvPr id="27" name="矩形 26"/>
              <p:cNvSpPr/>
              <p:nvPr/>
            </p:nvSpPr>
            <p:spPr>
              <a:xfrm>
                <a:off x="812801" y="4555655"/>
                <a:ext cx="3384328" cy="1910532"/>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2002">
                  <a:latin typeface="Arial" panose="020B0604020202020204" pitchFamily="34" charset="0"/>
                  <a:ea typeface="微软雅黑" panose="020B0503020204020204" pitchFamily="34" charset="-122"/>
                  <a:sym typeface="Arial" panose="020B0604020202020204" pitchFamily="34" charset="0"/>
                </a:endParaRPr>
              </a:p>
            </p:txBody>
          </p:sp>
          <p:sp>
            <p:nvSpPr>
              <p:cNvPr id="28" name="矩形 27"/>
              <p:cNvSpPr/>
              <p:nvPr/>
            </p:nvSpPr>
            <p:spPr>
              <a:xfrm>
                <a:off x="812801" y="1410749"/>
                <a:ext cx="3384327" cy="498721"/>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ts val="0"/>
                  </a:spcBef>
                  <a:spcAft>
                    <a:spcPts val="0"/>
                  </a:spcAft>
                </a:pPr>
                <a:r>
                  <a:rPr lang="zh-CN" altLang="en-US" sz="2000"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请替换文字内容</a:t>
                </a:r>
                <a:endParaRPr lang="en-US" altLang="zh-CN" sz="20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29" name="Content Placeholder 2"/>
              <p:cNvSpPr txBox="1">
                <a:spLocks/>
              </p:cNvSpPr>
              <p:nvPr/>
            </p:nvSpPr>
            <p:spPr>
              <a:xfrm>
                <a:off x="812801" y="1963078"/>
                <a:ext cx="3384328" cy="1292662"/>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just">
                  <a:lnSpc>
                    <a:spcPct val="150000"/>
                  </a:lnSpc>
                  <a:spcBef>
                    <a:spcPts val="0"/>
                  </a:spcBef>
                  <a:spcAft>
                    <a:spcPts val="0"/>
                  </a:spcAft>
                </a:pPr>
                <a:r>
                  <a:rPr lang="zh-CN" altLang="en-US" sz="800" dirty="0">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a:t>
                </a:r>
                <a:endParaRPr lang="en-US" altLang="zh-CN" sz="800" b="1" dirty="0">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30" name="Content Placeholder 2"/>
              <p:cNvSpPr txBox="1">
                <a:spLocks/>
              </p:cNvSpPr>
              <p:nvPr/>
            </p:nvSpPr>
            <p:spPr>
              <a:xfrm>
                <a:off x="964933" y="4808651"/>
                <a:ext cx="3090028" cy="1415808"/>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just">
                  <a:lnSpc>
                    <a:spcPct val="150000"/>
                  </a:lnSpc>
                  <a:spcBef>
                    <a:spcPts val="0"/>
                  </a:spcBef>
                  <a:spcAft>
                    <a:spcPts val="0"/>
                  </a:spcAft>
                </a:pPr>
                <a:r>
                  <a:rPr lang="zh-CN" altLang="en-US" sz="800"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请替换文字内容，添加相关标题，添加相关标题，修改文字内容，也可以直接复制你的内容到此。</a:t>
                </a:r>
                <a:endParaRPr lang="en-US" altLang="zh-CN" sz="8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sp>
          <p:nvSpPr>
            <p:cNvPr id="24" name="矩形 23"/>
            <p:cNvSpPr/>
            <p:nvPr/>
          </p:nvSpPr>
          <p:spPr>
            <a:xfrm flipH="1">
              <a:off x="8512393" y="4125595"/>
              <a:ext cx="3089960" cy="455343"/>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ts val="0"/>
                </a:spcBef>
                <a:spcAft>
                  <a:spcPts val="0"/>
                </a:spcAft>
              </a:pPr>
              <a:r>
                <a:rPr lang="zh-CN" altLang="en-US" sz="2000"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请替换文字内容</a:t>
              </a:r>
              <a:endParaRPr lang="en-US" altLang="zh-CN" sz="20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pic>
        <p:nvPicPr>
          <p:cNvPr id="31" name="Picture 30" descr="122-吉林大学-img0.jpg"/>
          <p:cNvPicPr>
            <a:picLocks noChangeAspect="1"/>
          </p:cNvPicPr>
          <p:nvPr/>
        </p:nvPicPr>
        <p:blipFill>
          <a:blip r:embed="rId4"/>
          <a:stretch>
            <a:fillRect/>
          </a:stretch>
        </p:blipFill>
        <p:spPr>
          <a:xfrm>
            <a:off x="4055156" y="1876768"/>
            <a:ext cx="7392202" cy="4620126"/>
          </a:xfrm>
          <a:prstGeom prst="rect">
            <a:avLst/>
          </a:prstGeom>
        </p:spPr>
      </p:pic>
    </p:spTree>
    <p:extLst>
      <p:ext uri="{BB962C8B-B14F-4D97-AF65-F5344CB8AC3E}">
        <p14:creationId xmlns:p14="http://schemas.microsoft.com/office/powerpoint/2010/main" val="4082140301"/>
      </p:ext>
    </p:extLst>
  </p:cSld>
  <p:clrMapOvr>
    <a:masterClrMapping/>
  </p:clrMapOvr>
  <p:transition spd="slow" advTm="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1000"/>
                                        <p:tgtEl>
                                          <p:spTgt spid="22"/>
                                        </p:tgtEl>
                                      </p:cBhvr>
                                    </p:animEffect>
                                    <p:anim calcmode="lin" valueType="num">
                                      <p:cBhvr>
                                        <p:cTn id="14" dur="1000" fill="hold"/>
                                        <p:tgtEl>
                                          <p:spTgt spid="22"/>
                                        </p:tgtEl>
                                        <p:attrNameLst>
                                          <p:attrName>ppt_x</p:attrName>
                                        </p:attrNameLst>
                                      </p:cBhvr>
                                      <p:tavLst>
                                        <p:tav tm="0">
                                          <p:val>
                                            <p:strVal val="#ppt_x"/>
                                          </p:val>
                                        </p:tav>
                                        <p:tav tm="100000">
                                          <p:val>
                                            <p:strVal val="#ppt_x"/>
                                          </p:val>
                                        </p:tav>
                                      </p:tavLst>
                                    </p:anim>
                                    <p:anim calcmode="lin" valueType="num">
                                      <p:cBhvr>
                                        <p:cTn id="15"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sp>
        <p:nvSpPr>
          <p:cNvPr id="22" name="TextBox 9"/>
          <p:cNvSpPr txBox="1"/>
          <p:nvPr/>
        </p:nvSpPr>
        <p:spPr>
          <a:xfrm>
            <a:off x="1091234" y="1795006"/>
            <a:ext cx="4151015" cy="4550581"/>
          </a:xfrm>
          <a:prstGeom prst="rect">
            <a:avLst/>
          </a:prstGeom>
          <a:noFill/>
        </p:spPr>
        <p:txBody>
          <a:bodyPr wrap="square" lIns="0" tIns="0" rIns="91420" bIns="0" numCol="2" spcCol="274258" rtlCol="0">
            <a:noAutofit/>
          </a:bodyPr>
          <a:lstStyle/>
          <a:p>
            <a:pPr algn="just"/>
            <a:r>
              <a:rPr lang="zh-CN" altLang="en-US" sz="1400" dirty="0">
                <a:solidFill>
                  <a:schemeClr val="bg1">
                    <a:lumMod val="50000"/>
                  </a:schemeClr>
                </a:solidFill>
                <a:latin typeface="+mn-ea"/>
                <a:cs typeface="Calibri"/>
              </a:rPr>
              <a:t>相关并符合整体语言风格，语言描述尽量简洁生动。尽量将每页幻灯片的字数控制在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字以内，据统计每页幻灯片的最好控制在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分钟之内。此处添加详细文本描述，建议与标题相关并符合整体语言风格，语言描述尽量简洁生动。</a:t>
            </a:r>
            <a:endParaRPr lang="en-US" altLang="zh-CN" sz="1400" dirty="0">
              <a:solidFill>
                <a:schemeClr val="bg1">
                  <a:lumMod val="50000"/>
                </a:schemeClr>
              </a:solidFill>
              <a:latin typeface="+mn-ea"/>
              <a:cs typeface="Calibri"/>
            </a:endParaRPr>
          </a:p>
          <a:p>
            <a:pPr algn="just"/>
            <a:endParaRPr lang="en-US" altLang="zh-CN" sz="1400" dirty="0">
              <a:solidFill>
                <a:schemeClr val="bg1">
                  <a:lumMod val="50000"/>
                </a:schemeClr>
              </a:solidFill>
              <a:latin typeface="+mn-ea"/>
              <a:cs typeface="Calibri"/>
            </a:endParaRPr>
          </a:p>
          <a:p>
            <a:pPr algn="just"/>
            <a:r>
              <a:rPr lang="zh-CN" altLang="en-US" sz="1400" dirty="0">
                <a:solidFill>
                  <a:schemeClr val="bg1">
                    <a:lumMod val="50000"/>
                  </a:schemeClr>
                </a:solidFill>
                <a:latin typeface="+mn-ea"/>
                <a:cs typeface="Calibri"/>
              </a:rPr>
              <a:t>此处添加详细文本描述，建议与标题相关并符合整体语言风格，语言描述尽量简洁生动。</a:t>
            </a:r>
            <a:endParaRPr lang="en-US" altLang="zh-CN" sz="1400" dirty="0">
              <a:solidFill>
                <a:schemeClr val="bg1">
                  <a:lumMod val="50000"/>
                </a:schemeClr>
              </a:solidFill>
              <a:latin typeface="+mn-ea"/>
              <a:cs typeface="Calibri"/>
            </a:endParaRPr>
          </a:p>
          <a:p>
            <a:pPr algn="just"/>
            <a:r>
              <a:rPr lang="zh-CN" altLang="en-US" sz="1400" dirty="0">
                <a:solidFill>
                  <a:schemeClr val="bg1">
                    <a:lumMod val="50000"/>
                  </a:schemeClr>
                </a:solidFill>
                <a:latin typeface="+mn-ea"/>
                <a:cs typeface="Calibri"/>
              </a:rPr>
              <a:t>此处添加详细文本描述，建议与标题相关并符合整体语言风格，语言描述尽量简洁生动。尽量将每页幻灯片的字数控制在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分钟之内。此处添加详细文本描述，建议与标题相关并符合整体语言风格，语言描述尽量简洁生动。</a:t>
            </a:r>
            <a:endParaRPr lang="en-US" altLang="zh-CN" sz="1400" dirty="0">
              <a:solidFill>
                <a:schemeClr val="bg1">
                  <a:lumMod val="50000"/>
                </a:schemeClr>
              </a:solidFill>
              <a:latin typeface="+mn-ea"/>
              <a:cs typeface="Calibri"/>
            </a:endParaRPr>
          </a:p>
          <a:p>
            <a:pPr algn="just"/>
            <a:endParaRPr lang="en-US" altLang="zh-CN" sz="1400" dirty="0">
              <a:solidFill>
                <a:schemeClr val="bg1">
                  <a:lumMod val="50000"/>
                </a:schemeClr>
              </a:solidFill>
              <a:latin typeface="+mn-ea"/>
              <a:cs typeface="Calibri"/>
            </a:endParaRPr>
          </a:p>
          <a:p>
            <a:pPr algn="just"/>
            <a:r>
              <a:rPr lang="zh-CN" altLang="en-US" sz="1400" dirty="0">
                <a:solidFill>
                  <a:schemeClr val="bg1">
                    <a:lumMod val="50000"/>
                  </a:schemeClr>
                </a:solidFill>
                <a:latin typeface="+mn-ea"/>
                <a:cs typeface="Calibri"/>
              </a:rPr>
              <a:t>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字以内，据统计每页幻灯片的最好控制在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分钟之内。此处添加详细文本描述，建议与标题尽量将每页幻灯片的字数控制在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字以内，据统计每页幻灯片的最好控制在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分钟之内。此处添加详细文本描述，建议与标题</a:t>
            </a:r>
          </a:p>
          <a:p>
            <a:pPr algn="just"/>
            <a:r>
              <a:rPr lang="zh-CN" altLang="en-US" sz="1400" dirty="0">
                <a:solidFill>
                  <a:schemeClr val="bg1">
                    <a:lumMod val="50000"/>
                  </a:schemeClr>
                </a:solidFill>
                <a:latin typeface="+mn-ea"/>
                <a:cs typeface="Calibri"/>
              </a:rPr>
              <a:t>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字以内，据统计每页幻灯片的最好控制在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a:t>
            </a:r>
          </a:p>
        </p:txBody>
      </p:sp>
      <p:grpSp>
        <p:nvGrpSpPr>
          <p:cNvPr id="23" name="组合 22"/>
          <p:cNvGrpSpPr/>
          <p:nvPr/>
        </p:nvGrpSpPr>
        <p:grpSpPr>
          <a:xfrm>
            <a:off x="5479707" y="5049355"/>
            <a:ext cx="5162414" cy="1296232"/>
            <a:chOff x="847" y="5183868"/>
            <a:chExt cx="5374292" cy="1334296"/>
          </a:xfrm>
        </p:grpSpPr>
        <p:sp>
          <p:nvSpPr>
            <p:cNvPr id="24" name="矩形 16"/>
            <p:cNvSpPr>
              <a:spLocks noChangeArrowheads="1"/>
            </p:cNvSpPr>
            <p:nvPr/>
          </p:nvSpPr>
          <p:spPr bwMode="auto">
            <a:xfrm>
              <a:off x="847" y="5183868"/>
              <a:ext cx="5374292" cy="1334296"/>
            </a:xfrm>
            <a:prstGeom prst="rect">
              <a:avLst/>
            </a:prstGeom>
            <a:solidFill>
              <a:srgbClr val="0824A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buFont typeface="Arial" pitchFamily="34" charset="0"/>
                <a:buNone/>
              </a:pPr>
              <a:endParaRPr lang="zh-CN" altLang="en-US">
                <a:solidFill>
                  <a:srgbClr val="FFFFFF"/>
                </a:solidFill>
              </a:endParaRPr>
            </a:p>
          </p:txBody>
        </p:sp>
        <p:sp>
          <p:nvSpPr>
            <p:cNvPr id="26" name="文本框 28"/>
            <p:cNvSpPr txBox="1">
              <a:spLocks noChangeArrowheads="1"/>
            </p:cNvSpPr>
            <p:nvPr/>
          </p:nvSpPr>
          <p:spPr bwMode="auto">
            <a:xfrm>
              <a:off x="598820" y="5395718"/>
              <a:ext cx="12557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defRPr>
                  <a:solidFill>
                    <a:schemeClr val="tx1"/>
                  </a:solidFill>
                  <a:latin typeface="Calibri" pitchFamily="34" charset="0"/>
                  <a:ea typeface="宋体" pitchFamily="2" charset="-122"/>
                </a:defRPr>
              </a:lvl6pPr>
              <a:lvl7pPr eaLnBrk="0" fontAlgn="base" hangingPunct="0">
                <a:spcAft>
                  <a:spcPct val="0"/>
                </a:spcAft>
                <a:defRPr>
                  <a:solidFill>
                    <a:schemeClr val="tx1"/>
                  </a:solidFill>
                  <a:latin typeface="Calibri" pitchFamily="34" charset="0"/>
                  <a:ea typeface="宋体" pitchFamily="2" charset="-122"/>
                </a:defRPr>
              </a:lvl7pPr>
              <a:lvl8pPr eaLnBrk="0" fontAlgn="base" hangingPunct="0">
                <a:spcAft>
                  <a:spcPct val="0"/>
                </a:spcAft>
                <a:defRPr>
                  <a:solidFill>
                    <a:schemeClr val="tx1"/>
                  </a:solidFill>
                  <a:latin typeface="Calibri" pitchFamily="34" charset="0"/>
                  <a:ea typeface="宋体" pitchFamily="2" charset="-122"/>
                </a:defRPr>
              </a:lvl8pPr>
              <a:lvl9pPr eaLnBrk="0" fontAlgn="base" hangingPunct="0">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zh-CN" altLang="en-US" sz="1800" dirty="0">
                  <a:solidFill>
                    <a:schemeClr val="bg1"/>
                  </a:solidFill>
                  <a:latin typeface="方正正黑简体" pitchFamily="2" charset="-122"/>
                  <a:ea typeface="方正正黑简体" pitchFamily="2" charset="-122"/>
                </a:rPr>
                <a:t>标题内容</a:t>
              </a:r>
            </a:p>
          </p:txBody>
        </p:sp>
        <p:sp>
          <p:nvSpPr>
            <p:cNvPr id="27" name="文本框 34"/>
            <p:cNvSpPr txBox="1">
              <a:spLocks noChangeArrowheads="1"/>
            </p:cNvSpPr>
            <p:nvPr/>
          </p:nvSpPr>
          <p:spPr bwMode="auto">
            <a:xfrm>
              <a:off x="594058" y="5819579"/>
              <a:ext cx="33269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defRPr>
                  <a:solidFill>
                    <a:schemeClr val="tx1"/>
                  </a:solidFill>
                  <a:latin typeface="Calibri" pitchFamily="34" charset="0"/>
                  <a:ea typeface="宋体" pitchFamily="2" charset="-122"/>
                </a:defRPr>
              </a:lvl6pPr>
              <a:lvl7pPr eaLnBrk="0" fontAlgn="base" hangingPunct="0">
                <a:spcAft>
                  <a:spcPct val="0"/>
                </a:spcAft>
                <a:defRPr>
                  <a:solidFill>
                    <a:schemeClr val="tx1"/>
                  </a:solidFill>
                  <a:latin typeface="Calibri" pitchFamily="34" charset="0"/>
                  <a:ea typeface="宋体" pitchFamily="2" charset="-122"/>
                </a:defRPr>
              </a:lvl7pPr>
              <a:lvl8pPr eaLnBrk="0" fontAlgn="base" hangingPunct="0">
                <a:spcAft>
                  <a:spcPct val="0"/>
                </a:spcAft>
                <a:defRPr>
                  <a:solidFill>
                    <a:schemeClr val="tx1"/>
                  </a:solidFill>
                  <a:latin typeface="Calibri" pitchFamily="34" charset="0"/>
                  <a:ea typeface="宋体" pitchFamily="2" charset="-122"/>
                </a:defRPr>
              </a:lvl8pPr>
              <a:lvl9pPr eaLnBrk="0" fontAlgn="base" hangingPunct="0">
                <a:spcAft>
                  <a:spcPct val="0"/>
                </a:spcAft>
                <a:defRPr>
                  <a:solidFill>
                    <a:schemeClr val="tx1"/>
                  </a:solidFill>
                  <a:latin typeface="Calibri" pitchFamily="34" charset="0"/>
                  <a:ea typeface="宋体" pitchFamily="2" charset="-122"/>
                </a:defRPr>
              </a:lvl9pPr>
            </a:lstStyle>
            <a:p>
              <a:pPr algn="just" eaLnBrk="1" hangingPunct="1">
                <a:buFont typeface="Arial" pitchFamily="34" charset="0"/>
                <a:buNone/>
              </a:pPr>
              <a:r>
                <a:rPr lang="zh-CN" altLang="en-US" sz="1400" dirty="0">
                  <a:solidFill>
                    <a:schemeClr val="bg1"/>
                  </a:solidFill>
                  <a:latin typeface="方正正黑简体" pitchFamily="2" charset="-122"/>
                  <a:ea typeface="方正正黑简体" pitchFamily="2" charset="-122"/>
                </a:rPr>
                <a:t>内容描述内容描述内容描述内容描述内容描述内容描述内容</a:t>
              </a:r>
            </a:p>
          </p:txBody>
        </p:sp>
      </p:grpSp>
      <p:pic>
        <p:nvPicPr>
          <p:cNvPr id="31" name="Picture 30" descr="122-吉林大学-img4.jpg"/>
          <p:cNvPicPr>
            <a:picLocks noChangeAspect="1"/>
          </p:cNvPicPr>
          <p:nvPr/>
        </p:nvPicPr>
        <p:blipFill>
          <a:blip r:embed="rId4"/>
          <a:stretch>
            <a:fillRect/>
          </a:stretch>
        </p:blipFill>
        <p:spPr>
          <a:xfrm>
            <a:off x="5478032" y="1776081"/>
            <a:ext cx="5164089" cy="3227555"/>
          </a:xfrm>
          <a:prstGeom prst="rect">
            <a:avLst/>
          </a:prstGeom>
        </p:spPr>
      </p:pic>
    </p:spTree>
    <p:extLst>
      <p:ext uri="{BB962C8B-B14F-4D97-AF65-F5344CB8AC3E}">
        <p14:creationId xmlns:p14="http://schemas.microsoft.com/office/powerpoint/2010/main" val="2333049214"/>
      </p:ext>
    </p:extLst>
  </p:cSld>
  <p:clrMapOvr>
    <a:masterClrMapping/>
  </p:clrMapOvr>
  <p:transition spd="slow" advTm="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grpId="0"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1000"/>
                                        <p:tgtEl>
                                          <p:spTgt spid="22"/>
                                        </p:tgtEl>
                                      </p:cBhvr>
                                    </p:animEffect>
                                    <p:anim calcmode="lin" valueType="num">
                                      <p:cBhvr>
                                        <p:cTn id="14" dur="1000" fill="hold"/>
                                        <p:tgtEl>
                                          <p:spTgt spid="22"/>
                                        </p:tgtEl>
                                        <p:attrNameLst>
                                          <p:attrName>ppt_x</p:attrName>
                                        </p:attrNameLst>
                                      </p:cBhvr>
                                      <p:tavLst>
                                        <p:tav tm="0">
                                          <p:val>
                                            <p:strVal val="#ppt_x"/>
                                          </p:val>
                                        </p:tav>
                                        <p:tav tm="100000">
                                          <p:val>
                                            <p:strVal val="#ppt_x"/>
                                          </p:val>
                                        </p:tav>
                                      </p:tavLst>
                                    </p:anim>
                                    <p:anim calcmode="lin" valueType="num">
                                      <p:cBhvr>
                                        <p:cTn id="15" dur="1000" fill="hold"/>
                                        <p:tgtEl>
                                          <p:spTgt spid="22"/>
                                        </p:tgtEl>
                                        <p:attrNameLst>
                                          <p:attrName>ppt_y</p:attrName>
                                        </p:attrNameLst>
                                      </p:cBhvr>
                                      <p:tavLst>
                                        <p:tav tm="0">
                                          <p:val>
                                            <p:strVal val="#ppt_y+.1"/>
                                          </p:val>
                                        </p:tav>
                                        <p:tav tm="100000">
                                          <p:val>
                                            <p:strVal val="#ppt_y"/>
                                          </p:val>
                                        </p:tav>
                                      </p:tavLst>
                                    </p:anim>
                                  </p:childTnLst>
                                </p:cTn>
                              </p:par>
                            </p:childTnLst>
                          </p:cTn>
                        </p:par>
                        <p:par>
                          <p:cTn id="16" fill="hold">
                            <p:stCondLst>
                              <p:cond delay="1750"/>
                            </p:stCondLst>
                            <p:childTnLst>
                              <p:par>
                                <p:cTn id="17" presetID="42" presetClass="entr" presetSubtype="0"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1000"/>
                                        <p:tgtEl>
                                          <p:spTgt spid="23"/>
                                        </p:tgtEl>
                                      </p:cBhvr>
                                    </p:animEffect>
                                    <p:anim calcmode="lin" valueType="num">
                                      <p:cBhvr>
                                        <p:cTn id="20" dur="1000" fill="hold"/>
                                        <p:tgtEl>
                                          <p:spTgt spid="23"/>
                                        </p:tgtEl>
                                        <p:attrNameLst>
                                          <p:attrName>ppt_x</p:attrName>
                                        </p:attrNameLst>
                                      </p:cBhvr>
                                      <p:tavLst>
                                        <p:tav tm="0">
                                          <p:val>
                                            <p:strVal val="#ppt_x"/>
                                          </p:val>
                                        </p:tav>
                                        <p:tav tm="100000">
                                          <p:val>
                                            <p:strVal val="#ppt_x"/>
                                          </p:val>
                                        </p:tav>
                                      </p:tavLst>
                                    </p:anim>
                                    <p:anim calcmode="lin" valueType="num">
                                      <p:cBhvr>
                                        <p:cTn id="2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5345943" y="346811"/>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0" y="681651"/>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sp>
        <p:nvSpPr>
          <p:cNvPr id="14" name="Freeform 12"/>
          <p:cNvSpPr>
            <a:spLocks/>
          </p:cNvSpPr>
          <p:nvPr/>
        </p:nvSpPr>
        <p:spPr bwMode="auto">
          <a:xfrm flipH="1">
            <a:off x="4661223" y="653459"/>
            <a:ext cx="1070035" cy="335806"/>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flipH="1">
            <a:off x="5093352" y="685139"/>
            <a:ext cx="188138" cy="202751"/>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flipH="1">
            <a:off x="5223320" y="396853"/>
            <a:ext cx="473285" cy="465693"/>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flipH="1">
            <a:off x="4612021" y="397625"/>
            <a:ext cx="955389" cy="243934"/>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flipH="1">
            <a:off x="5093352" y="400021"/>
            <a:ext cx="467405" cy="487869"/>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sp>
        <p:nvSpPr>
          <p:cNvPr id="73" name="Freeform 5"/>
          <p:cNvSpPr>
            <a:spLocks/>
          </p:cNvSpPr>
          <p:nvPr/>
        </p:nvSpPr>
        <p:spPr bwMode="auto">
          <a:xfrm>
            <a:off x="3923638" y="2054324"/>
            <a:ext cx="1653822" cy="1437322"/>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rgbClr val="0824AA"/>
          </a:solidFill>
          <a:ln w="28575" cap="flat">
            <a:noFill/>
            <a:prstDash val="solid"/>
            <a:miter lim="800000"/>
            <a:headEnd/>
            <a:tailEnd/>
          </a:ln>
        </p:spPr>
        <p:txBody>
          <a:bodyPr lIns="72585" tIns="36293" rIns="72585" bIns="36293"/>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75" name="Freeform 56"/>
          <p:cNvSpPr>
            <a:spLocks noEditPoints="1"/>
          </p:cNvSpPr>
          <p:nvPr/>
        </p:nvSpPr>
        <p:spPr bwMode="auto">
          <a:xfrm>
            <a:off x="4508547" y="2506510"/>
            <a:ext cx="211901" cy="524248"/>
          </a:xfrm>
          <a:custGeom>
            <a:avLst/>
            <a:gdLst>
              <a:gd name="T0" fmla="*/ 105898 w 31"/>
              <a:gd name="T1" fmla="*/ 0 h 77"/>
              <a:gd name="T2" fmla="*/ 174421 w 31"/>
              <a:gd name="T3" fmla="*/ 31435 h 77"/>
              <a:gd name="T4" fmla="*/ 193109 w 31"/>
              <a:gd name="T5" fmla="*/ 113165 h 77"/>
              <a:gd name="T6" fmla="*/ 193109 w 31"/>
              <a:gd name="T7" fmla="*/ 396076 h 77"/>
              <a:gd name="T8" fmla="*/ 168192 w 31"/>
              <a:gd name="T9" fmla="*/ 465232 h 77"/>
              <a:gd name="T10" fmla="*/ 99669 w 31"/>
              <a:gd name="T11" fmla="*/ 484093 h 77"/>
              <a:gd name="T12" fmla="*/ 12459 w 31"/>
              <a:gd name="T13" fmla="*/ 452658 h 77"/>
              <a:gd name="T14" fmla="*/ 0 w 31"/>
              <a:gd name="T15" fmla="*/ 358355 h 77"/>
              <a:gd name="T16" fmla="*/ 0 w 31"/>
              <a:gd name="T17" fmla="*/ 132025 h 77"/>
              <a:gd name="T18" fmla="*/ 18688 w 31"/>
              <a:gd name="T19" fmla="*/ 37722 h 77"/>
              <a:gd name="T20" fmla="*/ 105898 w 31"/>
              <a:gd name="T21" fmla="*/ 0 h 77"/>
              <a:gd name="T22" fmla="*/ 99669 w 31"/>
              <a:gd name="T23" fmla="*/ 440085 h 77"/>
              <a:gd name="T24" fmla="*/ 137045 w 31"/>
              <a:gd name="T25" fmla="*/ 370928 h 77"/>
              <a:gd name="T26" fmla="*/ 137045 w 31"/>
              <a:gd name="T27" fmla="*/ 106878 h 77"/>
              <a:gd name="T28" fmla="*/ 99669 w 31"/>
              <a:gd name="T29" fmla="*/ 44008 h 77"/>
              <a:gd name="T30" fmla="*/ 56064 w 31"/>
              <a:gd name="T31" fmla="*/ 106878 h 77"/>
              <a:gd name="T32" fmla="*/ 56064 w 31"/>
              <a:gd name="T33" fmla="*/ 125738 h 77"/>
              <a:gd name="T34" fmla="*/ 56064 w 31"/>
              <a:gd name="T35" fmla="*/ 144599 h 77"/>
              <a:gd name="T36" fmla="*/ 56064 w 31"/>
              <a:gd name="T37" fmla="*/ 220042 h 77"/>
              <a:gd name="T38" fmla="*/ 56064 w 31"/>
              <a:gd name="T39" fmla="*/ 301772 h 77"/>
              <a:gd name="T40" fmla="*/ 56064 w 31"/>
              <a:gd name="T41" fmla="*/ 370928 h 77"/>
              <a:gd name="T42" fmla="*/ 99669 w 31"/>
              <a:gd name="T43" fmla="*/ 440085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8" y="5"/>
                </a:cubicBezTo>
                <a:cubicBezTo>
                  <a:pt x="30" y="8"/>
                  <a:pt x="31" y="12"/>
                  <a:pt x="31" y="18"/>
                </a:cubicBezTo>
                <a:cubicBezTo>
                  <a:pt x="31" y="63"/>
                  <a:pt x="31" y="63"/>
                  <a:pt x="31" y="63"/>
                </a:cubicBezTo>
                <a:cubicBezTo>
                  <a:pt x="31" y="67"/>
                  <a:pt x="30" y="71"/>
                  <a:pt x="27" y="74"/>
                </a:cubicBezTo>
                <a:cubicBezTo>
                  <a:pt x="24" y="76"/>
                  <a:pt x="21" y="77"/>
                  <a:pt x="16" y="77"/>
                </a:cubicBezTo>
                <a:cubicBezTo>
                  <a:pt x="9" y="77"/>
                  <a:pt x="5" y="76"/>
                  <a:pt x="2" y="72"/>
                </a:cubicBezTo>
                <a:cubicBezTo>
                  <a:pt x="1" y="69"/>
                  <a:pt x="0" y="64"/>
                  <a:pt x="0" y="57"/>
                </a:cubicBezTo>
                <a:cubicBezTo>
                  <a:pt x="0" y="21"/>
                  <a:pt x="0" y="21"/>
                  <a:pt x="0" y="21"/>
                </a:cubicBezTo>
                <a:cubicBezTo>
                  <a:pt x="0" y="14"/>
                  <a:pt x="1" y="8"/>
                  <a:pt x="3" y="6"/>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1"/>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sz="2000">
              <a:solidFill>
                <a:schemeClr val="bg1">
                  <a:lumMod val="50000"/>
                </a:schemeClr>
              </a:solidFill>
            </a:endParaRPr>
          </a:p>
        </p:txBody>
      </p:sp>
      <p:sp>
        <p:nvSpPr>
          <p:cNvPr id="76" name="Freeform 57"/>
          <p:cNvSpPr>
            <a:spLocks/>
          </p:cNvSpPr>
          <p:nvPr/>
        </p:nvSpPr>
        <p:spPr bwMode="auto">
          <a:xfrm>
            <a:off x="4790103" y="2512241"/>
            <a:ext cx="124818" cy="518519"/>
          </a:xfrm>
          <a:custGeom>
            <a:avLst/>
            <a:gdLst>
              <a:gd name="T0" fmla="*/ 0 w 18"/>
              <a:gd name="T1" fmla="*/ 69300 h 76"/>
              <a:gd name="T2" fmla="*/ 69513 w 18"/>
              <a:gd name="T3" fmla="*/ 0 h 76"/>
              <a:gd name="T4" fmla="*/ 113749 w 18"/>
              <a:gd name="T5" fmla="*/ 0 h 76"/>
              <a:gd name="T6" fmla="*/ 113749 w 18"/>
              <a:gd name="T7" fmla="*/ 478803 h 76"/>
              <a:gd name="T8" fmla="*/ 50555 w 18"/>
              <a:gd name="T9" fmla="*/ 478803 h 76"/>
              <a:gd name="T10" fmla="*/ 50555 w 18"/>
              <a:gd name="T11" fmla="*/ 119701 h 76"/>
              <a:gd name="T12" fmla="*/ 0 w 18"/>
              <a:gd name="T13" fmla="*/ 119701 h 76"/>
              <a:gd name="T14" fmla="*/ 0 w 18"/>
              <a:gd name="T15" fmla="*/ 69300 h 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76">
                <a:moveTo>
                  <a:pt x="0" y="11"/>
                </a:moveTo>
                <a:cubicBezTo>
                  <a:pt x="7" y="10"/>
                  <a:pt x="10" y="7"/>
                  <a:pt x="11" y="0"/>
                </a:cubicBezTo>
                <a:cubicBezTo>
                  <a:pt x="18" y="0"/>
                  <a:pt x="18" y="0"/>
                  <a:pt x="18" y="0"/>
                </a:cubicBezTo>
                <a:cubicBezTo>
                  <a:pt x="18" y="76"/>
                  <a:pt x="18" y="76"/>
                  <a:pt x="18" y="76"/>
                </a:cubicBezTo>
                <a:cubicBezTo>
                  <a:pt x="8" y="76"/>
                  <a:pt x="8" y="76"/>
                  <a:pt x="8" y="76"/>
                </a:cubicBezTo>
                <a:cubicBezTo>
                  <a:pt x="8" y="19"/>
                  <a:pt x="8" y="19"/>
                  <a:pt x="8" y="19"/>
                </a:cubicBezTo>
                <a:cubicBezTo>
                  <a:pt x="0" y="19"/>
                  <a:pt x="0" y="19"/>
                  <a:pt x="0" y="19"/>
                </a:cubicBezTo>
                <a:lnTo>
                  <a:pt x="0" y="1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solidFill>
                <a:schemeClr val="bg1">
                  <a:lumMod val="50000"/>
                </a:schemeClr>
              </a:solidFill>
            </a:endParaRPr>
          </a:p>
        </p:txBody>
      </p:sp>
      <p:sp>
        <p:nvSpPr>
          <p:cNvPr id="69" name="Freeform 5"/>
          <p:cNvSpPr>
            <a:spLocks/>
          </p:cNvSpPr>
          <p:nvPr/>
        </p:nvSpPr>
        <p:spPr bwMode="auto">
          <a:xfrm>
            <a:off x="6533202" y="2032363"/>
            <a:ext cx="1653822" cy="1437322"/>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rgbClr val="051564"/>
          </a:solidFill>
          <a:ln w="28575" cap="flat">
            <a:noFill/>
            <a:prstDash val="solid"/>
            <a:miter lim="800000"/>
            <a:headEnd/>
            <a:tailEnd/>
          </a:ln>
        </p:spPr>
        <p:txBody>
          <a:bodyPr lIns="72585" tIns="36293" rIns="72585" bIns="36293"/>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71" name="Freeform 59"/>
          <p:cNvSpPr>
            <a:spLocks noEditPoints="1"/>
          </p:cNvSpPr>
          <p:nvPr/>
        </p:nvSpPr>
        <p:spPr bwMode="auto">
          <a:xfrm>
            <a:off x="7086191" y="2501359"/>
            <a:ext cx="212032" cy="524249"/>
          </a:xfrm>
          <a:custGeom>
            <a:avLst/>
            <a:gdLst>
              <a:gd name="T0" fmla="*/ 63551 w 31"/>
              <a:gd name="T1" fmla="*/ 0 h 77"/>
              <a:gd name="T2" fmla="*/ 104673 w 31"/>
              <a:gd name="T3" fmla="*/ 18864 h 77"/>
              <a:gd name="T4" fmla="*/ 115888 w 31"/>
              <a:gd name="T5" fmla="*/ 67912 h 77"/>
              <a:gd name="T6" fmla="*/ 115888 w 31"/>
              <a:gd name="T7" fmla="*/ 233920 h 77"/>
              <a:gd name="T8" fmla="*/ 100935 w 31"/>
              <a:gd name="T9" fmla="*/ 275421 h 77"/>
              <a:gd name="T10" fmla="*/ 59813 w 31"/>
              <a:gd name="T11" fmla="*/ 290513 h 77"/>
              <a:gd name="T12" fmla="*/ 11215 w 31"/>
              <a:gd name="T13" fmla="*/ 267876 h 77"/>
              <a:gd name="T14" fmla="*/ 0 w 31"/>
              <a:gd name="T15" fmla="*/ 211282 h 77"/>
              <a:gd name="T16" fmla="*/ 0 w 31"/>
              <a:gd name="T17" fmla="*/ 79231 h 77"/>
              <a:gd name="T18" fmla="*/ 11215 w 31"/>
              <a:gd name="T19" fmla="*/ 18864 h 77"/>
              <a:gd name="T20" fmla="*/ 63551 w 31"/>
              <a:gd name="T21" fmla="*/ 0 h 77"/>
              <a:gd name="T22" fmla="*/ 59813 w 31"/>
              <a:gd name="T23" fmla="*/ 264103 h 77"/>
              <a:gd name="T24" fmla="*/ 82243 w 31"/>
              <a:gd name="T25" fmla="*/ 222601 h 77"/>
              <a:gd name="T26" fmla="*/ 82243 w 31"/>
              <a:gd name="T27" fmla="*/ 64139 h 77"/>
              <a:gd name="T28" fmla="*/ 59813 w 31"/>
              <a:gd name="T29" fmla="*/ 26410 h 77"/>
              <a:gd name="T30" fmla="*/ 33645 w 31"/>
              <a:gd name="T31" fmla="*/ 64139 h 77"/>
              <a:gd name="T32" fmla="*/ 33645 w 31"/>
              <a:gd name="T33" fmla="*/ 75458 h 77"/>
              <a:gd name="T34" fmla="*/ 33645 w 31"/>
              <a:gd name="T35" fmla="*/ 86777 h 77"/>
              <a:gd name="T36" fmla="*/ 33645 w 31"/>
              <a:gd name="T37" fmla="*/ 132051 h 77"/>
              <a:gd name="T38" fmla="*/ 33645 w 31"/>
              <a:gd name="T39" fmla="*/ 181099 h 77"/>
              <a:gd name="T40" fmla="*/ 33645 w 31"/>
              <a:gd name="T41" fmla="*/ 222601 h 77"/>
              <a:gd name="T42" fmla="*/ 59813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1"/>
                  <a:pt x="28" y="5"/>
                </a:cubicBezTo>
                <a:cubicBezTo>
                  <a:pt x="30" y="8"/>
                  <a:pt x="31" y="12"/>
                  <a:pt x="31" y="18"/>
                </a:cubicBezTo>
                <a:cubicBezTo>
                  <a:pt x="31" y="62"/>
                  <a:pt x="31" y="62"/>
                  <a:pt x="31" y="62"/>
                </a:cubicBezTo>
                <a:cubicBezTo>
                  <a:pt x="31" y="67"/>
                  <a:pt x="30" y="71"/>
                  <a:pt x="27" y="73"/>
                </a:cubicBezTo>
                <a:cubicBezTo>
                  <a:pt x="25" y="76"/>
                  <a:pt x="21" y="77"/>
                  <a:pt x="16" y="77"/>
                </a:cubicBezTo>
                <a:cubicBezTo>
                  <a:pt x="9" y="77"/>
                  <a:pt x="5" y="75"/>
                  <a:pt x="3" y="71"/>
                </a:cubicBezTo>
                <a:cubicBezTo>
                  <a:pt x="1" y="69"/>
                  <a:pt x="0" y="64"/>
                  <a:pt x="0" y="56"/>
                </a:cubicBezTo>
                <a:cubicBezTo>
                  <a:pt x="0" y="21"/>
                  <a:pt x="0" y="21"/>
                  <a:pt x="0" y="21"/>
                </a:cubicBezTo>
                <a:cubicBezTo>
                  <a:pt x="0" y="13"/>
                  <a:pt x="1" y="8"/>
                  <a:pt x="3" y="5"/>
                </a:cubicBezTo>
                <a:cubicBezTo>
                  <a:pt x="5" y="2"/>
                  <a:pt x="10" y="0"/>
                  <a:pt x="17" y="0"/>
                </a:cubicBezTo>
                <a:close/>
                <a:moveTo>
                  <a:pt x="16" y="70"/>
                </a:moveTo>
                <a:cubicBezTo>
                  <a:pt x="20" y="70"/>
                  <a:pt x="22" y="66"/>
                  <a:pt x="22" y="59"/>
                </a:cubicBezTo>
                <a:cubicBezTo>
                  <a:pt x="22" y="17"/>
                  <a:pt x="22" y="17"/>
                  <a:pt x="22" y="17"/>
                </a:cubicBezTo>
                <a:cubicBezTo>
                  <a:pt x="22" y="10"/>
                  <a:pt x="20" y="7"/>
                  <a:pt x="16" y="7"/>
                </a:cubicBezTo>
                <a:cubicBezTo>
                  <a:pt x="11"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1"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solidFill>
                <a:schemeClr val="bg1">
                  <a:lumMod val="50000"/>
                </a:schemeClr>
              </a:solidFill>
            </a:endParaRPr>
          </a:p>
        </p:txBody>
      </p:sp>
      <p:sp>
        <p:nvSpPr>
          <p:cNvPr id="72" name="Freeform 60"/>
          <p:cNvSpPr>
            <a:spLocks/>
          </p:cNvSpPr>
          <p:nvPr/>
        </p:nvSpPr>
        <p:spPr bwMode="auto">
          <a:xfrm>
            <a:off x="7338885" y="2501359"/>
            <a:ext cx="214936" cy="524249"/>
          </a:xfrm>
          <a:custGeom>
            <a:avLst/>
            <a:gdLst>
              <a:gd name="T0" fmla="*/ 0 w 31"/>
              <a:gd name="T1" fmla="*/ 60366 h 77"/>
              <a:gd name="T2" fmla="*/ 15158 w 31"/>
              <a:gd name="T3" fmla="*/ 15092 h 77"/>
              <a:gd name="T4" fmla="*/ 60632 w 31"/>
              <a:gd name="T5" fmla="*/ 0 h 77"/>
              <a:gd name="T6" fmla="*/ 109896 w 31"/>
              <a:gd name="T7" fmla="*/ 22637 h 77"/>
              <a:gd name="T8" fmla="*/ 117475 w 31"/>
              <a:gd name="T9" fmla="*/ 83004 h 77"/>
              <a:gd name="T10" fmla="*/ 113685 w 31"/>
              <a:gd name="T11" fmla="*/ 113187 h 77"/>
              <a:gd name="T12" fmla="*/ 102317 w 31"/>
              <a:gd name="T13" fmla="*/ 143370 h 77"/>
              <a:gd name="T14" fmla="*/ 68211 w 31"/>
              <a:gd name="T15" fmla="*/ 196191 h 77"/>
              <a:gd name="T16" fmla="*/ 41685 w 31"/>
              <a:gd name="T17" fmla="*/ 256557 h 77"/>
              <a:gd name="T18" fmla="*/ 117475 w 31"/>
              <a:gd name="T19" fmla="*/ 256557 h 77"/>
              <a:gd name="T20" fmla="*/ 117475 w 31"/>
              <a:gd name="T21" fmla="*/ 286740 h 77"/>
              <a:gd name="T22" fmla="*/ 30316 w 31"/>
              <a:gd name="T23" fmla="*/ 290513 h 77"/>
              <a:gd name="T24" fmla="*/ 0 w 31"/>
              <a:gd name="T25" fmla="*/ 286740 h 77"/>
              <a:gd name="T26" fmla="*/ 0 w 31"/>
              <a:gd name="T27" fmla="*/ 286740 h 77"/>
              <a:gd name="T28" fmla="*/ 18948 w 31"/>
              <a:gd name="T29" fmla="*/ 207509 h 77"/>
              <a:gd name="T30" fmla="*/ 64422 w 31"/>
              <a:gd name="T31" fmla="*/ 139597 h 77"/>
              <a:gd name="T32" fmla="*/ 79580 w 31"/>
              <a:gd name="T33" fmla="*/ 75458 h 77"/>
              <a:gd name="T34" fmla="*/ 79580 w 31"/>
              <a:gd name="T35" fmla="*/ 71685 h 77"/>
              <a:gd name="T36" fmla="*/ 79580 w 31"/>
              <a:gd name="T37" fmla="*/ 64139 h 77"/>
              <a:gd name="T38" fmla="*/ 79580 w 31"/>
              <a:gd name="T39" fmla="*/ 45275 h 77"/>
              <a:gd name="T40" fmla="*/ 56843 w 31"/>
              <a:gd name="T41" fmla="*/ 26410 h 77"/>
              <a:gd name="T42" fmla="*/ 37895 w 31"/>
              <a:gd name="T43" fmla="*/ 60366 h 77"/>
              <a:gd name="T44" fmla="*/ 37895 w 31"/>
              <a:gd name="T45" fmla="*/ 71685 h 77"/>
              <a:gd name="T46" fmla="*/ 37895 w 31"/>
              <a:gd name="T47" fmla="*/ 79231 h 77"/>
              <a:gd name="T48" fmla="*/ 37895 w 31"/>
              <a:gd name="T49" fmla="*/ 86777 h 77"/>
              <a:gd name="T50" fmla="*/ 37895 w 31"/>
              <a:gd name="T51" fmla="*/ 98095 h 77"/>
              <a:gd name="T52" fmla="*/ 0 w 31"/>
              <a:gd name="T53" fmla="*/ 98095 h 77"/>
              <a:gd name="T54" fmla="*/ 0 w 31"/>
              <a:gd name="T55" fmla="*/ 60366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1" h="77">
                <a:moveTo>
                  <a:pt x="0" y="16"/>
                </a:moveTo>
                <a:cubicBezTo>
                  <a:pt x="0" y="10"/>
                  <a:pt x="2" y="6"/>
                  <a:pt x="4" y="4"/>
                </a:cubicBezTo>
                <a:cubicBezTo>
                  <a:pt x="6" y="1"/>
                  <a:pt x="10" y="0"/>
                  <a:pt x="16" y="0"/>
                </a:cubicBezTo>
                <a:cubicBezTo>
                  <a:pt x="23" y="0"/>
                  <a:pt x="27" y="2"/>
                  <a:pt x="29" y="6"/>
                </a:cubicBezTo>
                <a:cubicBezTo>
                  <a:pt x="30" y="9"/>
                  <a:pt x="31" y="14"/>
                  <a:pt x="31" y="22"/>
                </a:cubicBezTo>
                <a:cubicBezTo>
                  <a:pt x="31" y="25"/>
                  <a:pt x="31" y="28"/>
                  <a:pt x="30" y="30"/>
                </a:cubicBezTo>
                <a:cubicBezTo>
                  <a:pt x="30" y="32"/>
                  <a:pt x="29" y="35"/>
                  <a:pt x="27" y="38"/>
                </a:cubicBezTo>
                <a:cubicBezTo>
                  <a:pt x="18" y="52"/>
                  <a:pt x="18" y="52"/>
                  <a:pt x="18" y="52"/>
                </a:cubicBezTo>
                <a:cubicBezTo>
                  <a:pt x="14" y="58"/>
                  <a:pt x="12" y="63"/>
                  <a:pt x="11" y="68"/>
                </a:cubicBezTo>
                <a:cubicBezTo>
                  <a:pt x="31" y="68"/>
                  <a:pt x="31" y="68"/>
                  <a:pt x="31" y="68"/>
                </a:cubicBezTo>
                <a:cubicBezTo>
                  <a:pt x="31" y="76"/>
                  <a:pt x="31" y="76"/>
                  <a:pt x="31" y="76"/>
                </a:cubicBezTo>
                <a:cubicBezTo>
                  <a:pt x="8" y="77"/>
                  <a:pt x="8" y="77"/>
                  <a:pt x="8" y="77"/>
                </a:cubicBezTo>
                <a:cubicBezTo>
                  <a:pt x="0" y="76"/>
                  <a:pt x="0" y="76"/>
                  <a:pt x="0" y="76"/>
                </a:cubicBezTo>
                <a:cubicBezTo>
                  <a:pt x="0" y="76"/>
                  <a:pt x="0" y="76"/>
                  <a:pt x="0" y="76"/>
                </a:cubicBezTo>
                <a:cubicBezTo>
                  <a:pt x="0" y="68"/>
                  <a:pt x="2" y="61"/>
                  <a:pt x="5" y="55"/>
                </a:cubicBezTo>
                <a:cubicBezTo>
                  <a:pt x="7" y="51"/>
                  <a:pt x="11" y="45"/>
                  <a:pt x="17" y="37"/>
                </a:cubicBezTo>
                <a:cubicBezTo>
                  <a:pt x="20" y="32"/>
                  <a:pt x="21" y="27"/>
                  <a:pt x="21" y="20"/>
                </a:cubicBezTo>
                <a:cubicBezTo>
                  <a:pt x="21" y="19"/>
                  <a:pt x="21" y="19"/>
                  <a:pt x="21" y="19"/>
                </a:cubicBezTo>
                <a:cubicBezTo>
                  <a:pt x="21" y="17"/>
                  <a:pt x="21" y="17"/>
                  <a:pt x="21" y="17"/>
                </a:cubicBezTo>
                <a:cubicBezTo>
                  <a:pt x="21" y="15"/>
                  <a:pt x="21" y="13"/>
                  <a:pt x="21" y="12"/>
                </a:cubicBezTo>
                <a:cubicBezTo>
                  <a:pt x="20" y="9"/>
                  <a:pt x="18" y="7"/>
                  <a:pt x="15" y="7"/>
                </a:cubicBezTo>
                <a:cubicBezTo>
                  <a:pt x="11" y="7"/>
                  <a:pt x="10" y="10"/>
                  <a:pt x="10" y="16"/>
                </a:cubicBezTo>
                <a:cubicBezTo>
                  <a:pt x="10" y="19"/>
                  <a:pt x="10" y="19"/>
                  <a:pt x="10" y="19"/>
                </a:cubicBezTo>
                <a:cubicBezTo>
                  <a:pt x="10" y="21"/>
                  <a:pt x="10" y="21"/>
                  <a:pt x="10" y="21"/>
                </a:cubicBezTo>
                <a:cubicBezTo>
                  <a:pt x="10" y="23"/>
                  <a:pt x="10" y="23"/>
                  <a:pt x="10" y="23"/>
                </a:cubicBezTo>
                <a:cubicBezTo>
                  <a:pt x="10" y="26"/>
                  <a:pt x="10" y="26"/>
                  <a:pt x="10" y="26"/>
                </a:cubicBezTo>
                <a:cubicBezTo>
                  <a:pt x="0" y="26"/>
                  <a:pt x="0" y="26"/>
                  <a:pt x="0" y="26"/>
                </a:cubicBezTo>
                <a:lnTo>
                  <a:pt x="0" y="16"/>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solidFill>
                <a:schemeClr val="bg1">
                  <a:lumMod val="50000"/>
                </a:schemeClr>
              </a:solidFill>
            </a:endParaRPr>
          </a:p>
        </p:txBody>
      </p:sp>
      <p:sp>
        <p:nvSpPr>
          <p:cNvPr id="65" name="Freeform 5"/>
          <p:cNvSpPr>
            <a:spLocks/>
          </p:cNvSpPr>
          <p:nvPr/>
        </p:nvSpPr>
        <p:spPr bwMode="auto">
          <a:xfrm>
            <a:off x="6533202" y="4528487"/>
            <a:ext cx="1653822" cy="1437322"/>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rgbClr val="0824AA"/>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solidFill>
                <a:schemeClr val="bg1">
                  <a:lumMod val="50000"/>
                </a:schemeClr>
              </a:solidFill>
            </a:endParaRPr>
          </a:p>
        </p:txBody>
      </p:sp>
      <p:sp>
        <p:nvSpPr>
          <p:cNvPr id="67" name="Freeform 62"/>
          <p:cNvSpPr>
            <a:spLocks noEditPoints="1"/>
          </p:cNvSpPr>
          <p:nvPr/>
        </p:nvSpPr>
        <p:spPr bwMode="auto">
          <a:xfrm>
            <a:off x="7103594" y="4958242"/>
            <a:ext cx="214936" cy="524249"/>
          </a:xfrm>
          <a:custGeom>
            <a:avLst/>
            <a:gdLst>
              <a:gd name="T0" fmla="*/ 64422 w 31"/>
              <a:gd name="T1" fmla="*/ 0 h 77"/>
              <a:gd name="T2" fmla="*/ 109896 w 31"/>
              <a:gd name="T3" fmla="*/ 18864 h 77"/>
              <a:gd name="T4" fmla="*/ 117475 w 31"/>
              <a:gd name="T5" fmla="*/ 67912 h 77"/>
              <a:gd name="T6" fmla="*/ 117475 w 31"/>
              <a:gd name="T7" fmla="*/ 233920 h 77"/>
              <a:gd name="T8" fmla="*/ 102317 w 31"/>
              <a:gd name="T9" fmla="*/ 275421 h 77"/>
              <a:gd name="T10" fmla="*/ 60632 w 31"/>
              <a:gd name="T11" fmla="*/ 290513 h 77"/>
              <a:gd name="T12" fmla="*/ 11369 w 31"/>
              <a:gd name="T13" fmla="*/ 271649 h 77"/>
              <a:gd name="T14" fmla="*/ 0 w 31"/>
              <a:gd name="T15" fmla="*/ 211282 h 77"/>
              <a:gd name="T16" fmla="*/ 0 w 31"/>
              <a:gd name="T17" fmla="*/ 79231 h 77"/>
              <a:gd name="T18" fmla="*/ 11369 w 31"/>
              <a:gd name="T19" fmla="*/ 18864 h 77"/>
              <a:gd name="T20" fmla="*/ 64422 w 31"/>
              <a:gd name="T21" fmla="*/ 0 h 77"/>
              <a:gd name="T22" fmla="*/ 60632 w 31"/>
              <a:gd name="T23" fmla="*/ 264103 h 77"/>
              <a:gd name="T24" fmla="*/ 87159 w 31"/>
              <a:gd name="T25" fmla="*/ 222601 h 77"/>
              <a:gd name="T26" fmla="*/ 87159 w 31"/>
              <a:gd name="T27" fmla="*/ 64139 h 77"/>
              <a:gd name="T28" fmla="*/ 60632 w 31"/>
              <a:gd name="T29" fmla="*/ 26410 h 77"/>
              <a:gd name="T30" fmla="*/ 34106 w 31"/>
              <a:gd name="T31" fmla="*/ 64139 h 77"/>
              <a:gd name="T32" fmla="*/ 34106 w 31"/>
              <a:gd name="T33" fmla="*/ 75458 h 77"/>
              <a:gd name="T34" fmla="*/ 34106 w 31"/>
              <a:gd name="T35" fmla="*/ 86777 h 77"/>
              <a:gd name="T36" fmla="*/ 34106 w 31"/>
              <a:gd name="T37" fmla="*/ 132051 h 77"/>
              <a:gd name="T38" fmla="*/ 34106 w 31"/>
              <a:gd name="T39" fmla="*/ 181099 h 77"/>
              <a:gd name="T40" fmla="*/ 34106 w 31"/>
              <a:gd name="T41" fmla="*/ 222601 h 77"/>
              <a:gd name="T42" fmla="*/ 60632 w 31"/>
              <a:gd name="T43" fmla="*/ 264103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7">
                <a:moveTo>
                  <a:pt x="17" y="0"/>
                </a:moveTo>
                <a:cubicBezTo>
                  <a:pt x="22" y="0"/>
                  <a:pt x="26" y="2"/>
                  <a:pt x="29" y="5"/>
                </a:cubicBezTo>
                <a:cubicBezTo>
                  <a:pt x="30" y="8"/>
                  <a:pt x="31" y="12"/>
                  <a:pt x="31" y="18"/>
                </a:cubicBezTo>
                <a:cubicBezTo>
                  <a:pt x="31" y="62"/>
                  <a:pt x="31" y="62"/>
                  <a:pt x="31" y="62"/>
                </a:cubicBezTo>
                <a:cubicBezTo>
                  <a:pt x="31" y="67"/>
                  <a:pt x="30" y="71"/>
                  <a:pt x="27" y="73"/>
                </a:cubicBezTo>
                <a:cubicBezTo>
                  <a:pt x="25" y="76"/>
                  <a:pt x="21" y="77"/>
                  <a:pt x="16" y="77"/>
                </a:cubicBezTo>
                <a:cubicBezTo>
                  <a:pt x="10" y="77"/>
                  <a:pt x="5" y="75"/>
                  <a:pt x="3" y="72"/>
                </a:cubicBezTo>
                <a:cubicBezTo>
                  <a:pt x="1" y="69"/>
                  <a:pt x="0" y="64"/>
                  <a:pt x="0" y="56"/>
                </a:cubicBezTo>
                <a:cubicBezTo>
                  <a:pt x="0" y="21"/>
                  <a:pt x="0" y="21"/>
                  <a:pt x="0" y="21"/>
                </a:cubicBezTo>
                <a:cubicBezTo>
                  <a:pt x="0" y="14"/>
                  <a:pt x="1" y="8"/>
                  <a:pt x="3" y="5"/>
                </a:cubicBezTo>
                <a:cubicBezTo>
                  <a:pt x="5" y="2"/>
                  <a:pt x="10" y="0"/>
                  <a:pt x="17" y="0"/>
                </a:cubicBezTo>
                <a:close/>
                <a:moveTo>
                  <a:pt x="16" y="70"/>
                </a:moveTo>
                <a:cubicBezTo>
                  <a:pt x="20" y="70"/>
                  <a:pt x="23" y="66"/>
                  <a:pt x="23" y="59"/>
                </a:cubicBezTo>
                <a:cubicBezTo>
                  <a:pt x="23" y="17"/>
                  <a:pt x="23" y="17"/>
                  <a:pt x="23" y="17"/>
                </a:cubicBezTo>
                <a:cubicBezTo>
                  <a:pt x="23" y="10"/>
                  <a:pt x="20" y="7"/>
                  <a:pt x="16" y="7"/>
                </a:cubicBezTo>
                <a:cubicBezTo>
                  <a:pt x="12" y="7"/>
                  <a:pt x="9" y="10"/>
                  <a:pt x="9" y="17"/>
                </a:cubicBezTo>
                <a:cubicBezTo>
                  <a:pt x="9" y="20"/>
                  <a:pt x="9" y="20"/>
                  <a:pt x="9" y="20"/>
                </a:cubicBezTo>
                <a:cubicBezTo>
                  <a:pt x="9" y="23"/>
                  <a:pt x="9" y="23"/>
                  <a:pt x="9" y="23"/>
                </a:cubicBezTo>
                <a:cubicBezTo>
                  <a:pt x="9" y="35"/>
                  <a:pt x="9" y="35"/>
                  <a:pt x="9" y="35"/>
                </a:cubicBezTo>
                <a:cubicBezTo>
                  <a:pt x="9" y="48"/>
                  <a:pt x="9" y="48"/>
                  <a:pt x="9" y="48"/>
                </a:cubicBezTo>
                <a:cubicBezTo>
                  <a:pt x="9" y="59"/>
                  <a:pt x="9" y="59"/>
                  <a:pt x="9" y="59"/>
                </a:cubicBezTo>
                <a:cubicBezTo>
                  <a:pt x="9" y="66"/>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solidFill>
                <a:schemeClr val="bg1">
                  <a:lumMod val="50000"/>
                </a:schemeClr>
              </a:solidFill>
            </a:endParaRPr>
          </a:p>
        </p:txBody>
      </p:sp>
      <p:sp>
        <p:nvSpPr>
          <p:cNvPr id="68" name="Freeform 63"/>
          <p:cNvSpPr>
            <a:spLocks/>
          </p:cNvSpPr>
          <p:nvPr/>
        </p:nvSpPr>
        <p:spPr bwMode="auto">
          <a:xfrm>
            <a:off x="7359193" y="4958242"/>
            <a:ext cx="206223" cy="524249"/>
          </a:xfrm>
          <a:custGeom>
            <a:avLst/>
            <a:gdLst>
              <a:gd name="T0" fmla="*/ 33814 w 30"/>
              <a:gd name="T1" fmla="*/ 203736 h 77"/>
              <a:gd name="T2" fmla="*/ 33814 w 30"/>
              <a:gd name="T3" fmla="*/ 233920 h 77"/>
              <a:gd name="T4" fmla="*/ 37571 w 30"/>
              <a:gd name="T5" fmla="*/ 256557 h 77"/>
              <a:gd name="T6" fmla="*/ 60114 w 30"/>
              <a:gd name="T7" fmla="*/ 264103 h 77"/>
              <a:gd name="T8" fmla="*/ 78899 w 30"/>
              <a:gd name="T9" fmla="*/ 245238 h 77"/>
              <a:gd name="T10" fmla="*/ 78899 w 30"/>
              <a:gd name="T11" fmla="*/ 218828 h 77"/>
              <a:gd name="T12" fmla="*/ 78899 w 30"/>
              <a:gd name="T13" fmla="*/ 196191 h 77"/>
              <a:gd name="T14" fmla="*/ 75142 w 30"/>
              <a:gd name="T15" fmla="*/ 162235 h 77"/>
              <a:gd name="T16" fmla="*/ 45085 w 30"/>
              <a:gd name="T17" fmla="*/ 147143 h 77"/>
              <a:gd name="T18" fmla="*/ 37571 w 30"/>
              <a:gd name="T19" fmla="*/ 147143 h 77"/>
              <a:gd name="T20" fmla="*/ 26300 w 30"/>
              <a:gd name="T21" fmla="*/ 150916 h 77"/>
              <a:gd name="T22" fmla="*/ 26300 w 30"/>
              <a:gd name="T23" fmla="*/ 116960 h 77"/>
              <a:gd name="T24" fmla="*/ 33814 w 30"/>
              <a:gd name="T25" fmla="*/ 116960 h 77"/>
              <a:gd name="T26" fmla="*/ 71385 w 30"/>
              <a:gd name="T27" fmla="*/ 83004 h 77"/>
              <a:gd name="T28" fmla="*/ 71385 w 30"/>
              <a:gd name="T29" fmla="*/ 52821 h 77"/>
              <a:gd name="T30" fmla="*/ 52599 w 30"/>
              <a:gd name="T31" fmla="*/ 26410 h 77"/>
              <a:gd name="T32" fmla="*/ 33814 w 30"/>
              <a:gd name="T33" fmla="*/ 56593 h 77"/>
              <a:gd name="T34" fmla="*/ 33814 w 30"/>
              <a:gd name="T35" fmla="*/ 64139 h 77"/>
              <a:gd name="T36" fmla="*/ 33814 w 30"/>
              <a:gd name="T37" fmla="*/ 71685 h 77"/>
              <a:gd name="T38" fmla="*/ 0 w 30"/>
              <a:gd name="T39" fmla="*/ 71685 h 77"/>
              <a:gd name="T40" fmla="*/ 0 w 30"/>
              <a:gd name="T41" fmla="*/ 45275 h 77"/>
              <a:gd name="T42" fmla="*/ 56357 w 30"/>
              <a:gd name="T43" fmla="*/ 0 h 77"/>
              <a:gd name="T44" fmla="*/ 108956 w 30"/>
              <a:gd name="T45" fmla="*/ 49048 h 77"/>
              <a:gd name="T46" fmla="*/ 108956 w 30"/>
              <a:gd name="T47" fmla="*/ 64139 h 77"/>
              <a:gd name="T48" fmla="*/ 108956 w 30"/>
              <a:gd name="T49" fmla="*/ 75458 h 77"/>
              <a:gd name="T50" fmla="*/ 82656 w 30"/>
              <a:gd name="T51" fmla="*/ 128278 h 77"/>
              <a:gd name="T52" fmla="*/ 105199 w 30"/>
              <a:gd name="T53" fmla="*/ 147143 h 77"/>
              <a:gd name="T54" fmla="*/ 112713 w 30"/>
              <a:gd name="T55" fmla="*/ 181099 h 77"/>
              <a:gd name="T56" fmla="*/ 112713 w 30"/>
              <a:gd name="T57" fmla="*/ 241465 h 77"/>
              <a:gd name="T58" fmla="*/ 52599 w 30"/>
              <a:gd name="T59" fmla="*/ 290513 h 77"/>
              <a:gd name="T60" fmla="*/ 0 w 30"/>
              <a:gd name="T61" fmla="*/ 241465 h 77"/>
              <a:gd name="T62" fmla="*/ 0 w 30"/>
              <a:gd name="T63" fmla="*/ 203736 h 77"/>
              <a:gd name="T64" fmla="*/ 33814 w 30"/>
              <a:gd name="T65" fmla="*/ 203736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 h="77">
                <a:moveTo>
                  <a:pt x="9" y="54"/>
                </a:moveTo>
                <a:cubicBezTo>
                  <a:pt x="9" y="62"/>
                  <a:pt x="9" y="62"/>
                  <a:pt x="9" y="62"/>
                </a:cubicBezTo>
                <a:cubicBezTo>
                  <a:pt x="9" y="65"/>
                  <a:pt x="9" y="67"/>
                  <a:pt x="10" y="68"/>
                </a:cubicBezTo>
                <a:cubicBezTo>
                  <a:pt x="11" y="69"/>
                  <a:pt x="13" y="70"/>
                  <a:pt x="16" y="70"/>
                </a:cubicBezTo>
                <a:cubicBezTo>
                  <a:pt x="18" y="70"/>
                  <a:pt x="20" y="68"/>
                  <a:pt x="21" y="65"/>
                </a:cubicBezTo>
                <a:cubicBezTo>
                  <a:pt x="21" y="64"/>
                  <a:pt x="21" y="62"/>
                  <a:pt x="21" y="58"/>
                </a:cubicBezTo>
                <a:cubicBezTo>
                  <a:pt x="21" y="52"/>
                  <a:pt x="21" y="52"/>
                  <a:pt x="21" y="52"/>
                </a:cubicBezTo>
                <a:cubicBezTo>
                  <a:pt x="21" y="48"/>
                  <a:pt x="21" y="45"/>
                  <a:pt x="20" y="43"/>
                </a:cubicBezTo>
                <a:cubicBezTo>
                  <a:pt x="18" y="41"/>
                  <a:pt x="16" y="39"/>
                  <a:pt x="12" y="39"/>
                </a:cubicBezTo>
                <a:cubicBezTo>
                  <a:pt x="11" y="39"/>
                  <a:pt x="11" y="39"/>
                  <a:pt x="10" y="39"/>
                </a:cubicBezTo>
                <a:cubicBezTo>
                  <a:pt x="9" y="39"/>
                  <a:pt x="8" y="40"/>
                  <a:pt x="7" y="40"/>
                </a:cubicBezTo>
                <a:cubicBezTo>
                  <a:pt x="7" y="31"/>
                  <a:pt x="7" y="31"/>
                  <a:pt x="7" y="31"/>
                </a:cubicBezTo>
                <a:cubicBezTo>
                  <a:pt x="9" y="31"/>
                  <a:pt x="9" y="31"/>
                  <a:pt x="9" y="31"/>
                </a:cubicBezTo>
                <a:cubicBezTo>
                  <a:pt x="16" y="31"/>
                  <a:pt x="19" y="28"/>
                  <a:pt x="19" y="22"/>
                </a:cubicBezTo>
                <a:cubicBezTo>
                  <a:pt x="19" y="14"/>
                  <a:pt x="19" y="14"/>
                  <a:pt x="19" y="14"/>
                </a:cubicBezTo>
                <a:cubicBezTo>
                  <a:pt x="19" y="9"/>
                  <a:pt x="18" y="7"/>
                  <a:pt x="14" y="7"/>
                </a:cubicBezTo>
                <a:cubicBezTo>
                  <a:pt x="11" y="7"/>
                  <a:pt x="9" y="10"/>
                  <a:pt x="9" y="15"/>
                </a:cubicBezTo>
                <a:cubicBezTo>
                  <a:pt x="9" y="17"/>
                  <a:pt x="9" y="17"/>
                  <a:pt x="9" y="17"/>
                </a:cubicBezTo>
                <a:cubicBezTo>
                  <a:pt x="9" y="19"/>
                  <a:pt x="9" y="19"/>
                  <a:pt x="9" y="19"/>
                </a:cubicBezTo>
                <a:cubicBezTo>
                  <a:pt x="0" y="19"/>
                  <a:pt x="0" y="19"/>
                  <a:pt x="0" y="19"/>
                </a:cubicBezTo>
                <a:cubicBezTo>
                  <a:pt x="0" y="12"/>
                  <a:pt x="0" y="12"/>
                  <a:pt x="0" y="12"/>
                </a:cubicBezTo>
                <a:cubicBezTo>
                  <a:pt x="0" y="4"/>
                  <a:pt x="5" y="0"/>
                  <a:pt x="15" y="0"/>
                </a:cubicBezTo>
                <a:cubicBezTo>
                  <a:pt x="24" y="0"/>
                  <a:pt x="29" y="4"/>
                  <a:pt x="29" y="13"/>
                </a:cubicBezTo>
                <a:cubicBezTo>
                  <a:pt x="29" y="17"/>
                  <a:pt x="29" y="17"/>
                  <a:pt x="29" y="17"/>
                </a:cubicBezTo>
                <a:cubicBezTo>
                  <a:pt x="29" y="20"/>
                  <a:pt x="29" y="20"/>
                  <a:pt x="29" y="20"/>
                </a:cubicBezTo>
                <a:cubicBezTo>
                  <a:pt x="29" y="27"/>
                  <a:pt x="26" y="31"/>
                  <a:pt x="22" y="34"/>
                </a:cubicBezTo>
                <a:cubicBezTo>
                  <a:pt x="25" y="35"/>
                  <a:pt x="27" y="36"/>
                  <a:pt x="28" y="39"/>
                </a:cubicBezTo>
                <a:cubicBezTo>
                  <a:pt x="29" y="41"/>
                  <a:pt x="30" y="44"/>
                  <a:pt x="30" y="48"/>
                </a:cubicBezTo>
                <a:cubicBezTo>
                  <a:pt x="30" y="64"/>
                  <a:pt x="30" y="64"/>
                  <a:pt x="30" y="64"/>
                </a:cubicBezTo>
                <a:cubicBezTo>
                  <a:pt x="30" y="73"/>
                  <a:pt x="25" y="77"/>
                  <a:pt x="14" y="77"/>
                </a:cubicBezTo>
                <a:cubicBezTo>
                  <a:pt x="5" y="77"/>
                  <a:pt x="0" y="73"/>
                  <a:pt x="0" y="64"/>
                </a:cubicBezTo>
                <a:cubicBezTo>
                  <a:pt x="0" y="54"/>
                  <a:pt x="0" y="54"/>
                  <a:pt x="0" y="54"/>
                </a:cubicBezTo>
                <a:lnTo>
                  <a:pt x="9" y="54"/>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solidFill>
                <a:schemeClr val="bg1">
                  <a:lumMod val="50000"/>
                </a:schemeClr>
              </a:solidFill>
            </a:endParaRPr>
          </a:p>
        </p:txBody>
      </p:sp>
      <p:sp>
        <p:nvSpPr>
          <p:cNvPr id="61" name="Freeform 5"/>
          <p:cNvSpPr>
            <a:spLocks/>
          </p:cNvSpPr>
          <p:nvPr/>
        </p:nvSpPr>
        <p:spPr bwMode="auto">
          <a:xfrm>
            <a:off x="3927207" y="4515456"/>
            <a:ext cx="1653822" cy="1437322"/>
          </a:xfrm>
          <a:custGeom>
            <a:avLst/>
            <a:gdLst>
              <a:gd name="T0" fmla="*/ 365 w 1306"/>
              <a:gd name="T1" fmla="*/ 1149 h 1149"/>
              <a:gd name="T2" fmla="*/ 300 w 1306"/>
              <a:gd name="T3" fmla="*/ 1111 h 1149"/>
              <a:gd name="T4" fmla="*/ 12 w 1306"/>
              <a:gd name="T5" fmla="*/ 613 h 1149"/>
              <a:gd name="T6" fmla="*/ 12 w 1306"/>
              <a:gd name="T7" fmla="*/ 537 h 1149"/>
              <a:gd name="T8" fmla="*/ 300 w 1306"/>
              <a:gd name="T9" fmla="*/ 38 h 1149"/>
              <a:gd name="T10" fmla="*/ 365 w 1306"/>
              <a:gd name="T11" fmla="*/ 0 h 1149"/>
              <a:gd name="T12" fmla="*/ 941 w 1306"/>
              <a:gd name="T13" fmla="*/ 0 h 1149"/>
              <a:gd name="T14" fmla="*/ 1006 w 1306"/>
              <a:gd name="T15" fmla="*/ 38 h 1149"/>
              <a:gd name="T16" fmla="*/ 1294 w 1306"/>
              <a:gd name="T17" fmla="*/ 537 h 1149"/>
              <a:gd name="T18" fmla="*/ 1294 w 1306"/>
              <a:gd name="T19" fmla="*/ 613 h 1149"/>
              <a:gd name="T20" fmla="*/ 1006 w 1306"/>
              <a:gd name="T21" fmla="*/ 1111 h 1149"/>
              <a:gd name="T22" fmla="*/ 941 w 1306"/>
              <a:gd name="T23" fmla="*/ 1149 h 1149"/>
              <a:gd name="T24" fmla="*/ 365 w 1306"/>
              <a:gd name="T25" fmla="*/ 1149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6" h="1149">
                <a:moveTo>
                  <a:pt x="365" y="1149"/>
                </a:moveTo>
                <a:cubicBezTo>
                  <a:pt x="341" y="1149"/>
                  <a:pt x="312" y="1132"/>
                  <a:pt x="300" y="1111"/>
                </a:cubicBezTo>
                <a:cubicBezTo>
                  <a:pt x="12" y="613"/>
                  <a:pt x="12" y="613"/>
                  <a:pt x="12" y="613"/>
                </a:cubicBezTo>
                <a:cubicBezTo>
                  <a:pt x="0" y="592"/>
                  <a:pt x="0" y="558"/>
                  <a:pt x="12" y="537"/>
                </a:cubicBezTo>
                <a:cubicBezTo>
                  <a:pt x="300" y="38"/>
                  <a:pt x="300" y="38"/>
                  <a:pt x="300" y="38"/>
                </a:cubicBezTo>
                <a:cubicBezTo>
                  <a:pt x="312" y="17"/>
                  <a:pt x="341" y="0"/>
                  <a:pt x="365" y="0"/>
                </a:cubicBezTo>
                <a:cubicBezTo>
                  <a:pt x="941" y="0"/>
                  <a:pt x="941" y="0"/>
                  <a:pt x="941" y="0"/>
                </a:cubicBezTo>
                <a:cubicBezTo>
                  <a:pt x="965" y="0"/>
                  <a:pt x="994" y="17"/>
                  <a:pt x="1006" y="38"/>
                </a:cubicBezTo>
                <a:cubicBezTo>
                  <a:pt x="1294" y="537"/>
                  <a:pt x="1294" y="537"/>
                  <a:pt x="1294" y="537"/>
                </a:cubicBezTo>
                <a:cubicBezTo>
                  <a:pt x="1306" y="558"/>
                  <a:pt x="1306" y="592"/>
                  <a:pt x="1294" y="613"/>
                </a:cubicBezTo>
                <a:cubicBezTo>
                  <a:pt x="1006" y="1111"/>
                  <a:pt x="1006" y="1111"/>
                  <a:pt x="1006" y="1111"/>
                </a:cubicBezTo>
                <a:cubicBezTo>
                  <a:pt x="994" y="1132"/>
                  <a:pt x="965" y="1149"/>
                  <a:pt x="941" y="1149"/>
                </a:cubicBezTo>
                <a:lnTo>
                  <a:pt x="365" y="1149"/>
                </a:lnTo>
                <a:close/>
              </a:path>
            </a:pathLst>
          </a:custGeom>
          <a:solidFill>
            <a:srgbClr val="051564"/>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lIns="72585" tIns="36293" rIns="72585" bIns="36293" anchor="ctr"/>
          <a:lstStyle/>
          <a:p>
            <a:pPr algn="ctr" fontAlgn="auto">
              <a:spcBef>
                <a:spcPts val="0"/>
              </a:spcBef>
              <a:spcAft>
                <a:spcPts val="0"/>
              </a:spcAft>
              <a:defRPr/>
            </a:pPr>
            <a:endParaRPr lang="zh-CN" altLang="en-US">
              <a:solidFill>
                <a:schemeClr val="bg1">
                  <a:lumMod val="50000"/>
                </a:schemeClr>
              </a:solidFill>
            </a:endParaRPr>
          </a:p>
        </p:txBody>
      </p:sp>
      <p:sp>
        <p:nvSpPr>
          <p:cNvPr id="63" name="Freeform 65"/>
          <p:cNvSpPr>
            <a:spLocks noEditPoints="1"/>
          </p:cNvSpPr>
          <p:nvPr/>
        </p:nvSpPr>
        <p:spPr bwMode="auto">
          <a:xfrm>
            <a:off x="4466763" y="4970290"/>
            <a:ext cx="211901" cy="533208"/>
          </a:xfrm>
          <a:custGeom>
            <a:avLst/>
            <a:gdLst>
              <a:gd name="T0" fmla="*/ 63551 w 31"/>
              <a:gd name="T1" fmla="*/ 0 h 78"/>
              <a:gd name="T2" fmla="*/ 108411 w 31"/>
              <a:gd name="T3" fmla="*/ 18928 h 78"/>
              <a:gd name="T4" fmla="*/ 115888 w 31"/>
              <a:gd name="T5" fmla="*/ 68140 h 78"/>
              <a:gd name="T6" fmla="*/ 115888 w 31"/>
              <a:gd name="T7" fmla="*/ 238491 h 78"/>
              <a:gd name="T8" fmla="*/ 100935 w 31"/>
              <a:gd name="T9" fmla="*/ 280133 h 78"/>
              <a:gd name="T10" fmla="*/ 59813 w 31"/>
              <a:gd name="T11" fmla="*/ 295275 h 78"/>
              <a:gd name="T12" fmla="*/ 11215 w 31"/>
              <a:gd name="T13" fmla="*/ 272562 h 78"/>
              <a:gd name="T14" fmla="*/ 0 w 31"/>
              <a:gd name="T15" fmla="*/ 215778 h 78"/>
              <a:gd name="T16" fmla="*/ 0 w 31"/>
              <a:gd name="T17" fmla="*/ 79497 h 78"/>
              <a:gd name="T18" fmla="*/ 11215 w 31"/>
              <a:gd name="T19" fmla="*/ 22713 h 78"/>
              <a:gd name="T20" fmla="*/ 63551 w 31"/>
              <a:gd name="T21" fmla="*/ 0 h 78"/>
              <a:gd name="T22" fmla="*/ 59813 w 31"/>
              <a:gd name="T23" fmla="*/ 264990 h 78"/>
              <a:gd name="T24" fmla="*/ 85981 w 31"/>
              <a:gd name="T25" fmla="*/ 227135 h 78"/>
              <a:gd name="T26" fmla="*/ 85981 w 31"/>
              <a:gd name="T27" fmla="*/ 64355 h 78"/>
              <a:gd name="T28" fmla="*/ 59813 w 31"/>
              <a:gd name="T29" fmla="*/ 26499 h 78"/>
              <a:gd name="T30" fmla="*/ 33645 w 31"/>
              <a:gd name="T31" fmla="*/ 64355 h 78"/>
              <a:gd name="T32" fmla="*/ 33645 w 31"/>
              <a:gd name="T33" fmla="*/ 75712 h 78"/>
              <a:gd name="T34" fmla="*/ 33645 w 31"/>
              <a:gd name="T35" fmla="*/ 87068 h 78"/>
              <a:gd name="T36" fmla="*/ 33645 w 31"/>
              <a:gd name="T37" fmla="*/ 136281 h 78"/>
              <a:gd name="T38" fmla="*/ 33645 w 31"/>
              <a:gd name="T39" fmla="*/ 181708 h 78"/>
              <a:gd name="T40" fmla="*/ 33645 w 31"/>
              <a:gd name="T41" fmla="*/ 223349 h 78"/>
              <a:gd name="T42" fmla="*/ 59813 w 31"/>
              <a:gd name="T43" fmla="*/ 26499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 h="78">
                <a:moveTo>
                  <a:pt x="17" y="0"/>
                </a:moveTo>
                <a:cubicBezTo>
                  <a:pt x="22" y="0"/>
                  <a:pt x="26" y="2"/>
                  <a:pt x="29" y="5"/>
                </a:cubicBezTo>
                <a:cubicBezTo>
                  <a:pt x="31" y="8"/>
                  <a:pt x="31" y="12"/>
                  <a:pt x="31" y="18"/>
                </a:cubicBezTo>
                <a:cubicBezTo>
                  <a:pt x="31" y="63"/>
                  <a:pt x="31" y="63"/>
                  <a:pt x="31" y="63"/>
                </a:cubicBezTo>
                <a:cubicBezTo>
                  <a:pt x="31" y="67"/>
                  <a:pt x="30" y="71"/>
                  <a:pt x="27" y="74"/>
                </a:cubicBezTo>
                <a:cubicBezTo>
                  <a:pt x="25" y="76"/>
                  <a:pt x="21" y="78"/>
                  <a:pt x="16" y="78"/>
                </a:cubicBezTo>
                <a:cubicBezTo>
                  <a:pt x="10" y="78"/>
                  <a:pt x="5" y="76"/>
                  <a:pt x="3" y="72"/>
                </a:cubicBezTo>
                <a:cubicBezTo>
                  <a:pt x="1" y="69"/>
                  <a:pt x="0" y="64"/>
                  <a:pt x="0" y="57"/>
                </a:cubicBezTo>
                <a:cubicBezTo>
                  <a:pt x="0" y="21"/>
                  <a:pt x="0" y="21"/>
                  <a:pt x="0" y="21"/>
                </a:cubicBezTo>
                <a:cubicBezTo>
                  <a:pt x="0" y="14"/>
                  <a:pt x="1" y="9"/>
                  <a:pt x="3" y="6"/>
                </a:cubicBezTo>
                <a:cubicBezTo>
                  <a:pt x="5" y="2"/>
                  <a:pt x="10" y="0"/>
                  <a:pt x="17" y="0"/>
                </a:cubicBezTo>
                <a:close/>
                <a:moveTo>
                  <a:pt x="16" y="70"/>
                </a:moveTo>
                <a:cubicBezTo>
                  <a:pt x="20" y="70"/>
                  <a:pt x="23" y="67"/>
                  <a:pt x="23" y="60"/>
                </a:cubicBezTo>
                <a:cubicBezTo>
                  <a:pt x="23" y="17"/>
                  <a:pt x="23" y="17"/>
                  <a:pt x="23" y="17"/>
                </a:cubicBezTo>
                <a:cubicBezTo>
                  <a:pt x="23" y="11"/>
                  <a:pt x="20" y="7"/>
                  <a:pt x="16" y="7"/>
                </a:cubicBezTo>
                <a:cubicBezTo>
                  <a:pt x="12" y="7"/>
                  <a:pt x="9" y="11"/>
                  <a:pt x="9" y="17"/>
                </a:cubicBezTo>
                <a:cubicBezTo>
                  <a:pt x="9" y="20"/>
                  <a:pt x="9" y="20"/>
                  <a:pt x="9" y="20"/>
                </a:cubicBezTo>
                <a:cubicBezTo>
                  <a:pt x="9" y="23"/>
                  <a:pt x="9" y="23"/>
                  <a:pt x="9" y="23"/>
                </a:cubicBezTo>
                <a:cubicBezTo>
                  <a:pt x="9" y="36"/>
                  <a:pt x="9" y="36"/>
                  <a:pt x="9" y="36"/>
                </a:cubicBezTo>
                <a:cubicBezTo>
                  <a:pt x="9" y="48"/>
                  <a:pt x="9" y="48"/>
                  <a:pt x="9" y="48"/>
                </a:cubicBezTo>
                <a:cubicBezTo>
                  <a:pt x="9" y="59"/>
                  <a:pt x="9" y="59"/>
                  <a:pt x="9" y="59"/>
                </a:cubicBezTo>
                <a:cubicBezTo>
                  <a:pt x="9" y="67"/>
                  <a:pt x="12" y="70"/>
                  <a:pt x="16" y="70"/>
                </a:cubicBez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solidFill>
                <a:schemeClr val="bg1">
                  <a:lumMod val="50000"/>
                </a:schemeClr>
              </a:solidFill>
            </a:endParaRPr>
          </a:p>
        </p:txBody>
      </p:sp>
      <p:sp>
        <p:nvSpPr>
          <p:cNvPr id="64" name="Freeform 66"/>
          <p:cNvSpPr>
            <a:spLocks noEditPoints="1"/>
          </p:cNvSpPr>
          <p:nvPr/>
        </p:nvSpPr>
        <p:spPr bwMode="auto">
          <a:xfrm>
            <a:off x="4701884" y="4978891"/>
            <a:ext cx="246734" cy="518875"/>
          </a:xfrm>
          <a:custGeom>
            <a:avLst/>
            <a:gdLst>
              <a:gd name="T0" fmla="*/ 63721 w 36"/>
              <a:gd name="T1" fmla="*/ 0 h 76"/>
              <a:gd name="T2" fmla="*/ 112448 w 36"/>
              <a:gd name="T3" fmla="*/ 0 h 76"/>
              <a:gd name="T4" fmla="*/ 112448 w 36"/>
              <a:gd name="T5" fmla="*/ 192819 h 76"/>
              <a:gd name="T6" fmla="*/ 134938 w 36"/>
              <a:gd name="T7" fmla="*/ 192819 h 76"/>
              <a:gd name="T8" fmla="*/ 134938 w 36"/>
              <a:gd name="T9" fmla="*/ 219284 h 76"/>
              <a:gd name="T10" fmla="*/ 112448 w 36"/>
              <a:gd name="T11" fmla="*/ 219284 h 76"/>
              <a:gd name="T12" fmla="*/ 112448 w 36"/>
              <a:gd name="T13" fmla="*/ 287338 h 76"/>
              <a:gd name="T14" fmla="*/ 78714 w 36"/>
              <a:gd name="T15" fmla="*/ 287338 h 76"/>
              <a:gd name="T16" fmla="*/ 78714 w 36"/>
              <a:gd name="T17" fmla="*/ 219284 h 76"/>
              <a:gd name="T18" fmla="*/ 0 w 36"/>
              <a:gd name="T19" fmla="*/ 219284 h 76"/>
              <a:gd name="T20" fmla="*/ 0 w 36"/>
              <a:gd name="T21" fmla="*/ 192819 h 76"/>
              <a:gd name="T22" fmla="*/ 63721 w 36"/>
              <a:gd name="T23" fmla="*/ 0 h 76"/>
              <a:gd name="T24" fmla="*/ 78714 w 36"/>
              <a:gd name="T25" fmla="*/ 192819 h 76"/>
              <a:gd name="T26" fmla="*/ 78714 w 36"/>
              <a:gd name="T27" fmla="*/ 41588 h 76"/>
              <a:gd name="T28" fmla="*/ 56224 w 36"/>
              <a:gd name="T29" fmla="*/ 117204 h 76"/>
              <a:gd name="T30" fmla="*/ 33735 w 36"/>
              <a:gd name="T31" fmla="*/ 192819 h 76"/>
              <a:gd name="T32" fmla="*/ 78714 w 36"/>
              <a:gd name="T33" fmla="*/ 1928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 h="76">
                <a:moveTo>
                  <a:pt x="17" y="0"/>
                </a:moveTo>
                <a:cubicBezTo>
                  <a:pt x="30" y="0"/>
                  <a:pt x="30" y="0"/>
                  <a:pt x="30" y="0"/>
                </a:cubicBezTo>
                <a:cubicBezTo>
                  <a:pt x="30" y="51"/>
                  <a:pt x="30" y="51"/>
                  <a:pt x="30" y="51"/>
                </a:cubicBezTo>
                <a:cubicBezTo>
                  <a:pt x="36" y="51"/>
                  <a:pt x="36" y="51"/>
                  <a:pt x="36" y="51"/>
                </a:cubicBezTo>
                <a:cubicBezTo>
                  <a:pt x="36" y="58"/>
                  <a:pt x="36" y="58"/>
                  <a:pt x="36" y="58"/>
                </a:cubicBezTo>
                <a:cubicBezTo>
                  <a:pt x="30" y="58"/>
                  <a:pt x="30" y="58"/>
                  <a:pt x="30" y="58"/>
                </a:cubicBezTo>
                <a:cubicBezTo>
                  <a:pt x="30" y="76"/>
                  <a:pt x="30" y="76"/>
                  <a:pt x="30" y="76"/>
                </a:cubicBezTo>
                <a:cubicBezTo>
                  <a:pt x="21" y="76"/>
                  <a:pt x="21" y="76"/>
                  <a:pt x="21" y="76"/>
                </a:cubicBezTo>
                <a:cubicBezTo>
                  <a:pt x="21" y="58"/>
                  <a:pt x="21" y="58"/>
                  <a:pt x="21" y="58"/>
                </a:cubicBezTo>
                <a:cubicBezTo>
                  <a:pt x="0" y="58"/>
                  <a:pt x="0" y="58"/>
                  <a:pt x="0" y="58"/>
                </a:cubicBezTo>
                <a:cubicBezTo>
                  <a:pt x="0" y="51"/>
                  <a:pt x="0" y="51"/>
                  <a:pt x="0" y="51"/>
                </a:cubicBezTo>
                <a:lnTo>
                  <a:pt x="17" y="0"/>
                </a:lnTo>
                <a:close/>
                <a:moveTo>
                  <a:pt x="21" y="51"/>
                </a:moveTo>
                <a:cubicBezTo>
                  <a:pt x="21" y="11"/>
                  <a:pt x="21" y="11"/>
                  <a:pt x="21" y="11"/>
                </a:cubicBezTo>
                <a:cubicBezTo>
                  <a:pt x="20" y="15"/>
                  <a:pt x="17" y="22"/>
                  <a:pt x="15" y="31"/>
                </a:cubicBezTo>
                <a:cubicBezTo>
                  <a:pt x="12" y="40"/>
                  <a:pt x="10" y="47"/>
                  <a:pt x="9" y="51"/>
                </a:cubicBezTo>
                <a:lnTo>
                  <a:pt x="21" y="51"/>
                </a:lnTo>
                <a:close/>
              </a:path>
            </a:pathLst>
          </a:custGeom>
          <a:solidFill>
            <a:srgbClr val="FFFFFF"/>
          </a:solidFill>
          <a:ln>
            <a:noFill/>
          </a:ln>
          <a:extLst>
            <a:ext uri="{91240B29-F687-4F45-9708-019B960494DF}">
              <a14:hiddenLine xmlns:a14="http://schemas.microsoft.com/office/drawing/2010/main" w="15875" cap="flat">
                <a:solidFill>
                  <a:srgbClr val="000000"/>
                </a:solidFill>
                <a:prstDash val="solid"/>
                <a:miter lim="800000"/>
                <a:headEnd/>
                <a:tailEnd/>
              </a14:hiddenLine>
            </a:ext>
          </a:extLst>
        </p:spPr>
        <p:txBody>
          <a:bodyPr/>
          <a:lstStyle/>
          <a:p>
            <a:endParaRPr lang="zh-CN" altLang="en-US">
              <a:solidFill>
                <a:schemeClr val="bg1">
                  <a:lumMod val="50000"/>
                </a:schemeClr>
              </a:solidFill>
            </a:endParaRPr>
          </a:p>
        </p:txBody>
      </p:sp>
      <p:sp>
        <p:nvSpPr>
          <p:cNvPr id="58" name="Freeform 78"/>
          <p:cNvSpPr>
            <a:spLocks/>
          </p:cNvSpPr>
          <p:nvPr/>
        </p:nvSpPr>
        <p:spPr bwMode="auto">
          <a:xfrm>
            <a:off x="2387575" y="4683722"/>
            <a:ext cx="231294" cy="228423"/>
          </a:xfrm>
          <a:custGeom>
            <a:avLst/>
            <a:gdLst>
              <a:gd name="T0" fmla="*/ 37 w 47"/>
              <a:gd name="T1" fmla="*/ 25 h 47"/>
              <a:gd name="T2" fmla="*/ 16 w 47"/>
              <a:gd name="T3" fmla="*/ 27 h 47"/>
              <a:gd name="T4" fmla="*/ 36 w 47"/>
              <a:gd name="T5" fmla="*/ 3 h 47"/>
              <a:gd name="T6" fmla="*/ 23 w 47"/>
              <a:gd name="T7" fmla="*/ 0 h 47"/>
              <a:gd name="T8" fmla="*/ 0 w 47"/>
              <a:gd name="T9" fmla="*/ 23 h 47"/>
              <a:gd name="T10" fmla="*/ 23 w 47"/>
              <a:gd name="T11" fmla="*/ 47 h 47"/>
              <a:gd name="T12" fmla="*/ 47 w 47"/>
              <a:gd name="T13" fmla="*/ 23 h 47"/>
              <a:gd name="T14" fmla="*/ 45 w 47"/>
              <a:gd name="T15" fmla="*/ 16 h 47"/>
              <a:gd name="T16" fmla="*/ 37 w 47"/>
              <a:gd name="T17" fmla="*/ 2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47">
                <a:moveTo>
                  <a:pt x="37" y="25"/>
                </a:moveTo>
                <a:cubicBezTo>
                  <a:pt x="16" y="27"/>
                  <a:pt x="16" y="27"/>
                  <a:pt x="16" y="27"/>
                </a:cubicBezTo>
                <a:cubicBezTo>
                  <a:pt x="36" y="3"/>
                  <a:pt x="36" y="3"/>
                  <a:pt x="36" y="3"/>
                </a:cubicBezTo>
                <a:cubicBezTo>
                  <a:pt x="32" y="1"/>
                  <a:pt x="28" y="0"/>
                  <a:pt x="23" y="0"/>
                </a:cubicBezTo>
                <a:cubicBezTo>
                  <a:pt x="10" y="0"/>
                  <a:pt x="0" y="10"/>
                  <a:pt x="0" y="23"/>
                </a:cubicBezTo>
                <a:cubicBezTo>
                  <a:pt x="0" y="36"/>
                  <a:pt x="10" y="47"/>
                  <a:pt x="23" y="47"/>
                </a:cubicBezTo>
                <a:cubicBezTo>
                  <a:pt x="36" y="47"/>
                  <a:pt x="47" y="36"/>
                  <a:pt x="47" y="23"/>
                </a:cubicBezTo>
                <a:cubicBezTo>
                  <a:pt x="47" y="21"/>
                  <a:pt x="46" y="18"/>
                  <a:pt x="45" y="16"/>
                </a:cubicBezTo>
                <a:lnTo>
                  <a:pt x="37" y="25"/>
                </a:lnTo>
                <a:close/>
              </a:path>
            </a:pathLst>
          </a:custGeom>
          <a:solidFill>
            <a:srgbClr val="051564"/>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59" name="Freeform 79"/>
          <p:cNvSpPr>
            <a:spLocks/>
          </p:cNvSpPr>
          <p:nvPr/>
        </p:nvSpPr>
        <p:spPr bwMode="auto">
          <a:xfrm>
            <a:off x="2167447" y="4466326"/>
            <a:ext cx="673144" cy="660064"/>
          </a:xfrm>
          <a:custGeom>
            <a:avLst/>
            <a:gdLst>
              <a:gd name="T0" fmla="*/ 108 w 137"/>
              <a:gd name="T1" fmla="*/ 43 h 136"/>
              <a:gd name="T2" fmla="*/ 115 w 137"/>
              <a:gd name="T3" fmla="*/ 68 h 136"/>
              <a:gd name="T4" fmla="*/ 68 w 137"/>
              <a:gd name="T5" fmla="*/ 115 h 136"/>
              <a:gd name="T6" fmla="*/ 22 w 137"/>
              <a:gd name="T7" fmla="*/ 68 h 136"/>
              <a:gd name="T8" fmla="*/ 68 w 137"/>
              <a:gd name="T9" fmla="*/ 22 h 136"/>
              <a:gd name="T10" fmla="*/ 98 w 137"/>
              <a:gd name="T11" fmla="*/ 32 h 136"/>
              <a:gd name="T12" fmla="*/ 111 w 137"/>
              <a:gd name="T13" fmla="*/ 15 h 136"/>
              <a:gd name="T14" fmla="*/ 68 w 137"/>
              <a:gd name="T15" fmla="*/ 0 h 136"/>
              <a:gd name="T16" fmla="*/ 0 w 137"/>
              <a:gd name="T17" fmla="*/ 68 h 136"/>
              <a:gd name="T18" fmla="*/ 68 w 137"/>
              <a:gd name="T19" fmla="*/ 136 h 136"/>
              <a:gd name="T20" fmla="*/ 137 w 137"/>
              <a:gd name="T21" fmla="*/ 68 h 136"/>
              <a:gd name="T22" fmla="*/ 121 w 137"/>
              <a:gd name="T23" fmla="*/ 26 h 136"/>
              <a:gd name="T24" fmla="*/ 108 w 137"/>
              <a:gd name="T25" fmla="*/ 43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 h="136">
                <a:moveTo>
                  <a:pt x="108" y="43"/>
                </a:moveTo>
                <a:cubicBezTo>
                  <a:pt x="112" y="50"/>
                  <a:pt x="115" y="59"/>
                  <a:pt x="115" y="68"/>
                </a:cubicBezTo>
                <a:cubicBezTo>
                  <a:pt x="115" y="94"/>
                  <a:pt x="94" y="115"/>
                  <a:pt x="68" y="115"/>
                </a:cubicBezTo>
                <a:cubicBezTo>
                  <a:pt x="43" y="115"/>
                  <a:pt x="22" y="94"/>
                  <a:pt x="22" y="68"/>
                </a:cubicBezTo>
                <a:cubicBezTo>
                  <a:pt x="22" y="42"/>
                  <a:pt x="43" y="22"/>
                  <a:pt x="68" y="22"/>
                </a:cubicBezTo>
                <a:cubicBezTo>
                  <a:pt x="80" y="22"/>
                  <a:pt x="90" y="25"/>
                  <a:pt x="98" y="32"/>
                </a:cubicBezTo>
                <a:cubicBezTo>
                  <a:pt x="111" y="15"/>
                  <a:pt x="111" y="15"/>
                  <a:pt x="111" y="15"/>
                </a:cubicBezTo>
                <a:cubicBezTo>
                  <a:pt x="100" y="6"/>
                  <a:pt x="85" y="0"/>
                  <a:pt x="68" y="0"/>
                </a:cubicBezTo>
                <a:cubicBezTo>
                  <a:pt x="31" y="0"/>
                  <a:pt x="0" y="31"/>
                  <a:pt x="0" y="68"/>
                </a:cubicBezTo>
                <a:cubicBezTo>
                  <a:pt x="0" y="106"/>
                  <a:pt x="31" y="136"/>
                  <a:pt x="68" y="136"/>
                </a:cubicBezTo>
                <a:cubicBezTo>
                  <a:pt x="106" y="136"/>
                  <a:pt x="137" y="106"/>
                  <a:pt x="137" y="68"/>
                </a:cubicBezTo>
                <a:cubicBezTo>
                  <a:pt x="137" y="52"/>
                  <a:pt x="131" y="37"/>
                  <a:pt x="121" y="26"/>
                </a:cubicBezTo>
                <a:lnTo>
                  <a:pt x="108" y="43"/>
                </a:lnTo>
                <a:close/>
              </a:path>
            </a:pathLst>
          </a:custGeom>
          <a:solidFill>
            <a:srgbClr val="051564"/>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60" name="Freeform 80"/>
          <p:cNvSpPr>
            <a:spLocks/>
          </p:cNvSpPr>
          <p:nvPr/>
        </p:nvSpPr>
        <p:spPr bwMode="auto">
          <a:xfrm>
            <a:off x="2467331" y="4270985"/>
            <a:ext cx="467373" cy="545065"/>
          </a:xfrm>
          <a:custGeom>
            <a:avLst/>
            <a:gdLst>
              <a:gd name="T0" fmla="*/ 293 w 293"/>
              <a:gd name="T1" fmla="*/ 59 h 346"/>
              <a:gd name="T2" fmla="*/ 225 w 293"/>
              <a:gd name="T3" fmla="*/ 65 h 346"/>
              <a:gd name="T4" fmla="*/ 219 w 293"/>
              <a:gd name="T5" fmla="*/ 0 h 346"/>
              <a:gd name="T6" fmla="*/ 163 w 293"/>
              <a:gd name="T7" fmla="*/ 65 h 346"/>
              <a:gd name="T8" fmla="*/ 157 w 293"/>
              <a:gd name="T9" fmla="*/ 114 h 346"/>
              <a:gd name="T10" fmla="*/ 6 w 293"/>
              <a:gd name="T11" fmla="*/ 306 h 346"/>
              <a:gd name="T12" fmla="*/ 0 w 293"/>
              <a:gd name="T13" fmla="*/ 346 h 346"/>
              <a:gd name="T14" fmla="*/ 40 w 293"/>
              <a:gd name="T15" fmla="*/ 333 h 346"/>
              <a:gd name="T16" fmla="*/ 194 w 293"/>
              <a:gd name="T17" fmla="*/ 142 h 346"/>
              <a:gd name="T18" fmla="*/ 240 w 293"/>
              <a:gd name="T19" fmla="*/ 127 h 346"/>
              <a:gd name="T20" fmla="*/ 293 w 293"/>
              <a:gd name="T21" fmla="*/ 59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3" h="346">
                <a:moveTo>
                  <a:pt x="293" y="59"/>
                </a:moveTo>
                <a:lnTo>
                  <a:pt x="225" y="65"/>
                </a:lnTo>
                <a:lnTo>
                  <a:pt x="219" y="0"/>
                </a:lnTo>
                <a:lnTo>
                  <a:pt x="163" y="65"/>
                </a:lnTo>
                <a:lnTo>
                  <a:pt x="157" y="114"/>
                </a:lnTo>
                <a:lnTo>
                  <a:pt x="6" y="306"/>
                </a:lnTo>
                <a:lnTo>
                  <a:pt x="0" y="346"/>
                </a:lnTo>
                <a:lnTo>
                  <a:pt x="40" y="333"/>
                </a:lnTo>
                <a:lnTo>
                  <a:pt x="194" y="142"/>
                </a:lnTo>
                <a:lnTo>
                  <a:pt x="240" y="127"/>
                </a:lnTo>
                <a:lnTo>
                  <a:pt x="293" y="59"/>
                </a:lnTo>
                <a:close/>
              </a:path>
            </a:pathLst>
          </a:custGeom>
          <a:solidFill>
            <a:srgbClr val="051564"/>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52" name="Freeform 81"/>
          <p:cNvSpPr>
            <a:spLocks/>
          </p:cNvSpPr>
          <p:nvPr/>
        </p:nvSpPr>
        <p:spPr bwMode="auto">
          <a:xfrm>
            <a:off x="2320636" y="2647986"/>
            <a:ext cx="241803" cy="92559"/>
          </a:xfrm>
          <a:custGeom>
            <a:avLst/>
            <a:gdLst>
              <a:gd name="T0" fmla="*/ 37 w 42"/>
              <a:gd name="T1" fmla="*/ 0 h 16"/>
              <a:gd name="T2" fmla="*/ 5 w 42"/>
              <a:gd name="T3" fmla="*/ 0 h 16"/>
              <a:gd name="T4" fmla="*/ 0 w 42"/>
              <a:gd name="T5" fmla="*/ 4 h 16"/>
              <a:gd name="T6" fmla="*/ 5 w 42"/>
              <a:gd name="T7" fmla="*/ 9 h 16"/>
              <a:gd name="T8" fmla="*/ 12 w 42"/>
              <a:gd name="T9" fmla="*/ 9 h 16"/>
              <a:gd name="T10" fmla="*/ 12 w 42"/>
              <a:gd name="T11" fmla="*/ 9 h 16"/>
              <a:gd name="T12" fmla="*/ 21 w 42"/>
              <a:gd name="T13" fmla="*/ 16 h 16"/>
              <a:gd name="T14" fmla="*/ 30 w 42"/>
              <a:gd name="T15" fmla="*/ 9 h 16"/>
              <a:gd name="T16" fmla="*/ 30 w 42"/>
              <a:gd name="T17" fmla="*/ 9 h 16"/>
              <a:gd name="T18" fmla="*/ 37 w 42"/>
              <a:gd name="T19" fmla="*/ 9 h 16"/>
              <a:gd name="T20" fmla="*/ 42 w 42"/>
              <a:gd name="T21" fmla="*/ 4 h 16"/>
              <a:gd name="T22" fmla="*/ 37 w 42"/>
              <a:gd name="T23"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6">
                <a:moveTo>
                  <a:pt x="37" y="0"/>
                </a:moveTo>
                <a:cubicBezTo>
                  <a:pt x="5" y="0"/>
                  <a:pt x="5" y="0"/>
                  <a:pt x="5" y="0"/>
                </a:cubicBezTo>
                <a:cubicBezTo>
                  <a:pt x="2" y="0"/>
                  <a:pt x="0" y="2"/>
                  <a:pt x="0" y="4"/>
                </a:cubicBezTo>
                <a:cubicBezTo>
                  <a:pt x="0" y="7"/>
                  <a:pt x="2" y="9"/>
                  <a:pt x="5" y="9"/>
                </a:cubicBezTo>
                <a:cubicBezTo>
                  <a:pt x="12" y="9"/>
                  <a:pt x="12" y="9"/>
                  <a:pt x="12" y="9"/>
                </a:cubicBezTo>
                <a:cubicBezTo>
                  <a:pt x="12" y="9"/>
                  <a:pt x="12" y="9"/>
                  <a:pt x="12" y="9"/>
                </a:cubicBezTo>
                <a:cubicBezTo>
                  <a:pt x="12" y="13"/>
                  <a:pt x="16" y="16"/>
                  <a:pt x="21" y="16"/>
                </a:cubicBezTo>
                <a:cubicBezTo>
                  <a:pt x="26" y="16"/>
                  <a:pt x="30" y="13"/>
                  <a:pt x="30" y="9"/>
                </a:cubicBezTo>
                <a:cubicBezTo>
                  <a:pt x="30" y="9"/>
                  <a:pt x="30" y="9"/>
                  <a:pt x="30" y="9"/>
                </a:cubicBezTo>
                <a:cubicBezTo>
                  <a:pt x="37" y="9"/>
                  <a:pt x="37" y="9"/>
                  <a:pt x="37" y="9"/>
                </a:cubicBezTo>
                <a:cubicBezTo>
                  <a:pt x="40" y="9"/>
                  <a:pt x="42" y="7"/>
                  <a:pt x="42" y="4"/>
                </a:cubicBezTo>
                <a:cubicBezTo>
                  <a:pt x="42" y="2"/>
                  <a:pt x="40" y="0"/>
                  <a:pt x="37" y="0"/>
                </a:cubicBezTo>
                <a:close/>
              </a:path>
            </a:pathLst>
          </a:custGeom>
          <a:solidFill>
            <a:srgbClr val="0824AA"/>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53" name="Freeform 82"/>
          <p:cNvSpPr>
            <a:spLocks noEditPoints="1"/>
          </p:cNvSpPr>
          <p:nvPr/>
        </p:nvSpPr>
        <p:spPr bwMode="auto">
          <a:xfrm>
            <a:off x="2226914" y="2111146"/>
            <a:ext cx="427371" cy="462794"/>
          </a:xfrm>
          <a:custGeom>
            <a:avLst/>
            <a:gdLst>
              <a:gd name="T0" fmla="*/ 74 w 74"/>
              <a:gd name="T1" fmla="*/ 36 h 81"/>
              <a:gd name="T2" fmla="*/ 37 w 74"/>
              <a:gd name="T3" fmla="*/ 0 h 81"/>
              <a:gd name="T4" fmla="*/ 0 w 74"/>
              <a:gd name="T5" fmla="*/ 36 h 81"/>
              <a:gd name="T6" fmla="*/ 17 w 74"/>
              <a:gd name="T7" fmla="*/ 81 h 81"/>
              <a:gd name="T8" fmla="*/ 58 w 74"/>
              <a:gd name="T9" fmla="*/ 81 h 81"/>
              <a:gd name="T10" fmla="*/ 74 w 74"/>
              <a:gd name="T11" fmla="*/ 36 h 81"/>
              <a:gd name="T12" fmla="*/ 37 w 74"/>
              <a:gd name="T13" fmla="*/ 9 h 81"/>
              <a:gd name="T14" fmla="*/ 44 w 74"/>
              <a:gd name="T15" fmla="*/ 16 h 81"/>
              <a:gd name="T16" fmla="*/ 37 w 74"/>
              <a:gd name="T17" fmla="*/ 24 h 81"/>
              <a:gd name="T18" fmla="*/ 29 w 74"/>
              <a:gd name="T19" fmla="*/ 16 h 81"/>
              <a:gd name="T20" fmla="*/ 37 w 74"/>
              <a:gd name="T21" fmla="*/ 9 h 81"/>
              <a:gd name="T22" fmla="*/ 51 w 74"/>
              <a:gd name="T23" fmla="*/ 46 h 81"/>
              <a:gd name="T24" fmla="*/ 45 w 74"/>
              <a:gd name="T25" fmla="*/ 52 h 81"/>
              <a:gd name="T26" fmla="*/ 45 w 74"/>
              <a:gd name="T27" fmla="*/ 52 h 81"/>
              <a:gd name="T28" fmla="*/ 46 w 74"/>
              <a:gd name="T29" fmla="*/ 53 h 81"/>
              <a:gd name="T30" fmla="*/ 46 w 74"/>
              <a:gd name="T31" fmla="*/ 75 h 81"/>
              <a:gd name="T32" fmla="*/ 41 w 74"/>
              <a:gd name="T33" fmla="*/ 79 h 81"/>
              <a:gd name="T34" fmla="*/ 37 w 74"/>
              <a:gd name="T35" fmla="*/ 75 h 81"/>
              <a:gd name="T36" fmla="*/ 33 w 74"/>
              <a:gd name="T37" fmla="*/ 79 h 81"/>
              <a:gd name="T38" fmla="*/ 28 w 74"/>
              <a:gd name="T39" fmla="*/ 75 h 81"/>
              <a:gd name="T40" fmla="*/ 28 w 74"/>
              <a:gd name="T41" fmla="*/ 53 h 81"/>
              <a:gd name="T42" fmla="*/ 29 w 74"/>
              <a:gd name="T43" fmla="*/ 52 h 81"/>
              <a:gd name="T44" fmla="*/ 28 w 74"/>
              <a:gd name="T45" fmla="*/ 52 h 81"/>
              <a:gd name="T46" fmla="*/ 22 w 74"/>
              <a:gd name="T47" fmla="*/ 46 h 81"/>
              <a:gd name="T48" fmla="*/ 22 w 74"/>
              <a:gd name="T49" fmla="*/ 32 h 81"/>
              <a:gd name="T50" fmla="*/ 28 w 74"/>
              <a:gd name="T51" fmla="*/ 26 h 81"/>
              <a:gd name="T52" fmla="*/ 31 w 74"/>
              <a:gd name="T53" fmla="*/ 26 h 81"/>
              <a:gd name="T54" fmla="*/ 37 w 74"/>
              <a:gd name="T55" fmla="*/ 33 h 81"/>
              <a:gd name="T56" fmla="*/ 43 w 74"/>
              <a:gd name="T57" fmla="*/ 26 h 81"/>
              <a:gd name="T58" fmla="*/ 45 w 74"/>
              <a:gd name="T59" fmla="*/ 26 h 81"/>
              <a:gd name="T60" fmla="*/ 51 w 74"/>
              <a:gd name="T61" fmla="*/ 32 h 81"/>
              <a:gd name="T62" fmla="*/ 51 w 74"/>
              <a:gd name="T63" fmla="*/ 4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4" h="81">
                <a:moveTo>
                  <a:pt x="74" y="36"/>
                </a:moveTo>
                <a:cubicBezTo>
                  <a:pt x="74" y="16"/>
                  <a:pt x="57" y="0"/>
                  <a:pt x="37" y="0"/>
                </a:cubicBezTo>
                <a:cubicBezTo>
                  <a:pt x="17" y="0"/>
                  <a:pt x="0" y="16"/>
                  <a:pt x="0" y="36"/>
                </a:cubicBezTo>
                <a:cubicBezTo>
                  <a:pt x="0" y="54"/>
                  <a:pt x="17" y="64"/>
                  <a:pt x="17" y="81"/>
                </a:cubicBezTo>
                <a:cubicBezTo>
                  <a:pt x="58" y="81"/>
                  <a:pt x="58" y="81"/>
                  <a:pt x="58" y="81"/>
                </a:cubicBezTo>
                <a:cubicBezTo>
                  <a:pt x="58" y="63"/>
                  <a:pt x="74" y="54"/>
                  <a:pt x="74" y="36"/>
                </a:cubicBezTo>
                <a:close/>
                <a:moveTo>
                  <a:pt x="37" y="9"/>
                </a:moveTo>
                <a:cubicBezTo>
                  <a:pt x="41" y="9"/>
                  <a:pt x="44" y="12"/>
                  <a:pt x="44" y="16"/>
                </a:cubicBezTo>
                <a:cubicBezTo>
                  <a:pt x="44" y="20"/>
                  <a:pt x="41" y="24"/>
                  <a:pt x="37" y="24"/>
                </a:cubicBezTo>
                <a:cubicBezTo>
                  <a:pt x="33" y="24"/>
                  <a:pt x="29" y="20"/>
                  <a:pt x="29" y="16"/>
                </a:cubicBezTo>
                <a:cubicBezTo>
                  <a:pt x="29" y="12"/>
                  <a:pt x="33" y="9"/>
                  <a:pt x="37" y="9"/>
                </a:cubicBezTo>
                <a:close/>
                <a:moveTo>
                  <a:pt x="51" y="46"/>
                </a:moveTo>
                <a:cubicBezTo>
                  <a:pt x="51" y="49"/>
                  <a:pt x="49" y="52"/>
                  <a:pt x="45" y="52"/>
                </a:cubicBezTo>
                <a:cubicBezTo>
                  <a:pt x="45" y="52"/>
                  <a:pt x="45" y="52"/>
                  <a:pt x="45" y="52"/>
                </a:cubicBezTo>
                <a:cubicBezTo>
                  <a:pt x="46" y="52"/>
                  <a:pt x="46" y="53"/>
                  <a:pt x="46" y="53"/>
                </a:cubicBezTo>
                <a:cubicBezTo>
                  <a:pt x="46" y="75"/>
                  <a:pt x="46" y="75"/>
                  <a:pt x="46" y="75"/>
                </a:cubicBezTo>
                <a:cubicBezTo>
                  <a:pt x="46" y="77"/>
                  <a:pt x="44" y="79"/>
                  <a:pt x="41" y="79"/>
                </a:cubicBezTo>
                <a:cubicBezTo>
                  <a:pt x="39" y="79"/>
                  <a:pt x="37" y="77"/>
                  <a:pt x="37" y="75"/>
                </a:cubicBezTo>
                <a:cubicBezTo>
                  <a:pt x="37" y="77"/>
                  <a:pt x="35" y="79"/>
                  <a:pt x="33" y="79"/>
                </a:cubicBezTo>
                <a:cubicBezTo>
                  <a:pt x="30" y="79"/>
                  <a:pt x="28" y="77"/>
                  <a:pt x="28" y="75"/>
                </a:cubicBezTo>
                <a:cubicBezTo>
                  <a:pt x="28" y="53"/>
                  <a:pt x="28" y="53"/>
                  <a:pt x="28" y="53"/>
                </a:cubicBezTo>
                <a:cubicBezTo>
                  <a:pt x="28" y="53"/>
                  <a:pt x="28" y="52"/>
                  <a:pt x="29" y="52"/>
                </a:cubicBezTo>
                <a:cubicBezTo>
                  <a:pt x="28" y="52"/>
                  <a:pt x="28" y="52"/>
                  <a:pt x="28" y="52"/>
                </a:cubicBezTo>
                <a:cubicBezTo>
                  <a:pt x="25" y="52"/>
                  <a:pt x="22" y="49"/>
                  <a:pt x="22" y="46"/>
                </a:cubicBezTo>
                <a:cubicBezTo>
                  <a:pt x="22" y="32"/>
                  <a:pt x="22" y="32"/>
                  <a:pt x="22" y="32"/>
                </a:cubicBezTo>
                <a:cubicBezTo>
                  <a:pt x="22" y="29"/>
                  <a:pt x="25" y="26"/>
                  <a:pt x="28" y="26"/>
                </a:cubicBezTo>
                <a:cubicBezTo>
                  <a:pt x="31" y="26"/>
                  <a:pt x="31" y="26"/>
                  <a:pt x="31" y="26"/>
                </a:cubicBezTo>
                <a:cubicBezTo>
                  <a:pt x="37" y="33"/>
                  <a:pt x="37" y="33"/>
                  <a:pt x="37" y="33"/>
                </a:cubicBezTo>
                <a:cubicBezTo>
                  <a:pt x="43" y="26"/>
                  <a:pt x="43" y="26"/>
                  <a:pt x="43" y="26"/>
                </a:cubicBezTo>
                <a:cubicBezTo>
                  <a:pt x="45" y="26"/>
                  <a:pt x="45" y="26"/>
                  <a:pt x="45" y="26"/>
                </a:cubicBezTo>
                <a:cubicBezTo>
                  <a:pt x="49" y="26"/>
                  <a:pt x="51" y="29"/>
                  <a:pt x="51" y="32"/>
                </a:cubicBezTo>
                <a:lnTo>
                  <a:pt x="51" y="46"/>
                </a:lnTo>
                <a:close/>
              </a:path>
            </a:pathLst>
          </a:custGeom>
          <a:solidFill>
            <a:srgbClr val="0824AA"/>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54" name="Freeform 83"/>
          <p:cNvSpPr>
            <a:spLocks/>
          </p:cNvSpPr>
          <p:nvPr/>
        </p:nvSpPr>
        <p:spPr bwMode="auto">
          <a:xfrm>
            <a:off x="2320636" y="2596153"/>
            <a:ext cx="241803" cy="35172"/>
          </a:xfrm>
          <a:custGeom>
            <a:avLst/>
            <a:gdLst>
              <a:gd name="T0" fmla="*/ 42 w 42"/>
              <a:gd name="T1" fmla="*/ 3 h 6"/>
              <a:gd name="T2" fmla="*/ 39 w 42"/>
              <a:gd name="T3" fmla="*/ 6 h 6"/>
              <a:gd name="T4" fmla="*/ 3 w 42"/>
              <a:gd name="T5" fmla="*/ 6 h 6"/>
              <a:gd name="T6" fmla="*/ 0 w 42"/>
              <a:gd name="T7" fmla="*/ 3 h 6"/>
              <a:gd name="T8" fmla="*/ 0 w 42"/>
              <a:gd name="T9" fmla="*/ 3 h 6"/>
              <a:gd name="T10" fmla="*/ 3 w 42"/>
              <a:gd name="T11" fmla="*/ 0 h 6"/>
              <a:gd name="T12" fmla="*/ 39 w 42"/>
              <a:gd name="T13" fmla="*/ 0 h 6"/>
              <a:gd name="T14" fmla="*/ 42 w 42"/>
              <a:gd name="T15" fmla="*/ 3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6">
                <a:moveTo>
                  <a:pt x="42" y="3"/>
                </a:moveTo>
                <a:cubicBezTo>
                  <a:pt x="42" y="4"/>
                  <a:pt x="40" y="6"/>
                  <a:pt x="39" y="6"/>
                </a:cubicBezTo>
                <a:cubicBezTo>
                  <a:pt x="3" y="6"/>
                  <a:pt x="3" y="6"/>
                  <a:pt x="3" y="6"/>
                </a:cubicBezTo>
                <a:cubicBezTo>
                  <a:pt x="2" y="6"/>
                  <a:pt x="0" y="4"/>
                  <a:pt x="0" y="3"/>
                </a:cubicBezTo>
                <a:cubicBezTo>
                  <a:pt x="0" y="3"/>
                  <a:pt x="0" y="3"/>
                  <a:pt x="0" y="3"/>
                </a:cubicBezTo>
                <a:cubicBezTo>
                  <a:pt x="0" y="1"/>
                  <a:pt x="2" y="0"/>
                  <a:pt x="3" y="0"/>
                </a:cubicBezTo>
                <a:cubicBezTo>
                  <a:pt x="39" y="0"/>
                  <a:pt x="39" y="0"/>
                  <a:pt x="39" y="0"/>
                </a:cubicBezTo>
                <a:cubicBezTo>
                  <a:pt x="40" y="0"/>
                  <a:pt x="42" y="1"/>
                  <a:pt x="42" y="3"/>
                </a:cubicBezTo>
                <a:close/>
              </a:path>
            </a:pathLst>
          </a:custGeom>
          <a:solidFill>
            <a:srgbClr val="0824AA"/>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55" name="Freeform 84"/>
          <p:cNvSpPr>
            <a:spLocks/>
          </p:cNvSpPr>
          <p:nvPr/>
        </p:nvSpPr>
        <p:spPr bwMode="auto">
          <a:xfrm>
            <a:off x="2232537" y="1968606"/>
            <a:ext cx="99346" cy="90707"/>
          </a:xfrm>
          <a:custGeom>
            <a:avLst/>
            <a:gdLst>
              <a:gd name="T0" fmla="*/ 13 w 17"/>
              <a:gd name="T1" fmla="*/ 16 h 16"/>
              <a:gd name="T2" fmla="*/ 10 w 17"/>
              <a:gd name="T3" fmla="*/ 15 h 16"/>
              <a:gd name="T4" fmla="*/ 2 w 17"/>
              <a:gd name="T5" fmla="*/ 7 h 16"/>
              <a:gd name="T6" fmla="*/ 2 w 17"/>
              <a:gd name="T7" fmla="*/ 2 h 16"/>
              <a:gd name="T8" fmla="*/ 7 w 17"/>
              <a:gd name="T9" fmla="*/ 2 h 16"/>
              <a:gd name="T10" fmla="*/ 15 w 17"/>
              <a:gd name="T11" fmla="*/ 10 h 16"/>
              <a:gd name="T12" fmla="*/ 15 w 17"/>
              <a:gd name="T13" fmla="*/ 15 h 16"/>
              <a:gd name="T14" fmla="*/ 13 w 17"/>
              <a:gd name="T15" fmla="*/ 16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16">
                <a:moveTo>
                  <a:pt x="13" y="16"/>
                </a:moveTo>
                <a:cubicBezTo>
                  <a:pt x="12" y="16"/>
                  <a:pt x="11" y="16"/>
                  <a:pt x="10" y="15"/>
                </a:cubicBezTo>
                <a:cubicBezTo>
                  <a:pt x="2" y="7"/>
                  <a:pt x="2" y="7"/>
                  <a:pt x="2" y="7"/>
                </a:cubicBezTo>
                <a:cubicBezTo>
                  <a:pt x="0" y="5"/>
                  <a:pt x="0" y="3"/>
                  <a:pt x="2" y="2"/>
                </a:cubicBezTo>
                <a:cubicBezTo>
                  <a:pt x="3" y="0"/>
                  <a:pt x="5" y="0"/>
                  <a:pt x="7" y="2"/>
                </a:cubicBezTo>
                <a:cubicBezTo>
                  <a:pt x="15" y="10"/>
                  <a:pt x="15" y="10"/>
                  <a:pt x="15" y="10"/>
                </a:cubicBezTo>
                <a:cubicBezTo>
                  <a:pt x="17" y="12"/>
                  <a:pt x="17" y="14"/>
                  <a:pt x="15" y="15"/>
                </a:cubicBezTo>
                <a:cubicBezTo>
                  <a:pt x="15" y="16"/>
                  <a:pt x="14" y="16"/>
                  <a:pt x="13" y="16"/>
                </a:cubicBezTo>
                <a:close/>
              </a:path>
            </a:pathLst>
          </a:custGeom>
          <a:solidFill>
            <a:srgbClr val="0824AA"/>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56" name="Freeform 85"/>
          <p:cNvSpPr>
            <a:spLocks/>
          </p:cNvSpPr>
          <p:nvPr/>
        </p:nvSpPr>
        <p:spPr bwMode="auto">
          <a:xfrm>
            <a:off x="2551191" y="1968606"/>
            <a:ext cx="97471" cy="98112"/>
          </a:xfrm>
          <a:custGeom>
            <a:avLst/>
            <a:gdLst>
              <a:gd name="T0" fmla="*/ 4 w 17"/>
              <a:gd name="T1" fmla="*/ 17 h 17"/>
              <a:gd name="T2" fmla="*/ 2 w 17"/>
              <a:gd name="T3" fmla="*/ 16 h 17"/>
              <a:gd name="T4" fmla="*/ 2 w 17"/>
              <a:gd name="T5" fmla="*/ 11 h 17"/>
              <a:gd name="T6" fmla="*/ 10 w 17"/>
              <a:gd name="T7" fmla="*/ 2 h 17"/>
              <a:gd name="T8" fmla="*/ 15 w 17"/>
              <a:gd name="T9" fmla="*/ 2 h 17"/>
              <a:gd name="T10" fmla="*/ 15 w 17"/>
              <a:gd name="T11" fmla="*/ 7 h 17"/>
              <a:gd name="T12" fmla="*/ 7 w 17"/>
              <a:gd name="T13" fmla="*/ 16 h 17"/>
              <a:gd name="T14" fmla="*/ 4 w 17"/>
              <a:gd name="T15" fmla="*/ 17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17">
                <a:moveTo>
                  <a:pt x="4" y="17"/>
                </a:moveTo>
                <a:cubicBezTo>
                  <a:pt x="3" y="17"/>
                  <a:pt x="2" y="16"/>
                  <a:pt x="2" y="16"/>
                </a:cubicBezTo>
                <a:cubicBezTo>
                  <a:pt x="0" y="14"/>
                  <a:pt x="0" y="12"/>
                  <a:pt x="2" y="11"/>
                </a:cubicBezTo>
                <a:cubicBezTo>
                  <a:pt x="10" y="2"/>
                  <a:pt x="10" y="2"/>
                  <a:pt x="10" y="2"/>
                </a:cubicBezTo>
                <a:cubicBezTo>
                  <a:pt x="12" y="0"/>
                  <a:pt x="14" y="0"/>
                  <a:pt x="15" y="2"/>
                </a:cubicBezTo>
                <a:cubicBezTo>
                  <a:pt x="17" y="3"/>
                  <a:pt x="17" y="5"/>
                  <a:pt x="15" y="7"/>
                </a:cubicBezTo>
                <a:cubicBezTo>
                  <a:pt x="7" y="16"/>
                  <a:pt x="7" y="16"/>
                  <a:pt x="7" y="16"/>
                </a:cubicBezTo>
                <a:cubicBezTo>
                  <a:pt x="6" y="16"/>
                  <a:pt x="5" y="17"/>
                  <a:pt x="4" y="17"/>
                </a:cubicBezTo>
                <a:close/>
              </a:path>
            </a:pathLst>
          </a:custGeom>
          <a:solidFill>
            <a:srgbClr val="0824AA"/>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57" name="Freeform 86"/>
          <p:cNvSpPr>
            <a:spLocks/>
          </p:cNvSpPr>
          <p:nvPr/>
        </p:nvSpPr>
        <p:spPr bwMode="auto">
          <a:xfrm>
            <a:off x="2418106" y="1905666"/>
            <a:ext cx="41238" cy="114773"/>
          </a:xfrm>
          <a:custGeom>
            <a:avLst/>
            <a:gdLst>
              <a:gd name="T0" fmla="*/ 3 w 7"/>
              <a:gd name="T1" fmla="*/ 20 h 20"/>
              <a:gd name="T2" fmla="*/ 0 w 7"/>
              <a:gd name="T3" fmla="*/ 16 h 20"/>
              <a:gd name="T4" fmla="*/ 0 w 7"/>
              <a:gd name="T5" fmla="*/ 4 h 20"/>
              <a:gd name="T6" fmla="*/ 3 w 7"/>
              <a:gd name="T7" fmla="*/ 0 h 20"/>
              <a:gd name="T8" fmla="*/ 7 w 7"/>
              <a:gd name="T9" fmla="*/ 4 h 20"/>
              <a:gd name="T10" fmla="*/ 7 w 7"/>
              <a:gd name="T11" fmla="*/ 16 h 20"/>
              <a:gd name="T12" fmla="*/ 3 w 7"/>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7" h="20">
                <a:moveTo>
                  <a:pt x="3" y="20"/>
                </a:moveTo>
                <a:cubicBezTo>
                  <a:pt x="1" y="20"/>
                  <a:pt x="0" y="18"/>
                  <a:pt x="0" y="16"/>
                </a:cubicBezTo>
                <a:cubicBezTo>
                  <a:pt x="0" y="4"/>
                  <a:pt x="0" y="4"/>
                  <a:pt x="0" y="4"/>
                </a:cubicBezTo>
                <a:cubicBezTo>
                  <a:pt x="0" y="2"/>
                  <a:pt x="1" y="0"/>
                  <a:pt x="3" y="0"/>
                </a:cubicBezTo>
                <a:cubicBezTo>
                  <a:pt x="5" y="0"/>
                  <a:pt x="7" y="2"/>
                  <a:pt x="7" y="4"/>
                </a:cubicBezTo>
                <a:cubicBezTo>
                  <a:pt x="7" y="16"/>
                  <a:pt x="7" y="16"/>
                  <a:pt x="7" y="16"/>
                </a:cubicBezTo>
                <a:cubicBezTo>
                  <a:pt x="7" y="18"/>
                  <a:pt x="5" y="20"/>
                  <a:pt x="3" y="20"/>
                </a:cubicBezTo>
                <a:close/>
              </a:path>
            </a:pathLst>
          </a:custGeom>
          <a:solidFill>
            <a:srgbClr val="0824AA"/>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44" name="Freeform 87"/>
          <p:cNvSpPr>
            <a:spLocks/>
          </p:cNvSpPr>
          <p:nvPr/>
        </p:nvSpPr>
        <p:spPr bwMode="auto">
          <a:xfrm>
            <a:off x="9704340" y="4040870"/>
            <a:ext cx="462359" cy="436072"/>
          </a:xfrm>
          <a:custGeom>
            <a:avLst/>
            <a:gdLst>
              <a:gd name="T0" fmla="*/ 179 w 200"/>
              <a:gd name="T1" fmla="*/ 145 h 191"/>
              <a:gd name="T2" fmla="*/ 157 w 200"/>
              <a:gd name="T3" fmla="*/ 145 h 191"/>
              <a:gd name="T4" fmla="*/ 175 w 200"/>
              <a:gd name="T5" fmla="*/ 160 h 191"/>
              <a:gd name="T6" fmla="*/ 31 w 200"/>
              <a:gd name="T7" fmla="*/ 160 h 191"/>
              <a:gd name="T8" fmla="*/ 31 w 200"/>
              <a:gd name="T9" fmla="*/ 24 h 191"/>
              <a:gd name="T10" fmla="*/ 46 w 200"/>
              <a:gd name="T11" fmla="*/ 43 h 191"/>
              <a:gd name="T12" fmla="*/ 46 w 200"/>
              <a:gd name="T13" fmla="*/ 21 h 191"/>
              <a:gd name="T14" fmla="*/ 24 w 200"/>
              <a:gd name="T15" fmla="*/ 0 h 191"/>
              <a:gd name="T16" fmla="*/ 0 w 200"/>
              <a:gd name="T17" fmla="*/ 21 h 191"/>
              <a:gd name="T18" fmla="*/ 0 w 200"/>
              <a:gd name="T19" fmla="*/ 43 h 191"/>
              <a:gd name="T20" fmla="*/ 18 w 200"/>
              <a:gd name="T21" fmla="*/ 24 h 191"/>
              <a:gd name="T22" fmla="*/ 18 w 200"/>
              <a:gd name="T23" fmla="*/ 175 h 191"/>
              <a:gd name="T24" fmla="*/ 175 w 200"/>
              <a:gd name="T25" fmla="*/ 175 h 191"/>
              <a:gd name="T26" fmla="*/ 157 w 200"/>
              <a:gd name="T27" fmla="*/ 191 h 191"/>
              <a:gd name="T28" fmla="*/ 179 w 200"/>
              <a:gd name="T29" fmla="*/ 191 h 191"/>
              <a:gd name="T30" fmla="*/ 200 w 200"/>
              <a:gd name="T31" fmla="*/ 166 h 191"/>
              <a:gd name="T32" fmla="*/ 179 w 200"/>
              <a:gd name="T33" fmla="*/ 145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0" h="191">
                <a:moveTo>
                  <a:pt x="179" y="145"/>
                </a:moveTo>
                <a:lnTo>
                  <a:pt x="157" y="145"/>
                </a:lnTo>
                <a:lnTo>
                  <a:pt x="175" y="160"/>
                </a:lnTo>
                <a:lnTo>
                  <a:pt x="31" y="160"/>
                </a:lnTo>
                <a:lnTo>
                  <a:pt x="31" y="24"/>
                </a:lnTo>
                <a:lnTo>
                  <a:pt x="46" y="43"/>
                </a:lnTo>
                <a:lnTo>
                  <a:pt x="46" y="21"/>
                </a:lnTo>
                <a:lnTo>
                  <a:pt x="24" y="0"/>
                </a:lnTo>
                <a:lnTo>
                  <a:pt x="0" y="21"/>
                </a:lnTo>
                <a:lnTo>
                  <a:pt x="0" y="43"/>
                </a:lnTo>
                <a:lnTo>
                  <a:pt x="18" y="24"/>
                </a:lnTo>
                <a:lnTo>
                  <a:pt x="18" y="175"/>
                </a:lnTo>
                <a:lnTo>
                  <a:pt x="175" y="175"/>
                </a:lnTo>
                <a:lnTo>
                  <a:pt x="157" y="191"/>
                </a:lnTo>
                <a:lnTo>
                  <a:pt x="179" y="191"/>
                </a:lnTo>
                <a:lnTo>
                  <a:pt x="200" y="166"/>
                </a:lnTo>
                <a:lnTo>
                  <a:pt x="179" y="145"/>
                </a:lnTo>
                <a:close/>
              </a:path>
            </a:pathLst>
          </a:custGeom>
          <a:solidFill>
            <a:srgbClr val="0824AA"/>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45" name="Freeform 88"/>
          <p:cNvSpPr>
            <a:spLocks/>
          </p:cNvSpPr>
          <p:nvPr/>
        </p:nvSpPr>
        <p:spPr bwMode="auto">
          <a:xfrm>
            <a:off x="9796812" y="4068267"/>
            <a:ext cx="298222" cy="317351"/>
          </a:xfrm>
          <a:custGeom>
            <a:avLst/>
            <a:gdLst>
              <a:gd name="T0" fmla="*/ 0 w 129"/>
              <a:gd name="T1" fmla="*/ 93 h 139"/>
              <a:gd name="T2" fmla="*/ 37 w 129"/>
              <a:gd name="T3" fmla="*/ 59 h 139"/>
              <a:gd name="T4" fmla="*/ 46 w 129"/>
              <a:gd name="T5" fmla="*/ 68 h 139"/>
              <a:gd name="T6" fmla="*/ 0 w 129"/>
              <a:gd name="T7" fmla="*/ 108 h 139"/>
              <a:gd name="T8" fmla="*/ 0 w 129"/>
              <a:gd name="T9" fmla="*/ 117 h 139"/>
              <a:gd name="T10" fmla="*/ 52 w 129"/>
              <a:gd name="T11" fmla="*/ 71 h 139"/>
              <a:gd name="T12" fmla="*/ 58 w 129"/>
              <a:gd name="T13" fmla="*/ 77 h 139"/>
              <a:gd name="T14" fmla="*/ 0 w 129"/>
              <a:gd name="T15" fmla="*/ 133 h 139"/>
              <a:gd name="T16" fmla="*/ 0 w 129"/>
              <a:gd name="T17" fmla="*/ 139 h 139"/>
              <a:gd name="T18" fmla="*/ 3 w 129"/>
              <a:gd name="T19" fmla="*/ 139 h 139"/>
              <a:gd name="T20" fmla="*/ 129 w 129"/>
              <a:gd name="T21" fmla="*/ 22 h 139"/>
              <a:gd name="T22" fmla="*/ 129 w 129"/>
              <a:gd name="T23" fmla="*/ 0 h 139"/>
              <a:gd name="T24" fmla="*/ 65 w 129"/>
              <a:gd name="T25" fmla="*/ 65 h 139"/>
              <a:gd name="T26" fmla="*/ 37 w 129"/>
              <a:gd name="T27" fmla="*/ 43 h 139"/>
              <a:gd name="T28" fmla="*/ 0 w 129"/>
              <a:gd name="T29" fmla="*/ 74 h 139"/>
              <a:gd name="T30" fmla="*/ 0 w 129"/>
              <a:gd name="T31" fmla="*/ 93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9" h="139">
                <a:moveTo>
                  <a:pt x="0" y="93"/>
                </a:moveTo>
                <a:lnTo>
                  <a:pt x="37" y="59"/>
                </a:lnTo>
                <a:lnTo>
                  <a:pt x="46" y="68"/>
                </a:lnTo>
                <a:lnTo>
                  <a:pt x="0" y="108"/>
                </a:lnTo>
                <a:lnTo>
                  <a:pt x="0" y="117"/>
                </a:lnTo>
                <a:lnTo>
                  <a:pt x="52" y="71"/>
                </a:lnTo>
                <a:lnTo>
                  <a:pt x="58" y="77"/>
                </a:lnTo>
                <a:lnTo>
                  <a:pt x="0" y="133"/>
                </a:lnTo>
                <a:lnTo>
                  <a:pt x="0" y="139"/>
                </a:lnTo>
                <a:lnTo>
                  <a:pt x="3" y="139"/>
                </a:lnTo>
                <a:lnTo>
                  <a:pt x="129" y="22"/>
                </a:lnTo>
                <a:lnTo>
                  <a:pt x="129" y="0"/>
                </a:lnTo>
                <a:lnTo>
                  <a:pt x="65" y="65"/>
                </a:lnTo>
                <a:lnTo>
                  <a:pt x="37" y="43"/>
                </a:lnTo>
                <a:lnTo>
                  <a:pt x="0" y="74"/>
                </a:lnTo>
                <a:lnTo>
                  <a:pt x="0" y="93"/>
                </a:lnTo>
                <a:close/>
              </a:path>
            </a:pathLst>
          </a:custGeom>
          <a:solidFill>
            <a:srgbClr val="0824AA"/>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46" name="Freeform 89"/>
          <p:cNvSpPr>
            <a:spLocks/>
          </p:cNvSpPr>
          <p:nvPr/>
        </p:nvSpPr>
        <p:spPr bwMode="auto">
          <a:xfrm>
            <a:off x="9838424" y="4145893"/>
            <a:ext cx="256610" cy="239725"/>
          </a:xfrm>
          <a:custGeom>
            <a:avLst/>
            <a:gdLst>
              <a:gd name="T0" fmla="*/ 111 w 111"/>
              <a:gd name="T1" fmla="*/ 0 h 105"/>
              <a:gd name="T2" fmla="*/ 0 w 111"/>
              <a:gd name="T3" fmla="*/ 105 h 105"/>
              <a:gd name="T4" fmla="*/ 10 w 111"/>
              <a:gd name="T5" fmla="*/ 105 h 105"/>
              <a:gd name="T6" fmla="*/ 111 w 111"/>
              <a:gd name="T7" fmla="*/ 9 h 105"/>
              <a:gd name="T8" fmla="*/ 111 w 111"/>
              <a:gd name="T9" fmla="*/ 0 h 105"/>
            </a:gdLst>
            <a:ahLst/>
            <a:cxnLst>
              <a:cxn ang="0">
                <a:pos x="T0" y="T1"/>
              </a:cxn>
              <a:cxn ang="0">
                <a:pos x="T2" y="T3"/>
              </a:cxn>
              <a:cxn ang="0">
                <a:pos x="T4" y="T5"/>
              </a:cxn>
              <a:cxn ang="0">
                <a:pos x="T6" y="T7"/>
              </a:cxn>
              <a:cxn ang="0">
                <a:pos x="T8" y="T9"/>
              </a:cxn>
            </a:cxnLst>
            <a:rect l="0" t="0" r="r" b="b"/>
            <a:pathLst>
              <a:path w="111" h="105">
                <a:moveTo>
                  <a:pt x="111" y="0"/>
                </a:moveTo>
                <a:lnTo>
                  <a:pt x="0" y="105"/>
                </a:lnTo>
                <a:lnTo>
                  <a:pt x="10" y="105"/>
                </a:lnTo>
                <a:lnTo>
                  <a:pt x="111" y="9"/>
                </a:lnTo>
                <a:lnTo>
                  <a:pt x="111" y="0"/>
                </a:lnTo>
                <a:close/>
              </a:path>
            </a:pathLst>
          </a:custGeom>
          <a:solidFill>
            <a:srgbClr val="0824AA"/>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47" name="Freeform 90"/>
          <p:cNvSpPr>
            <a:spLocks/>
          </p:cNvSpPr>
          <p:nvPr/>
        </p:nvSpPr>
        <p:spPr bwMode="auto">
          <a:xfrm>
            <a:off x="9896219" y="4202970"/>
            <a:ext cx="198814" cy="182648"/>
          </a:xfrm>
          <a:custGeom>
            <a:avLst/>
            <a:gdLst>
              <a:gd name="T0" fmla="*/ 86 w 86"/>
              <a:gd name="T1" fmla="*/ 0 h 80"/>
              <a:gd name="T2" fmla="*/ 0 w 86"/>
              <a:gd name="T3" fmla="*/ 80 h 80"/>
              <a:gd name="T4" fmla="*/ 9 w 86"/>
              <a:gd name="T5" fmla="*/ 80 h 80"/>
              <a:gd name="T6" fmla="*/ 86 w 86"/>
              <a:gd name="T7" fmla="*/ 9 h 80"/>
              <a:gd name="T8" fmla="*/ 86 w 86"/>
              <a:gd name="T9" fmla="*/ 0 h 80"/>
            </a:gdLst>
            <a:ahLst/>
            <a:cxnLst>
              <a:cxn ang="0">
                <a:pos x="T0" y="T1"/>
              </a:cxn>
              <a:cxn ang="0">
                <a:pos x="T2" y="T3"/>
              </a:cxn>
              <a:cxn ang="0">
                <a:pos x="T4" y="T5"/>
              </a:cxn>
              <a:cxn ang="0">
                <a:pos x="T6" y="T7"/>
              </a:cxn>
              <a:cxn ang="0">
                <a:pos x="T8" y="T9"/>
              </a:cxn>
            </a:cxnLst>
            <a:rect l="0" t="0" r="r" b="b"/>
            <a:pathLst>
              <a:path w="86" h="80">
                <a:moveTo>
                  <a:pt x="86" y="0"/>
                </a:moveTo>
                <a:lnTo>
                  <a:pt x="0" y="80"/>
                </a:lnTo>
                <a:lnTo>
                  <a:pt x="9" y="80"/>
                </a:lnTo>
                <a:lnTo>
                  <a:pt x="86" y="9"/>
                </a:lnTo>
                <a:lnTo>
                  <a:pt x="86" y="0"/>
                </a:lnTo>
                <a:close/>
              </a:path>
            </a:pathLst>
          </a:custGeom>
          <a:solidFill>
            <a:srgbClr val="0824AA"/>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48" name="Freeform 91"/>
          <p:cNvSpPr>
            <a:spLocks/>
          </p:cNvSpPr>
          <p:nvPr/>
        </p:nvSpPr>
        <p:spPr bwMode="auto">
          <a:xfrm>
            <a:off x="9954014" y="4250915"/>
            <a:ext cx="141020" cy="134702"/>
          </a:xfrm>
          <a:custGeom>
            <a:avLst/>
            <a:gdLst>
              <a:gd name="T0" fmla="*/ 61 w 61"/>
              <a:gd name="T1" fmla="*/ 0 h 59"/>
              <a:gd name="T2" fmla="*/ 0 w 61"/>
              <a:gd name="T3" fmla="*/ 59 h 59"/>
              <a:gd name="T4" fmla="*/ 9 w 61"/>
              <a:gd name="T5" fmla="*/ 59 h 59"/>
              <a:gd name="T6" fmla="*/ 61 w 61"/>
              <a:gd name="T7" fmla="*/ 13 h 59"/>
              <a:gd name="T8" fmla="*/ 61 w 61"/>
              <a:gd name="T9" fmla="*/ 0 h 59"/>
            </a:gdLst>
            <a:ahLst/>
            <a:cxnLst>
              <a:cxn ang="0">
                <a:pos x="T0" y="T1"/>
              </a:cxn>
              <a:cxn ang="0">
                <a:pos x="T2" y="T3"/>
              </a:cxn>
              <a:cxn ang="0">
                <a:pos x="T4" y="T5"/>
              </a:cxn>
              <a:cxn ang="0">
                <a:pos x="T6" y="T7"/>
              </a:cxn>
              <a:cxn ang="0">
                <a:pos x="T8" y="T9"/>
              </a:cxn>
            </a:cxnLst>
            <a:rect l="0" t="0" r="r" b="b"/>
            <a:pathLst>
              <a:path w="61" h="59">
                <a:moveTo>
                  <a:pt x="61" y="0"/>
                </a:moveTo>
                <a:lnTo>
                  <a:pt x="0" y="59"/>
                </a:lnTo>
                <a:lnTo>
                  <a:pt x="9" y="59"/>
                </a:lnTo>
                <a:lnTo>
                  <a:pt x="61" y="13"/>
                </a:lnTo>
                <a:lnTo>
                  <a:pt x="61" y="0"/>
                </a:lnTo>
                <a:close/>
              </a:path>
            </a:pathLst>
          </a:custGeom>
          <a:solidFill>
            <a:srgbClr val="0824AA"/>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49" name="Freeform 92"/>
          <p:cNvSpPr>
            <a:spLocks/>
          </p:cNvSpPr>
          <p:nvPr/>
        </p:nvSpPr>
        <p:spPr bwMode="auto">
          <a:xfrm>
            <a:off x="10009497" y="4307992"/>
            <a:ext cx="85537" cy="77626"/>
          </a:xfrm>
          <a:custGeom>
            <a:avLst/>
            <a:gdLst>
              <a:gd name="T0" fmla="*/ 37 w 37"/>
              <a:gd name="T1" fmla="*/ 9 h 34"/>
              <a:gd name="T2" fmla="*/ 37 w 37"/>
              <a:gd name="T3" fmla="*/ 0 h 34"/>
              <a:gd name="T4" fmla="*/ 0 w 37"/>
              <a:gd name="T5" fmla="*/ 34 h 34"/>
              <a:gd name="T6" fmla="*/ 10 w 37"/>
              <a:gd name="T7" fmla="*/ 34 h 34"/>
              <a:gd name="T8" fmla="*/ 37 w 37"/>
              <a:gd name="T9" fmla="*/ 9 h 34"/>
            </a:gdLst>
            <a:ahLst/>
            <a:cxnLst>
              <a:cxn ang="0">
                <a:pos x="T0" y="T1"/>
              </a:cxn>
              <a:cxn ang="0">
                <a:pos x="T2" y="T3"/>
              </a:cxn>
              <a:cxn ang="0">
                <a:pos x="T4" y="T5"/>
              </a:cxn>
              <a:cxn ang="0">
                <a:pos x="T6" y="T7"/>
              </a:cxn>
              <a:cxn ang="0">
                <a:pos x="T8" y="T9"/>
              </a:cxn>
            </a:cxnLst>
            <a:rect l="0" t="0" r="r" b="b"/>
            <a:pathLst>
              <a:path w="37" h="34">
                <a:moveTo>
                  <a:pt x="37" y="9"/>
                </a:moveTo>
                <a:lnTo>
                  <a:pt x="37" y="0"/>
                </a:lnTo>
                <a:lnTo>
                  <a:pt x="0" y="34"/>
                </a:lnTo>
                <a:lnTo>
                  <a:pt x="10" y="34"/>
                </a:lnTo>
                <a:lnTo>
                  <a:pt x="37" y="9"/>
                </a:lnTo>
                <a:close/>
              </a:path>
            </a:pathLst>
          </a:custGeom>
          <a:solidFill>
            <a:srgbClr val="0824AA"/>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50" name="Oval 93"/>
          <p:cNvSpPr>
            <a:spLocks noChangeArrowheads="1"/>
          </p:cNvSpPr>
          <p:nvPr/>
        </p:nvSpPr>
        <p:spPr bwMode="auto">
          <a:xfrm>
            <a:off x="9512461" y="4294294"/>
            <a:ext cx="171073" cy="168950"/>
          </a:xfrm>
          <a:prstGeom prst="ellipse">
            <a:avLst/>
          </a:prstGeom>
          <a:solidFill>
            <a:srgbClr val="0824AA"/>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51" name="Freeform 94"/>
          <p:cNvSpPr>
            <a:spLocks/>
          </p:cNvSpPr>
          <p:nvPr/>
        </p:nvSpPr>
        <p:spPr bwMode="auto">
          <a:xfrm>
            <a:off x="9433860" y="4497491"/>
            <a:ext cx="490100" cy="584474"/>
          </a:xfrm>
          <a:custGeom>
            <a:avLst/>
            <a:gdLst>
              <a:gd name="T0" fmla="*/ 69 w 69"/>
              <a:gd name="T1" fmla="*/ 7 h 83"/>
              <a:gd name="T2" fmla="*/ 61 w 69"/>
              <a:gd name="T3" fmla="*/ 0 h 83"/>
              <a:gd name="T4" fmla="*/ 33 w 69"/>
              <a:gd name="T5" fmla="*/ 0 h 83"/>
              <a:gd name="T6" fmla="*/ 23 w 69"/>
              <a:gd name="T7" fmla="*/ 9 h 83"/>
              <a:gd name="T8" fmla="*/ 23 w 69"/>
              <a:gd name="T9" fmla="*/ 10 h 83"/>
              <a:gd name="T10" fmla="*/ 13 w 69"/>
              <a:gd name="T11" fmla="*/ 0 h 83"/>
              <a:gd name="T12" fmla="*/ 10 w 69"/>
              <a:gd name="T13" fmla="*/ 0 h 83"/>
              <a:gd name="T14" fmla="*/ 0 w 69"/>
              <a:gd name="T15" fmla="*/ 9 h 83"/>
              <a:gd name="T16" fmla="*/ 0 w 69"/>
              <a:gd name="T17" fmla="*/ 30 h 83"/>
              <a:gd name="T18" fmla="*/ 10 w 69"/>
              <a:gd name="T19" fmla="*/ 40 h 83"/>
              <a:gd name="T20" fmla="*/ 10 w 69"/>
              <a:gd name="T21" fmla="*/ 40 h 83"/>
              <a:gd name="T22" fmla="*/ 9 w 69"/>
              <a:gd name="T23" fmla="*/ 42 h 83"/>
              <a:gd name="T24" fmla="*/ 9 w 69"/>
              <a:gd name="T25" fmla="*/ 76 h 83"/>
              <a:gd name="T26" fmla="*/ 16 w 69"/>
              <a:gd name="T27" fmla="*/ 83 h 83"/>
              <a:gd name="T28" fmla="*/ 23 w 69"/>
              <a:gd name="T29" fmla="*/ 76 h 83"/>
              <a:gd name="T30" fmla="*/ 30 w 69"/>
              <a:gd name="T31" fmla="*/ 83 h 83"/>
              <a:gd name="T32" fmla="*/ 37 w 69"/>
              <a:gd name="T33" fmla="*/ 76 h 83"/>
              <a:gd name="T34" fmla="*/ 37 w 69"/>
              <a:gd name="T35" fmla="*/ 13 h 83"/>
              <a:gd name="T36" fmla="*/ 61 w 69"/>
              <a:gd name="T37" fmla="*/ 13 h 83"/>
              <a:gd name="T38" fmla="*/ 69 w 69"/>
              <a:gd name="T39" fmla="*/ 7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 h="83">
                <a:moveTo>
                  <a:pt x="69" y="7"/>
                </a:moveTo>
                <a:cubicBezTo>
                  <a:pt x="69" y="2"/>
                  <a:pt x="65" y="0"/>
                  <a:pt x="61" y="0"/>
                </a:cubicBezTo>
                <a:cubicBezTo>
                  <a:pt x="57" y="0"/>
                  <a:pt x="33" y="0"/>
                  <a:pt x="33" y="0"/>
                </a:cubicBezTo>
                <a:cubicBezTo>
                  <a:pt x="23" y="9"/>
                  <a:pt x="23" y="9"/>
                  <a:pt x="23" y="9"/>
                </a:cubicBezTo>
                <a:cubicBezTo>
                  <a:pt x="23" y="10"/>
                  <a:pt x="23" y="10"/>
                  <a:pt x="23" y="10"/>
                </a:cubicBezTo>
                <a:cubicBezTo>
                  <a:pt x="13" y="0"/>
                  <a:pt x="13" y="0"/>
                  <a:pt x="13" y="0"/>
                </a:cubicBezTo>
                <a:cubicBezTo>
                  <a:pt x="10" y="0"/>
                  <a:pt x="10" y="0"/>
                  <a:pt x="10" y="0"/>
                </a:cubicBezTo>
                <a:cubicBezTo>
                  <a:pt x="4" y="0"/>
                  <a:pt x="0" y="4"/>
                  <a:pt x="0" y="9"/>
                </a:cubicBezTo>
                <a:cubicBezTo>
                  <a:pt x="0" y="30"/>
                  <a:pt x="0" y="30"/>
                  <a:pt x="0" y="30"/>
                </a:cubicBezTo>
                <a:cubicBezTo>
                  <a:pt x="0" y="36"/>
                  <a:pt x="4" y="40"/>
                  <a:pt x="10" y="40"/>
                </a:cubicBezTo>
                <a:cubicBezTo>
                  <a:pt x="10" y="40"/>
                  <a:pt x="10" y="40"/>
                  <a:pt x="10" y="40"/>
                </a:cubicBezTo>
                <a:cubicBezTo>
                  <a:pt x="9" y="41"/>
                  <a:pt x="9" y="42"/>
                  <a:pt x="9" y="42"/>
                </a:cubicBezTo>
                <a:cubicBezTo>
                  <a:pt x="9" y="76"/>
                  <a:pt x="9" y="76"/>
                  <a:pt x="9" y="76"/>
                </a:cubicBezTo>
                <a:cubicBezTo>
                  <a:pt x="9" y="80"/>
                  <a:pt x="12" y="83"/>
                  <a:pt x="16" y="83"/>
                </a:cubicBezTo>
                <a:cubicBezTo>
                  <a:pt x="20" y="83"/>
                  <a:pt x="23" y="80"/>
                  <a:pt x="23" y="76"/>
                </a:cubicBezTo>
                <a:cubicBezTo>
                  <a:pt x="23" y="80"/>
                  <a:pt x="26" y="83"/>
                  <a:pt x="30" y="83"/>
                </a:cubicBezTo>
                <a:cubicBezTo>
                  <a:pt x="34" y="83"/>
                  <a:pt x="37" y="80"/>
                  <a:pt x="37" y="76"/>
                </a:cubicBezTo>
                <a:cubicBezTo>
                  <a:pt x="37" y="13"/>
                  <a:pt x="37" y="13"/>
                  <a:pt x="37" y="13"/>
                </a:cubicBezTo>
                <a:cubicBezTo>
                  <a:pt x="37" y="13"/>
                  <a:pt x="58" y="13"/>
                  <a:pt x="61" y="13"/>
                </a:cubicBezTo>
                <a:cubicBezTo>
                  <a:pt x="64" y="13"/>
                  <a:pt x="69" y="12"/>
                  <a:pt x="69" y="7"/>
                </a:cubicBezTo>
                <a:close/>
              </a:path>
            </a:pathLst>
          </a:custGeom>
          <a:solidFill>
            <a:srgbClr val="0824AA"/>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42" name="Freeform 95"/>
          <p:cNvSpPr>
            <a:spLocks/>
          </p:cNvSpPr>
          <p:nvPr/>
        </p:nvSpPr>
        <p:spPr bwMode="auto">
          <a:xfrm>
            <a:off x="9448304" y="2085272"/>
            <a:ext cx="486655" cy="585678"/>
          </a:xfrm>
          <a:custGeom>
            <a:avLst/>
            <a:gdLst>
              <a:gd name="T0" fmla="*/ 62 w 70"/>
              <a:gd name="T1" fmla="*/ 0 h 85"/>
              <a:gd name="T2" fmla="*/ 33 w 70"/>
              <a:gd name="T3" fmla="*/ 0 h 85"/>
              <a:gd name="T4" fmla="*/ 23 w 70"/>
              <a:gd name="T5" fmla="*/ 9 h 85"/>
              <a:gd name="T6" fmla="*/ 23 w 70"/>
              <a:gd name="T7" fmla="*/ 10 h 85"/>
              <a:gd name="T8" fmla="*/ 13 w 70"/>
              <a:gd name="T9" fmla="*/ 0 h 85"/>
              <a:gd name="T10" fmla="*/ 10 w 70"/>
              <a:gd name="T11" fmla="*/ 0 h 85"/>
              <a:gd name="T12" fmla="*/ 0 w 70"/>
              <a:gd name="T13" fmla="*/ 9 h 85"/>
              <a:gd name="T14" fmla="*/ 0 w 70"/>
              <a:gd name="T15" fmla="*/ 31 h 85"/>
              <a:gd name="T16" fmla="*/ 10 w 70"/>
              <a:gd name="T17" fmla="*/ 41 h 85"/>
              <a:gd name="T18" fmla="*/ 10 w 70"/>
              <a:gd name="T19" fmla="*/ 41 h 85"/>
              <a:gd name="T20" fmla="*/ 9 w 70"/>
              <a:gd name="T21" fmla="*/ 43 h 85"/>
              <a:gd name="T22" fmla="*/ 9 w 70"/>
              <a:gd name="T23" fmla="*/ 78 h 85"/>
              <a:gd name="T24" fmla="*/ 16 w 70"/>
              <a:gd name="T25" fmla="*/ 85 h 85"/>
              <a:gd name="T26" fmla="*/ 23 w 70"/>
              <a:gd name="T27" fmla="*/ 78 h 85"/>
              <a:gd name="T28" fmla="*/ 30 w 70"/>
              <a:gd name="T29" fmla="*/ 85 h 85"/>
              <a:gd name="T30" fmla="*/ 37 w 70"/>
              <a:gd name="T31" fmla="*/ 78 h 85"/>
              <a:gd name="T32" fmla="*/ 37 w 70"/>
              <a:gd name="T33" fmla="*/ 13 h 85"/>
              <a:gd name="T34" fmla="*/ 62 w 70"/>
              <a:gd name="T35" fmla="*/ 13 h 85"/>
              <a:gd name="T36" fmla="*/ 70 w 70"/>
              <a:gd name="T37" fmla="*/ 7 h 85"/>
              <a:gd name="T38" fmla="*/ 62 w 70"/>
              <a:gd name="T39"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 h="85">
                <a:moveTo>
                  <a:pt x="62" y="0"/>
                </a:moveTo>
                <a:cubicBezTo>
                  <a:pt x="58" y="0"/>
                  <a:pt x="33" y="0"/>
                  <a:pt x="33" y="0"/>
                </a:cubicBezTo>
                <a:cubicBezTo>
                  <a:pt x="23" y="9"/>
                  <a:pt x="23" y="9"/>
                  <a:pt x="23" y="9"/>
                </a:cubicBezTo>
                <a:cubicBezTo>
                  <a:pt x="23" y="10"/>
                  <a:pt x="23" y="10"/>
                  <a:pt x="23" y="10"/>
                </a:cubicBezTo>
                <a:cubicBezTo>
                  <a:pt x="13" y="0"/>
                  <a:pt x="13" y="0"/>
                  <a:pt x="13" y="0"/>
                </a:cubicBezTo>
                <a:cubicBezTo>
                  <a:pt x="10" y="0"/>
                  <a:pt x="10" y="0"/>
                  <a:pt x="10" y="0"/>
                </a:cubicBezTo>
                <a:cubicBezTo>
                  <a:pt x="4" y="0"/>
                  <a:pt x="0" y="4"/>
                  <a:pt x="0" y="9"/>
                </a:cubicBezTo>
                <a:cubicBezTo>
                  <a:pt x="0" y="31"/>
                  <a:pt x="0" y="31"/>
                  <a:pt x="0" y="31"/>
                </a:cubicBezTo>
                <a:cubicBezTo>
                  <a:pt x="0" y="36"/>
                  <a:pt x="4" y="41"/>
                  <a:pt x="10" y="41"/>
                </a:cubicBezTo>
                <a:cubicBezTo>
                  <a:pt x="10" y="41"/>
                  <a:pt x="10" y="41"/>
                  <a:pt x="10" y="41"/>
                </a:cubicBezTo>
                <a:cubicBezTo>
                  <a:pt x="10" y="41"/>
                  <a:pt x="9" y="42"/>
                  <a:pt x="9" y="43"/>
                </a:cubicBezTo>
                <a:cubicBezTo>
                  <a:pt x="9" y="78"/>
                  <a:pt x="9" y="78"/>
                  <a:pt x="9" y="78"/>
                </a:cubicBezTo>
                <a:cubicBezTo>
                  <a:pt x="9" y="82"/>
                  <a:pt x="13" y="85"/>
                  <a:pt x="16" y="85"/>
                </a:cubicBezTo>
                <a:cubicBezTo>
                  <a:pt x="20" y="85"/>
                  <a:pt x="23" y="82"/>
                  <a:pt x="23" y="78"/>
                </a:cubicBezTo>
                <a:cubicBezTo>
                  <a:pt x="23" y="82"/>
                  <a:pt x="27" y="85"/>
                  <a:pt x="30" y="85"/>
                </a:cubicBezTo>
                <a:cubicBezTo>
                  <a:pt x="34" y="85"/>
                  <a:pt x="37" y="82"/>
                  <a:pt x="37" y="78"/>
                </a:cubicBezTo>
                <a:cubicBezTo>
                  <a:pt x="37" y="13"/>
                  <a:pt x="37" y="13"/>
                  <a:pt x="37" y="13"/>
                </a:cubicBezTo>
                <a:cubicBezTo>
                  <a:pt x="37" y="13"/>
                  <a:pt x="59" y="13"/>
                  <a:pt x="62" y="13"/>
                </a:cubicBezTo>
                <a:cubicBezTo>
                  <a:pt x="66" y="13"/>
                  <a:pt x="70" y="12"/>
                  <a:pt x="70" y="7"/>
                </a:cubicBezTo>
                <a:cubicBezTo>
                  <a:pt x="70" y="2"/>
                  <a:pt x="66" y="0"/>
                  <a:pt x="62" y="0"/>
                </a:cubicBezTo>
                <a:close/>
              </a:path>
            </a:pathLst>
          </a:custGeom>
          <a:solidFill>
            <a:srgbClr val="051564"/>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43" name="Freeform 96"/>
          <p:cNvSpPr>
            <a:spLocks noEditPoints="1"/>
          </p:cNvSpPr>
          <p:nvPr/>
        </p:nvSpPr>
        <p:spPr bwMode="auto">
          <a:xfrm>
            <a:off x="9525263" y="1830435"/>
            <a:ext cx="550033" cy="228012"/>
          </a:xfrm>
          <a:custGeom>
            <a:avLst/>
            <a:gdLst>
              <a:gd name="T0" fmla="*/ 68 w 79"/>
              <a:gd name="T1" fmla="*/ 1 h 33"/>
              <a:gd name="T2" fmla="*/ 62 w 79"/>
              <a:gd name="T3" fmla="*/ 4 h 33"/>
              <a:gd name="T4" fmla="*/ 56 w 79"/>
              <a:gd name="T5" fmla="*/ 8 h 33"/>
              <a:gd name="T6" fmla="*/ 46 w 79"/>
              <a:gd name="T7" fmla="*/ 0 h 33"/>
              <a:gd name="T8" fmla="*/ 38 w 79"/>
              <a:gd name="T9" fmla="*/ 4 h 33"/>
              <a:gd name="T10" fmla="*/ 23 w 79"/>
              <a:gd name="T11" fmla="*/ 14 h 33"/>
              <a:gd name="T12" fmla="*/ 12 w 79"/>
              <a:gd name="T13" fmla="*/ 8 h 33"/>
              <a:gd name="T14" fmla="*/ 0 w 79"/>
              <a:gd name="T15" fmla="*/ 20 h 33"/>
              <a:gd name="T16" fmla="*/ 12 w 79"/>
              <a:gd name="T17" fmla="*/ 32 h 33"/>
              <a:gd name="T18" fmla="*/ 22 w 79"/>
              <a:gd name="T19" fmla="*/ 27 h 33"/>
              <a:gd name="T20" fmla="*/ 46 w 79"/>
              <a:gd name="T21" fmla="*/ 33 h 33"/>
              <a:gd name="T22" fmla="*/ 54 w 79"/>
              <a:gd name="T23" fmla="*/ 29 h 33"/>
              <a:gd name="T24" fmla="*/ 68 w 79"/>
              <a:gd name="T25" fmla="*/ 33 h 33"/>
              <a:gd name="T26" fmla="*/ 79 w 79"/>
              <a:gd name="T27" fmla="*/ 17 h 33"/>
              <a:gd name="T28" fmla="*/ 68 w 79"/>
              <a:gd name="T29" fmla="*/ 1 h 33"/>
              <a:gd name="T30" fmla="*/ 46 w 79"/>
              <a:gd name="T31" fmla="*/ 27 h 33"/>
              <a:gd name="T32" fmla="*/ 39 w 79"/>
              <a:gd name="T33" fmla="*/ 17 h 33"/>
              <a:gd name="T34" fmla="*/ 46 w 79"/>
              <a:gd name="T35" fmla="*/ 6 h 33"/>
              <a:gd name="T36" fmla="*/ 53 w 79"/>
              <a:gd name="T37" fmla="*/ 17 h 33"/>
              <a:gd name="T38" fmla="*/ 46 w 79"/>
              <a:gd name="T39" fmla="*/ 27 h 33"/>
              <a:gd name="T40" fmla="*/ 68 w 79"/>
              <a:gd name="T41" fmla="*/ 28 h 33"/>
              <a:gd name="T42" fmla="*/ 60 w 79"/>
              <a:gd name="T43" fmla="*/ 17 h 33"/>
              <a:gd name="T44" fmla="*/ 68 w 79"/>
              <a:gd name="T45" fmla="*/ 7 h 33"/>
              <a:gd name="T46" fmla="*/ 75 w 79"/>
              <a:gd name="T47" fmla="*/ 17 h 33"/>
              <a:gd name="T48" fmla="*/ 68 w 79"/>
              <a:gd name="T49" fmla="*/ 2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9" h="33">
                <a:moveTo>
                  <a:pt x="68" y="1"/>
                </a:moveTo>
                <a:cubicBezTo>
                  <a:pt x="66" y="1"/>
                  <a:pt x="64" y="2"/>
                  <a:pt x="62" y="4"/>
                </a:cubicBezTo>
                <a:cubicBezTo>
                  <a:pt x="56" y="8"/>
                  <a:pt x="56" y="8"/>
                  <a:pt x="56" y="8"/>
                </a:cubicBezTo>
                <a:cubicBezTo>
                  <a:pt x="54" y="3"/>
                  <a:pt x="50" y="0"/>
                  <a:pt x="46" y="0"/>
                </a:cubicBezTo>
                <a:cubicBezTo>
                  <a:pt x="44" y="0"/>
                  <a:pt x="41" y="3"/>
                  <a:pt x="38" y="4"/>
                </a:cubicBezTo>
                <a:cubicBezTo>
                  <a:pt x="36" y="6"/>
                  <a:pt x="26" y="12"/>
                  <a:pt x="23" y="14"/>
                </a:cubicBezTo>
                <a:cubicBezTo>
                  <a:pt x="21" y="10"/>
                  <a:pt x="17" y="8"/>
                  <a:pt x="12" y="8"/>
                </a:cubicBezTo>
                <a:cubicBezTo>
                  <a:pt x="6" y="8"/>
                  <a:pt x="0" y="13"/>
                  <a:pt x="0" y="20"/>
                </a:cubicBezTo>
                <a:cubicBezTo>
                  <a:pt x="0" y="27"/>
                  <a:pt x="6" y="32"/>
                  <a:pt x="12" y="32"/>
                </a:cubicBezTo>
                <a:cubicBezTo>
                  <a:pt x="16" y="32"/>
                  <a:pt x="20" y="30"/>
                  <a:pt x="22" y="27"/>
                </a:cubicBezTo>
                <a:cubicBezTo>
                  <a:pt x="26" y="28"/>
                  <a:pt x="45" y="33"/>
                  <a:pt x="46" y="33"/>
                </a:cubicBezTo>
                <a:cubicBezTo>
                  <a:pt x="49" y="33"/>
                  <a:pt x="52" y="32"/>
                  <a:pt x="54" y="29"/>
                </a:cubicBezTo>
                <a:cubicBezTo>
                  <a:pt x="54" y="29"/>
                  <a:pt x="64" y="33"/>
                  <a:pt x="68" y="33"/>
                </a:cubicBezTo>
                <a:cubicBezTo>
                  <a:pt x="74" y="33"/>
                  <a:pt x="79" y="26"/>
                  <a:pt x="79" y="17"/>
                </a:cubicBezTo>
                <a:cubicBezTo>
                  <a:pt x="79" y="8"/>
                  <a:pt x="74" y="1"/>
                  <a:pt x="68" y="1"/>
                </a:cubicBezTo>
                <a:close/>
                <a:moveTo>
                  <a:pt x="46" y="27"/>
                </a:moveTo>
                <a:cubicBezTo>
                  <a:pt x="42" y="27"/>
                  <a:pt x="39" y="23"/>
                  <a:pt x="39" y="17"/>
                </a:cubicBezTo>
                <a:cubicBezTo>
                  <a:pt x="39" y="11"/>
                  <a:pt x="42" y="6"/>
                  <a:pt x="46" y="6"/>
                </a:cubicBezTo>
                <a:cubicBezTo>
                  <a:pt x="50" y="6"/>
                  <a:pt x="53" y="11"/>
                  <a:pt x="53" y="17"/>
                </a:cubicBezTo>
                <a:cubicBezTo>
                  <a:pt x="53" y="23"/>
                  <a:pt x="50" y="27"/>
                  <a:pt x="46" y="27"/>
                </a:cubicBezTo>
                <a:close/>
                <a:moveTo>
                  <a:pt x="68" y="28"/>
                </a:moveTo>
                <a:cubicBezTo>
                  <a:pt x="64" y="28"/>
                  <a:pt x="60" y="23"/>
                  <a:pt x="60" y="17"/>
                </a:cubicBezTo>
                <a:cubicBezTo>
                  <a:pt x="60" y="12"/>
                  <a:pt x="64" y="7"/>
                  <a:pt x="68" y="7"/>
                </a:cubicBezTo>
                <a:cubicBezTo>
                  <a:pt x="72" y="7"/>
                  <a:pt x="75" y="12"/>
                  <a:pt x="75" y="17"/>
                </a:cubicBezTo>
                <a:cubicBezTo>
                  <a:pt x="75" y="23"/>
                  <a:pt x="72" y="28"/>
                  <a:pt x="68" y="28"/>
                </a:cubicBezTo>
                <a:close/>
              </a:path>
            </a:pathLst>
          </a:custGeom>
          <a:solidFill>
            <a:srgbClr val="051564"/>
          </a:solidFill>
          <a:ln>
            <a:noFill/>
          </a:ln>
        </p:spPr>
        <p:txBody>
          <a:bodyPr/>
          <a:lstStyle/>
          <a:p>
            <a:pPr fontAlgn="auto">
              <a:spcBef>
                <a:spcPts val="0"/>
              </a:spcBef>
              <a:spcAft>
                <a:spcPts val="0"/>
              </a:spcAft>
              <a:defRPr/>
            </a:pPr>
            <a:endParaRPr lang="zh-CN" altLang="en-US">
              <a:solidFill>
                <a:schemeClr val="bg1">
                  <a:lumMod val="50000"/>
                </a:schemeClr>
              </a:solidFill>
              <a:latin typeface="+mn-lt"/>
              <a:ea typeface="+mn-ea"/>
            </a:endParaRPr>
          </a:p>
        </p:txBody>
      </p:sp>
      <p:sp>
        <p:nvSpPr>
          <p:cNvPr id="32" name="文本框 20"/>
          <p:cNvSpPr txBox="1"/>
          <p:nvPr/>
        </p:nvSpPr>
        <p:spPr>
          <a:xfrm>
            <a:off x="1936371" y="2763428"/>
            <a:ext cx="1172510"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bg1">
                    <a:lumMod val="50000"/>
                  </a:schemeClr>
                </a:solidFill>
                <a:latin typeface="+mj-ea"/>
                <a:ea typeface="+mj-ea"/>
                <a:sym typeface="宋体" panose="02010600030101010101" pitchFamily="2" charset="-122"/>
              </a:rPr>
              <a:t>添加标题</a:t>
            </a:r>
          </a:p>
        </p:txBody>
      </p:sp>
      <p:sp>
        <p:nvSpPr>
          <p:cNvPr id="33" name="矩形 47"/>
          <p:cNvSpPr>
            <a:spLocks noChangeArrowheads="1"/>
          </p:cNvSpPr>
          <p:nvPr/>
        </p:nvSpPr>
        <p:spPr bwMode="auto">
          <a:xfrm>
            <a:off x="964043" y="3251929"/>
            <a:ext cx="25065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bg1">
                    <a:lumMod val="50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bg1">
                  <a:lumMod val="50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bg1">
                    <a:lumMod val="50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bg1">
                  <a:lumMod val="50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34" name="文本框 20"/>
          <p:cNvSpPr txBox="1"/>
          <p:nvPr/>
        </p:nvSpPr>
        <p:spPr>
          <a:xfrm>
            <a:off x="9052327" y="2752277"/>
            <a:ext cx="1172510"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bg1">
                    <a:lumMod val="50000"/>
                  </a:schemeClr>
                </a:solidFill>
                <a:latin typeface="+mj-ea"/>
                <a:ea typeface="+mj-ea"/>
                <a:sym typeface="宋体" panose="02010600030101010101" pitchFamily="2" charset="-122"/>
              </a:rPr>
              <a:t>添加标题</a:t>
            </a:r>
          </a:p>
        </p:txBody>
      </p:sp>
      <p:sp>
        <p:nvSpPr>
          <p:cNvPr id="35" name="矩形 47"/>
          <p:cNvSpPr>
            <a:spLocks noChangeArrowheads="1"/>
          </p:cNvSpPr>
          <p:nvPr/>
        </p:nvSpPr>
        <p:spPr bwMode="auto">
          <a:xfrm>
            <a:off x="8773506" y="3240778"/>
            <a:ext cx="25065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spcBef>
                <a:spcPts val="0"/>
              </a:spcBef>
              <a:spcAft>
                <a:spcPts val="0"/>
              </a:spcAft>
              <a:defRPr/>
            </a:pPr>
            <a:r>
              <a:rPr lang="zh-CN" altLang="en-US" sz="1200" dirty="0">
                <a:solidFill>
                  <a:schemeClr val="bg1">
                    <a:lumMod val="50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bg1">
                  <a:lumMod val="50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fontAlgn="auto">
              <a:spcBef>
                <a:spcPts val="0"/>
              </a:spcBef>
              <a:spcAft>
                <a:spcPts val="0"/>
              </a:spcAft>
              <a:defRPr/>
            </a:pPr>
            <a:r>
              <a:rPr lang="zh-CN" altLang="en-US" sz="1200" dirty="0">
                <a:solidFill>
                  <a:schemeClr val="bg1">
                    <a:lumMod val="50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bg1">
                  <a:lumMod val="50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36" name="文本框 20"/>
          <p:cNvSpPr txBox="1"/>
          <p:nvPr/>
        </p:nvSpPr>
        <p:spPr>
          <a:xfrm>
            <a:off x="1936371" y="5143738"/>
            <a:ext cx="1172510"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bg1">
                    <a:lumMod val="50000"/>
                  </a:schemeClr>
                </a:solidFill>
                <a:latin typeface="+mj-ea"/>
                <a:ea typeface="+mj-ea"/>
                <a:sym typeface="宋体" panose="02010600030101010101" pitchFamily="2" charset="-122"/>
              </a:rPr>
              <a:t>添加标题</a:t>
            </a:r>
          </a:p>
        </p:txBody>
      </p:sp>
      <p:sp>
        <p:nvSpPr>
          <p:cNvPr id="37" name="矩形 47"/>
          <p:cNvSpPr>
            <a:spLocks noChangeArrowheads="1"/>
          </p:cNvSpPr>
          <p:nvPr/>
        </p:nvSpPr>
        <p:spPr bwMode="auto">
          <a:xfrm>
            <a:off x="964043" y="5632239"/>
            <a:ext cx="25065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spcBef>
                <a:spcPts val="0"/>
              </a:spcBef>
              <a:spcAft>
                <a:spcPts val="0"/>
              </a:spcAft>
              <a:defRPr/>
            </a:pPr>
            <a:r>
              <a:rPr lang="zh-CN" altLang="en-US" sz="1200" dirty="0">
                <a:solidFill>
                  <a:schemeClr val="bg1">
                    <a:lumMod val="50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bg1">
                  <a:lumMod val="50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algn="ctr" fontAlgn="auto">
              <a:spcBef>
                <a:spcPts val="0"/>
              </a:spcBef>
              <a:spcAft>
                <a:spcPts val="0"/>
              </a:spcAft>
              <a:defRPr/>
            </a:pPr>
            <a:r>
              <a:rPr lang="zh-CN" altLang="en-US" sz="1200" dirty="0">
                <a:solidFill>
                  <a:schemeClr val="bg1">
                    <a:lumMod val="50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bg1">
                  <a:lumMod val="50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sp>
        <p:nvSpPr>
          <p:cNvPr id="38" name="文本框 20"/>
          <p:cNvSpPr txBox="1"/>
          <p:nvPr/>
        </p:nvSpPr>
        <p:spPr>
          <a:xfrm>
            <a:off x="9052327" y="5166041"/>
            <a:ext cx="1172510" cy="381071"/>
          </a:xfrm>
          <a:prstGeom prst="rect">
            <a:avLst/>
          </a:prstGeom>
          <a:noFill/>
        </p:spPr>
        <p:txBody>
          <a:bodyPr wrap="none" lIns="72585" tIns="36293" rIns="72585" bIns="36293">
            <a:spAutoFit/>
          </a:bodyPr>
          <a:lstStyle/>
          <a:p>
            <a:pPr algn="ctr" fontAlgn="auto">
              <a:spcBef>
                <a:spcPts val="0"/>
              </a:spcBef>
              <a:spcAft>
                <a:spcPts val="0"/>
              </a:spcAft>
              <a:defRPr/>
            </a:pPr>
            <a:r>
              <a:rPr lang="zh-CN" altLang="en-US" sz="2000" dirty="0">
                <a:solidFill>
                  <a:schemeClr val="bg1">
                    <a:lumMod val="50000"/>
                  </a:schemeClr>
                </a:solidFill>
                <a:latin typeface="+mj-ea"/>
                <a:ea typeface="+mj-ea"/>
                <a:sym typeface="宋体" panose="02010600030101010101" pitchFamily="2" charset="-122"/>
              </a:rPr>
              <a:t>添加标题</a:t>
            </a:r>
          </a:p>
        </p:txBody>
      </p:sp>
      <p:sp>
        <p:nvSpPr>
          <p:cNvPr id="39" name="矩形 47"/>
          <p:cNvSpPr>
            <a:spLocks noChangeArrowheads="1"/>
          </p:cNvSpPr>
          <p:nvPr/>
        </p:nvSpPr>
        <p:spPr bwMode="auto">
          <a:xfrm>
            <a:off x="8773506" y="5654542"/>
            <a:ext cx="25065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spcBef>
                <a:spcPts val="0"/>
              </a:spcBef>
              <a:spcAft>
                <a:spcPts val="0"/>
              </a:spcAft>
              <a:defRPr/>
            </a:pPr>
            <a:r>
              <a:rPr lang="zh-CN" altLang="en-US" sz="1200" dirty="0">
                <a:solidFill>
                  <a:schemeClr val="bg1">
                    <a:lumMod val="50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点击这里更改文字内容</a:t>
            </a:r>
            <a:endParaRPr lang="en-US" altLang="zh-CN" sz="1200" dirty="0">
              <a:solidFill>
                <a:schemeClr val="bg1">
                  <a:lumMod val="50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a:p>
            <a:pPr fontAlgn="auto">
              <a:spcBef>
                <a:spcPts val="0"/>
              </a:spcBef>
              <a:spcAft>
                <a:spcPts val="0"/>
              </a:spcAft>
              <a:defRPr/>
            </a:pPr>
            <a:r>
              <a:rPr lang="zh-CN" altLang="en-US" sz="1200" dirty="0">
                <a:solidFill>
                  <a:schemeClr val="bg1">
                    <a:lumMod val="50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rPr>
              <a:t>以上文字没有实际意义</a:t>
            </a:r>
            <a:endParaRPr lang="en-US" altLang="zh-CN" sz="1200" dirty="0">
              <a:solidFill>
                <a:schemeClr val="bg1">
                  <a:lumMod val="50000"/>
                </a:schemeClr>
              </a:solidFill>
              <a:latin typeface="微软雅黑" panose="020B0503020204020204" pitchFamily="34" charset="-122"/>
              <a:ea typeface="微软雅黑" panose="020B0503020204020204" pitchFamily="34" charset="-122"/>
              <a:cs typeface="Arial Unicode MS" panose="020B0604020202020204" pitchFamily="34" charset="-122"/>
              <a:sym typeface="Calibri" panose="020F0502020204030204" pitchFamily="34" charset="0"/>
            </a:endParaRPr>
          </a:p>
        </p:txBody>
      </p:sp>
      <p:cxnSp>
        <p:nvCxnSpPr>
          <p:cNvPr id="40" name="直接连接符 39"/>
          <p:cNvCxnSpPr/>
          <p:nvPr/>
        </p:nvCxnSpPr>
        <p:spPr>
          <a:xfrm>
            <a:off x="1293541" y="3967474"/>
            <a:ext cx="964580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cxnSpLocks/>
          </p:cNvCxnSpPr>
          <p:nvPr/>
        </p:nvCxnSpPr>
        <p:spPr>
          <a:xfrm>
            <a:off x="5988205" y="1684072"/>
            <a:ext cx="0" cy="429322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3290940"/>
      </p:ext>
    </p:extLst>
  </p:cSld>
  <p:clrMapOvr>
    <a:masterClrMapping/>
  </p:clrMapOvr>
  <p:transition spd="slow" advTm="100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sp>
        <p:nvSpPr>
          <p:cNvPr id="22" name="TextBox 48"/>
          <p:cNvSpPr txBox="1"/>
          <p:nvPr/>
        </p:nvSpPr>
        <p:spPr>
          <a:xfrm>
            <a:off x="7176321" y="1771347"/>
            <a:ext cx="3767451" cy="4384719"/>
          </a:xfrm>
          <a:prstGeom prst="rect">
            <a:avLst/>
          </a:prstGeom>
          <a:noFill/>
        </p:spPr>
        <p:txBody>
          <a:bodyPr wrap="square" lIns="0" tIns="0" rIns="91420" bIns="0" numCol="1" spcCol="274258" rtlCol="0">
            <a:noAutofit/>
          </a:bodyPr>
          <a:lstStyle/>
          <a:p>
            <a:pPr algn="just"/>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Calibri"/>
              </a:rPr>
              <a:t>此处添加详细文本描述，建议与标题相关并符合整体语言风格，语言描述尽量简洁生动。尽量将每页幻灯片的字数控制在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Calibri"/>
              </a:rPr>
              <a:t>200</a:t>
            </a: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Calibri"/>
              </a:rPr>
              <a:t>字以内，据统计每页幻灯片的最好控制在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Calibri"/>
              </a:rPr>
              <a:t>5</a:t>
            </a: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Calibri"/>
              </a:rPr>
              <a:t>分钟之内。此处添加详细文本描述，建议与标题相关并符合整体语言风格，语言描述尽量简洁生动。此处添加详细文本描述，建议与标题相关并符合整体语言风格，语言描述尽量简洁生动。尽量将每页幻灯片的字数控制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Calibri"/>
              </a:rPr>
              <a:t>200</a:t>
            </a: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Calibri"/>
              </a:rPr>
              <a:t>字以内，据统计每页幻灯片的最好控制在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Calibri"/>
              </a:rPr>
              <a:t>5</a:t>
            </a: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Calibri"/>
              </a:rPr>
              <a:t>分钟之内。此处添加详细文本描述，建议与标题相关并符合整体语言风格，语言描述尽量简洁生动。</a:t>
            </a:r>
            <a:endParaRPr lang="en-US" altLang="zh-CN" sz="1600" dirty="0">
              <a:solidFill>
                <a:schemeClr val="bg1">
                  <a:lumMod val="50000"/>
                </a:schemeClr>
              </a:solidFill>
              <a:latin typeface="微软雅黑" panose="020B0503020204020204" pitchFamily="34" charset="-122"/>
              <a:ea typeface="微软雅黑" panose="020B0503020204020204" pitchFamily="34" charset="-122"/>
              <a:cs typeface="Calibri"/>
            </a:endParaRPr>
          </a:p>
          <a:p>
            <a:pPr algn="just"/>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Calibri"/>
              </a:rPr>
              <a:t>此处添加详细文本描述，建议与标题相关并符合整体语言风格，语言描述尽量简洁生动。尽量将每页幻灯片的字数控制在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Calibri"/>
              </a:rPr>
              <a:t>200</a:t>
            </a: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Calibri"/>
              </a:rPr>
              <a:t>字以内，据统计每页幻灯片的最好控制在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Calibri"/>
              </a:rPr>
              <a:t>5</a:t>
            </a: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Calibri"/>
              </a:rPr>
              <a:t>分钟之内。</a:t>
            </a:r>
            <a:endParaRPr lang="en-US" altLang="zh-CN" sz="1600" dirty="0">
              <a:solidFill>
                <a:schemeClr val="bg1">
                  <a:lumMod val="50000"/>
                </a:schemeClr>
              </a:solidFill>
              <a:latin typeface="微软雅黑" panose="020B0503020204020204" pitchFamily="34" charset="-122"/>
              <a:ea typeface="微软雅黑" panose="020B0503020204020204" pitchFamily="34" charset="-122"/>
              <a:cs typeface="Calibri"/>
            </a:endParaRPr>
          </a:p>
        </p:txBody>
      </p:sp>
      <p:sp>
        <p:nvSpPr>
          <p:cNvPr id="23" name="Rectangle 3"/>
          <p:cNvSpPr/>
          <p:nvPr/>
        </p:nvSpPr>
        <p:spPr>
          <a:xfrm>
            <a:off x="1229403" y="5281458"/>
            <a:ext cx="5212200" cy="1133576"/>
          </a:xfrm>
          <a:prstGeom prst="rect">
            <a:avLst/>
          </a:prstGeom>
          <a:solidFill>
            <a:srgbClr val="0824AA"/>
          </a:solidFill>
          <a:ln>
            <a:noFill/>
          </a:ln>
          <a:effectLst/>
        </p:spPr>
        <p:style>
          <a:lnRef idx="1">
            <a:schemeClr val="accent1"/>
          </a:lnRef>
          <a:fillRef idx="3">
            <a:schemeClr val="accent1"/>
          </a:fillRef>
          <a:effectRef idx="2">
            <a:schemeClr val="accent1"/>
          </a:effectRef>
          <a:fontRef idx="minor">
            <a:schemeClr val="lt1"/>
          </a:fontRef>
        </p:style>
        <p:txBody>
          <a:bodyPr lIns="91420" tIns="45709" rIns="91420" bIns="45709" rtlCol="0" anchor="ctr"/>
          <a:lstStyle/>
          <a:p>
            <a:pPr algn="ctr"/>
            <a:endParaRPr lang="en-US">
              <a:latin typeface="+mn-ea"/>
            </a:endParaRPr>
          </a:p>
        </p:txBody>
      </p:sp>
      <p:sp>
        <p:nvSpPr>
          <p:cNvPr id="26" name="Subtitle 2"/>
          <p:cNvSpPr txBox="1"/>
          <p:nvPr/>
        </p:nvSpPr>
        <p:spPr>
          <a:xfrm>
            <a:off x="1742903" y="5483503"/>
            <a:ext cx="4185200" cy="1364318"/>
          </a:xfrm>
          <a:prstGeom prst="rect">
            <a:avLst/>
          </a:prstGeom>
        </p:spPr>
        <p:txBody>
          <a:bodyPr vert="horz" lIns="91420" tIns="45709" rIns="91420" bIns="45709"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lnSpc>
                <a:spcPct val="120000"/>
              </a:lnSpc>
              <a:buNone/>
            </a:pPr>
            <a:r>
              <a:rPr lang="zh-CN" altLang="en-US" sz="1800" dirty="0">
                <a:solidFill>
                  <a:schemeClr val="bg1"/>
                </a:solidFill>
                <a:latin typeface="微软雅黑" pitchFamily="34" charset="-122"/>
                <a:ea typeface="微软雅黑" pitchFamily="34" charset="-122"/>
              </a:rPr>
              <a:t>详写内容</a:t>
            </a:r>
            <a:r>
              <a:rPr lang="en-US" altLang="zh-CN" sz="1800" dirty="0">
                <a:solidFill>
                  <a:schemeClr val="bg1"/>
                </a:solidFill>
                <a:latin typeface="微软雅黑" pitchFamily="34" charset="-122"/>
                <a:ea typeface="微软雅黑" pitchFamily="34" charset="-122"/>
              </a:rPr>
              <a:t>……</a:t>
            </a:r>
            <a:r>
              <a:rPr lang="zh-CN" altLang="en-US" sz="1800" dirty="0">
                <a:solidFill>
                  <a:schemeClr val="bg1"/>
                </a:solidFill>
                <a:latin typeface="微软雅黑" pitchFamily="34" charset="-122"/>
                <a:ea typeface="微软雅黑" pitchFamily="34" charset="-122"/>
              </a:rPr>
              <a:t>点击输入本栏的具体文字，此为具体内容酌情修改。</a:t>
            </a:r>
            <a:endParaRPr lang="en-US" altLang="zh-CN" sz="1800" dirty="0">
              <a:solidFill>
                <a:schemeClr val="bg1"/>
              </a:solidFill>
              <a:latin typeface="微软雅黑" pitchFamily="34" charset="-122"/>
              <a:ea typeface="微软雅黑" pitchFamily="34" charset="-122"/>
            </a:endParaRPr>
          </a:p>
        </p:txBody>
      </p:sp>
      <p:pic>
        <p:nvPicPr>
          <p:cNvPr id="28" name="Picture 27" descr="122-吉林大学-img6.jpg"/>
          <p:cNvPicPr>
            <a:picLocks noChangeAspect="1"/>
          </p:cNvPicPr>
          <p:nvPr/>
        </p:nvPicPr>
        <p:blipFill>
          <a:blip r:embed="rId4"/>
          <a:stretch>
            <a:fillRect/>
          </a:stretch>
        </p:blipFill>
        <p:spPr>
          <a:xfrm>
            <a:off x="1229403" y="1731589"/>
            <a:ext cx="5257699" cy="3286061"/>
          </a:xfrm>
          <a:prstGeom prst="rect">
            <a:avLst/>
          </a:prstGeom>
        </p:spPr>
      </p:pic>
    </p:spTree>
    <p:extLst>
      <p:ext uri="{BB962C8B-B14F-4D97-AF65-F5344CB8AC3E}">
        <p14:creationId xmlns:p14="http://schemas.microsoft.com/office/powerpoint/2010/main" val="1347658106"/>
      </p:ext>
    </p:extLst>
  </p:cSld>
  <p:clrMapOvr>
    <a:masterClrMapping/>
  </p:clrMapOvr>
  <p:transition spd="slow" advTm="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grpId="0" nodeType="after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anim calcmode="lin" valueType="num">
                                      <p:cBhvr>
                                        <p:cTn id="14" dur="500" fill="hold"/>
                                        <p:tgtEl>
                                          <p:spTgt spid="23"/>
                                        </p:tgtEl>
                                        <p:attrNameLst>
                                          <p:attrName>ppt_x</p:attrName>
                                        </p:attrNameLst>
                                      </p:cBhvr>
                                      <p:tavLst>
                                        <p:tav tm="0">
                                          <p:val>
                                            <p:strVal val="#ppt_x"/>
                                          </p:val>
                                        </p:tav>
                                        <p:tav tm="100000">
                                          <p:val>
                                            <p:strVal val="#ppt_x"/>
                                          </p:val>
                                        </p:tav>
                                      </p:tavLst>
                                    </p:anim>
                                    <p:anim calcmode="lin" valueType="num">
                                      <p:cBhvr>
                                        <p:cTn id="15" dur="500" fill="hold"/>
                                        <p:tgtEl>
                                          <p:spTgt spid="23"/>
                                        </p:tgtEl>
                                        <p:attrNameLst>
                                          <p:attrName>ppt_y</p:attrName>
                                        </p:attrNameLst>
                                      </p:cBhvr>
                                      <p:tavLst>
                                        <p:tav tm="0">
                                          <p:val>
                                            <p:strVal val="#ppt_y+.1"/>
                                          </p:val>
                                        </p:tav>
                                        <p:tav tm="100000">
                                          <p:val>
                                            <p:strVal val="#ppt_y"/>
                                          </p:val>
                                        </p:tav>
                                      </p:tavLst>
                                    </p:anim>
                                  </p:childTnLst>
                                </p:cTn>
                              </p:par>
                            </p:childTnLst>
                          </p:cTn>
                        </p:par>
                        <p:par>
                          <p:cTn id="16" fill="hold">
                            <p:stCondLst>
                              <p:cond delay="1250"/>
                            </p:stCondLst>
                            <p:childTnLst>
                              <p:par>
                                <p:cTn id="17" presetID="42"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1750"/>
                            </p:stCondLst>
                            <p:childTnLst>
                              <p:par>
                                <p:cTn id="23" presetID="42" presetClass="entr" presetSubtype="0"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anim calcmode="lin" valueType="num">
                                      <p:cBhvr>
                                        <p:cTn id="26" dur="500" fill="hold"/>
                                        <p:tgtEl>
                                          <p:spTgt spid="22"/>
                                        </p:tgtEl>
                                        <p:attrNameLst>
                                          <p:attrName>ppt_x</p:attrName>
                                        </p:attrNameLst>
                                      </p:cBhvr>
                                      <p:tavLst>
                                        <p:tav tm="0">
                                          <p:val>
                                            <p:strVal val="#ppt_x"/>
                                          </p:val>
                                        </p:tav>
                                        <p:tav tm="100000">
                                          <p:val>
                                            <p:strVal val="#ppt_x"/>
                                          </p:val>
                                        </p:tav>
                                      </p:tavLst>
                                    </p:anim>
                                    <p:anim calcmode="lin" valueType="num">
                                      <p:cBhvr>
                                        <p:cTn id="27"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animBg="1"/>
      <p:bldP spid="2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sp>
        <p:nvSpPr>
          <p:cNvPr id="22" name="矩形 13"/>
          <p:cNvSpPr>
            <a:spLocks noChangeArrowheads="1"/>
          </p:cNvSpPr>
          <p:nvPr/>
        </p:nvSpPr>
        <p:spPr bwMode="auto">
          <a:xfrm>
            <a:off x="1510670" y="2868766"/>
            <a:ext cx="45434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1400">
                <a:solidFill>
                  <a:schemeClr val="bg1">
                    <a:lumMod val="50000"/>
                  </a:schemeClr>
                </a:solidFill>
              </a:rPr>
              <a:t>Vestibulum ante ipsum primis in faucibus orci luctus et ultrices posuere cubilia CuraeVestibulum ante ipsum primis in faucibus orci luctus et ultrices posuere cubilia Curae</a:t>
            </a:r>
          </a:p>
          <a:p>
            <a:pPr eaLnBrk="1" hangingPunct="1"/>
            <a:r>
              <a:rPr lang="zh-CN" altLang="en-US" sz="1400">
                <a:solidFill>
                  <a:schemeClr val="bg1">
                    <a:lumMod val="50000"/>
                  </a:schemeClr>
                </a:solidFill>
              </a:rPr>
              <a:t>Vestibulum ante ipsum primis in faucibus orci luctus et ultrices posuere cubilia Curae</a:t>
            </a:r>
          </a:p>
          <a:p>
            <a:pPr eaLnBrk="1" hangingPunct="1"/>
            <a:endParaRPr lang="zh-CN" altLang="en-US" sz="1400">
              <a:solidFill>
                <a:schemeClr val="bg1">
                  <a:lumMod val="50000"/>
                </a:schemeClr>
              </a:solidFill>
            </a:endParaRPr>
          </a:p>
        </p:txBody>
      </p:sp>
      <p:sp>
        <p:nvSpPr>
          <p:cNvPr id="23" name="矩形 14"/>
          <p:cNvSpPr>
            <a:spLocks noChangeArrowheads="1"/>
          </p:cNvSpPr>
          <p:nvPr/>
        </p:nvSpPr>
        <p:spPr bwMode="auto">
          <a:xfrm>
            <a:off x="1523370" y="2595716"/>
            <a:ext cx="18097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a:solidFill>
                  <a:schemeClr val="bg1">
                    <a:lumMod val="50000"/>
                  </a:schemeClr>
                </a:solidFill>
              </a:rPr>
              <a:t>ADD YOUR TEXT</a:t>
            </a:r>
          </a:p>
        </p:txBody>
      </p:sp>
      <p:sp>
        <p:nvSpPr>
          <p:cNvPr id="24" name="矩形 15"/>
          <p:cNvSpPr>
            <a:spLocks noChangeArrowheads="1"/>
          </p:cNvSpPr>
          <p:nvPr/>
        </p:nvSpPr>
        <p:spPr bwMode="auto">
          <a:xfrm>
            <a:off x="1510670" y="4837266"/>
            <a:ext cx="45434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1400">
                <a:solidFill>
                  <a:schemeClr val="bg1">
                    <a:lumMod val="50000"/>
                  </a:schemeClr>
                </a:solidFill>
              </a:rPr>
              <a:t>Vestibulum ante ipsum primis in faucibus orci luctus et ultrices posuere cubilia CuraeVestibulum ante ipsum primis in faucibus orci luctus et ultrices posuere cubilia Curae</a:t>
            </a:r>
          </a:p>
          <a:p>
            <a:pPr eaLnBrk="1" hangingPunct="1"/>
            <a:r>
              <a:rPr lang="zh-CN" altLang="en-US" sz="1400">
                <a:solidFill>
                  <a:schemeClr val="bg1">
                    <a:lumMod val="50000"/>
                  </a:schemeClr>
                </a:solidFill>
              </a:rPr>
              <a:t>Vestibulum ante ipsum primis in faucibus orci luctus et ultrices posuere cubilia Curae</a:t>
            </a:r>
          </a:p>
          <a:p>
            <a:pPr eaLnBrk="1" hangingPunct="1"/>
            <a:endParaRPr lang="zh-CN" altLang="en-US" sz="1400">
              <a:solidFill>
                <a:schemeClr val="bg1">
                  <a:lumMod val="50000"/>
                </a:schemeClr>
              </a:solidFill>
            </a:endParaRPr>
          </a:p>
        </p:txBody>
      </p:sp>
      <p:sp>
        <p:nvSpPr>
          <p:cNvPr id="26" name="矩形 16"/>
          <p:cNvSpPr>
            <a:spLocks noChangeArrowheads="1"/>
          </p:cNvSpPr>
          <p:nvPr/>
        </p:nvSpPr>
        <p:spPr bwMode="auto">
          <a:xfrm>
            <a:off x="1523370" y="4564216"/>
            <a:ext cx="18097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a:solidFill>
                  <a:schemeClr val="bg1">
                    <a:lumMod val="50000"/>
                  </a:schemeClr>
                </a:solidFill>
              </a:rPr>
              <a:t>ADD YOUR TEXT</a:t>
            </a:r>
          </a:p>
        </p:txBody>
      </p:sp>
      <p:sp>
        <p:nvSpPr>
          <p:cNvPr id="27" name="椭圆 26"/>
          <p:cNvSpPr/>
          <p:nvPr/>
        </p:nvSpPr>
        <p:spPr>
          <a:xfrm>
            <a:off x="1136020" y="2648103"/>
            <a:ext cx="398463" cy="398463"/>
          </a:xfrm>
          <a:prstGeom prst="ellipse">
            <a:avLst/>
          </a:prstGeom>
          <a:solidFill>
            <a:srgbClr val="0515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lumMod val="50000"/>
                </a:schemeClr>
              </a:solidFill>
            </a:endParaRPr>
          </a:p>
        </p:txBody>
      </p:sp>
      <p:sp>
        <p:nvSpPr>
          <p:cNvPr id="28" name="椭圆 27"/>
          <p:cNvSpPr/>
          <p:nvPr/>
        </p:nvSpPr>
        <p:spPr>
          <a:xfrm>
            <a:off x="1136020" y="4640416"/>
            <a:ext cx="398463" cy="400050"/>
          </a:xfrm>
          <a:prstGeom prst="ellipse">
            <a:avLst/>
          </a:prstGeom>
          <a:solidFill>
            <a:srgbClr val="0515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lumMod val="50000"/>
                </a:schemeClr>
              </a:solidFill>
            </a:endParaRPr>
          </a:p>
        </p:txBody>
      </p:sp>
      <p:grpSp>
        <p:nvGrpSpPr>
          <p:cNvPr id="29" name="组合 28"/>
          <p:cNvGrpSpPr/>
          <p:nvPr/>
        </p:nvGrpSpPr>
        <p:grpSpPr>
          <a:xfrm>
            <a:off x="6586587" y="4527392"/>
            <a:ext cx="4357184" cy="2035473"/>
            <a:chOff x="8680943" y="4528241"/>
            <a:chExt cx="3175594" cy="1893085"/>
          </a:xfrm>
        </p:grpSpPr>
        <p:grpSp>
          <p:nvGrpSpPr>
            <p:cNvPr id="30" name="Group 53"/>
            <p:cNvGrpSpPr/>
            <p:nvPr/>
          </p:nvGrpSpPr>
          <p:grpSpPr>
            <a:xfrm>
              <a:off x="8680943" y="4528241"/>
              <a:ext cx="3175594" cy="1385470"/>
              <a:chOff x="6457730" y="1425969"/>
              <a:chExt cx="2203603" cy="961403"/>
            </a:xfrm>
          </p:grpSpPr>
          <p:sp>
            <p:nvSpPr>
              <p:cNvPr id="36" name="圆角矩形 32"/>
              <p:cNvSpPr/>
              <p:nvPr/>
            </p:nvSpPr>
            <p:spPr>
              <a:xfrm>
                <a:off x="6457730" y="1425969"/>
                <a:ext cx="2203603" cy="835440"/>
              </a:xfrm>
              <a:prstGeom prst="roundRect">
                <a:avLst>
                  <a:gd name="adj" fmla="val 5669"/>
                </a:avLst>
              </a:prstGeom>
              <a:solidFill>
                <a:srgbClr val="082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chemeClr val="bg1"/>
                  </a:solidFill>
                  <a:latin typeface="微软雅黑" pitchFamily="34" charset="-122"/>
                  <a:ea typeface="微软雅黑" pitchFamily="34" charset="-122"/>
                </a:endParaRPr>
              </a:p>
            </p:txBody>
          </p:sp>
          <p:sp>
            <p:nvSpPr>
              <p:cNvPr id="37" name="等腰三角形 33"/>
              <p:cNvSpPr/>
              <p:nvPr/>
            </p:nvSpPr>
            <p:spPr>
              <a:xfrm flipV="1">
                <a:off x="7438836" y="2261409"/>
                <a:ext cx="241391" cy="125963"/>
              </a:xfrm>
              <a:prstGeom prst="triangle">
                <a:avLst/>
              </a:prstGeom>
              <a:solidFill>
                <a:srgbClr val="082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chemeClr val="bg1"/>
                  </a:solidFill>
                  <a:latin typeface="微软雅黑" pitchFamily="34" charset="-122"/>
                  <a:ea typeface="微软雅黑" pitchFamily="34" charset="-122"/>
                </a:endParaRPr>
              </a:p>
            </p:txBody>
          </p:sp>
        </p:grpSp>
        <p:grpSp>
          <p:nvGrpSpPr>
            <p:cNvPr id="31" name="组合 2"/>
            <p:cNvGrpSpPr/>
            <p:nvPr/>
          </p:nvGrpSpPr>
          <p:grpSpPr>
            <a:xfrm>
              <a:off x="8758313" y="4652087"/>
              <a:ext cx="3087646" cy="1262588"/>
              <a:chOff x="429718" y="3741111"/>
              <a:chExt cx="2142574" cy="876136"/>
            </a:xfrm>
          </p:grpSpPr>
          <p:sp>
            <p:nvSpPr>
              <p:cNvPr id="34" name="TextBox 24"/>
              <p:cNvSpPr txBox="1"/>
              <p:nvPr/>
            </p:nvSpPr>
            <p:spPr>
              <a:xfrm>
                <a:off x="459036" y="3741111"/>
                <a:ext cx="1409574" cy="320358"/>
              </a:xfrm>
              <a:prstGeom prst="rect">
                <a:avLst/>
              </a:prstGeom>
              <a:noFill/>
            </p:spPr>
            <p:txBody>
              <a:bodyPr wrap="none" rtlCol="0">
                <a:spAutoFit/>
              </a:bodyPr>
              <a:lstStyle>
                <a:defPPr>
                  <a:defRPr lang="zh-CN"/>
                </a:defPPr>
                <a:lvl1pPr>
                  <a:defRPr sz="1400">
                    <a:solidFill>
                      <a:srgbClr val="0070C0"/>
                    </a:solidFill>
                    <a:latin typeface="微软雅黑" panose="020B0503020204020204" pitchFamily="34" charset="-122"/>
                    <a:ea typeface="微软雅黑" panose="020B0503020204020204" pitchFamily="34" charset="-122"/>
                  </a:defRPr>
                </a:lvl1pPr>
              </a:lstStyle>
              <a:p>
                <a:pPr algn="l">
                  <a:defRPr/>
                </a:pPr>
                <a:r>
                  <a:rPr lang="zh-CN" altLang="en-US" sz="2400" dirty="0">
                    <a:solidFill>
                      <a:schemeClr val="bg1"/>
                    </a:solidFill>
                  </a:rPr>
                  <a:t>点击添加标题</a:t>
                </a:r>
                <a:endParaRPr lang="en-US" altLang="zh-CN" sz="2400" dirty="0">
                  <a:solidFill>
                    <a:schemeClr val="bg1"/>
                  </a:solidFill>
                </a:endParaRPr>
              </a:p>
            </p:txBody>
          </p:sp>
          <p:sp>
            <p:nvSpPr>
              <p:cNvPr id="35" name="矩形 95"/>
              <p:cNvSpPr/>
              <p:nvPr/>
            </p:nvSpPr>
            <p:spPr>
              <a:xfrm>
                <a:off x="429718" y="4041938"/>
                <a:ext cx="2142574" cy="575309"/>
              </a:xfrm>
              <a:prstGeom prst="rect">
                <a:avLst/>
              </a:prstGeom>
            </p:spPr>
            <p:txBody>
              <a:bodyPr wrap="square">
                <a:spAutoFit/>
              </a:bodyPr>
              <a:lstStyle/>
              <a:p>
                <a:pPr algn="just">
                  <a:lnSpc>
                    <a:spcPct val="114000"/>
                  </a:lnSpc>
                </a:pPr>
                <a:r>
                  <a:rPr lang="zh-CN" altLang="en-US" sz="1400" dirty="0">
                    <a:solidFill>
                      <a:schemeClr val="bg1"/>
                    </a:solidFill>
                    <a:latin typeface="微软雅黑" pitchFamily="34" charset="-122"/>
                    <a:ea typeface="微软雅黑" pitchFamily="34" charset="-122"/>
                  </a:rPr>
                  <a:t>轻点此处输入文字内容，</a:t>
                </a:r>
                <a:r>
                  <a:rPr lang="en-US" altLang="zh-CN" sz="1400" dirty="0">
                    <a:solidFill>
                      <a:schemeClr val="bg1"/>
                    </a:solidFill>
                    <a:latin typeface="微软雅黑" pitchFamily="34" charset="-122"/>
                    <a:ea typeface="微软雅黑" pitchFamily="34" charset="-122"/>
                  </a:rPr>
                  <a:t>PPT</a:t>
                </a:r>
                <a:r>
                  <a:rPr lang="zh-CN" altLang="en-US" sz="1400" dirty="0">
                    <a:solidFill>
                      <a:schemeClr val="bg1"/>
                    </a:solidFill>
                    <a:latin typeface="微软雅黑" pitchFamily="34" charset="-122"/>
                    <a:ea typeface="微软雅黑" pitchFamily="34" charset="-122"/>
                  </a:rPr>
                  <a:t>模板所有文字图片都可编辑，数据图表都可以修改颜色大小形状</a:t>
                </a:r>
              </a:p>
            </p:txBody>
          </p:sp>
        </p:grpSp>
        <p:sp>
          <p:nvSpPr>
            <p:cNvPr id="32" name="文本框 12"/>
            <p:cNvSpPr txBox="1"/>
            <p:nvPr/>
          </p:nvSpPr>
          <p:spPr>
            <a:xfrm>
              <a:off x="9175946" y="6021216"/>
              <a:ext cx="2533454" cy="400110"/>
            </a:xfrm>
            <a:prstGeom prst="rect">
              <a:avLst/>
            </a:prstGeom>
            <a:noFill/>
          </p:spPr>
          <p:txBody>
            <a:bodyPr wrap="square" rtlCol="0">
              <a:spAutoFit/>
            </a:bodyPr>
            <a:lstStyle/>
            <a:p>
              <a:pPr algn="ctr"/>
              <a:r>
                <a:rPr lang="zh-CN" altLang="en-US" sz="2000" dirty="0">
                  <a:solidFill>
                    <a:schemeClr val="bg1">
                      <a:lumMod val="50000"/>
                    </a:schemeClr>
                  </a:solidFill>
                  <a:latin typeface="微软雅黑" pitchFamily="34" charset="-122"/>
                  <a:ea typeface="微软雅黑" pitchFamily="34" charset="-122"/>
                </a:rPr>
                <a:t>点击输入文字说明</a:t>
              </a:r>
              <a:endParaRPr lang="en-US" altLang="zh-CN" sz="2000" dirty="0">
                <a:solidFill>
                  <a:schemeClr val="bg1">
                    <a:lumMod val="50000"/>
                  </a:schemeClr>
                </a:solidFill>
                <a:latin typeface="微软雅黑" pitchFamily="34" charset="-122"/>
                <a:ea typeface="微软雅黑" pitchFamily="34" charset="-122"/>
              </a:endParaRPr>
            </a:p>
          </p:txBody>
        </p:sp>
      </p:grpSp>
      <p:pic>
        <p:nvPicPr>
          <p:cNvPr id="51" name="Picture 50" descr="122-吉林大学-img5.jpg"/>
          <p:cNvPicPr>
            <a:picLocks noChangeAspect="1"/>
          </p:cNvPicPr>
          <p:nvPr/>
        </p:nvPicPr>
        <p:blipFill>
          <a:blip r:embed="rId4"/>
          <a:stretch>
            <a:fillRect/>
          </a:stretch>
        </p:blipFill>
        <p:spPr>
          <a:xfrm>
            <a:off x="6577267" y="1631704"/>
            <a:ext cx="4375824" cy="2734889"/>
          </a:xfrm>
          <a:prstGeom prst="rect">
            <a:avLst/>
          </a:prstGeom>
        </p:spPr>
      </p:pic>
    </p:spTree>
    <p:extLst>
      <p:ext uri="{BB962C8B-B14F-4D97-AF65-F5344CB8AC3E}">
        <p14:creationId xmlns:p14="http://schemas.microsoft.com/office/powerpoint/2010/main" val="4152667250"/>
      </p:ext>
    </p:extLst>
  </p:cSld>
  <p:clrMapOvr>
    <a:masterClrMapping/>
  </p:clrMapOvr>
  <p:transition spd="slow" advTm="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grpId="0"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250"/>
                                        <p:tgtEl>
                                          <p:spTgt spid="22"/>
                                        </p:tgtEl>
                                      </p:cBhvr>
                                    </p:animEffect>
                                    <p:anim calcmode="lin" valueType="num">
                                      <p:cBhvr>
                                        <p:cTn id="14" dur="250" fill="hold"/>
                                        <p:tgtEl>
                                          <p:spTgt spid="22"/>
                                        </p:tgtEl>
                                        <p:attrNameLst>
                                          <p:attrName>ppt_x</p:attrName>
                                        </p:attrNameLst>
                                      </p:cBhvr>
                                      <p:tavLst>
                                        <p:tav tm="0">
                                          <p:val>
                                            <p:strVal val="#ppt_x"/>
                                          </p:val>
                                        </p:tav>
                                        <p:tav tm="100000">
                                          <p:val>
                                            <p:strVal val="#ppt_x"/>
                                          </p:val>
                                        </p:tav>
                                      </p:tavLst>
                                    </p:anim>
                                    <p:anim calcmode="lin" valueType="num">
                                      <p:cBhvr>
                                        <p:cTn id="15" dur="250" fill="hold"/>
                                        <p:tgtEl>
                                          <p:spTgt spid="22"/>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250"/>
                                        <p:tgtEl>
                                          <p:spTgt spid="23"/>
                                        </p:tgtEl>
                                      </p:cBhvr>
                                    </p:animEffect>
                                    <p:anim calcmode="lin" valueType="num">
                                      <p:cBhvr>
                                        <p:cTn id="20" dur="250" fill="hold"/>
                                        <p:tgtEl>
                                          <p:spTgt spid="23"/>
                                        </p:tgtEl>
                                        <p:attrNameLst>
                                          <p:attrName>ppt_x</p:attrName>
                                        </p:attrNameLst>
                                      </p:cBhvr>
                                      <p:tavLst>
                                        <p:tav tm="0">
                                          <p:val>
                                            <p:strVal val="#ppt_x"/>
                                          </p:val>
                                        </p:tav>
                                        <p:tav tm="100000">
                                          <p:val>
                                            <p:strVal val="#ppt_x"/>
                                          </p:val>
                                        </p:tav>
                                      </p:tavLst>
                                    </p:anim>
                                    <p:anim calcmode="lin" valueType="num">
                                      <p:cBhvr>
                                        <p:cTn id="21" dur="250" fill="hold"/>
                                        <p:tgtEl>
                                          <p:spTgt spid="23"/>
                                        </p:tgtEl>
                                        <p:attrNameLst>
                                          <p:attrName>ppt_y</p:attrName>
                                        </p:attrNameLst>
                                      </p:cBhvr>
                                      <p:tavLst>
                                        <p:tav tm="0">
                                          <p:val>
                                            <p:strVal val="#ppt_y+.1"/>
                                          </p:val>
                                        </p:tav>
                                        <p:tav tm="100000">
                                          <p:val>
                                            <p:strVal val="#ppt_y"/>
                                          </p:val>
                                        </p:tav>
                                      </p:tavLst>
                                    </p:anim>
                                  </p:childTnLst>
                                </p:cTn>
                              </p:par>
                            </p:childTnLst>
                          </p:cTn>
                        </p:par>
                        <p:par>
                          <p:cTn id="22" fill="hold">
                            <p:stCondLst>
                              <p:cond delay="1250"/>
                            </p:stCondLst>
                            <p:childTnLst>
                              <p:par>
                                <p:cTn id="23" presetID="42" presetClass="entr" presetSubtype="0" fill="hold" grpId="0"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250"/>
                                        <p:tgtEl>
                                          <p:spTgt spid="24"/>
                                        </p:tgtEl>
                                      </p:cBhvr>
                                    </p:animEffect>
                                    <p:anim calcmode="lin" valueType="num">
                                      <p:cBhvr>
                                        <p:cTn id="26" dur="250" fill="hold"/>
                                        <p:tgtEl>
                                          <p:spTgt spid="24"/>
                                        </p:tgtEl>
                                        <p:attrNameLst>
                                          <p:attrName>ppt_x</p:attrName>
                                        </p:attrNameLst>
                                      </p:cBhvr>
                                      <p:tavLst>
                                        <p:tav tm="0">
                                          <p:val>
                                            <p:strVal val="#ppt_x"/>
                                          </p:val>
                                        </p:tav>
                                        <p:tav tm="100000">
                                          <p:val>
                                            <p:strVal val="#ppt_x"/>
                                          </p:val>
                                        </p:tav>
                                      </p:tavLst>
                                    </p:anim>
                                    <p:anim calcmode="lin" valueType="num">
                                      <p:cBhvr>
                                        <p:cTn id="27" dur="250" fill="hold"/>
                                        <p:tgtEl>
                                          <p:spTgt spid="24"/>
                                        </p:tgtEl>
                                        <p:attrNameLst>
                                          <p:attrName>ppt_y</p:attrName>
                                        </p:attrNameLst>
                                      </p:cBhvr>
                                      <p:tavLst>
                                        <p:tav tm="0">
                                          <p:val>
                                            <p:strVal val="#ppt_y+.1"/>
                                          </p:val>
                                        </p:tav>
                                        <p:tav tm="100000">
                                          <p:val>
                                            <p:strVal val="#ppt_y"/>
                                          </p:val>
                                        </p:tav>
                                      </p:tavLst>
                                    </p:anim>
                                  </p:childTnLst>
                                </p:cTn>
                              </p:par>
                            </p:childTnLst>
                          </p:cTn>
                        </p:par>
                        <p:par>
                          <p:cTn id="28" fill="hold">
                            <p:stCondLst>
                              <p:cond delay="1500"/>
                            </p:stCondLst>
                            <p:childTnLst>
                              <p:par>
                                <p:cTn id="29" presetID="42"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250"/>
                                        <p:tgtEl>
                                          <p:spTgt spid="26"/>
                                        </p:tgtEl>
                                      </p:cBhvr>
                                    </p:animEffect>
                                    <p:anim calcmode="lin" valueType="num">
                                      <p:cBhvr>
                                        <p:cTn id="32" dur="250" fill="hold"/>
                                        <p:tgtEl>
                                          <p:spTgt spid="26"/>
                                        </p:tgtEl>
                                        <p:attrNameLst>
                                          <p:attrName>ppt_x</p:attrName>
                                        </p:attrNameLst>
                                      </p:cBhvr>
                                      <p:tavLst>
                                        <p:tav tm="0">
                                          <p:val>
                                            <p:strVal val="#ppt_x"/>
                                          </p:val>
                                        </p:tav>
                                        <p:tav tm="100000">
                                          <p:val>
                                            <p:strVal val="#ppt_x"/>
                                          </p:val>
                                        </p:tav>
                                      </p:tavLst>
                                    </p:anim>
                                    <p:anim calcmode="lin" valueType="num">
                                      <p:cBhvr>
                                        <p:cTn id="33" dur="250" fill="hold"/>
                                        <p:tgtEl>
                                          <p:spTgt spid="26"/>
                                        </p:tgtEl>
                                        <p:attrNameLst>
                                          <p:attrName>ppt_y</p:attrName>
                                        </p:attrNameLst>
                                      </p:cBhvr>
                                      <p:tavLst>
                                        <p:tav tm="0">
                                          <p:val>
                                            <p:strVal val="#ppt_y+.1"/>
                                          </p:val>
                                        </p:tav>
                                        <p:tav tm="100000">
                                          <p:val>
                                            <p:strVal val="#ppt_y"/>
                                          </p:val>
                                        </p:tav>
                                      </p:tavLst>
                                    </p:anim>
                                  </p:childTnLst>
                                </p:cTn>
                              </p:par>
                            </p:childTnLst>
                          </p:cTn>
                        </p:par>
                        <p:par>
                          <p:cTn id="34" fill="hold">
                            <p:stCondLst>
                              <p:cond delay="1750"/>
                            </p:stCondLst>
                            <p:childTnLst>
                              <p:par>
                                <p:cTn id="35" presetID="42" presetClass="entr" presetSubtype="0" fill="hold" grpId="0" nodeType="after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250"/>
                                        <p:tgtEl>
                                          <p:spTgt spid="27"/>
                                        </p:tgtEl>
                                      </p:cBhvr>
                                    </p:animEffect>
                                    <p:anim calcmode="lin" valueType="num">
                                      <p:cBhvr>
                                        <p:cTn id="38" dur="250" fill="hold"/>
                                        <p:tgtEl>
                                          <p:spTgt spid="27"/>
                                        </p:tgtEl>
                                        <p:attrNameLst>
                                          <p:attrName>ppt_x</p:attrName>
                                        </p:attrNameLst>
                                      </p:cBhvr>
                                      <p:tavLst>
                                        <p:tav tm="0">
                                          <p:val>
                                            <p:strVal val="#ppt_x"/>
                                          </p:val>
                                        </p:tav>
                                        <p:tav tm="100000">
                                          <p:val>
                                            <p:strVal val="#ppt_x"/>
                                          </p:val>
                                        </p:tav>
                                      </p:tavLst>
                                    </p:anim>
                                    <p:anim calcmode="lin" valueType="num">
                                      <p:cBhvr>
                                        <p:cTn id="39" dur="250" fill="hold"/>
                                        <p:tgtEl>
                                          <p:spTgt spid="27"/>
                                        </p:tgtEl>
                                        <p:attrNameLst>
                                          <p:attrName>ppt_y</p:attrName>
                                        </p:attrNameLst>
                                      </p:cBhvr>
                                      <p:tavLst>
                                        <p:tav tm="0">
                                          <p:val>
                                            <p:strVal val="#ppt_y+.1"/>
                                          </p:val>
                                        </p:tav>
                                        <p:tav tm="100000">
                                          <p:val>
                                            <p:strVal val="#ppt_y"/>
                                          </p:val>
                                        </p:tav>
                                      </p:tavLst>
                                    </p:anim>
                                  </p:childTnLst>
                                </p:cTn>
                              </p:par>
                            </p:childTnLst>
                          </p:cTn>
                        </p:par>
                        <p:par>
                          <p:cTn id="40" fill="hold">
                            <p:stCondLst>
                              <p:cond delay="2000"/>
                            </p:stCondLst>
                            <p:childTnLst>
                              <p:par>
                                <p:cTn id="41" presetID="42" presetClass="entr" presetSubtype="0" fill="hold" grpId="0" nodeType="after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250"/>
                                        <p:tgtEl>
                                          <p:spTgt spid="28"/>
                                        </p:tgtEl>
                                      </p:cBhvr>
                                    </p:animEffect>
                                    <p:anim calcmode="lin" valueType="num">
                                      <p:cBhvr>
                                        <p:cTn id="44" dur="250" fill="hold"/>
                                        <p:tgtEl>
                                          <p:spTgt spid="28"/>
                                        </p:tgtEl>
                                        <p:attrNameLst>
                                          <p:attrName>ppt_x</p:attrName>
                                        </p:attrNameLst>
                                      </p:cBhvr>
                                      <p:tavLst>
                                        <p:tav tm="0">
                                          <p:val>
                                            <p:strVal val="#ppt_x"/>
                                          </p:val>
                                        </p:tav>
                                        <p:tav tm="100000">
                                          <p:val>
                                            <p:strVal val="#ppt_x"/>
                                          </p:val>
                                        </p:tav>
                                      </p:tavLst>
                                    </p:anim>
                                    <p:anim calcmode="lin" valueType="num">
                                      <p:cBhvr>
                                        <p:cTn id="45" dur="250" fill="hold"/>
                                        <p:tgtEl>
                                          <p:spTgt spid="28"/>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1000"/>
                                        <p:tgtEl>
                                          <p:spTgt spid="29"/>
                                        </p:tgtEl>
                                      </p:cBhvr>
                                    </p:animEffect>
                                    <p:anim calcmode="lin" valueType="num">
                                      <p:cBhvr>
                                        <p:cTn id="49" dur="1000" fill="hold"/>
                                        <p:tgtEl>
                                          <p:spTgt spid="29"/>
                                        </p:tgtEl>
                                        <p:attrNameLst>
                                          <p:attrName>ppt_x</p:attrName>
                                        </p:attrNameLst>
                                      </p:cBhvr>
                                      <p:tavLst>
                                        <p:tav tm="0">
                                          <p:val>
                                            <p:strVal val="#ppt_x"/>
                                          </p:val>
                                        </p:tav>
                                        <p:tav tm="100000">
                                          <p:val>
                                            <p:strVal val="#ppt_x"/>
                                          </p:val>
                                        </p:tav>
                                      </p:tavLst>
                                    </p:anim>
                                    <p:anim calcmode="lin" valueType="num">
                                      <p:cBhvr>
                                        <p:cTn id="5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6" grpId="0"/>
      <p:bldP spid="27" grpId="0" animBg="1"/>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a:extLst>
              <a:ext uri="{FF2B5EF4-FFF2-40B4-BE49-F238E27FC236}">
                <a16:creationId xmlns:a16="http://schemas.microsoft.com/office/drawing/2014/main" id="{5226779C-B598-DA0A-F31A-30FE0464212E}"/>
              </a:ext>
            </a:extLst>
          </p:cNvPr>
          <p:cNvGrpSpPr/>
          <p:nvPr/>
        </p:nvGrpSpPr>
        <p:grpSpPr>
          <a:xfrm>
            <a:off x="-19050" y="-785567"/>
            <a:ext cx="12209464" cy="7671303"/>
            <a:chOff x="-19050" y="-785567"/>
            <a:chExt cx="12209464" cy="7671303"/>
          </a:xfrm>
        </p:grpSpPr>
        <p:pic>
          <p:nvPicPr>
            <p:cNvPr id="40" name="Picture 39" descr="122-吉林大学-img7.jpg"/>
            <p:cNvPicPr>
              <a:picLocks noChangeAspect="1"/>
            </p:cNvPicPr>
            <p:nvPr/>
          </p:nvPicPr>
          <p:blipFill>
            <a:blip r:embed="rId5"/>
            <a:stretch>
              <a:fillRect/>
            </a:stretch>
          </p:blipFill>
          <p:spPr>
            <a:xfrm>
              <a:off x="-1" y="-759420"/>
              <a:ext cx="12190413" cy="7619008"/>
            </a:xfrm>
            <a:prstGeom prst="rect">
              <a:avLst/>
            </a:prstGeom>
          </p:spPr>
        </p:pic>
        <p:sp>
          <p:nvSpPr>
            <p:cNvPr id="37" name="矩形 36">
              <a:extLst>
                <a:ext uri="{FF2B5EF4-FFF2-40B4-BE49-F238E27FC236}">
                  <a16:creationId xmlns:a16="http://schemas.microsoft.com/office/drawing/2014/main" id="{64955527-E04B-7678-A3A9-E515A0C55202}"/>
                </a:ext>
              </a:extLst>
            </p:cNvPr>
            <p:cNvSpPr/>
            <p:nvPr/>
          </p:nvSpPr>
          <p:spPr>
            <a:xfrm>
              <a:off x="5584249" y="1106546"/>
              <a:ext cx="6588578" cy="4554411"/>
            </a:xfrm>
            <a:prstGeom prst="rect">
              <a:avLst/>
            </a:prstGeom>
            <a:gradFill flip="none" rotWithShape="1">
              <a:gsLst>
                <a:gs pos="0">
                  <a:schemeClr val="tx1">
                    <a:lumMod val="95000"/>
                    <a:lumOff val="5000"/>
                    <a:alpha val="56000"/>
                  </a:schemeClr>
                </a:gs>
                <a:gs pos="100000">
                  <a:schemeClr val="tx1">
                    <a:alpha val="13000"/>
                  </a:schemeClr>
                </a:gs>
              </a:gsLst>
              <a:lin ang="0" scaled="0"/>
              <a:tileRect/>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F70FA2F6-567E-BD97-5E18-CF34684017F8}"/>
                </a:ext>
              </a:extLst>
            </p:cNvPr>
            <p:cNvSpPr/>
            <p:nvPr/>
          </p:nvSpPr>
          <p:spPr>
            <a:xfrm>
              <a:off x="-1" y="5687105"/>
              <a:ext cx="12190413" cy="11986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F947F9BD-8F85-9E7F-C973-3FA64E026DFC}"/>
                </a:ext>
              </a:extLst>
            </p:cNvPr>
            <p:cNvSpPr/>
            <p:nvPr/>
          </p:nvSpPr>
          <p:spPr>
            <a:xfrm>
              <a:off x="-19050" y="-785567"/>
              <a:ext cx="12209464" cy="18885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矩形 17"/>
          <p:cNvSpPr/>
          <p:nvPr/>
        </p:nvSpPr>
        <p:spPr>
          <a:xfrm>
            <a:off x="552450" y="419100"/>
            <a:ext cx="8305800" cy="6038850"/>
          </a:xfrm>
          <a:prstGeom prst="rect">
            <a:avLst/>
          </a:prstGeom>
          <a:noFill/>
          <a:ln w="76200">
            <a:solidFill>
              <a:srgbClr val="0824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837066" y="0"/>
            <a:ext cx="4764768" cy="6859588"/>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20"/>
          <p:cNvSpPr>
            <a:spLocks noChangeArrowheads="1"/>
          </p:cNvSpPr>
          <p:nvPr>
            <p:custDataLst>
              <p:tags r:id="rId1"/>
            </p:custDataLst>
          </p:nvPr>
        </p:nvSpPr>
        <p:spPr bwMode="auto">
          <a:xfrm>
            <a:off x="9115878" y="5906074"/>
            <a:ext cx="2893071" cy="484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base">
              <a:spcBef>
                <a:spcPct val="0"/>
              </a:spcBef>
              <a:spcAft>
                <a:spcPct val="0"/>
              </a:spcAft>
              <a:buFont typeface="Arial" pitchFamily="34" charset="0"/>
              <a:buNone/>
            </a:pPr>
            <a:r>
              <a:rPr lang="en-US" altLang="zh-CN" sz="1050" dirty="0">
                <a:solidFill>
                  <a:schemeClr val="bg1">
                    <a:lumMod val="65000"/>
                  </a:schemeClr>
                </a:solidFill>
                <a:cs typeface="Arial" panose="020B0604020202020204" pitchFamily="34" charset="0"/>
              </a:rPr>
              <a:t>We have many PowerPoint </a:t>
            </a:r>
            <a:r>
              <a:rPr lang="zh-CN" altLang="en-US" sz="1050" dirty="0">
                <a:solidFill>
                  <a:schemeClr val="bg1">
                    <a:lumMod val="65000"/>
                  </a:schemeClr>
                </a:solidFill>
                <a:cs typeface="Arial" panose="020B0604020202020204" pitchFamily="34" charset="0"/>
              </a:rPr>
              <a:t>templates</a:t>
            </a:r>
            <a:r>
              <a:rPr lang="en-US" altLang="zh-CN" sz="1050" dirty="0">
                <a:solidFill>
                  <a:schemeClr val="bg1">
                    <a:lumMod val="65000"/>
                  </a:schemeClr>
                </a:solidFill>
                <a:cs typeface="Arial" panose="020B0604020202020204" pitchFamily="34" charset="0"/>
              </a:rPr>
              <a:t> that has been specifically designed to help anyone that is stepping into the world of the very first time.</a:t>
            </a:r>
            <a:endParaRPr lang="zh-CN" altLang="en-US" sz="1050" dirty="0">
              <a:solidFill>
                <a:schemeClr val="bg1">
                  <a:lumMod val="65000"/>
                </a:schemeClr>
              </a:solidFill>
              <a:cs typeface="Arial" panose="020B0604020202020204" pitchFamily="34" charset="0"/>
            </a:endParaRPr>
          </a:p>
        </p:txBody>
      </p:sp>
      <p:grpSp>
        <p:nvGrpSpPr>
          <p:cNvPr id="26" name="组合 25"/>
          <p:cNvGrpSpPr/>
          <p:nvPr/>
        </p:nvGrpSpPr>
        <p:grpSpPr>
          <a:xfrm>
            <a:off x="9639878" y="473053"/>
            <a:ext cx="2459463" cy="1301793"/>
            <a:chOff x="4428098" y="592147"/>
            <a:chExt cx="3450476" cy="1826336"/>
          </a:xfrm>
        </p:grpSpPr>
        <p:sp>
          <p:nvSpPr>
            <p:cNvPr id="27"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19" name="矩形 18"/>
          <p:cNvSpPr/>
          <p:nvPr/>
        </p:nvSpPr>
        <p:spPr>
          <a:xfrm>
            <a:off x="1898953" y="2406931"/>
            <a:ext cx="2791118" cy="2025088"/>
          </a:xfrm>
          <a:prstGeom prst="rect">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5400" dirty="0">
                <a:solidFill>
                  <a:schemeClr val="bg1"/>
                </a:solidFill>
                <a:latin typeface="微软雅黑" pitchFamily="34" charset="-122"/>
                <a:ea typeface="微软雅黑" pitchFamily="34" charset="-122"/>
              </a:rPr>
              <a:t>TWO</a:t>
            </a:r>
            <a:endParaRPr lang="zh-CN" altLang="en-US" sz="1600" dirty="0">
              <a:solidFill>
                <a:schemeClr val="bg1"/>
              </a:solidFill>
              <a:latin typeface="微软雅黑" pitchFamily="34" charset="-122"/>
              <a:ea typeface="微软雅黑" pitchFamily="34" charset="-122"/>
            </a:endParaRPr>
          </a:p>
        </p:txBody>
      </p:sp>
      <p:grpSp>
        <p:nvGrpSpPr>
          <p:cNvPr id="20" name="组合 19"/>
          <p:cNvGrpSpPr/>
          <p:nvPr/>
        </p:nvGrpSpPr>
        <p:grpSpPr>
          <a:xfrm>
            <a:off x="6815310" y="2613719"/>
            <a:ext cx="4217293" cy="1759899"/>
            <a:chOff x="4738330" y="2861620"/>
            <a:chExt cx="4217293" cy="1759899"/>
          </a:xfrm>
        </p:grpSpPr>
        <p:sp>
          <p:nvSpPr>
            <p:cNvPr id="21" name="矩形 20"/>
            <p:cNvSpPr/>
            <p:nvPr/>
          </p:nvSpPr>
          <p:spPr>
            <a:xfrm>
              <a:off x="4769862" y="2861620"/>
              <a:ext cx="4185761" cy="892552"/>
            </a:xfrm>
            <a:prstGeom prst="rect">
              <a:avLst/>
            </a:prstGeom>
          </p:spPr>
          <p:txBody>
            <a:bodyPr wrap="none">
              <a:spAutoFit/>
            </a:bodyPr>
            <a:lstStyle/>
            <a:p>
              <a:r>
                <a:rPr kumimoji="1" lang="zh-CN" altLang="en-US" sz="5100" dirty="0">
                  <a:solidFill>
                    <a:schemeClr val="bg1"/>
                  </a:solidFill>
                  <a:latin typeface="微软雅黑" pitchFamily="34" charset="-122"/>
                  <a:ea typeface="微软雅黑" pitchFamily="34" charset="-122"/>
                </a:rPr>
                <a:t>加入你的标题</a:t>
              </a:r>
            </a:p>
          </p:txBody>
        </p:sp>
        <p:sp>
          <p:nvSpPr>
            <p:cNvPr id="22" name="矩形 21"/>
            <p:cNvSpPr/>
            <p:nvPr/>
          </p:nvSpPr>
          <p:spPr>
            <a:xfrm>
              <a:off x="4738330" y="3729159"/>
              <a:ext cx="4185093" cy="892360"/>
            </a:xfrm>
            <a:prstGeom prst="rect">
              <a:avLst/>
            </a:prstGeom>
          </p:spPr>
          <p:txBody>
            <a:bodyPr wrap="square">
              <a:spAutoFit/>
            </a:bodyPr>
            <a:lstStyle/>
            <a:p>
              <a:pPr>
                <a:lnSpc>
                  <a:spcPct val="130000"/>
                </a:lnSpc>
              </a:pPr>
              <a:r>
                <a:rPr lang="zh-CN" altLang="en-US" sz="1333" dirty="0">
                  <a:solidFill>
                    <a:schemeClr val="bg1"/>
                  </a:solidFill>
                  <a:latin typeface="微软雅黑" pitchFamily="34" charset="-122"/>
                  <a:ea typeface="微软雅黑" pitchFamily="34" charset="-122"/>
                </a:rPr>
                <a:t>点击此处添加文本内容，如关键词、部分简单介绍等。点击此处添加文本内容，如关键词、部分简单介绍等。点击此处添加文本内容，如关键词、部分简单介绍等。</a:t>
              </a:r>
              <a:endParaRPr lang="en-US" altLang="zh-CN" sz="1333"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409706933"/>
      </p:ext>
    </p:extLst>
  </p:cSld>
  <p:clrMapOvr>
    <a:masterClrMapping/>
  </p:clrMapOvr>
  <p:transition spd="slow" advTm="1000"/>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arn(inVertical)">
                                          <p:cBhvr>
                                            <p:cTn id="7" dur="500"/>
                                            <p:tgtEl>
                                              <p:spTgt spid="18"/>
                                            </p:tgtEl>
                                          </p:cBhvr>
                                        </p:animEffect>
                                      </p:childTnLst>
                                    </p:cTn>
                                  </p:par>
                                </p:childTnLst>
                              </p:cTn>
                            </p:par>
                            <p:par>
                              <p:cTn id="8" fill="hold">
                                <p:stCondLst>
                                  <p:cond delay="500"/>
                                </p:stCondLst>
                                <p:childTnLst>
                                  <p:par>
                                    <p:cTn id="9" presetID="2" presetClass="entr" presetSubtype="1" accel="40000" fill="hold" grpId="0" nodeType="afterEffect" p14:presetBounceEnd="46400">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14:bounceEnd="46400">
                                          <p:cBhvr additive="base">
                                            <p:cTn id="11" dur="1250" fill="hold"/>
                                            <p:tgtEl>
                                              <p:spTgt spid="24"/>
                                            </p:tgtEl>
                                            <p:attrNameLst>
                                              <p:attrName>ppt_x</p:attrName>
                                            </p:attrNameLst>
                                          </p:cBhvr>
                                          <p:tavLst>
                                            <p:tav tm="0">
                                              <p:val>
                                                <p:strVal val="#ppt_x"/>
                                              </p:val>
                                            </p:tav>
                                            <p:tav tm="100000">
                                              <p:val>
                                                <p:strVal val="#ppt_x"/>
                                              </p:val>
                                            </p:tav>
                                          </p:tavLst>
                                        </p:anim>
                                        <p:anim calcmode="lin" valueType="num" p14:bounceEnd="46400">
                                          <p:cBhvr additive="base">
                                            <p:cTn id="12" dur="1250" fill="hold"/>
                                            <p:tgtEl>
                                              <p:spTgt spid="24"/>
                                            </p:tgtEl>
                                            <p:attrNameLst>
                                              <p:attrName>ppt_y</p:attrName>
                                            </p:attrNameLst>
                                          </p:cBhvr>
                                          <p:tavLst>
                                            <p:tav tm="0">
                                              <p:val>
                                                <p:strVal val="0-#ppt_h/2"/>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750"/>
                                            <p:tgtEl>
                                              <p:spTgt spid="25"/>
                                            </p:tgtEl>
                                          </p:cBhvr>
                                        </p:animEffect>
                                        <p:anim calcmode="lin" valueType="num">
                                          <p:cBhvr>
                                            <p:cTn id="16" dur="750" fill="hold"/>
                                            <p:tgtEl>
                                              <p:spTgt spid="25"/>
                                            </p:tgtEl>
                                            <p:attrNameLst>
                                              <p:attrName>ppt_x</p:attrName>
                                            </p:attrNameLst>
                                          </p:cBhvr>
                                          <p:tavLst>
                                            <p:tav tm="0">
                                              <p:val>
                                                <p:strVal val="#ppt_x"/>
                                              </p:val>
                                            </p:tav>
                                            <p:tav tm="100000">
                                              <p:val>
                                                <p:strVal val="#ppt_x"/>
                                              </p:val>
                                            </p:tav>
                                          </p:tavLst>
                                        </p:anim>
                                        <p:anim calcmode="lin" valueType="num">
                                          <p:cBhvr>
                                            <p:cTn id="17" dur="750" fill="hold"/>
                                            <p:tgtEl>
                                              <p:spTgt spid="25"/>
                                            </p:tgtEl>
                                            <p:attrNameLst>
                                              <p:attrName>ppt_y</p:attrName>
                                            </p:attrNameLst>
                                          </p:cBhvr>
                                          <p:tavLst>
                                            <p:tav tm="0">
                                              <p:val>
                                                <p:strVal val="#ppt_y+.1"/>
                                              </p:val>
                                            </p:tav>
                                            <p:tav tm="100000">
                                              <p:val>
                                                <p:strVal val="#ppt_y"/>
                                              </p:val>
                                            </p:tav>
                                          </p:tavLst>
                                        </p:anim>
                                      </p:childTnLst>
                                    </p:cTn>
                                  </p:par>
                                </p:childTnLst>
                              </p:cTn>
                            </p:par>
                            <p:par>
                              <p:cTn id="18" fill="hold">
                                <p:stCondLst>
                                  <p:cond delay="1750"/>
                                </p:stCondLst>
                                <p:childTnLst>
                                  <p:par>
                                    <p:cTn id="19" presetID="2" presetClass="entr" presetSubtype="6" fill="hold" nodeType="after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1500" fill="hold"/>
                                            <p:tgtEl>
                                              <p:spTgt spid="26"/>
                                            </p:tgtEl>
                                            <p:attrNameLst>
                                              <p:attrName>ppt_x</p:attrName>
                                            </p:attrNameLst>
                                          </p:cBhvr>
                                          <p:tavLst>
                                            <p:tav tm="0">
                                              <p:val>
                                                <p:strVal val="1+#ppt_w/2"/>
                                              </p:val>
                                            </p:tav>
                                            <p:tav tm="100000">
                                              <p:val>
                                                <p:strVal val="#ppt_x"/>
                                              </p:val>
                                            </p:tav>
                                          </p:tavLst>
                                        </p:anim>
                                        <p:anim calcmode="lin" valueType="num">
                                          <p:cBhvr additive="base">
                                            <p:cTn id="22" dur="1500" fill="hold"/>
                                            <p:tgtEl>
                                              <p:spTgt spid="26"/>
                                            </p:tgtEl>
                                            <p:attrNameLst>
                                              <p:attrName>ppt_y</p:attrName>
                                            </p:attrNameLst>
                                          </p:cBhvr>
                                          <p:tavLst>
                                            <p:tav tm="0">
                                              <p:val>
                                                <p:strVal val="1+#ppt_h/2"/>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anim calcmode="lin" valueType="num">
                                          <p:cBhvr>
                                            <p:cTn id="26" dur="500" fill="hold"/>
                                            <p:tgtEl>
                                              <p:spTgt spid="19"/>
                                            </p:tgtEl>
                                            <p:attrNameLst>
                                              <p:attrName>ppt_x</p:attrName>
                                            </p:attrNameLst>
                                          </p:cBhvr>
                                          <p:tavLst>
                                            <p:tav tm="0">
                                              <p:val>
                                                <p:strVal val="#ppt_x"/>
                                              </p:val>
                                            </p:tav>
                                            <p:tav tm="100000">
                                              <p:val>
                                                <p:strVal val="#ppt_x"/>
                                              </p:val>
                                            </p:tav>
                                          </p:tavLst>
                                        </p:anim>
                                        <p:anim calcmode="lin" valueType="num">
                                          <p:cBhvr>
                                            <p:cTn id="27" dur="500" fill="hold"/>
                                            <p:tgtEl>
                                              <p:spTgt spid="19"/>
                                            </p:tgtEl>
                                            <p:attrNameLst>
                                              <p:attrName>ppt_y</p:attrName>
                                            </p:attrNameLst>
                                          </p:cBhvr>
                                          <p:tavLst>
                                            <p:tav tm="0">
                                              <p:val>
                                                <p:strVal val="#ppt_y+.1"/>
                                              </p:val>
                                            </p:tav>
                                            <p:tav tm="100000">
                                              <p:val>
                                                <p:strVal val="#ppt_y"/>
                                              </p:val>
                                            </p:tav>
                                          </p:tavLst>
                                        </p:anim>
                                      </p:childTnLst>
                                    </p:cTn>
                                  </p:par>
                                </p:childTnLst>
                              </p:cTn>
                            </p:par>
                            <p:par>
                              <p:cTn id="28" fill="hold">
                                <p:stCondLst>
                                  <p:cond delay="3250"/>
                                </p:stCondLst>
                                <p:childTnLst>
                                  <p:par>
                                    <p:cTn id="29" presetID="22" presetClass="entr" presetSubtype="8"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left)">
                                          <p:cBhvr>
                                            <p:cTn id="3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25" grpId="0"/>
          <p:bldP spid="19" grpId="0"/>
        </p:bldLst>
      </p:timing>
    </mc:Choice>
    <mc:Fallback xmlns="" xmlns:a14="http://schemas.microsoft.com/office/drawing/2010/mai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1000" fill="hold"/>
                                            <p:tgtEl>
                                              <p:spTgt spid="23"/>
                                            </p:tgtEl>
                                            <p:attrNameLst>
                                              <p:attrName>ppt_x</p:attrName>
                                            </p:attrNameLst>
                                          </p:cBhvr>
                                          <p:tavLst>
                                            <p:tav tm="0">
                                              <p:val>
                                                <p:strVal val="0-#ppt_w/2"/>
                                              </p:val>
                                            </p:tav>
                                            <p:tav tm="100000">
                                              <p:val>
                                                <p:strVal val="#ppt_x"/>
                                              </p:val>
                                            </p:tav>
                                          </p:tavLst>
                                        </p:anim>
                                        <p:anim calcmode="lin" valueType="num">
                                          <p:cBhvr additive="base">
                                            <p:cTn id="8" dur="1000" fill="hold"/>
                                            <p:tgtEl>
                                              <p:spTgt spid="2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6" presetClass="entr" presetSubtype="21" fill="hold" grpId="0" nodeType="after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inVertical)">
                                          <p:cBhvr>
                                            <p:cTn id="12" dur="500"/>
                                            <p:tgtEl>
                                              <p:spTgt spid="18"/>
                                            </p:tgtEl>
                                          </p:cBhvr>
                                        </p:animEffect>
                                      </p:childTnLst>
                                    </p:cTn>
                                  </p:par>
                                </p:childTnLst>
                              </p:cTn>
                            </p:par>
                            <p:par>
                              <p:cTn id="13" fill="hold">
                                <p:stCondLst>
                                  <p:cond delay="1500"/>
                                </p:stCondLst>
                                <p:childTnLst>
                                  <p:par>
                                    <p:cTn id="14" presetID="2" presetClass="entr" presetSubtype="1" accel="40000"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1250" fill="hold"/>
                                            <p:tgtEl>
                                              <p:spTgt spid="24"/>
                                            </p:tgtEl>
                                            <p:attrNameLst>
                                              <p:attrName>ppt_x</p:attrName>
                                            </p:attrNameLst>
                                          </p:cBhvr>
                                          <p:tavLst>
                                            <p:tav tm="0">
                                              <p:val>
                                                <p:strVal val="#ppt_x"/>
                                              </p:val>
                                            </p:tav>
                                            <p:tav tm="100000">
                                              <p:val>
                                                <p:strVal val="#ppt_x"/>
                                              </p:val>
                                            </p:tav>
                                          </p:tavLst>
                                        </p:anim>
                                        <p:anim calcmode="lin" valueType="num">
                                          <p:cBhvr additive="base">
                                            <p:cTn id="17" dur="1250" fill="hold"/>
                                            <p:tgtEl>
                                              <p:spTgt spid="24"/>
                                            </p:tgtEl>
                                            <p:attrNameLst>
                                              <p:attrName>ppt_y</p:attrName>
                                            </p:attrNameLst>
                                          </p:cBhvr>
                                          <p:tavLst>
                                            <p:tav tm="0">
                                              <p:val>
                                                <p:strVal val="0-#ppt_h/2"/>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750"/>
                                            <p:tgtEl>
                                              <p:spTgt spid="25"/>
                                            </p:tgtEl>
                                          </p:cBhvr>
                                        </p:animEffect>
                                        <p:anim calcmode="lin" valueType="num">
                                          <p:cBhvr>
                                            <p:cTn id="21" dur="750" fill="hold"/>
                                            <p:tgtEl>
                                              <p:spTgt spid="25"/>
                                            </p:tgtEl>
                                            <p:attrNameLst>
                                              <p:attrName>ppt_x</p:attrName>
                                            </p:attrNameLst>
                                          </p:cBhvr>
                                          <p:tavLst>
                                            <p:tav tm="0">
                                              <p:val>
                                                <p:strVal val="#ppt_x"/>
                                              </p:val>
                                            </p:tav>
                                            <p:tav tm="100000">
                                              <p:val>
                                                <p:strVal val="#ppt_x"/>
                                              </p:val>
                                            </p:tav>
                                          </p:tavLst>
                                        </p:anim>
                                        <p:anim calcmode="lin" valueType="num">
                                          <p:cBhvr>
                                            <p:cTn id="22" dur="750" fill="hold"/>
                                            <p:tgtEl>
                                              <p:spTgt spid="25"/>
                                            </p:tgtEl>
                                            <p:attrNameLst>
                                              <p:attrName>ppt_y</p:attrName>
                                            </p:attrNameLst>
                                          </p:cBhvr>
                                          <p:tavLst>
                                            <p:tav tm="0">
                                              <p:val>
                                                <p:strVal val="#ppt_y+.1"/>
                                              </p:val>
                                            </p:tav>
                                            <p:tav tm="100000">
                                              <p:val>
                                                <p:strVal val="#ppt_y"/>
                                              </p:val>
                                            </p:tav>
                                          </p:tavLst>
                                        </p:anim>
                                      </p:childTnLst>
                                    </p:cTn>
                                  </p:par>
                                </p:childTnLst>
                              </p:cTn>
                            </p:par>
                            <p:par>
                              <p:cTn id="23" fill="hold">
                                <p:stCondLst>
                                  <p:cond delay="2750"/>
                                </p:stCondLst>
                                <p:childTnLst>
                                  <p:par>
                                    <p:cTn id="24" presetID="2" presetClass="entr" presetSubtype="6" fill="hold" nodeType="after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additive="base">
                                            <p:cTn id="26" dur="1500" fill="hold"/>
                                            <p:tgtEl>
                                              <p:spTgt spid="26"/>
                                            </p:tgtEl>
                                            <p:attrNameLst>
                                              <p:attrName>ppt_x</p:attrName>
                                            </p:attrNameLst>
                                          </p:cBhvr>
                                          <p:tavLst>
                                            <p:tav tm="0">
                                              <p:val>
                                                <p:strVal val="1+#ppt_w/2"/>
                                              </p:val>
                                            </p:tav>
                                            <p:tav tm="100000">
                                              <p:val>
                                                <p:strVal val="#ppt_x"/>
                                              </p:val>
                                            </p:tav>
                                          </p:tavLst>
                                        </p:anim>
                                        <p:anim calcmode="lin" valueType="num">
                                          <p:cBhvr additive="base">
                                            <p:cTn id="27" dur="1500" fill="hold"/>
                                            <p:tgtEl>
                                              <p:spTgt spid="26"/>
                                            </p:tgtEl>
                                            <p:attrNameLst>
                                              <p:attrName>ppt_y</p:attrName>
                                            </p:attrNameLst>
                                          </p:cBhvr>
                                          <p:tavLst>
                                            <p:tav tm="0">
                                              <p:val>
                                                <p:strVal val="1+#ppt_h/2"/>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anim calcmode="lin" valueType="num">
                                          <p:cBhvr>
                                            <p:cTn id="31" dur="500" fill="hold"/>
                                            <p:tgtEl>
                                              <p:spTgt spid="19"/>
                                            </p:tgtEl>
                                            <p:attrNameLst>
                                              <p:attrName>ppt_x</p:attrName>
                                            </p:attrNameLst>
                                          </p:cBhvr>
                                          <p:tavLst>
                                            <p:tav tm="0">
                                              <p:val>
                                                <p:strVal val="#ppt_x"/>
                                              </p:val>
                                            </p:tav>
                                            <p:tav tm="100000">
                                              <p:val>
                                                <p:strVal val="#ppt_x"/>
                                              </p:val>
                                            </p:tav>
                                          </p:tavLst>
                                        </p:anim>
                                        <p:anim calcmode="lin" valueType="num">
                                          <p:cBhvr>
                                            <p:cTn id="32" dur="500" fill="hold"/>
                                            <p:tgtEl>
                                              <p:spTgt spid="19"/>
                                            </p:tgtEl>
                                            <p:attrNameLst>
                                              <p:attrName>ppt_y</p:attrName>
                                            </p:attrNameLst>
                                          </p:cBhvr>
                                          <p:tavLst>
                                            <p:tav tm="0">
                                              <p:val>
                                                <p:strVal val="#ppt_y+.1"/>
                                              </p:val>
                                            </p:tav>
                                            <p:tav tm="100000">
                                              <p:val>
                                                <p:strVal val="#ppt_y"/>
                                              </p:val>
                                            </p:tav>
                                          </p:tavLst>
                                        </p:anim>
                                      </p:childTnLst>
                                    </p:cTn>
                                  </p:par>
                                </p:childTnLst>
                              </p:cTn>
                            </p:par>
                            <p:par>
                              <p:cTn id="33" fill="hold">
                                <p:stCondLst>
                                  <p:cond delay="4250"/>
                                </p:stCondLst>
                                <p:childTnLst>
                                  <p:par>
                                    <p:cTn id="34" presetID="22" presetClass="entr" presetSubtype="8" fill="hold" nodeType="after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left)">
                                          <p:cBhvr>
                                            <p:cTn id="3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3" grpId="0" animBg="1"/>
          <p:bldP spid="24" grpId="0" animBg="1"/>
          <p:bldP spid="25" grpId="0"/>
          <p:bldP spid="19" grpId="0"/>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3" name="组合 2"/>
          <p:cNvGrpSpPr/>
          <p:nvPr/>
        </p:nvGrpSpPr>
        <p:grpSpPr>
          <a:xfrm>
            <a:off x="1585151" y="4411046"/>
            <a:ext cx="4262307" cy="1982871"/>
            <a:chOff x="6594938" y="4892133"/>
            <a:chExt cx="4591050" cy="1709738"/>
          </a:xfrm>
        </p:grpSpPr>
        <p:sp>
          <p:nvSpPr>
            <p:cNvPr id="23" name="圆角矩形 13"/>
            <p:cNvSpPr>
              <a:spLocks noChangeArrowheads="1"/>
            </p:cNvSpPr>
            <p:nvPr/>
          </p:nvSpPr>
          <p:spPr bwMode="auto">
            <a:xfrm>
              <a:off x="6594938" y="5127083"/>
              <a:ext cx="4591050" cy="1474788"/>
            </a:xfrm>
            <a:prstGeom prst="roundRect">
              <a:avLst>
                <a:gd name="adj" fmla="val 9083"/>
              </a:avLst>
            </a:prstGeom>
            <a:noFill/>
            <a:ln w="12700">
              <a:solidFill>
                <a:schemeClr val="bg1">
                  <a:lumMod val="50000"/>
                </a:schemeClr>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24" name="矩形 23"/>
            <p:cNvSpPr>
              <a:spLocks noChangeArrowheads="1"/>
            </p:cNvSpPr>
            <p:nvPr/>
          </p:nvSpPr>
          <p:spPr bwMode="auto">
            <a:xfrm>
              <a:off x="6928313" y="5454108"/>
              <a:ext cx="3924300"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216025">
                <a:defRPr>
                  <a:solidFill>
                    <a:schemeClr val="tx1"/>
                  </a:solidFill>
                  <a:latin typeface="Calibri" panose="020F0502020204030204" pitchFamily="34" charset="0"/>
                  <a:ea typeface="宋体" panose="02010600030101010101" pitchFamily="2" charset="-122"/>
                </a:defRPr>
              </a:lvl1pPr>
              <a:lvl2pPr marL="742950" indent="-285750" defTabSz="1216025">
                <a:defRPr>
                  <a:solidFill>
                    <a:schemeClr val="tx1"/>
                  </a:solidFill>
                  <a:latin typeface="Calibri" panose="020F0502020204030204" pitchFamily="34" charset="0"/>
                  <a:ea typeface="宋体" panose="02010600030101010101" pitchFamily="2" charset="-122"/>
                </a:defRPr>
              </a:lvl2pPr>
              <a:lvl3pPr marL="1143000" indent="-228600" defTabSz="1216025">
                <a:defRPr>
                  <a:solidFill>
                    <a:schemeClr val="tx1"/>
                  </a:solidFill>
                  <a:latin typeface="Calibri" panose="020F0502020204030204" pitchFamily="34" charset="0"/>
                  <a:ea typeface="宋体" panose="02010600030101010101" pitchFamily="2" charset="-122"/>
                </a:defRPr>
              </a:lvl3pPr>
              <a:lvl4pPr marL="1600200" indent="-228600" defTabSz="1216025">
                <a:defRPr>
                  <a:solidFill>
                    <a:schemeClr val="tx1"/>
                  </a:solidFill>
                  <a:latin typeface="Calibri" panose="020F0502020204030204" pitchFamily="34" charset="0"/>
                  <a:ea typeface="宋体" panose="02010600030101010101" pitchFamily="2" charset="-122"/>
                </a:defRPr>
              </a:lvl4pPr>
              <a:lvl5pPr marL="2057400" indent="-228600" defTabSz="1216025">
                <a:defRPr>
                  <a:solidFill>
                    <a:schemeClr val="tx1"/>
                  </a:solidFill>
                  <a:latin typeface="Calibri" panose="020F0502020204030204" pitchFamily="34" charset="0"/>
                  <a:ea typeface="宋体" panose="02010600030101010101" pitchFamily="2"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20000"/>
                </a:spcBef>
              </a:pPr>
              <a:r>
                <a:rPr lang="zh-CN" altLang="en-US" sz="12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单击此处编辑您要的内容，建议您在展示时采用微软雅黑字体，本模版所有图形线条及其相应素材均可自由编辑、改色、替换。更多使用说明和作品请详阅模版最末的使用手册。</a:t>
              </a:r>
              <a:endParaRPr lang="en-US" altLang="zh-CN" sz="12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6" name="圆角矩形 17"/>
            <p:cNvSpPr>
              <a:spLocks noChangeArrowheads="1"/>
            </p:cNvSpPr>
            <p:nvPr/>
          </p:nvSpPr>
          <p:spPr bwMode="auto">
            <a:xfrm>
              <a:off x="7250576" y="4892133"/>
              <a:ext cx="3279775" cy="461963"/>
            </a:xfrm>
            <a:prstGeom prst="roundRect">
              <a:avLst>
                <a:gd name="adj" fmla="val 16667"/>
              </a:avLst>
            </a:prstGeom>
            <a:solidFill>
              <a:srgbClr val="051564"/>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27" name="文本框 26"/>
            <p:cNvSpPr txBox="1">
              <a:spLocks noChangeArrowheads="1"/>
            </p:cNvSpPr>
            <p:nvPr/>
          </p:nvSpPr>
          <p:spPr bwMode="auto">
            <a:xfrm>
              <a:off x="7482351" y="4941346"/>
              <a:ext cx="27971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216025">
                <a:defRPr>
                  <a:solidFill>
                    <a:schemeClr val="tx1"/>
                  </a:solidFill>
                  <a:latin typeface="Calibri" panose="020F0502020204030204" pitchFamily="34" charset="0"/>
                  <a:ea typeface="宋体" panose="02010600030101010101" pitchFamily="2" charset="-122"/>
                </a:defRPr>
              </a:lvl1pPr>
              <a:lvl2pPr marL="742950" indent="-285750" defTabSz="1216025">
                <a:defRPr>
                  <a:solidFill>
                    <a:schemeClr val="tx1"/>
                  </a:solidFill>
                  <a:latin typeface="Calibri" panose="020F0502020204030204" pitchFamily="34" charset="0"/>
                  <a:ea typeface="宋体" panose="02010600030101010101" pitchFamily="2" charset="-122"/>
                </a:defRPr>
              </a:lvl2pPr>
              <a:lvl3pPr marL="1143000" indent="-228600" defTabSz="1216025">
                <a:defRPr>
                  <a:solidFill>
                    <a:schemeClr val="tx1"/>
                  </a:solidFill>
                  <a:latin typeface="Calibri" panose="020F0502020204030204" pitchFamily="34" charset="0"/>
                  <a:ea typeface="宋体" panose="02010600030101010101" pitchFamily="2" charset="-122"/>
                </a:defRPr>
              </a:lvl3pPr>
              <a:lvl4pPr marL="1600200" indent="-228600" defTabSz="1216025">
                <a:defRPr>
                  <a:solidFill>
                    <a:schemeClr val="tx1"/>
                  </a:solidFill>
                  <a:latin typeface="Calibri" panose="020F0502020204030204" pitchFamily="34" charset="0"/>
                  <a:ea typeface="宋体" panose="02010600030101010101" pitchFamily="2" charset="-122"/>
                </a:defRPr>
              </a:lvl4pPr>
              <a:lvl5pPr marL="2057400" indent="-228600" defTabSz="1216025">
                <a:defRPr>
                  <a:solidFill>
                    <a:schemeClr val="tx1"/>
                  </a:solidFill>
                  <a:latin typeface="Calibri" panose="020F0502020204030204" pitchFamily="34" charset="0"/>
                  <a:ea typeface="宋体" panose="02010600030101010101" pitchFamily="2"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spcBef>
                  <a:spcPct val="20000"/>
                </a:spcBef>
              </a:pPr>
              <a:r>
                <a:rPr lang="zh-CN" altLang="en-US" sz="1600" b="1">
                  <a:solidFill>
                    <a:schemeClr val="bg1"/>
                  </a:solidFill>
                  <a:latin typeface="Arial" panose="020B0604020202020204" pitchFamily="34" charset="0"/>
                  <a:ea typeface="微软雅黑" panose="020B0503020204020204" pitchFamily="34" charset="-122"/>
                  <a:sym typeface="Arial" panose="020B0604020202020204" pitchFamily="34" charset="0"/>
                </a:rPr>
                <a:t>单击编辑标题</a:t>
              </a:r>
              <a:endParaRPr lang="en-US" altLang="zh-CN" sz="1600" b="1">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8" name="组合 27"/>
          <p:cNvGrpSpPr/>
          <p:nvPr/>
        </p:nvGrpSpPr>
        <p:grpSpPr>
          <a:xfrm flipH="1">
            <a:off x="6758548" y="1746301"/>
            <a:ext cx="3903615" cy="4739056"/>
            <a:chOff x="677777" y="1521557"/>
            <a:chExt cx="3903615" cy="4739056"/>
          </a:xfrm>
        </p:grpSpPr>
        <p:sp>
          <p:nvSpPr>
            <p:cNvPr id="29" name="矩形 28"/>
            <p:cNvSpPr/>
            <p:nvPr/>
          </p:nvSpPr>
          <p:spPr>
            <a:xfrm>
              <a:off x="677777" y="6145405"/>
              <a:ext cx="3886905" cy="115208"/>
            </a:xfrm>
            <a:prstGeom prst="rect">
              <a:avLst/>
            </a:prstGeom>
            <a:solidFill>
              <a:srgbClr val="0824A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30" name="矩形 29"/>
            <p:cNvSpPr/>
            <p:nvPr/>
          </p:nvSpPr>
          <p:spPr>
            <a:xfrm>
              <a:off x="677778" y="2430548"/>
              <a:ext cx="3903614" cy="674557"/>
            </a:xfrm>
            <a:prstGeom prst="rect">
              <a:avLst/>
            </a:prstGeom>
            <a:solidFill>
              <a:srgbClr val="051564"/>
            </a:solidFill>
            <a:ln w="12700" cap="flat" cmpd="sng" algn="ctr">
              <a:noFill/>
              <a:prstDash val="solid"/>
              <a:miter lim="800000"/>
            </a:ln>
            <a:effectLst/>
          </p:spPr>
          <p:txBody>
            <a:bodyPr rtlCol="0" anchor="ctr"/>
            <a:lstStyle/>
            <a:p>
              <a:pPr lvl="0">
                <a:defRPr/>
              </a:pPr>
              <a:r>
                <a:rPr lang="zh-CN" altLang="en-US" sz="3200" b="1" kern="0" dirty="0">
                  <a:solidFill>
                    <a:sysClr val="window" lastClr="FFFFFF"/>
                  </a:solidFill>
                  <a:latin typeface="微软雅黑" panose="020B0503020204020204" pitchFamily="34" charset="-122"/>
                  <a:ea typeface="微软雅黑" panose="020B0503020204020204" pitchFamily="34" charset="-122"/>
                </a:rPr>
                <a:t>加入你的标题描述</a:t>
              </a:r>
            </a:p>
          </p:txBody>
        </p:sp>
        <p:sp>
          <p:nvSpPr>
            <p:cNvPr id="31" name="矩形 30"/>
            <p:cNvSpPr/>
            <p:nvPr/>
          </p:nvSpPr>
          <p:spPr>
            <a:xfrm>
              <a:off x="677778" y="1521557"/>
              <a:ext cx="3903613" cy="674557"/>
            </a:xfrm>
            <a:prstGeom prst="rect">
              <a:avLst/>
            </a:prstGeom>
            <a:solidFill>
              <a:srgbClr val="0824AA"/>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32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加入你的标题描述</a:t>
              </a:r>
            </a:p>
          </p:txBody>
        </p:sp>
        <p:sp>
          <p:nvSpPr>
            <p:cNvPr id="32" name="文本框 38"/>
            <p:cNvSpPr txBox="1"/>
            <p:nvPr/>
          </p:nvSpPr>
          <p:spPr>
            <a:xfrm>
              <a:off x="677777" y="3320140"/>
              <a:ext cx="3886904" cy="2552365"/>
            </a:xfrm>
            <a:prstGeom prst="rect">
              <a:avLst/>
            </a:prstGeom>
            <a:noFill/>
          </p:spPr>
          <p:txBody>
            <a:bodyPr wrap="square" rtlCol="0">
              <a:spAutoFit/>
            </a:bodyPr>
            <a:lstStyle/>
            <a:p>
              <a:pPr algn="just">
                <a:lnSpc>
                  <a:spcPct val="150000"/>
                </a:lnSpc>
                <a:spcBef>
                  <a:spcPts val="0"/>
                </a:spcBef>
                <a:spcAft>
                  <a:spcPts val="0"/>
                </a:spcAft>
              </a:pPr>
              <a:r>
                <a:rPr lang="zh-CN" altLang="en-US" sz="12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a:t>
              </a:r>
              <a:endParaRPr lang="en-US" altLang="zh-CN" sz="1200" b="1"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pic>
        <p:nvPicPr>
          <p:cNvPr id="34" name="Picture 33" descr="122-吉林大学-img9.jpg"/>
          <p:cNvPicPr>
            <a:picLocks noChangeAspect="1"/>
          </p:cNvPicPr>
          <p:nvPr/>
        </p:nvPicPr>
        <p:blipFill>
          <a:blip r:embed="rId4"/>
          <a:stretch>
            <a:fillRect/>
          </a:stretch>
        </p:blipFill>
        <p:spPr>
          <a:xfrm>
            <a:off x="1611170" y="1770590"/>
            <a:ext cx="4224732" cy="2640457"/>
          </a:xfrm>
          <a:prstGeom prst="rect">
            <a:avLst/>
          </a:prstGeom>
        </p:spPr>
      </p:pic>
    </p:spTree>
    <p:extLst>
      <p:ext uri="{BB962C8B-B14F-4D97-AF65-F5344CB8AC3E}">
        <p14:creationId xmlns:p14="http://schemas.microsoft.com/office/powerpoint/2010/main" val="3422982768"/>
      </p:ext>
    </p:extLst>
  </p:cSld>
  <p:clrMapOvr>
    <a:masterClrMapping/>
  </p:clrMapOvr>
  <p:transition spd="slow" advTm="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1000"/>
                                        <p:tgtEl>
                                          <p:spTgt spid="28"/>
                                        </p:tgtEl>
                                      </p:cBhvr>
                                    </p:animEffect>
                                    <p:anim calcmode="lin" valueType="num">
                                      <p:cBhvr>
                                        <p:cTn id="14" dur="1000" fill="hold"/>
                                        <p:tgtEl>
                                          <p:spTgt spid="28"/>
                                        </p:tgtEl>
                                        <p:attrNameLst>
                                          <p:attrName>ppt_x</p:attrName>
                                        </p:attrNameLst>
                                      </p:cBhvr>
                                      <p:tavLst>
                                        <p:tav tm="0">
                                          <p:val>
                                            <p:strVal val="#ppt_x"/>
                                          </p:val>
                                        </p:tav>
                                        <p:tav tm="100000">
                                          <p:val>
                                            <p:strVal val="#ppt_x"/>
                                          </p:val>
                                        </p:tav>
                                      </p:tavLst>
                                    </p:anim>
                                    <p:anim calcmode="lin" valueType="num">
                                      <p:cBhvr>
                                        <p:cTn id="15" dur="1000" fill="hold"/>
                                        <p:tgtEl>
                                          <p:spTgt spid="28"/>
                                        </p:tgtEl>
                                        <p:attrNameLst>
                                          <p:attrName>ppt_y</p:attrName>
                                        </p:attrNameLst>
                                      </p:cBhvr>
                                      <p:tavLst>
                                        <p:tav tm="0">
                                          <p:val>
                                            <p:strVal val="#ppt_y+.1"/>
                                          </p:val>
                                        </p:tav>
                                        <p:tav tm="100000">
                                          <p:val>
                                            <p:strVal val="#ppt_y"/>
                                          </p:val>
                                        </p:tav>
                                      </p:tavLst>
                                    </p:anim>
                                  </p:childTnLst>
                                </p:cTn>
                              </p:par>
                            </p:childTnLst>
                          </p:cTn>
                        </p:par>
                        <p:par>
                          <p:cTn id="16" fill="hold">
                            <p:stCondLst>
                              <p:cond delay="1750"/>
                            </p:stCondLst>
                            <p:childTnLst>
                              <p:par>
                                <p:cTn id="17" presetID="42" presetClass="entr" presetSubtype="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sp>
        <p:nvSpPr>
          <p:cNvPr id="42" name="Rounded Rectangle 13"/>
          <p:cNvSpPr/>
          <p:nvPr/>
        </p:nvSpPr>
        <p:spPr>
          <a:xfrm>
            <a:off x="765521" y="1683769"/>
            <a:ext cx="2462477" cy="1423161"/>
          </a:xfrm>
          <a:prstGeom prst="roundRect">
            <a:avLst>
              <a:gd name="adj" fmla="val 5186"/>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1">
                  <a:lumMod val="50000"/>
                </a:schemeClr>
              </a:solidFill>
            </a:endParaRPr>
          </a:p>
        </p:txBody>
      </p:sp>
      <p:sp>
        <p:nvSpPr>
          <p:cNvPr id="43" name="Text Box 10"/>
          <p:cNvSpPr txBox="1">
            <a:spLocks noChangeArrowheads="1"/>
          </p:cNvSpPr>
          <p:nvPr/>
        </p:nvSpPr>
        <p:spPr bwMode="auto">
          <a:xfrm>
            <a:off x="877031" y="1793226"/>
            <a:ext cx="2352448" cy="1092608"/>
          </a:xfrm>
          <a:prstGeom prst="rect">
            <a:avLst/>
          </a:prstGeom>
          <a:noFill/>
          <a:ln w="9525">
            <a:noFill/>
            <a:miter lim="800000"/>
            <a:headEnd/>
            <a:tailEnd/>
          </a:ln>
        </p:spPr>
        <p:txBody>
          <a:bodyPr wrap="square" lIns="45720" tIns="22860" rIns="45720" bIns="22860">
            <a:spAutoFit/>
          </a:bodyPr>
          <a:lstStyle/>
          <a:p>
            <a:pPr defTabSz="1088232">
              <a:lnSpc>
                <a:spcPct val="200000"/>
              </a:lnSpc>
            </a:pPr>
            <a:r>
              <a:rPr lang="en-US" sz="1600" b="1" dirty="0" err="1">
                <a:solidFill>
                  <a:schemeClr val="bg1">
                    <a:lumMod val="50000"/>
                  </a:schemeClr>
                </a:solidFill>
                <a:latin typeface="Open Sans" pitchFamily="34" charset="0"/>
                <a:ea typeface="Open Sans" pitchFamily="34" charset="0"/>
                <a:cs typeface="Open Sans" pitchFamily="34" charset="0"/>
              </a:rPr>
              <a:t>Ethique</a:t>
            </a:r>
            <a:endParaRPr lang="en-US" sz="1600" b="1" dirty="0">
              <a:solidFill>
                <a:schemeClr val="bg1">
                  <a:lumMod val="50000"/>
                </a:schemeClr>
              </a:solidFill>
              <a:latin typeface="Open Sans" pitchFamily="34" charset="0"/>
              <a:ea typeface="Open Sans" pitchFamily="34" charset="0"/>
              <a:cs typeface="Open Sans" pitchFamily="34" charset="0"/>
            </a:endParaRPr>
          </a:p>
          <a:p>
            <a:pPr defTabSz="1088232"/>
            <a:r>
              <a:rPr lang="en-US" sz="1200" dirty="0" err="1">
                <a:solidFill>
                  <a:schemeClr val="bg1">
                    <a:lumMod val="50000"/>
                  </a:schemeClr>
                </a:solidFill>
                <a:latin typeface="Open Sans" pitchFamily="34" charset="0"/>
                <a:ea typeface="Open Sans" pitchFamily="34" charset="0"/>
                <a:cs typeface="Open Sans" pitchFamily="34" charset="0"/>
              </a:rPr>
              <a:t>Nullam</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eu</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tempor</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purus</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Nunc</a:t>
            </a:r>
            <a:r>
              <a:rPr lang="en-US" sz="1200" dirty="0">
                <a:solidFill>
                  <a:schemeClr val="bg1">
                    <a:lumMod val="50000"/>
                  </a:schemeClr>
                </a:solidFill>
                <a:latin typeface="Open Sans" pitchFamily="34" charset="0"/>
                <a:ea typeface="Open Sans" pitchFamily="34" charset="0"/>
                <a:cs typeface="Open Sans" pitchFamily="34" charset="0"/>
              </a:rPr>
              <a:t> a </a:t>
            </a:r>
            <a:r>
              <a:rPr lang="en-US" sz="1200" dirty="0" err="1">
                <a:solidFill>
                  <a:schemeClr val="bg1">
                    <a:lumMod val="50000"/>
                  </a:schemeClr>
                </a:solidFill>
                <a:latin typeface="Open Sans" pitchFamily="34" charset="0"/>
                <a:ea typeface="Open Sans" pitchFamily="34" charset="0"/>
                <a:cs typeface="Open Sans" pitchFamily="34" charset="0"/>
              </a:rPr>
              <a:t>leo</a:t>
            </a:r>
            <a:r>
              <a:rPr lang="en-US" sz="1200" dirty="0">
                <a:solidFill>
                  <a:schemeClr val="bg1">
                    <a:lumMod val="50000"/>
                  </a:schemeClr>
                </a:solidFill>
                <a:latin typeface="Open Sans" pitchFamily="34" charset="0"/>
                <a:ea typeface="Open Sans" pitchFamily="34" charset="0"/>
                <a:cs typeface="Open Sans" pitchFamily="34" charset="0"/>
              </a:rPr>
              <a:t> magna, sit </a:t>
            </a:r>
            <a:r>
              <a:rPr lang="en-US" sz="1200" dirty="0" err="1">
                <a:solidFill>
                  <a:schemeClr val="bg1">
                    <a:lumMod val="50000"/>
                  </a:schemeClr>
                </a:solidFill>
                <a:latin typeface="Open Sans" pitchFamily="34" charset="0"/>
                <a:ea typeface="Open Sans" pitchFamily="34" charset="0"/>
                <a:cs typeface="Open Sans" pitchFamily="34" charset="0"/>
              </a:rPr>
              <a:t>amet</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consequat</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risus</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Nunc</a:t>
            </a:r>
            <a:r>
              <a:rPr lang="en-US" sz="1200" dirty="0">
                <a:solidFill>
                  <a:schemeClr val="bg1">
                    <a:lumMod val="50000"/>
                  </a:schemeClr>
                </a:solidFill>
                <a:latin typeface="Open Sans" pitchFamily="34" charset="0"/>
                <a:ea typeface="Open Sans" pitchFamily="34" charset="0"/>
                <a:cs typeface="Open Sans" pitchFamily="34" charset="0"/>
              </a:rPr>
              <a:t> a </a:t>
            </a:r>
            <a:r>
              <a:rPr lang="en-US" sz="1200" dirty="0" err="1">
                <a:solidFill>
                  <a:schemeClr val="bg1">
                    <a:lumMod val="50000"/>
                  </a:schemeClr>
                </a:solidFill>
                <a:latin typeface="Open Sans" pitchFamily="34" charset="0"/>
                <a:ea typeface="Open Sans" pitchFamily="34" charset="0"/>
                <a:cs typeface="Open Sans" pitchFamily="34" charset="0"/>
              </a:rPr>
              <a:t>leo</a:t>
            </a:r>
            <a:r>
              <a:rPr lang="en-US" sz="1200" dirty="0">
                <a:solidFill>
                  <a:schemeClr val="bg1">
                    <a:lumMod val="50000"/>
                  </a:schemeClr>
                </a:solidFill>
                <a:latin typeface="Open Sans" pitchFamily="34" charset="0"/>
                <a:ea typeface="Open Sans" pitchFamily="34" charset="0"/>
                <a:cs typeface="Open Sans" pitchFamily="34" charset="0"/>
              </a:rPr>
              <a:t> magna, sit.</a:t>
            </a:r>
          </a:p>
        </p:txBody>
      </p:sp>
      <p:sp>
        <p:nvSpPr>
          <p:cNvPr id="44" name="Rounded Rectangle 16"/>
          <p:cNvSpPr/>
          <p:nvPr/>
        </p:nvSpPr>
        <p:spPr>
          <a:xfrm>
            <a:off x="765521" y="3339344"/>
            <a:ext cx="2462477" cy="1423161"/>
          </a:xfrm>
          <a:prstGeom prst="roundRect">
            <a:avLst>
              <a:gd name="adj" fmla="val 5186"/>
            </a:avLst>
          </a:prstGeom>
          <a:solidFill>
            <a:srgbClr val="0824AA"/>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1">
                  <a:lumMod val="50000"/>
                </a:schemeClr>
              </a:solidFill>
            </a:endParaRPr>
          </a:p>
        </p:txBody>
      </p:sp>
      <p:sp>
        <p:nvSpPr>
          <p:cNvPr id="45" name="Rounded Rectangle 17"/>
          <p:cNvSpPr/>
          <p:nvPr/>
        </p:nvSpPr>
        <p:spPr>
          <a:xfrm>
            <a:off x="765521" y="4989642"/>
            <a:ext cx="2462477" cy="1423161"/>
          </a:xfrm>
          <a:prstGeom prst="roundRect">
            <a:avLst>
              <a:gd name="adj" fmla="val 5186"/>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1">
                  <a:lumMod val="50000"/>
                </a:schemeClr>
              </a:solidFill>
            </a:endParaRPr>
          </a:p>
        </p:txBody>
      </p:sp>
      <p:sp>
        <p:nvSpPr>
          <p:cNvPr id="46" name="Text Box 10"/>
          <p:cNvSpPr txBox="1">
            <a:spLocks noChangeArrowheads="1"/>
          </p:cNvSpPr>
          <p:nvPr/>
        </p:nvSpPr>
        <p:spPr bwMode="auto">
          <a:xfrm>
            <a:off x="877031" y="3434547"/>
            <a:ext cx="2352448" cy="1092608"/>
          </a:xfrm>
          <a:prstGeom prst="rect">
            <a:avLst/>
          </a:prstGeom>
          <a:noFill/>
          <a:ln w="9525">
            <a:noFill/>
            <a:miter lim="800000"/>
            <a:headEnd/>
            <a:tailEnd/>
          </a:ln>
        </p:spPr>
        <p:txBody>
          <a:bodyPr wrap="square" lIns="45720" tIns="22860" rIns="45720" bIns="22860">
            <a:spAutoFit/>
          </a:bodyPr>
          <a:lstStyle/>
          <a:p>
            <a:pPr defTabSz="1088232">
              <a:lnSpc>
                <a:spcPct val="200000"/>
              </a:lnSpc>
            </a:pPr>
            <a:r>
              <a:rPr lang="en-US" sz="1600" b="1" dirty="0">
                <a:solidFill>
                  <a:schemeClr val="bg1"/>
                </a:solidFill>
                <a:latin typeface="Open Sans" pitchFamily="34" charset="0"/>
                <a:ea typeface="Open Sans" pitchFamily="34" charset="0"/>
                <a:cs typeface="Open Sans" pitchFamily="34" charset="0"/>
              </a:rPr>
              <a:t>Product Love</a:t>
            </a:r>
          </a:p>
          <a:p>
            <a:pPr defTabSz="1088232"/>
            <a:r>
              <a:rPr lang="en-US" sz="1200" dirty="0" err="1">
                <a:solidFill>
                  <a:schemeClr val="bg1"/>
                </a:solidFill>
                <a:latin typeface="Open Sans" pitchFamily="34" charset="0"/>
                <a:ea typeface="Open Sans" pitchFamily="34" charset="0"/>
                <a:cs typeface="Open Sans" pitchFamily="34" charset="0"/>
              </a:rPr>
              <a:t>Nullam</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eu</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tempor</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purus</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Nunc</a:t>
            </a:r>
            <a:r>
              <a:rPr lang="en-US" sz="1200" dirty="0">
                <a:solidFill>
                  <a:schemeClr val="bg1"/>
                </a:solidFill>
                <a:latin typeface="Open Sans" pitchFamily="34" charset="0"/>
                <a:ea typeface="Open Sans" pitchFamily="34" charset="0"/>
                <a:cs typeface="Open Sans" pitchFamily="34" charset="0"/>
              </a:rPr>
              <a:t> a </a:t>
            </a:r>
            <a:r>
              <a:rPr lang="en-US" sz="1200" dirty="0" err="1">
                <a:solidFill>
                  <a:schemeClr val="bg1"/>
                </a:solidFill>
                <a:latin typeface="Open Sans" pitchFamily="34" charset="0"/>
                <a:ea typeface="Open Sans" pitchFamily="34" charset="0"/>
                <a:cs typeface="Open Sans" pitchFamily="34" charset="0"/>
              </a:rPr>
              <a:t>leo</a:t>
            </a:r>
            <a:r>
              <a:rPr lang="en-US" sz="1200" dirty="0">
                <a:solidFill>
                  <a:schemeClr val="bg1"/>
                </a:solidFill>
                <a:latin typeface="Open Sans" pitchFamily="34" charset="0"/>
                <a:ea typeface="Open Sans" pitchFamily="34" charset="0"/>
                <a:cs typeface="Open Sans" pitchFamily="34" charset="0"/>
              </a:rPr>
              <a:t> magna, sit </a:t>
            </a:r>
            <a:r>
              <a:rPr lang="en-US" sz="1200" dirty="0" err="1">
                <a:solidFill>
                  <a:schemeClr val="bg1"/>
                </a:solidFill>
                <a:latin typeface="Open Sans" pitchFamily="34" charset="0"/>
                <a:ea typeface="Open Sans" pitchFamily="34" charset="0"/>
                <a:cs typeface="Open Sans" pitchFamily="34" charset="0"/>
              </a:rPr>
              <a:t>amet</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consequat</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risus</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Nunc</a:t>
            </a:r>
            <a:r>
              <a:rPr lang="en-US" sz="1200" dirty="0">
                <a:solidFill>
                  <a:schemeClr val="bg1"/>
                </a:solidFill>
                <a:latin typeface="Open Sans" pitchFamily="34" charset="0"/>
                <a:ea typeface="Open Sans" pitchFamily="34" charset="0"/>
                <a:cs typeface="Open Sans" pitchFamily="34" charset="0"/>
              </a:rPr>
              <a:t> a </a:t>
            </a:r>
            <a:r>
              <a:rPr lang="en-US" sz="1200" dirty="0" err="1">
                <a:solidFill>
                  <a:schemeClr val="bg1"/>
                </a:solidFill>
                <a:latin typeface="Open Sans" pitchFamily="34" charset="0"/>
                <a:ea typeface="Open Sans" pitchFamily="34" charset="0"/>
                <a:cs typeface="Open Sans" pitchFamily="34" charset="0"/>
              </a:rPr>
              <a:t>leo</a:t>
            </a:r>
            <a:r>
              <a:rPr lang="en-US" sz="1200" dirty="0">
                <a:solidFill>
                  <a:schemeClr val="bg1"/>
                </a:solidFill>
                <a:latin typeface="Open Sans" pitchFamily="34" charset="0"/>
                <a:ea typeface="Open Sans" pitchFamily="34" charset="0"/>
                <a:cs typeface="Open Sans" pitchFamily="34" charset="0"/>
              </a:rPr>
              <a:t> magna, sit.</a:t>
            </a:r>
          </a:p>
        </p:txBody>
      </p:sp>
      <p:sp>
        <p:nvSpPr>
          <p:cNvPr id="47" name="Text Box 10"/>
          <p:cNvSpPr txBox="1">
            <a:spLocks noChangeArrowheads="1"/>
          </p:cNvSpPr>
          <p:nvPr/>
        </p:nvSpPr>
        <p:spPr bwMode="auto">
          <a:xfrm>
            <a:off x="877031" y="5044607"/>
            <a:ext cx="2352448" cy="1092608"/>
          </a:xfrm>
          <a:prstGeom prst="rect">
            <a:avLst/>
          </a:prstGeom>
          <a:noFill/>
          <a:ln w="9525">
            <a:noFill/>
            <a:miter lim="800000"/>
            <a:headEnd/>
            <a:tailEnd/>
          </a:ln>
        </p:spPr>
        <p:txBody>
          <a:bodyPr wrap="square" lIns="45720" tIns="22860" rIns="45720" bIns="22860">
            <a:spAutoFit/>
          </a:bodyPr>
          <a:lstStyle/>
          <a:p>
            <a:pPr defTabSz="1088232">
              <a:lnSpc>
                <a:spcPct val="200000"/>
              </a:lnSpc>
            </a:pPr>
            <a:r>
              <a:rPr lang="en-US" sz="1600" b="1" dirty="0">
                <a:solidFill>
                  <a:schemeClr val="bg1">
                    <a:lumMod val="50000"/>
                  </a:schemeClr>
                </a:solidFill>
                <a:latin typeface="Open Sans" pitchFamily="34" charset="0"/>
                <a:ea typeface="Open Sans" pitchFamily="34" charset="0"/>
                <a:cs typeface="Open Sans" pitchFamily="34" charset="0"/>
              </a:rPr>
              <a:t>Ingredients</a:t>
            </a:r>
          </a:p>
          <a:p>
            <a:pPr defTabSz="1088232"/>
            <a:r>
              <a:rPr lang="en-US" sz="1200" dirty="0" err="1">
                <a:solidFill>
                  <a:schemeClr val="bg1">
                    <a:lumMod val="50000"/>
                  </a:schemeClr>
                </a:solidFill>
                <a:latin typeface="Open Sans" pitchFamily="34" charset="0"/>
                <a:ea typeface="Open Sans" pitchFamily="34" charset="0"/>
                <a:cs typeface="Open Sans" pitchFamily="34" charset="0"/>
              </a:rPr>
              <a:t>Nullam</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eu</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tempor</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purus</a:t>
            </a:r>
            <a:r>
              <a:rPr lang="en-US" sz="1200" dirty="0">
                <a:solidFill>
                  <a:schemeClr val="bg1">
                    <a:lumMod val="50000"/>
                  </a:schemeClr>
                </a:solidFill>
                <a:latin typeface="Open Sans" pitchFamily="34" charset="0"/>
                <a:ea typeface="Open Sans" pitchFamily="34" charset="0"/>
                <a:cs typeface="Open Sans" pitchFamily="34" charset="0"/>
              </a:rPr>
              <a:t>. Nunc a </a:t>
            </a:r>
            <a:r>
              <a:rPr lang="en-US" sz="1200" dirty="0" err="1">
                <a:solidFill>
                  <a:schemeClr val="bg1">
                    <a:lumMod val="50000"/>
                  </a:schemeClr>
                </a:solidFill>
                <a:latin typeface="Open Sans" pitchFamily="34" charset="0"/>
                <a:ea typeface="Open Sans" pitchFamily="34" charset="0"/>
                <a:cs typeface="Open Sans" pitchFamily="34" charset="0"/>
              </a:rPr>
              <a:t>leo</a:t>
            </a:r>
            <a:r>
              <a:rPr lang="en-US" sz="1200" dirty="0">
                <a:solidFill>
                  <a:schemeClr val="bg1">
                    <a:lumMod val="50000"/>
                  </a:schemeClr>
                </a:solidFill>
                <a:latin typeface="Open Sans" pitchFamily="34" charset="0"/>
                <a:ea typeface="Open Sans" pitchFamily="34" charset="0"/>
                <a:cs typeface="Open Sans" pitchFamily="34" charset="0"/>
              </a:rPr>
              <a:t> magna, sit </a:t>
            </a:r>
            <a:r>
              <a:rPr lang="en-US" sz="1200" dirty="0" err="1">
                <a:solidFill>
                  <a:schemeClr val="bg1">
                    <a:lumMod val="50000"/>
                  </a:schemeClr>
                </a:solidFill>
                <a:latin typeface="Open Sans" pitchFamily="34" charset="0"/>
                <a:ea typeface="Open Sans" pitchFamily="34" charset="0"/>
                <a:cs typeface="Open Sans" pitchFamily="34" charset="0"/>
              </a:rPr>
              <a:t>amet</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consequat</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risus</a:t>
            </a:r>
            <a:r>
              <a:rPr lang="en-US" sz="1200" dirty="0">
                <a:solidFill>
                  <a:schemeClr val="bg1">
                    <a:lumMod val="50000"/>
                  </a:schemeClr>
                </a:solidFill>
                <a:latin typeface="Open Sans" pitchFamily="34" charset="0"/>
                <a:ea typeface="Open Sans" pitchFamily="34" charset="0"/>
                <a:cs typeface="Open Sans" pitchFamily="34" charset="0"/>
              </a:rPr>
              <a:t>. Nunc a </a:t>
            </a:r>
            <a:r>
              <a:rPr lang="en-US" sz="1200" dirty="0" err="1">
                <a:solidFill>
                  <a:schemeClr val="bg1">
                    <a:lumMod val="50000"/>
                  </a:schemeClr>
                </a:solidFill>
                <a:latin typeface="Open Sans" pitchFamily="34" charset="0"/>
                <a:ea typeface="Open Sans" pitchFamily="34" charset="0"/>
                <a:cs typeface="Open Sans" pitchFamily="34" charset="0"/>
              </a:rPr>
              <a:t>leo</a:t>
            </a:r>
            <a:r>
              <a:rPr lang="en-US" sz="1200" dirty="0">
                <a:solidFill>
                  <a:schemeClr val="bg1">
                    <a:lumMod val="50000"/>
                  </a:schemeClr>
                </a:solidFill>
                <a:latin typeface="Open Sans" pitchFamily="34" charset="0"/>
                <a:ea typeface="Open Sans" pitchFamily="34" charset="0"/>
                <a:cs typeface="Open Sans" pitchFamily="34" charset="0"/>
              </a:rPr>
              <a:t> magna, sit.</a:t>
            </a:r>
          </a:p>
        </p:txBody>
      </p:sp>
      <p:sp>
        <p:nvSpPr>
          <p:cNvPr id="48" name="Rounded Rectangle 20"/>
          <p:cNvSpPr/>
          <p:nvPr/>
        </p:nvSpPr>
        <p:spPr>
          <a:xfrm>
            <a:off x="9042479" y="1683769"/>
            <a:ext cx="2462477" cy="1423161"/>
          </a:xfrm>
          <a:prstGeom prst="roundRect">
            <a:avLst>
              <a:gd name="adj" fmla="val 5186"/>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1">
                  <a:lumMod val="50000"/>
                </a:schemeClr>
              </a:solidFill>
            </a:endParaRPr>
          </a:p>
        </p:txBody>
      </p:sp>
      <p:sp>
        <p:nvSpPr>
          <p:cNvPr id="49" name="Text Box 10"/>
          <p:cNvSpPr txBox="1">
            <a:spLocks noChangeArrowheads="1"/>
          </p:cNvSpPr>
          <p:nvPr/>
        </p:nvSpPr>
        <p:spPr bwMode="auto">
          <a:xfrm>
            <a:off x="9074450" y="1793227"/>
            <a:ext cx="2352448" cy="1092608"/>
          </a:xfrm>
          <a:prstGeom prst="rect">
            <a:avLst/>
          </a:prstGeom>
          <a:noFill/>
          <a:ln w="9525">
            <a:noFill/>
            <a:miter lim="800000"/>
            <a:headEnd/>
            <a:tailEnd/>
          </a:ln>
        </p:spPr>
        <p:txBody>
          <a:bodyPr wrap="square" lIns="45720" tIns="22860" rIns="45720" bIns="22860">
            <a:spAutoFit/>
          </a:bodyPr>
          <a:lstStyle/>
          <a:p>
            <a:pPr algn="r" defTabSz="1088232">
              <a:lnSpc>
                <a:spcPct val="200000"/>
              </a:lnSpc>
            </a:pPr>
            <a:r>
              <a:rPr lang="en-US" sz="1600" b="1" dirty="0">
                <a:solidFill>
                  <a:schemeClr val="bg1">
                    <a:lumMod val="50000"/>
                  </a:schemeClr>
                </a:solidFill>
                <a:latin typeface="Open Sans" pitchFamily="34" charset="0"/>
                <a:ea typeface="Open Sans" pitchFamily="34" charset="0"/>
                <a:cs typeface="Open Sans" pitchFamily="34" charset="0"/>
              </a:rPr>
              <a:t>Improvisation</a:t>
            </a:r>
          </a:p>
          <a:p>
            <a:pPr algn="r" defTabSz="1088232"/>
            <a:r>
              <a:rPr lang="en-US" sz="1200" dirty="0" err="1">
                <a:solidFill>
                  <a:schemeClr val="bg1">
                    <a:lumMod val="50000"/>
                  </a:schemeClr>
                </a:solidFill>
                <a:latin typeface="Open Sans" pitchFamily="34" charset="0"/>
                <a:ea typeface="Open Sans" pitchFamily="34" charset="0"/>
                <a:cs typeface="Open Sans" pitchFamily="34" charset="0"/>
              </a:rPr>
              <a:t>Nullam</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eu</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tempor</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purus</a:t>
            </a:r>
            <a:r>
              <a:rPr lang="en-US" sz="1200" dirty="0">
                <a:solidFill>
                  <a:schemeClr val="bg1">
                    <a:lumMod val="50000"/>
                  </a:schemeClr>
                </a:solidFill>
                <a:latin typeface="Open Sans" pitchFamily="34" charset="0"/>
                <a:ea typeface="Open Sans" pitchFamily="34" charset="0"/>
                <a:cs typeface="Open Sans" pitchFamily="34" charset="0"/>
              </a:rPr>
              <a:t>. Nunc a </a:t>
            </a:r>
            <a:r>
              <a:rPr lang="en-US" sz="1200" dirty="0" err="1">
                <a:solidFill>
                  <a:schemeClr val="bg1">
                    <a:lumMod val="50000"/>
                  </a:schemeClr>
                </a:solidFill>
                <a:latin typeface="Open Sans" pitchFamily="34" charset="0"/>
                <a:ea typeface="Open Sans" pitchFamily="34" charset="0"/>
                <a:cs typeface="Open Sans" pitchFamily="34" charset="0"/>
              </a:rPr>
              <a:t>leo</a:t>
            </a:r>
            <a:r>
              <a:rPr lang="en-US" sz="1200" dirty="0">
                <a:solidFill>
                  <a:schemeClr val="bg1">
                    <a:lumMod val="50000"/>
                  </a:schemeClr>
                </a:solidFill>
                <a:latin typeface="Open Sans" pitchFamily="34" charset="0"/>
                <a:ea typeface="Open Sans" pitchFamily="34" charset="0"/>
                <a:cs typeface="Open Sans" pitchFamily="34" charset="0"/>
              </a:rPr>
              <a:t> magna, sit </a:t>
            </a:r>
            <a:r>
              <a:rPr lang="en-US" sz="1200" dirty="0" err="1">
                <a:solidFill>
                  <a:schemeClr val="bg1">
                    <a:lumMod val="50000"/>
                  </a:schemeClr>
                </a:solidFill>
                <a:latin typeface="Open Sans" pitchFamily="34" charset="0"/>
                <a:ea typeface="Open Sans" pitchFamily="34" charset="0"/>
                <a:cs typeface="Open Sans" pitchFamily="34" charset="0"/>
              </a:rPr>
              <a:t>amet</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consequat</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risus</a:t>
            </a:r>
            <a:r>
              <a:rPr lang="en-US" sz="1200" dirty="0">
                <a:solidFill>
                  <a:schemeClr val="bg1">
                    <a:lumMod val="50000"/>
                  </a:schemeClr>
                </a:solidFill>
                <a:latin typeface="Open Sans" pitchFamily="34" charset="0"/>
                <a:ea typeface="Open Sans" pitchFamily="34" charset="0"/>
                <a:cs typeface="Open Sans" pitchFamily="34" charset="0"/>
              </a:rPr>
              <a:t>. Nunc a </a:t>
            </a:r>
            <a:r>
              <a:rPr lang="en-US" sz="1200" dirty="0" err="1">
                <a:solidFill>
                  <a:schemeClr val="bg1">
                    <a:lumMod val="50000"/>
                  </a:schemeClr>
                </a:solidFill>
                <a:latin typeface="Open Sans" pitchFamily="34" charset="0"/>
                <a:ea typeface="Open Sans" pitchFamily="34" charset="0"/>
                <a:cs typeface="Open Sans" pitchFamily="34" charset="0"/>
              </a:rPr>
              <a:t>leo</a:t>
            </a:r>
            <a:r>
              <a:rPr lang="en-US" sz="1200" dirty="0">
                <a:solidFill>
                  <a:schemeClr val="bg1">
                    <a:lumMod val="50000"/>
                  </a:schemeClr>
                </a:solidFill>
                <a:latin typeface="Open Sans" pitchFamily="34" charset="0"/>
                <a:ea typeface="Open Sans" pitchFamily="34" charset="0"/>
                <a:cs typeface="Open Sans" pitchFamily="34" charset="0"/>
              </a:rPr>
              <a:t> magna, sit.</a:t>
            </a:r>
          </a:p>
        </p:txBody>
      </p:sp>
      <p:sp>
        <p:nvSpPr>
          <p:cNvPr id="50" name="Rounded Rectangle 22"/>
          <p:cNvSpPr/>
          <p:nvPr/>
        </p:nvSpPr>
        <p:spPr>
          <a:xfrm>
            <a:off x="9042479" y="4989642"/>
            <a:ext cx="2462477" cy="1423161"/>
          </a:xfrm>
          <a:prstGeom prst="roundRect">
            <a:avLst>
              <a:gd name="adj" fmla="val 5186"/>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1">
                  <a:lumMod val="50000"/>
                </a:schemeClr>
              </a:solidFill>
            </a:endParaRPr>
          </a:p>
        </p:txBody>
      </p:sp>
      <p:sp>
        <p:nvSpPr>
          <p:cNvPr id="51" name="Text Box 10"/>
          <p:cNvSpPr txBox="1">
            <a:spLocks noChangeArrowheads="1"/>
          </p:cNvSpPr>
          <p:nvPr/>
        </p:nvSpPr>
        <p:spPr bwMode="auto">
          <a:xfrm>
            <a:off x="9074450" y="5044608"/>
            <a:ext cx="2352448" cy="1092608"/>
          </a:xfrm>
          <a:prstGeom prst="rect">
            <a:avLst/>
          </a:prstGeom>
          <a:noFill/>
          <a:ln w="9525">
            <a:noFill/>
            <a:miter lim="800000"/>
            <a:headEnd/>
            <a:tailEnd/>
          </a:ln>
        </p:spPr>
        <p:txBody>
          <a:bodyPr wrap="square" lIns="45720" tIns="22860" rIns="45720" bIns="22860">
            <a:spAutoFit/>
          </a:bodyPr>
          <a:lstStyle/>
          <a:p>
            <a:pPr algn="r" defTabSz="1088232">
              <a:lnSpc>
                <a:spcPct val="200000"/>
              </a:lnSpc>
            </a:pPr>
            <a:r>
              <a:rPr lang="en-US" sz="1600" b="1" dirty="0">
                <a:solidFill>
                  <a:schemeClr val="bg1">
                    <a:lumMod val="50000"/>
                  </a:schemeClr>
                </a:solidFill>
                <a:latin typeface="Open Sans" pitchFamily="34" charset="0"/>
                <a:ea typeface="Open Sans" pitchFamily="34" charset="0"/>
                <a:cs typeface="Open Sans" pitchFamily="34" charset="0"/>
              </a:rPr>
              <a:t>Goodwill</a:t>
            </a:r>
          </a:p>
          <a:p>
            <a:pPr algn="r" defTabSz="1088232"/>
            <a:r>
              <a:rPr lang="en-US" sz="1200" dirty="0" err="1">
                <a:solidFill>
                  <a:schemeClr val="bg1">
                    <a:lumMod val="50000"/>
                  </a:schemeClr>
                </a:solidFill>
                <a:latin typeface="Open Sans" pitchFamily="34" charset="0"/>
                <a:ea typeface="Open Sans" pitchFamily="34" charset="0"/>
                <a:cs typeface="Open Sans" pitchFamily="34" charset="0"/>
              </a:rPr>
              <a:t>Nullam</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eu</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tempor</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purus</a:t>
            </a:r>
            <a:r>
              <a:rPr lang="en-US" sz="1200" dirty="0">
                <a:solidFill>
                  <a:schemeClr val="bg1">
                    <a:lumMod val="50000"/>
                  </a:schemeClr>
                </a:solidFill>
                <a:latin typeface="Open Sans" pitchFamily="34" charset="0"/>
                <a:ea typeface="Open Sans" pitchFamily="34" charset="0"/>
                <a:cs typeface="Open Sans" pitchFamily="34" charset="0"/>
              </a:rPr>
              <a:t>. Nunc a </a:t>
            </a:r>
            <a:r>
              <a:rPr lang="en-US" sz="1200" dirty="0" err="1">
                <a:solidFill>
                  <a:schemeClr val="bg1">
                    <a:lumMod val="50000"/>
                  </a:schemeClr>
                </a:solidFill>
                <a:latin typeface="Open Sans" pitchFamily="34" charset="0"/>
                <a:ea typeface="Open Sans" pitchFamily="34" charset="0"/>
                <a:cs typeface="Open Sans" pitchFamily="34" charset="0"/>
              </a:rPr>
              <a:t>leo</a:t>
            </a:r>
            <a:r>
              <a:rPr lang="en-US" sz="1200" dirty="0">
                <a:solidFill>
                  <a:schemeClr val="bg1">
                    <a:lumMod val="50000"/>
                  </a:schemeClr>
                </a:solidFill>
                <a:latin typeface="Open Sans" pitchFamily="34" charset="0"/>
                <a:ea typeface="Open Sans" pitchFamily="34" charset="0"/>
                <a:cs typeface="Open Sans" pitchFamily="34" charset="0"/>
              </a:rPr>
              <a:t> magna, sit </a:t>
            </a:r>
            <a:r>
              <a:rPr lang="en-US" sz="1200" dirty="0" err="1">
                <a:solidFill>
                  <a:schemeClr val="bg1">
                    <a:lumMod val="50000"/>
                  </a:schemeClr>
                </a:solidFill>
                <a:latin typeface="Open Sans" pitchFamily="34" charset="0"/>
                <a:ea typeface="Open Sans" pitchFamily="34" charset="0"/>
                <a:cs typeface="Open Sans" pitchFamily="34" charset="0"/>
              </a:rPr>
              <a:t>amet</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consequat</a:t>
            </a:r>
            <a:r>
              <a:rPr lang="en-US" sz="1200" dirty="0">
                <a:solidFill>
                  <a:schemeClr val="bg1">
                    <a:lumMod val="50000"/>
                  </a:schemeClr>
                </a:solidFill>
                <a:latin typeface="Open Sans" pitchFamily="34" charset="0"/>
                <a:ea typeface="Open Sans" pitchFamily="34" charset="0"/>
                <a:cs typeface="Open Sans" pitchFamily="34" charset="0"/>
              </a:rPr>
              <a:t> </a:t>
            </a:r>
            <a:r>
              <a:rPr lang="en-US" sz="1200" dirty="0" err="1">
                <a:solidFill>
                  <a:schemeClr val="bg1">
                    <a:lumMod val="50000"/>
                  </a:schemeClr>
                </a:solidFill>
                <a:latin typeface="Open Sans" pitchFamily="34" charset="0"/>
                <a:ea typeface="Open Sans" pitchFamily="34" charset="0"/>
                <a:cs typeface="Open Sans" pitchFamily="34" charset="0"/>
              </a:rPr>
              <a:t>risus</a:t>
            </a:r>
            <a:r>
              <a:rPr lang="en-US" sz="1200" dirty="0">
                <a:solidFill>
                  <a:schemeClr val="bg1">
                    <a:lumMod val="50000"/>
                  </a:schemeClr>
                </a:solidFill>
                <a:latin typeface="Open Sans" pitchFamily="34" charset="0"/>
                <a:ea typeface="Open Sans" pitchFamily="34" charset="0"/>
                <a:cs typeface="Open Sans" pitchFamily="34" charset="0"/>
              </a:rPr>
              <a:t>. Nunc a </a:t>
            </a:r>
            <a:r>
              <a:rPr lang="en-US" sz="1200" dirty="0" err="1">
                <a:solidFill>
                  <a:schemeClr val="bg1">
                    <a:lumMod val="50000"/>
                  </a:schemeClr>
                </a:solidFill>
                <a:latin typeface="Open Sans" pitchFamily="34" charset="0"/>
                <a:ea typeface="Open Sans" pitchFamily="34" charset="0"/>
                <a:cs typeface="Open Sans" pitchFamily="34" charset="0"/>
              </a:rPr>
              <a:t>leo</a:t>
            </a:r>
            <a:r>
              <a:rPr lang="en-US" sz="1200" dirty="0">
                <a:solidFill>
                  <a:schemeClr val="bg1">
                    <a:lumMod val="50000"/>
                  </a:schemeClr>
                </a:solidFill>
                <a:latin typeface="Open Sans" pitchFamily="34" charset="0"/>
                <a:ea typeface="Open Sans" pitchFamily="34" charset="0"/>
                <a:cs typeface="Open Sans" pitchFamily="34" charset="0"/>
              </a:rPr>
              <a:t> magna, sit.</a:t>
            </a:r>
          </a:p>
        </p:txBody>
      </p:sp>
      <p:sp>
        <p:nvSpPr>
          <p:cNvPr id="52" name="Rounded Rectangle 25"/>
          <p:cNvSpPr/>
          <p:nvPr/>
        </p:nvSpPr>
        <p:spPr>
          <a:xfrm>
            <a:off x="9042479" y="3339283"/>
            <a:ext cx="2462477" cy="1423161"/>
          </a:xfrm>
          <a:prstGeom prst="roundRect">
            <a:avLst>
              <a:gd name="adj" fmla="val 5186"/>
            </a:avLst>
          </a:prstGeom>
          <a:solidFill>
            <a:srgbClr val="051564"/>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1">
                  <a:lumMod val="50000"/>
                </a:schemeClr>
              </a:solidFill>
            </a:endParaRPr>
          </a:p>
        </p:txBody>
      </p:sp>
      <p:sp>
        <p:nvSpPr>
          <p:cNvPr id="53" name="Text Box 10"/>
          <p:cNvSpPr txBox="1">
            <a:spLocks noChangeArrowheads="1"/>
          </p:cNvSpPr>
          <p:nvPr/>
        </p:nvSpPr>
        <p:spPr bwMode="auto">
          <a:xfrm>
            <a:off x="9074450" y="3448741"/>
            <a:ext cx="2352448" cy="1092608"/>
          </a:xfrm>
          <a:prstGeom prst="rect">
            <a:avLst/>
          </a:prstGeom>
          <a:noFill/>
          <a:ln w="9525">
            <a:noFill/>
            <a:miter lim="800000"/>
            <a:headEnd/>
            <a:tailEnd/>
          </a:ln>
        </p:spPr>
        <p:txBody>
          <a:bodyPr wrap="square" lIns="45720" tIns="22860" rIns="45720" bIns="22860">
            <a:spAutoFit/>
          </a:bodyPr>
          <a:lstStyle/>
          <a:p>
            <a:pPr algn="r" defTabSz="1088232">
              <a:lnSpc>
                <a:spcPct val="200000"/>
              </a:lnSpc>
            </a:pPr>
            <a:r>
              <a:rPr lang="en-US" sz="1600" b="1" dirty="0">
                <a:solidFill>
                  <a:schemeClr val="bg1"/>
                </a:solidFill>
                <a:latin typeface="Open Sans" pitchFamily="34" charset="0"/>
                <a:ea typeface="Open Sans" pitchFamily="34" charset="0"/>
                <a:cs typeface="Open Sans" pitchFamily="34" charset="0"/>
              </a:rPr>
              <a:t>Talkative</a:t>
            </a:r>
          </a:p>
          <a:p>
            <a:pPr algn="r" defTabSz="1088232"/>
            <a:r>
              <a:rPr lang="en-US" sz="1200" dirty="0" err="1">
                <a:solidFill>
                  <a:schemeClr val="bg1"/>
                </a:solidFill>
                <a:latin typeface="Open Sans" pitchFamily="34" charset="0"/>
                <a:ea typeface="Open Sans" pitchFamily="34" charset="0"/>
                <a:cs typeface="Open Sans" pitchFamily="34" charset="0"/>
              </a:rPr>
              <a:t>Nullam</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eu</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tempor</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purus</a:t>
            </a:r>
            <a:r>
              <a:rPr lang="en-US" sz="1200" dirty="0">
                <a:solidFill>
                  <a:schemeClr val="bg1"/>
                </a:solidFill>
                <a:latin typeface="Open Sans" pitchFamily="34" charset="0"/>
                <a:ea typeface="Open Sans" pitchFamily="34" charset="0"/>
                <a:cs typeface="Open Sans" pitchFamily="34" charset="0"/>
              </a:rPr>
              <a:t>. Nunc a </a:t>
            </a:r>
            <a:r>
              <a:rPr lang="en-US" sz="1200" dirty="0" err="1">
                <a:solidFill>
                  <a:schemeClr val="bg1"/>
                </a:solidFill>
                <a:latin typeface="Open Sans" pitchFamily="34" charset="0"/>
                <a:ea typeface="Open Sans" pitchFamily="34" charset="0"/>
                <a:cs typeface="Open Sans" pitchFamily="34" charset="0"/>
              </a:rPr>
              <a:t>leo</a:t>
            </a:r>
            <a:r>
              <a:rPr lang="en-US" sz="1200" dirty="0">
                <a:solidFill>
                  <a:schemeClr val="bg1"/>
                </a:solidFill>
                <a:latin typeface="Open Sans" pitchFamily="34" charset="0"/>
                <a:ea typeface="Open Sans" pitchFamily="34" charset="0"/>
                <a:cs typeface="Open Sans" pitchFamily="34" charset="0"/>
              </a:rPr>
              <a:t> magna, sit </a:t>
            </a:r>
            <a:r>
              <a:rPr lang="en-US" sz="1200" dirty="0" err="1">
                <a:solidFill>
                  <a:schemeClr val="bg1"/>
                </a:solidFill>
                <a:latin typeface="Open Sans" pitchFamily="34" charset="0"/>
                <a:ea typeface="Open Sans" pitchFamily="34" charset="0"/>
                <a:cs typeface="Open Sans" pitchFamily="34" charset="0"/>
              </a:rPr>
              <a:t>amet</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consequat</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risus</a:t>
            </a:r>
            <a:r>
              <a:rPr lang="en-US" sz="1200" dirty="0">
                <a:solidFill>
                  <a:schemeClr val="bg1"/>
                </a:solidFill>
                <a:latin typeface="Open Sans" pitchFamily="34" charset="0"/>
                <a:ea typeface="Open Sans" pitchFamily="34" charset="0"/>
                <a:cs typeface="Open Sans" pitchFamily="34" charset="0"/>
              </a:rPr>
              <a:t>. Nunc a </a:t>
            </a:r>
            <a:r>
              <a:rPr lang="en-US" sz="1200" dirty="0" err="1">
                <a:solidFill>
                  <a:schemeClr val="bg1"/>
                </a:solidFill>
                <a:latin typeface="Open Sans" pitchFamily="34" charset="0"/>
                <a:ea typeface="Open Sans" pitchFamily="34" charset="0"/>
                <a:cs typeface="Open Sans" pitchFamily="34" charset="0"/>
              </a:rPr>
              <a:t>leo</a:t>
            </a:r>
            <a:r>
              <a:rPr lang="en-US" sz="1200" dirty="0">
                <a:solidFill>
                  <a:schemeClr val="bg1"/>
                </a:solidFill>
                <a:latin typeface="Open Sans" pitchFamily="34" charset="0"/>
                <a:ea typeface="Open Sans" pitchFamily="34" charset="0"/>
                <a:cs typeface="Open Sans" pitchFamily="34" charset="0"/>
              </a:rPr>
              <a:t> magna, sit.</a:t>
            </a:r>
          </a:p>
        </p:txBody>
      </p:sp>
      <p:sp>
        <p:nvSpPr>
          <p:cNvPr id="54" name="Rectangle 2"/>
          <p:cNvSpPr/>
          <p:nvPr/>
        </p:nvSpPr>
        <p:spPr>
          <a:xfrm>
            <a:off x="3892955" y="1668682"/>
            <a:ext cx="4546355" cy="4769130"/>
          </a:xfrm>
          <a:prstGeom prst="rect">
            <a:avLst/>
          </a:prstGeom>
          <a:blipFill dpi="0" rotWithShape="1">
            <a:blip r:embed="rId3"/>
            <a:srcRect/>
            <a:tile tx="0" ty="0" sx="100000" sy="100000" flip="none" algn="ctr"/>
          </a:blip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Tree>
    <p:extLst>
      <p:ext uri="{BB962C8B-B14F-4D97-AF65-F5344CB8AC3E}">
        <p14:creationId xmlns:p14="http://schemas.microsoft.com/office/powerpoint/2010/main" val="239009090"/>
      </p:ext>
    </p:extLst>
  </p:cSld>
  <p:clrMapOvr>
    <a:masterClrMapping/>
  </p:clrMapOvr>
  <p:transition spd="slow" advTm="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1000"/>
                                        <p:tgtEl>
                                          <p:spTgt spid="54"/>
                                        </p:tgtEl>
                                      </p:cBhvr>
                                    </p:animEffect>
                                    <p:anim calcmode="lin" valueType="num">
                                      <p:cBhvr>
                                        <p:cTn id="13" dur="1000" fill="hold"/>
                                        <p:tgtEl>
                                          <p:spTgt spid="54"/>
                                        </p:tgtEl>
                                        <p:attrNameLst>
                                          <p:attrName>ppt_x</p:attrName>
                                        </p:attrNameLst>
                                      </p:cBhvr>
                                      <p:tavLst>
                                        <p:tav tm="0">
                                          <p:val>
                                            <p:strVal val="#ppt_x"/>
                                          </p:val>
                                        </p:tav>
                                        <p:tav tm="100000">
                                          <p:val>
                                            <p:strVal val="#ppt_x"/>
                                          </p:val>
                                        </p:tav>
                                      </p:tavLst>
                                    </p:anim>
                                    <p:anim calcmode="lin" valueType="num">
                                      <p:cBhvr>
                                        <p:cTn id="14" dur="1000" fill="hold"/>
                                        <p:tgtEl>
                                          <p:spTgt spid="54"/>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fade">
                                      <p:cBhvr>
                                        <p:cTn id="18" dur="250"/>
                                        <p:tgtEl>
                                          <p:spTgt spid="42"/>
                                        </p:tgtEl>
                                      </p:cBhvr>
                                    </p:animEffect>
                                    <p:anim calcmode="lin" valueType="num">
                                      <p:cBhvr>
                                        <p:cTn id="19" dur="250" fill="hold"/>
                                        <p:tgtEl>
                                          <p:spTgt spid="42"/>
                                        </p:tgtEl>
                                        <p:attrNameLst>
                                          <p:attrName>ppt_x</p:attrName>
                                        </p:attrNameLst>
                                      </p:cBhvr>
                                      <p:tavLst>
                                        <p:tav tm="0">
                                          <p:val>
                                            <p:strVal val="#ppt_x"/>
                                          </p:val>
                                        </p:tav>
                                        <p:tav tm="100000">
                                          <p:val>
                                            <p:strVal val="#ppt_x"/>
                                          </p:val>
                                        </p:tav>
                                      </p:tavLst>
                                    </p:anim>
                                    <p:anim calcmode="lin" valueType="num">
                                      <p:cBhvr>
                                        <p:cTn id="20" dur="250" fill="hold"/>
                                        <p:tgtEl>
                                          <p:spTgt spid="42"/>
                                        </p:tgtEl>
                                        <p:attrNameLst>
                                          <p:attrName>ppt_y</p:attrName>
                                        </p:attrNameLst>
                                      </p:cBhvr>
                                      <p:tavLst>
                                        <p:tav tm="0">
                                          <p:val>
                                            <p:strVal val="#ppt_y+.1"/>
                                          </p:val>
                                        </p:tav>
                                        <p:tav tm="100000">
                                          <p:val>
                                            <p:strVal val="#ppt_y"/>
                                          </p:val>
                                        </p:tav>
                                      </p:tavLst>
                                    </p:anim>
                                  </p:childTnLst>
                                </p:cTn>
                              </p:par>
                            </p:childTnLst>
                          </p:cTn>
                        </p:par>
                        <p:par>
                          <p:cTn id="21" fill="hold">
                            <p:stCondLst>
                              <p:cond delay="1250"/>
                            </p:stCondLst>
                            <p:childTnLst>
                              <p:par>
                                <p:cTn id="22" presetID="42" presetClass="entr" presetSubtype="0" fill="hold" grpId="0" nodeType="after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fade">
                                      <p:cBhvr>
                                        <p:cTn id="24" dur="250"/>
                                        <p:tgtEl>
                                          <p:spTgt spid="43"/>
                                        </p:tgtEl>
                                      </p:cBhvr>
                                    </p:animEffect>
                                    <p:anim calcmode="lin" valueType="num">
                                      <p:cBhvr>
                                        <p:cTn id="25" dur="250" fill="hold"/>
                                        <p:tgtEl>
                                          <p:spTgt spid="43"/>
                                        </p:tgtEl>
                                        <p:attrNameLst>
                                          <p:attrName>ppt_x</p:attrName>
                                        </p:attrNameLst>
                                      </p:cBhvr>
                                      <p:tavLst>
                                        <p:tav tm="0">
                                          <p:val>
                                            <p:strVal val="#ppt_x"/>
                                          </p:val>
                                        </p:tav>
                                        <p:tav tm="100000">
                                          <p:val>
                                            <p:strVal val="#ppt_x"/>
                                          </p:val>
                                        </p:tav>
                                      </p:tavLst>
                                    </p:anim>
                                    <p:anim calcmode="lin" valueType="num">
                                      <p:cBhvr>
                                        <p:cTn id="26" dur="250" fill="hold"/>
                                        <p:tgtEl>
                                          <p:spTgt spid="43"/>
                                        </p:tgtEl>
                                        <p:attrNameLst>
                                          <p:attrName>ppt_y</p:attrName>
                                        </p:attrNameLst>
                                      </p:cBhvr>
                                      <p:tavLst>
                                        <p:tav tm="0">
                                          <p:val>
                                            <p:strVal val="#ppt_y+.1"/>
                                          </p:val>
                                        </p:tav>
                                        <p:tav tm="100000">
                                          <p:val>
                                            <p:strVal val="#ppt_y"/>
                                          </p:val>
                                        </p:tav>
                                      </p:tavLst>
                                    </p:anim>
                                  </p:childTnLst>
                                </p:cTn>
                              </p:par>
                            </p:childTnLst>
                          </p:cTn>
                        </p:par>
                        <p:par>
                          <p:cTn id="27" fill="hold">
                            <p:stCondLst>
                              <p:cond delay="1500"/>
                            </p:stCondLst>
                            <p:childTnLst>
                              <p:par>
                                <p:cTn id="28" presetID="42" presetClass="entr" presetSubtype="0" fill="hold" grpId="0" nodeType="afterEffect">
                                  <p:stCondLst>
                                    <p:cond delay="0"/>
                                  </p:stCondLst>
                                  <p:childTnLst>
                                    <p:set>
                                      <p:cBhvr>
                                        <p:cTn id="29" dur="1" fill="hold">
                                          <p:stCondLst>
                                            <p:cond delay="0"/>
                                          </p:stCondLst>
                                        </p:cTn>
                                        <p:tgtEl>
                                          <p:spTgt spid="44"/>
                                        </p:tgtEl>
                                        <p:attrNameLst>
                                          <p:attrName>style.visibility</p:attrName>
                                        </p:attrNameLst>
                                      </p:cBhvr>
                                      <p:to>
                                        <p:strVal val="visible"/>
                                      </p:to>
                                    </p:set>
                                    <p:animEffect transition="in" filter="fade">
                                      <p:cBhvr>
                                        <p:cTn id="30" dur="250"/>
                                        <p:tgtEl>
                                          <p:spTgt spid="44"/>
                                        </p:tgtEl>
                                      </p:cBhvr>
                                    </p:animEffect>
                                    <p:anim calcmode="lin" valueType="num">
                                      <p:cBhvr>
                                        <p:cTn id="31" dur="250" fill="hold"/>
                                        <p:tgtEl>
                                          <p:spTgt spid="44"/>
                                        </p:tgtEl>
                                        <p:attrNameLst>
                                          <p:attrName>ppt_x</p:attrName>
                                        </p:attrNameLst>
                                      </p:cBhvr>
                                      <p:tavLst>
                                        <p:tav tm="0">
                                          <p:val>
                                            <p:strVal val="#ppt_x"/>
                                          </p:val>
                                        </p:tav>
                                        <p:tav tm="100000">
                                          <p:val>
                                            <p:strVal val="#ppt_x"/>
                                          </p:val>
                                        </p:tav>
                                      </p:tavLst>
                                    </p:anim>
                                    <p:anim calcmode="lin" valueType="num">
                                      <p:cBhvr>
                                        <p:cTn id="32" dur="250" fill="hold"/>
                                        <p:tgtEl>
                                          <p:spTgt spid="44"/>
                                        </p:tgtEl>
                                        <p:attrNameLst>
                                          <p:attrName>ppt_y</p:attrName>
                                        </p:attrNameLst>
                                      </p:cBhvr>
                                      <p:tavLst>
                                        <p:tav tm="0">
                                          <p:val>
                                            <p:strVal val="#ppt_y+.1"/>
                                          </p:val>
                                        </p:tav>
                                        <p:tav tm="100000">
                                          <p:val>
                                            <p:strVal val="#ppt_y"/>
                                          </p:val>
                                        </p:tav>
                                      </p:tavLst>
                                    </p:anim>
                                  </p:childTnLst>
                                </p:cTn>
                              </p:par>
                            </p:childTnLst>
                          </p:cTn>
                        </p:par>
                        <p:par>
                          <p:cTn id="33" fill="hold">
                            <p:stCondLst>
                              <p:cond delay="1750"/>
                            </p:stCondLst>
                            <p:childTnLst>
                              <p:par>
                                <p:cTn id="34" presetID="42" presetClass="entr" presetSubtype="0" fill="hold" grpId="0" nodeType="after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fade">
                                      <p:cBhvr>
                                        <p:cTn id="36" dur="250"/>
                                        <p:tgtEl>
                                          <p:spTgt spid="45"/>
                                        </p:tgtEl>
                                      </p:cBhvr>
                                    </p:animEffect>
                                    <p:anim calcmode="lin" valueType="num">
                                      <p:cBhvr>
                                        <p:cTn id="37" dur="250" fill="hold"/>
                                        <p:tgtEl>
                                          <p:spTgt spid="45"/>
                                        </p:tgtEl>
                                        <p:attrNameLst>
                                          <p:attrName>ppt_x</p:attrName>
                                        </p:attrNameLst>
                                      </p:cBhvr>
                                      <p:tavLst>
                                        <p:tav tm="0">
                                          <p:val>
                                            <p:strVal val="#ppt_x"/>
                                          </p:val>
                                        </p:tav>
                                        <p:tav tm="100000">
                                          <p:val>
                                            <p:strVal val="#ppt_x"/>
                                          </p:val>
                                        </p:tav>
                                      </p:tavLst>
                                    </p:anim>
                                    <p:anim calcmode="lin" valueType="num">
                                      <p:cBhvr>
                                        <p:cTn id="38" dur="250" fill="hold"/>
                                        <p:tgtEl>
                                          <p:spTgt spid="45"/>
                                        </p:tgtEl>
                                        <p:attrNameLst>
                                          <p:attrName>ppt_y</p:attrName>
                                        </p:attrNameLst>
                                      </p:cBhvr>
                                      <p:tavLst>
                                        <p:tav tm="0">
                                          <p:val>
                                            <p:strVal val="#ppt_y+.1"/>
                                          </p:val>
                                        </p:tav>
                                        <p:tav tm="100000">
                                          <p:val>
                                            <p:strVal val="#ppt_y"/>
                                          </p:val>
                                        </p:tav>
                                      </p:tavLst>
                                    </p:anim>
                                  </p:childTnLst>
                                </p:cTn>
                              </p:par>
                            </p:childTnLst>
                          </p:cTn>
                        </p:par>
                        <p:par>
                          <p:cTn id="39" fill="hold">
                            <p:stCondLst>
                              <p:cond delay="2000"/>
                            </p:stCondLst>
                            <p:childTnLst>
                              <p:par>
                                <p:cTn id="40" presetID="42" presetClass="entr" presetSubtype="0" fill="hold" grpId="0" nodeType="after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fade">
                                      <p:cBhvr>
                                        <p:cTn id="42" dur="250"/>
                                        <p:tgtEl>
                                          <p:spTgt spid="46"/>
                                        </p:tgtEl>
                                      </p:cBhvr>
                                    </p:animEffect>
                                    <p:anim calcmode="lin" valueType="num">
                                      <p:cBhvr>
                                        <p:cTn id="43" dur="250" fill="hold"/>
                                        <p:tgtEl>
                                          <p:spTgt spid="46"/>
                                        </p:tgtEl>
                                        <p:attrNameLst>
                                          <p:attrName>ppt_x</p:attrName>
                                        </p:attrNameLst>
                                      </p:cBhvr>
                                      <p:tavLst>
                                        <p:tav tm="0">
                                          <p:val>
                                            <p:strVal val="#ppt_x"/>
                                          </p:val>
                                        </p:tav>
                                        <p:tav tm="100000">
                                          <p:val>
                                            <p:strVal val="#ppt_x"/>
                                          </p:val>
                                        </p:tav>
                                      </p:tavLst>
                                    </p:anim>
                                    <p:anim calcmode="lin" valueType="num">
                                      <p:cBhvr>
                                        <p:cTn id="44" dur="250" fill="hold"/>
                                        <p:tgtEl>
                                          <p:spTgt spid="46"/>
                                        </p:tgtEl>
                                        <p:attrNameLst>
                                          <p:attrName>ppt_y</p:attrName>
                                        </p:attrNameLst>
                                      </p:cBhvr>
                                      <p:tavLst>
                                        <p:tav tm="0">
                                          <p:val>
                                            <p:strVal val="#ppt_y+.1"/>
                                          </p:val>
                                        </p:tav>
                                        <p:tav tm="100000">
                                          <p:val>
                                            <p:strVal val="#ppt_y"/>
                                          </p:val>
                                        </p:tav>
                                      </p:tavLst>
                                    </p:anim>
                                  </p:childTnLst>
                                </p:cTn>
                              </p:par>
                            </p:childTnLst>
                          </p:cTn>
                        </p:par>
                        <p:par>
                          <p:cTn id="45" fill="hold">
                            <p:stCondLst>
                              <p:cond delay="2250"/>
                            </p:stCondLst>
                            <p:childTnLst>
                              <p:par>
                                <p:cTn id="46" presetID="42" presetClass="entr" presetSubtype="0" fill="hold" grpId="0" nodeType="after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fade">
                                      <p:cBhvr>
                                        <p:cTn id="48" dur="250"/>
                                        <p:tgtEl>
                                          <p:spTgt spid="47"/>
                                        </p:tgtEl>
                                      </p:cBhvr>
                                    </p:animEffect>
                                    <p:anim calcmode="lin" valueType="num">
                                      <p:cBhvr>
                                        <p:cTn id="49" dur="250" fill="hold"/>
                                        <p:tgtEl>
                                          <p:spTgt spid="47"/>
                                        </p:tgtEl>
                                        <p:attrNameLst>
                                          <p:attrName>ppt_x</p:attrName>
                                        </p:attrNameLst>
                                      </p:cBhvr>
                                      <p:tavLst>
                                        <p:tav tm="0">
                                          <p:val>
                                            <p:strVal val="#ppt_x"/>
                                          </p:val>
                                        </p:tav>
                                        <p:tav tm="100000">
                                          <p:val>
                                            <p:strVal val="#ppt_x"/>
                                          </p:val>
                                        </p:tav>
                                      </p:tavLst>
                                    </p:anim>
                                    <p:anim calcmode="lin" valueType="num">
                                      <p:cBhvr>
                                        <p:cTn id="50" dur="250" fill="hold"/>
                                        <p:tgtEl>
                                          <p:spTgt spid="47"/>
                                        </p:tgtEl>
                                        <p:attrNameLst>
                                          <p:attrName>ppt_y</p:attrName>
                                        </p:attrNameLst>
                                      </p:cBhvr>
                                      <p:tavLst>
                                        <p:tav tm="0">
                                          <p:val>
                                            <p:strVal val="#ppt_y+.1"/>
                                          </p:val>
                                        </p:tav>
                                        <p:tav tm="100000">
                                          <p:val>
                                            <p:strVal val="#ppt_y"/>
                                          </p:val>
                                        </p:tav>
                                      </p:tavLst>
                                    </p:anim>
                                  </p:childTnLst>
                                </p:cTn>
                              </p:par>
                            </p:childTnLst>
                          </p:cTn>
                        </p:par>
                        <p:par>
                          <p:cTn id="51" fill="hold">
                            <p:stCondLst>
                              <p:cond delay="2500"/>
                            </p:stCondLst>
                            <p:childTnLst>
                              <p:par>
                                <p:cTn id="52" presetID="42" presetClass="entr" presetSubtype="0" fill="hold" grpId="0" nodeType="afterEffect">
                                  <p:stCondLst>
                                    <p:cond delay="0"/>
                                  </p:stCondLst>
                                  <p:childTnLst>
                                    <p:set>
                                      <p:cBhvr>
                                        <p:cTn id="53" dur="1" fill="hold">
                                          <p:stCondLst>
                                            <p:cond delay="0"/>
                                          </p:stCondLst>
                                        </p:cTn>
                                        <p:tgtEl>
                                          <p:spTgt spid="48"/>
                                        </p:tgtEl>
                                        <p:attrNameLst>
                                          <p:attrName>style.visibility</p:attrName>
                                        </p:attrNameLst>
                                      </p:cBhvr>
                                      <p:to>
                                        <p:strVal val="visible"/>
                                      </p:to>
                                    </p:set>
                                    <p:animEffect transition="in" filter="fade">
                                      <p:cBhvr>
                                        <p:cTn id="54" dur="250"/>
                                        <p:tgtEl>
                                          <p:spTgt spid="48"/>
                                        </p:tgtEl>
                                      </p:cBhvr>
                                    </p:animEffect>
                                    <p:anim calcmode="lin" valueType="num">
                                      <p:cBhvr>
                                        <p:cTn id="55" dur="250" fill="hold"/>
                                        <p:tgtEl>
                                          <p:spTgt spid="48"/>
                                        </p:tgtEl>
                                        <p:attrNameLst>
                                          <p:attrName>ppt_x</p:attrName>
                                        </p:attrNameLst>
                                      </p:cBhvr>
                                      <p:tavLst>
                                        <p:tav tm="0">
                                          <p:val>
                                            <p:strVal val="#ppt_x"/>
                                          </p:val>
                                        </p:tav>
                                        <p:tav tm="100000">
                                          <p:val>
                                            <p:strVal val="#ppt_x"/>
                                          </p:val>
                                        </p:tav>
                                      </p:tavLst>
                                    </p:anim>
                                    <p:anim calcmode="lin" valueType="num">
                                      <p:cBhvr>
                                        <p:cTn id="56" dur="250" fill="hold"/>
                                        <p:tgtEl>
                                          <p:spTgt spid="48"/>
                                        </p:tgtEl>
                                        <p:attrNameLst>
                                          <p:attrName>ppt_y</p:attrName>
                                        </p:attrNameLst>
                                      </p:cBhvr>
                                      <p:tavLst>
                                        <p:tav tm="0">
                                          <p:val>
                                            <p:strVal val="#ppt_y+.1"/>
                                          </p:val>
                                        </p:tav>
                                        <p:tav tm="100000">
                                          <p:val>
                                            <p:strVal val="#ppt_y"/>
                                          </p:val>
                                        </p:tav>
                                      </p:tavLst>
                                    </p:anim>
                                  </p:childTnLst>
                                </p:cTn>
                              </p:par>
                            </p:childTnLst>
                          </p:cTn>
                        </p:par>
                        <p:par>
                          <p:cTn id="57" fill="hold">
                            <p:stCondLst>
                              <p:cond delay="2750"/>
                            </p:stCondLst>
                            <p:childTnLst>
                              <p:par>
                                <p:cTn id="58" presetID="42" presetClass="entr" presetSubtype="0" fill="hold" grpId="0" nodeType="afterEffect">
                                  <p:stCondLst>
                                    <p:cond delay="0"/>
                                  </p:stCondLst>
                                  <p:childTnLst>
                                    <p:set>
                                      <p:cBhvr>
                                        <p:cTn id="59" dur="1" fill="hold">
                                          <p:stCondLst>
                                            <p:cond delay="0"/>
                                          </p:stCondLst>
                                        </p:cTn>
                                        <p:tgtEl>
                                          <p:spTgt spid="49"/>
                                        </p:tgtEl>
                                        <p:attrNameLst>
                                          <p:attrName>style.visibility</p:attrName>
                                        </p:attrNameLst>
                                      </p:cBhvr>
                                      <p:to>
                                        <p:strVal val="visible"/>
                                      </p:to>
                                    </p:set>
                                    <p:animEffect transition="in" filter="fade">
                                      <p:cBhvr>
                                        <p:cTn id="60" dur="250"/>
                                        <p:tgtEl>
                                          <p:spTgt spid="49"/>
                                        </p:tgtEl>
                                      </p:cBhvr>
                                    </p:animEffect>
                                    <p:anim calcmode="lin" valueType="num">
                                      <p:cBhvr>
                                        <p:cTn id="61" dur="250" fill="hold"/>
                                        <p:tgtEl>
                                          <p:spTgt spid="49"/>
                                        </p:tgtEl>
                                        <p:attrNameLst>
                                          <p:attrName>ppt_x</p:attrName>
                                        </p:attrNameLst>
                                      </p:cBhvr>
                                      <p:tavLst>
                                        <p:tav tm="0">
                                          <p:val>
                                            <p:strVal val="#ppt_x"/>
                                          </p:val>
                                        </p:tav>
                                        <p:tav tm="100000">
                                          <p:val>
                                            <p:strVal val="#ppt_x"/>
                                          </p:val>
                                        </p:tav>
                                      </p:tavLst>
                                    </p:anim>
                                    <p:anim calcmode="lin" valueType="num">
                                      <p:cBhvr>
                                        <p:cTn id="62" dur="250" fill="hold"/>
                                        <p:tgtEl>
                                          <p:spTgt spid="49"/>
                                        </p:tgtEl>
                                        <p:attrNameLst>
                                          <p:attrName>ppt_y</p:attrName>
                                        </p:attrNameLst>
                                      </p:cBhvr>
                                      <p:tavLst>
                                        <p:tav tm="0">
                                          <p:val>
                                            <p:strVal val="#ppt_y+.1"/>
                                          </p:val>
                                        </p:tav>
                                        <p:tav tm="100000">
                                          <p:val>
                                            <p:strVal val="#ppt_y"/>
                                          </p:val>
                                        </p:tav>
                                      </p:tavLst>
                                    </p:anim>
                                  </p:childTnLst>
                                </p:cTn>
                              </p:par>
                            </p:childTnLst>
                          </p:cTn>
                        </p:par>
                        <p:par>
                          <p:cTn id="63" fill="hold">
                            <p:stCondLst>
                              <p:cond delay="3000"/>
                            </p:stCondLst>
                            <p:childTnLst>
                              <p:par>
                                <p:cTn id="64" presetID="42" presetClass="entr" presetSubtype="0" fill="hold" grpId="0" nodeType="after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fade">
                                      <p:cBhvr>
                                        <p:cTn id="66" dur="250"/>
                                        <p:tgtEl>
                                          <p:spTgt spid="50"/>
                                        </p:tgtEl>
                                      </p:cBhvr>
                                    </p:animEffect>
                                    <p:anim calcmode="lin" valueType="num">
                                      <p:cBhvr>
                                        <p:cTn id="67" dur="250" fill="hold"/>
                                        <p:tgtEl>
                                          <p:spTgt spid="50"/>
                                        </p:tgtEl>
                                        <p:attrNameLst>
                                          <p:attrName>ppt_x</p:attrName>
                                        </p:attrNameLst>
                                      </p:cBhvr>
                                      <p:tavLst>
                                        <p:tav tm="0">
                                          <p:val>
                                            <p:strVal val="#ppt_x"/>
                                          </p:val>
                                        </p:tav>
                                        <p:tav tm="100000">
                                          <p:val>
                                            <p:strVal val="#ppt_x"/>
                                          </p:val>
                                        </p:tav>
                                      </p:tavLst>
                                    </p:anim>
                                    <p:anim calcmode="lin" valueType="num">
                                      <p:cBhvr>
                                        <p:cTn id="68" dur="250" fill="hold"/>
                                        <p:tgtEl>
                                          <p:spTgt spid="50"/>
                                        </p:tgtEl>
                                        <p:attrNameLst>
                                          <p:attrName>ppt_y</p:attrName>
                                        </p:attrNameLst>
                                      </p:cBhvr>
                                      <p:tavLst>
                                        <p:tav tm="0">
                                          <p:val>
                                            <p:strVal val="#ppt_y+.1"/>
                                          </p:val>
                                        </p:tav>
                                        <p:tav tm="100000">
                                          <p:val>
                                            <p:strVal val="#ppt_y"/>
                                          </p:val>
                                        </p:tav>
                                      </p:tavLst>
                                    </p:anim>
                                  </p:childTnLst>
                                </p:cTn>
                              </p:par>
                            </p:childTnLst>
                          </p:cTn>
                        </p:par>
                        <p:par>
                          <p:cTn id="69" fill="hold">
                            <p:stCondLst>
                              <p:cond delay="3250"/>
                            </p:stCondLst>
                            <p:childTnLst>
                              <p:par>
                                <p:cTn id="70" presetID="42" presetClass="entr" presetSubtype="0" fill="hold" grpId="0" nodeType="after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fade">
                                      <p:cBhvr>
                                        <p:cTn id="72" dur="250"/>
                                        <p:tgtEl>
                                          <p:spTgt spid="51"/>
                                        </p:tgtEl>
                                      </p:cBhvr>
                                    </p:animEffect>
                                    <p:anim calcmode="lin" valueType="num">
                                      <p:cBhvr>
                                        <p:cTn id="73" dur="250" fill="hold"/>
                                        <p:tgtEl>
                                          <p:spTgt spid="51"/>
                                        </p:tgtEl>
                                        <p:attrNameLst>
                                          <p:attrName>ppt_x</p:attrName>
                                        </p:attrNameLst>
                                      </p:cBhvr>
                                      <p:tavLst>
                                        <p:tav tm="0">
                                          <p:val>
                                            <p:strVal val="#ppt_x"/>
                                          </p:val>
                                        </p:tav>
                                        <p:tav tm="100000">
                                          <p:val>
                                            <p:strVal val="#ppt_x"/>
                                          </p:val>
                                        </p:tav>
                                      </p:tavLst>
                                    </p:anim>
                                    <p:anim calcmode="lin" valueType="num">
                                      <p:cBhvr>
                                        <p:cTn id="74" dur="250" fill="hold"/>
                                        <p:tgtEl>
                                          <p:spTgt spid="51"/>
                                        </p:tgtEl>
                                        <p:attrNameLst>
                                          <p:attrName>ppt_y</p:attrName>
                                        </p:attrNameLst>
                                      </p:cBhvr>
                                      <p:tavLst>
                                        <p:tav tm="0">
                                          <p:val>
                                            <p:strVal val="#ppt_y+.1"/>
                                          </p:val>
                                        </p:tav>
                                        <p:tav tm="100000">
                                          <p:val>
                                            <p:strVal val="#ppt_y"/>
                                          </p:val>
                                        </p:tav>
                                      </p:tavLst>
                                    </p:anim>
                                  </p:childTnLst>
                                </p:cTn>
                              </p:par>
                            </p:childTnLst>
                          </p:cTn>
                        </p:par>
                        <p:par>
                          <p:cTn id="75" fill="hold">
                            <p:stCondLst>
                              <p:cond delay="3500"/>
                            </p:stCondLst>
                            <p:childTnLst>
                              <p:par>
                                <p:cTn id="76" presetID="42" presetClass="entr" presetSubtype="0" fill="hold" grpId="0" nodeType="after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250"/>
                                        <p:tgtEl>
                                          <p:spTgt spid="52"/>
                                        </p:tgtEl>
                                      </p:cBhvr>
                                    </p:animEffect>
                                    <p:anim calcmode="lin" valueType="num">
                                      <p:cBhvr>
                                        <p:cTn id="79" dur="250" fill="hold"/>
                                        <p:tgtEl>
                                          <p:spTgt spid="52"/>
                                        </p:tgtEl>
                                        <p:attrNameLst>
                                          <p:attrName>ppt_x</p:attrName>
                                        </p:attrNameLst>
                                      </p:cBhvr>
                                      <p:tavLst>
                                        <p:tav tm="0">
                                          <p:val>
                                            <p:strVal val="#ppt_x"/>
                                          </p:val>
                                        </p:tav>
                                        <p:tav tm="100000">
                                          <p:val>
                                            <p:strVal val="#ppt_x"/>
                                          </p:val>
                                        </p:tav>
                                      </p:tavLst>
                                    </p:anim>
                                    <p:anim calcmode="lin" valueType="num">
                                      <p:cBhvr>
                                        <p:cTn id="80" dur="250" fill="hold"/>
                                        <p:tgtEl>
                                          <p:spTgt spid="52"/>
                                        </p:tgtEl>
                                        <p:attrNameLst>
                                          <p:attrName>ppt_y</p:attrName>
                                        </p:attrNameLst>
                                      </p:cBhvr>
                                      <p:tavLst>
                                        <p:tav tm="0">
                                          <p:val>
                                            <p:strVal val="#ppt_y+.1"/>
                                          </p:val>
                                        </p:tav>
                                        <p:tav tm="100000">
                                          <p:val>
                                            <p:strVal val="#ppt_y"/>
                                          </p:val>
                                        </p:tav>
                                      </p:tavLst>
                                    </p:anim>
                                  </p:childTnLst>
                                </p:cTn>
                              </p:par>
                            </p:childTnLst>
                          </p:cTn>
                        </p:par>
                        <p:par>
                          <p:cTn id="81" fill="hold">
                            <p:stCondLst>
                              <p:cond delay="3750"/>
                            </p:stCondLst>
                            <p:childTnLst>
                              <p:par>
                                <p:cTn id="82" presetID="42" presetClass="entr" presetSubtype="0" fill="hold" grpId="0" nodeType="afterEffect">
                                  <p:stCondLst>
                                    <p:cond delay="0"/>
                                  </p:stCondLst>
                                  <p:childTnLst>
                                    <p:set>
                                      <p:cBhvr>
                                        <p:cTn id="83" dur="1" fill="hold">
                                          <p:stCondLst>
                                            <p:cond delay="0"/>
                                          </p:stCondLst>
                                        </p:cTn>
                                        <p:tgtEl>
                                          <p:spTgt spid="53"/>
                                        </p:tgtEl>
                                        <p:attrNameLst>
                                          <p:attrName>style.visibility</p:attrName>
                                        </p:attrNameLst>
                                      </p:cBhvr>
                                      <p:to>
                                        <p:strVal val="visible"/>
                                      </p:to>
                                    </p:set>
                                    <p:animEffect transition="in" filter="fade">
                                      <p:cBhvr>
                                        <p:cTn id="84" dur="250"/>
                                        <p:tgtEl>
                                          <p:spTgt spid="53"/>
                                        </p:tgtEl>
                                      </p:cBhvr>
                                    </p:animEffect>
                                    <p:anim calcmode="lin" valueType="num">
                                      <p:cBhvr>
                                        <p:cTn id="85" dur="250" fill="hold"/>
                                        <p:tgtEl>
                                          <p:spTgt spid="53"/>
                                        </p:tgtEl>
                                        <p:attrNameLst>
                                          <p:attrName>ppt_x</p:attrName>
                                        </p:attrNameLst>
                                      </p:cBhvr>
                                      <p:tavLst>
                                        <p:tav tm="0">
                                          <p:val>
                                            <p:strVal val="#ppt_x"/>
                                          </p:val>
                                        </p:tav>
                                        <p:tav tm="100000">
                                          <p:val>
                                            <p:strVal val="#ppt_x"/>
                                          </p:val>
                                        </p:tav>
                                      </p:tavLst>
                                    </p:anim>
                                    <p:anim calcmode="lin" valueType="num">
                                      <p:cBhvr>
                                        <p:cTn id="86" dur="25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p:bldP spid="44" grpId="0" animBg="1"/>
      <p:bldP spid="45" grpId="0" animBg="1"/>
      <p:bldP spid="46" grpId="0"/>
      <p:bldP spid="47" grpId="0"/>
      <p:bldP spid="48" grpId="0" animBg="1"/>
      <p:bldP spid="49" grpId="0"/>
      <p:bldP spid="50" grpId="0" animBg="1"/>
      <p:bldP spid="51" grpId="0"/>
      <p:bldP spid="52" grpId="0" animBg="1"/>
      <p:bldP spid="53" grpId="0"/>
      <p:bldP spid="5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sp>
        <p:nvSpPr>
          <p:cNvPr id="22" name="空心弧 21"/>
          <p:cNvSpPr/>
          <p:nvPr/>
        </p:nvSpPr>
        <p:spPr>
          <a:xfrm rot="16200000" flipV="1">
            <a:off x="1046276" y="2331103"/>
            <a:ext cx="2116485" cy="2116485"/>
          </a:xfrm>
          <a:prstGeom prst="blockArc">
            <a:avLst>
              <a:gd name="adj1" fmla="val 21323589"/>
              <a:gd name="adj2" fmla="val 21317703"/>
              <a:gd name="adj3" fmla="val 4728"/>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lIns="121899" tIns="60949" rIns="121899" bIns="60949" rtlCol="0" anchor="ctr"/>
          <a:lstStyle/>
          <a:p>
            <a:pPr algn="ctr"/>
            <a:endParaRPr kumimoji="1" lang="zh-CN" altLang="en-US" sz="3200">
              <a:solidFill>
                <a:schemeClr val="tx1"/>
              </a:solidFill>
            </a:endParaRPr>
          </a:p>
        </p:txBody>
      </p:sp>
      <p:sp>
        <p:nvSpPr>
          <p:cNvPr id="23" name="空心弧 22"/>
          <p:cNvSpPr/>
          <p:nvPr/>
        </p:nvSpPr>
        <p:spPr>
          <a:xfrm rot="16200000" flipV="1">
            <a:off x="1046276" y="2331103"/>
            <a:ext cx="2116485" cy="2116485"/>
          </a:xfrm>
          <a:prstGeom prst="blockArc">
            <a:avLst>
              <a:gd name="adj1" fmla="val 1785573"/>
              <a:gd name="adj2" fmla="val 13411"/>
              <a:gd name="adj3" fmla="val 4880"/>
            </a:avLst>
          </a:prstGeom>
          <a:solidFill>
            <a:srgbClr val="0824AA"/>
          </a:solidFill>
          <a:ln>
            <a:noFill/>
          </a:ln>
          <a:effectLst/>
        </p:spPr>
        <p:style>
          <a:lnRef idx="1">
            <a:schemeClr val="accent1"/>
          </a:lnRef>
          <a:fillRef idx="3">
            <a:schemeClr val="accent1"/>
          </a:fillRef>
          <a:effectRef idx="2">
            <a:schemeClr val="accent1"/>
          </a:effectRef>
          <a:fontRef idx="minor">
            <a:schemeClr val="lt1"/>
          </a:fontRef>
        </p:style>
        <p:txBody>
          <a:bodyPr lIns="121899" tIns="60949" rIns="121899" bIns="60949" rtlCol="0" anchor="ctr"/>
          <a:lstStyle/>
          <a:p>
            <a:pPr algn="ctr"/>
            <a:endParaRPr kumimoji="1" lang="zh-CN" altLang="en-US" sz="3200">
              <a:solidFill>
                <a:schemeClr val="tx1"/>
              </a:solidFill>
            </a:endParaRPr>
          </a:p>
        </p:txBody>
      </p:sp>
      <p:sp>
        <p:nvSpPr>
          <p:cNvPr id="24" name="文本框 5"/>
          <p:cNvSpPr txBox="1"/>
          <p:nvPr/>
        </p:nvSpPr>
        <p:spPr>
          <a:xfrm>
            <a:off x="1504778" y="2907255"/>
            <a:ext cx="1199503" cy="943762"/>
          </a:xfrm>
          <a:prstGeom prst="rect">
            <a:avLst/>
          </a:prstGeom>
          <a:noFill/>
        </p:spPr>
        <p:txBody>
          <a:bodyPr wrap="square" lIns="121899" tIns="60949" rIns="121899" bIns="60949" rtlCol="0">
            <a:spAutoFit/>
          </a:bodyPr>
          <a:lstStyle/>
          <a:p>
            <a:pPr algn="ctr"/>
            <a:r>
              <a:rPr kumimoji="1" lang="en-US" altLang="zh-CN" sz="5333" dirty="0">
                <a:solidFill>
                  <a:schemeClr val="bg1">
                    <a:lumMod val="50000"/>
                  </a:schemeClr>
                </a:solidFill>
                <a:latin typeface="Segoe UI Light"/>
                <a:cs typeface="Segoe UI Light"/>
              </a:rPr>
              <a:t>87</a:t>
            </a:r>
            <a:r>
              <a:rPr kumimoji="1" lang="en-US" altLang="zh-CN" sz="1867" dirty="0">
                <a:solidFill>
                  <a:schemeClr val="bg1">
                    <a:lumMod val="50000"/>
                  </a:schemeClr>
                </a:solidFill>
                <a:latin typeface="Segoe UI Light"/>
                <a:cs typeface="Segoe UI Light"/>
              </a:rPr>
              <a:t>%</a:t>
            </a:r>
            <a:endParaRPr kumimoji="1" lang="zh-CN" altLang="en-US" sz="1867" dirty="0">
              <a:solidFill>
                <a:schemeClr val="bg1">
                  <a:lumMod val="50000"/>
                </a:schemeClr>
              </a:solidFill>
              <a:latin typeface="Segoe UI Light"/>
              <a:cs typeface="Segoe UI Light"/>
            </a:endParaRPr>
          </a:p>
        </p:txBody>
      </p:sp>
      <p:sp>
        <p:nvSpPr>
          <p:cNvPr id="26" name="文本框 6"/>
          <p:cNvSpPr txBox="1"/>
          <p:nvPr/>
        </p:nvSpPr>
        <p:spPr>
          <a:xfrm>
            <a:off x="1046273" y="4634162"/>
            <a:ext cx="2116488" cy="369310"/>
          </a:xfrm>
          <a:prstGeom prst="rect">
            <a:avLst/>
          </a:prstGeom>
          <a:noFill/>
        </p:spPr>
        <p:txBody>
          <a:bodyPr wrap="square" lIns="121899" tIns="60949" rIns="121899" bIns="60949" rtlCol="0">
            <a:spAutoFit/>
          </a:bodyPr>
          <a:lstStyle/>
          <a:p>
            <a:pPr algn="ctr"/>
            <a:r>
              <a:rPr lang="zh-CN" altLang="en-US" sz="1600" b="1" dirty="0">
                <a:solidFill>
                  <a:schemeClr val="bg1">
                    <a:lumMod val="50000"/>
                  </a:schemeClr>
                </a:solidFill>
                <a:latin typeface="+mn-ea"/>
              </a:rPr>
              <a:t>点击此处添加标题</a:t>
            </a:r>
          </a:p>
        </p:txBody>
      </p:sp>
      <p:sp>
        <p:nvSpPr>
          <p:cNvPr id="27" name="空心弧 26"/>
          <p:cNvSpPr/>
          <p:nvPr/>
        </p:nvSpPr>
        <p:spPr>
          <a:xfrm rot="16200000" flipV="1">
            <a:off x="3685492" y="2331103"/>
            <a:ext cx="2116485" cy="2116485"/>
          </a:xfrm>
          <a:prstGeom prst="blockArc">
            <a:avLst>
              <a:gd name="adj1" fmla="val 21323589"/>
              <a:gd name="adj2" fmla="val 21317703"/>
              <a:gd name="adj3" fmla="val 4728"/>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lIns="121899" tIns="60949" rIns="121899" bIns="60949" rtlCol="0" anchor="ctr"/>
          <a:lstStyle/>
          <a:p>
            <a:pPr algn="ctr"/>
            <a:endParaRPr kumimoji="1" lang="zh-CN" altLang="en-US" sz="3200">
              <a:solidFill>
                <a:schemeClr val="tx1"/>
              </a:solidFill>
            </a:endParaRPr>
          </a:p>
        </p:txBody>
      </p:sp>
      <p:sp>
        <p:nvSpPr>
          <p:cNvPr id="28" name="空心弧 27"/>
          <p:cNvSpPr/>
          <p:nvPr/>
        </p:nvSpPr>
        <p:spPr>
          <a:xfrm rot="16200000" flipV="1">
            <a:off x="3685492" y="2331103"/>
            <a:ext cx="2116485" cy="2116485"/>
          </a:xfrm>
          <a:prstGeom prst="blockArc">
            <a:avLst>
              <a:gd name="adj1" fmla="val 1535086"/>
              <a:gd name="adj2" fmla="val 13411"/>
              <a:gd name="adj3" fmla="val 4880"/>
            </a:avLst>
          </a:prstGeom>
          <a:solidFill>
            <a:srgbClr val="051564"/>
          </a:solidFill>
          <a:ln>
            <a:noFill/>
          </a:ln>
          <a:effectLst/>
        </p:spPr>
        <p:style>
          <a:lnRef idx="1">
            <a:schemeClr val="accent1"/>
          </a:lnRef>
          <a:fillRef idx="3">
            <a:schemeClr val="accent1"/>
          </a:fillRef>
          <a:effectRef idx="2">
            <a:schemeClr val="accent1"/>
          </a:effectRef>
          <a:fontRef idx="minor">
            <a:schemeClr val="lt1"/>
          </a:fontRef>
        </p:style>
        <p:txBody>
          <a:bodyPr lIns="121899" tIns="60949" rIns="121899" bIns="60949" rtlCol="0" anchor="ctr"/>
          <a:lstStyle/>
          <a:p>
            <a:pPr algn="ctr"/>
            <a:endParaRPr kumimoji="1" lang="zh-CN" altLang="en-US" sz="3200">
              <a:solidFill>
                <a:schemeClr val="tx1"/>
              </a:solidFill>
            </a:endParaRPr>
          </a:p>
        </p:txBody>
      </p:sp>
      <p:sp>
        <p:nvSpPr>
          <p:cNvPr id="29" name="文本框 9"/>
          <p:cNvSpPr txBox="1"/>
          <p:nvPr/>
        </p:nvSpPr>
        <p:spPr>
          <a:xfrm>
            <a:off x="4143994" y="2907255"/>
            <a:ext cx="1199503" cy="943762"/>
          </a:xfrm>
          <a:prstGeom prst="rect">
            <a:avLst/>
          </a:prstGeom>
          <a:noFill/>
        </p:spPr>
        <p:txBody>
          <a:bodyPr wrap="square" lIns="121899" tIns="60949" rIns="121899" bIns="60949" rtlCol="0">
            <a:spAutoFit/>
          </a:bodyPr>
          <a:lstStyle/>
          <a:p>
            <a:pPr algn="ctr"/>
            <a:r>
              <a:rPr kumimoji="1" lang="en-US" altLang="zh-CN" sz="5333" dirty="0">
                <a:solidFill>
                  <a:schemeClr val="bg1">
                    <a:lumMod val="50000"/>
                  </a:schemeClr>
                </a:solidFill>
                <a:latin typeface="Segoe UI Light"/>
                <a:cs typeface="Segoe UI Light"/>
              </a:rPr>
              <a:t>90</a:t>
            </a:r>
            <a:r>
              <a:rPr kumimoji="1" lang="en-US" altLang="zh-CN" sz="1867" dirty="0">
                <a:solidFill>
                  <a:schemeClr val="bg1">
                    <a:lumMod val="50000"/>
                  </a:schemeClr>
                </a:solidFill>
                <a:latin typeface="Segoe UI Light"/>
                <a:cs typeface="Segoe UI Light"/>
              </a:rPr>
              <a:t>%</a:t>
            </a:r>
            <a:endParaRPr kumimoji="1" lang="zh-CN" altLang="en-US" sz="1867" dirty="0">
              <a:solidFill>
                <a:schemeClr val="bg1">
                  <a:lumMod val="50000"/>
                </a:schemeClr>
              </a:solidFill>
              <a:latin typeface="Segoe UI Light"/>
              <a:cs typeface="Segoe UI Light"/>
            </a:endParaRPr>
          </a:p>
        </p:txBody>
      </p:sp>
      <p:sp>
        <p:nvSpPr>
          <p:cNvPr id="30" name="文本框 10"/>
          <p:cNvSpPr txBox="1"/>
          <p:nvPr/>
        </p:nvSpPr>
        <p:spPr>
          <a:xfrm>
            <a:off x="3688599" y="4634162"/>
            <a:ext cx="2110269" cy="369310"/>
          </a:xfrm>
          <a:prstGeom prst="rect">
            <a:avLst/>
          </a:prstGeom>
          <a:noFill/>
        </p:spPr>
        <p:txBody>
          <a:bodyPr wrap="square" lIns="121899" tIns="60949" rIns="121899" bIns="60949" rtlCol="0">
            <a:spAutoFit/>
          </a:bodyPr>
          <a:lstStyle/>
          <a:p>
            <a:pPr algn="ctr"/>
            <a:r>
              <a:rPr lang="zh-CN" altLang="en-US" sz="1600" b="1" dirty="0">
                <a:solidFill>
                  <a:schemeClr val="bg1">
                    <a:lumMod val="50000"/>
                  </a:schemeClr>
                </a:solidFill>
                <a:latin typeface="+mn-ea"/>
              </a:rPr>
              <a:t>点击此处添加标题</a:t>
            </a:r>
          </a:p>
        </p:txBody>
      </p:sp>
      <p:sp>
        <p:nvSpPr>
          <p:cNvPr id="31" name="空心弧 30"/>
          <p:cNvSpPr/>
          <p:nvPr/>
        </p:nvSpPr>
        <p:spPr>
          <a:xfrm rot="16200000" flipV="1">
            <a:off x="6324708" y="2331103"/>
            <a:ext cx="2116485" cy="2116485"/>
          </a:xfrm>
          <a:prstGeom prst="blockArc">
            <a:avLst>
              <a:gd name="adj1" fmla="val 21323589"/>
              <a:gd name="adj2" fmla="val 21317703"/>
              <a:gd name="adj3" fmla="val 4728"/>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lIns="121899" tIns="60949" rIns="121899" bIns="60949" rtlCol="0" anchor="ctr"/>
          <a:lstStyle/>
          <a:p>
            <a:pPr algn="ctr"/>
            <a:endParaRPr kumimoji="1" lang="zh-CN" altLang="en-US" sz="3200">
              <a:solidFill>
                <a:schemeClr val="tx1"/>
              </a:solidFill>
            </a:endParaRPr>
          </a:p>
        </p:txBody>
      </p:sp>
      <p:sp>
        <p:nvSpPr>
          <p:cNvPr id="32" name="空心弧 31"/>
          <p:cNvSpPr/>
          <p:nvPr/>
        </p:nvSpPr>
        <p:spPr>
          <a:xfrm rot="16200000" flipV="1">
            <a:off x="6324708" y="2331103"/>
            <a:ext cx="2116485" cy="2116485"/>
          </a:xfrm>
          <a:prstGeom prst="blockArc">
            <a:avLst>
              <a:gd name="adj1" fmla="val 5385050"/>
              <a:gd name="adj2" fmla="val 13411"/>
              <a:gd name="adj3" fmla="val 4880"/>
            </a:avLst>
          </a:prstGeom>
          <a:solidFill>
            <a:srgbClr val="0824AA"/>
          </a:solidFill>
          <a:ln>
            <a:noFill/>
          </a:ln>
          <a:effectLst/>
        </p:spPr>
        <p:style>
          <a:lnRef idx="1">
            <a:schemeClr val="accent1"/>
          </a:lnRef>
          <a:fillRef idx="3">
            <a:schemeClr val="accent1"/>
          </a:fillRef>
          <a:effectRef idx="2">
            <a:schemeClr val="accent1"/>
          </a:effectRef>
          <a:fontRef idx="minor">
            <a:schemeClr val="lt1"/>
          </a:fontRef>
        </p:style>
        <p:txBody>
          <a:bodyPr lIns="121899" tIns="60949" rIns="121899" bIns="60949" rtlCol="0" anchor="ctr"/>
          <a:lstStyle/>
          <a:p>
            <a:pPr algn="ctr"/>
            <a:endParaRPr kumimoji="1" lang="zh-CN" altLang="en-US" sz="3200">
              <a:solidFill>
                <a:schemeClr val="tx1"/>
              </a:solidFill>
            </a:endParaRPr>
          </a:p>
        </p:txBody>
      </p:sp>
      <p:sp>
        <p:nvSpPr>
          <p:cNvPr id="33" name="文本框 13"/>
          <p:cNvSpPr txBox="1"/>
          <p:nvPr/>
        </p:nvSpPr>
        <p:spPr>
          <a:xfrm>
            <a:off x="6783210" y="2907255"/>
            <a:ext cx="1199503" cy="943762"/>
          </a:xfrm>
          <a:prstGeom prst="rect">
            <a:avLst/>
          </a:prstGeom>
          <a:noFill/>
        </p:spPr>
        <p:txBody>
          <a:bodyPr wrap="square" lIns="121899" tIns="60949" rIns="121899" bIns="60949" rtlCol="0">
            <a:spAutoFit/>
          </a:bodyPr>
          <a:lstStyle/>
          <a:p>
            <a:pPr algn="ctr"/>
            <a:r>
              <a:rPr kumimoji="1" lang="en-US" altLang="zh-CN" sz="5333" dirty="0">
                <a:solidFill>
                  <a:schemeClr val="bg1">
                    <a:lumMod val="50000"/>
                  </a:schemeClr>
                </a:solidFill>
                <a:latin typeface="Segoe UI Light"/>
                <a:cs typeface="Segoe UI Light"/>
              </a:rPr>
              <a:t>75</a:t>
            </a:r>
            <a:r>
              <a:rPr kumimoji="1" lang="en-US" altLang="zh-CN" sz="1867" dirty="0">
                <a:solidFill>
                  <a:schemeClr val="bg1">
                    <a:lumMod val="50000"/>
                  </a:schemeClr>
                </a:solidFill>
                <a:latin typeface="Segoe UI Light"/>
                <a:cs typeface="Segoe UI Light"/>
              </a:rPr>
              <a:t>%</a:t>
            </a:r>
            <a:endParaRPr kumimoji="1" lang="zh-CN" altLang="en-US" sz="1867" dirty="0">
              <a:solidFill>
                <a:schemeClr val="bg1">
                  <a:lumMod val="50000"/>
                </a:schemeClr>
              </a:solidFill>
              <a:latin typeface="Segoe UI Light"/>
              <a:cs typeface="Segoe UI Light"/>
            </a:endParaRPr>
          </a:p>
        </p:txBody>
      </p:sp>
      <p:sp>
        <p:nvSpPr>
          <p:cNvPr id="34" name="文本框 14"/>
          <p:cNvSpPr txBox="1"/>
          <p:nvPr/>
        </p:nvSpPr>
        <p:spPr>
          <a:xfrm>
            <a:off x="6327815" y="4634162"/>
            <a:ext cx="2110269" cy="369310"/>
          </a:xfrm>
          <a:prstGeom prst="rect">
            <a:avLst/>
          </a:prstGeom>
          <a:noFill/>
        </p:spPr>
        <p:txBody>
          <a:bodyPr wrap="square" lIns="121899" tIns="60949" rIns="121899" bIns="60949" rtlCol="0">
            <a:spAutoFit/>
          </a:bodyPr>
          <a:lstStyle/>
          <a:p>
            <a:pPr algn="ctr"/>
            <a:r>
              <a:rPr lang="zh-CN" altLang="en-US" sz="1600" b="1" dirty="0">
                <a:solidFill>
                  <a:schemeClr val="bg1">
                    <a:lumMod val="50000"/>
                  </a:schemeClr>
                </a:solidFill>
                <a:latin typeface="+mn-ea"/>
              </a:rPr>
              <a:t>点击此处添加标题</a:t>
            </a:r>
          </a:p>
        </p:txBody>
      </p:sp>
      <p:sp>
        <p:nvSpPr>
          <p:cNvPr id="35" name="空心弧 34"/>
          <p:cNvSpPr/>
          <p:nvPr/>
        </p:nvSpPr>
        <p:spPr>
          <a:xfrm rot="16200000" flipV="1">
            <a:off x="8963924" y="2331103"/>
            <a:ext cx="2116485" cy="2116485"/>
          </a:xfrm>
          <a:prstGeom prst="blockArc">
            <a:avLst>
              <a:gd name="adj1" fmla="val 21323589"/>
              <a:gd name="adj2" fmla="val 21317703"/>
              <a:gd name="adj3" fmla="val 4728"/>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lIns="121899" tIns="60949" rIns="121899" bIns="60949" rtlCol="0" anchor="ctr"/>
          <a:lstStyle/>
          <a:p>
            <a:pPr algn="ctr"/>
            <a:endParaRPr kumimoji="1" lang="zh-CN" altLang="en-US" sz="3200">
              <a:solidFill>
                <a:schemeClr val="tx1"/>
              </a:solidFill>
            </a:endParaRPr>
          </a:p>
        </p:txBody>
      </p:sp>
      <p:sp>
        <p:nvSpPr>
          <p:cNvPr id="36" name="空心弧 35"/>
          <p:cNvSpPr/>
          <p:nvPr/>
        </p:nvSpPr>
        <p:spPr>
          <a:xfrm rot="16200000" flipV="1">
            <a:off x="8963924" y="2331103"/>
            <a:ext cx="2116485" cy="2116485"/>
          </a:xfrm>
          <a:prstGeom prst="blockArc">
            <a:avLst>
              <a:gd name="adj1" fmla="val 234846"/>
              <a:gd name="adj2" fmla="val 13411"/>
              <a:gd name="adj3" fmla="val 4880"/>
            </a:avLst>
          </a:prstGeom>
          <a:solidFill>
            <a:srgbClr val="051564"/>
          </a:solidFill>
          <a:ln>
            <a:noFill/>
          </a:ln>
          <a:effectLst/>
        </p:spPr>
        <p:style>
          <a:lnRef idx="1">
            <a:schemeClr val="accent1"/>
          </a:lnRef>
          <a:fillRef idx="3">
            <a:schemeClr val="accent1"/>
          </a:fillRef>
          <a:effectRef idx="2">
            <a:schemeClr val="accent1"/>
          </a:effectRef>
          <a:fontRef idx="minor">
            <a:schemeClr val="lt1"/>
          </a:fontRef>
        </p:style>
        <p:txBody>
          <a:bodyPr lIns="121899" tIns="60949" rIns="121899" bIns="60949" rtlCol="0" anchor="ctr"/>
          <a:lstStyle/>
          <a:p>
            <a:pPr algn="ctr"/>
            <a:endParaRPr kumimoji="1" lang="zh-CN" altLang="en-US" sz="3200">
              <a:solidFill>
                <a:schemeClr val="tx1"/>
              </a:solidFill>
            </a:endParaRPr>
          </a:p>
        </p:txBody>
      </p:sp>
      <p:sp>
        <p:nvSpPr>
          <p:cNvPr id="37" name="文本框 17"/>
          <p:cNvSpPr txBox="1"/>
          <p:nvPr/>
        </p:nvSpPr>
        <p:spPr>
          <a:xfrm>
            <a:off x="9422425" y="2907255"/>
            <a:ext cx="1199503" cy="943762"/>
          </a:xfrm>
          <a:prstGeom prst="rect">
            <a:avLst/>
          </a:prstGeom>
          <a:noFill/>
        </p:spPr>
        <p:txBody>
          <a:bodyPr wrap="square" lIns="121899" tIns="60949" rIns="121899" bIns="60949" rtlCol="0">
            <a:spAutoFit/>
          </a:bodyPr>
          <a:lstStyle/>
          <a:p>
            <a:pPr algn="ctr"/>
            <a:r>
              <a:rPr kumimoji="1" lang="en-US" altLang="zh-CN" sz="5333" dirty="0">
                <a:solidFill>
                  <a:schemeClr val="bg1">
                    <a:lumMod val="50000"/>
                  </a:schemeClr>
                </a:solidFill>
                <a:latin typeface="Segoe UI Light"/>
                <a:cs typeface="Segoe UI Light"/>
              </a:rPr>
              <a:t>99</a:t>
            </a:r>
            <a:r>
              <a:rPr kumimoji="1" lang="en-US" altLang="zh-CN" sz="1867" dirty="0">
                <a:solidFill>
                  <a:schemeClr val="bg1">
                    <a:lumMod val="50000"/>
                  </a:schemeClr>
                </a:solidFill>
                <a:latin typeface="Segoe UI Light"/>
                <a:cs typeface="Segoe UI Light"/>
              </a:rPr>
              <a:t>%</a:t>
            </a:r>
            <a:endParaRPr kumimoji="1" lang="zh-CN" altLang="en-US" sz="1867" dirty="0">
              <a:solidFill>
                <a:schemeClr val="bg1">
                  <a:lumMod val="50000"/>
                </a:schemeClr>
              </a:solidFill>
              <a:latin typeface="Segoe UI Light"/>
              <a:cs typeface="Segoe UI Light"/>
            </a:endParaRPr>
          </a:p>
        </p:txBody>
      </p:sp>
      <p:sp>
        <p:nvSpPr>
          <p:cNvPr id="38" name="文本框 18"/>
          <p:cNvSpPr txBox="1"/>
          <p:nvPr/>
        </p:nvSpPr>
        <p:spPr>
          <a:xfrm>
            <a:off x="8967030" y="4634162"/>
            <a:ext cx="2110269" cy="369310"/>
          </a:xfrm>
          <a:prstGeom prst="rect">
            <a:avLst/>
          </a:prstGeom>
          <a:noFill/>
        </p:spPr>
        <p:txBody>
          <a:bodyPr wrap="square" lIns="121899" tIns="60949" rIns="121899" bIns="60949" rtlCol="0">
            <a:spAutoFit/>
          </a:bodyPr>
          <a:lstStyle/>
          <a:p>
            <a:pPr algn="ctr"/>
            <a:r>
              <a:rPr lang="zh-CN" altLang="en-US" sz="1600" b="1" dirty="0">
                <a:solidFill>
                  <a:schemeClr val="bg1">
                    <a:lumMod val="50000"/>
                  </a:schemeClr>
                </a:solidFill>
                <a:latin typeface="+mn-ea"/>
              </a:rPr>
              <a:t>点击此处添加标题</a:t>
            </a:r>
          </a:p>
        </p:txBody>
      </p:sp>
      <p:sp>
        <p:nvSpPr>
          <p:cNvPr id="39" name="文本框 19"/>
          <p:cNvSpPr txBox="1"/>
          <p:nvPr/>
        </p:nvSpPr>
        <p:spPr>
          <a:xfrm>
            <a:off x="1046273" y="5028762"/>
            <a:ext cx="2116488" cy="1189791"/>
          </a:xfrm>
          <a:prstGeom prst="rect">
            <a:avLst/>
          </a:prstGeom>
          <a:noFill/>
        </p:spPr>
        <p:txBody>
          <a:bodyPr wrap="square" lIns="121899" tIns="60949" rIns="121899" bIns="60949" rtlCol="0">
            <a:spAutoFit/>
          </a:bodyPr>
          <a:lstStyle/>
          <a:p>
            <a:pPr algn="ctr">
              <a:lnSpc>
                <a:spcPct val="130000"/>
              </a:lnSpc>
              <a:spcBef>
                <a:spcPts val="800"/>
              </a:spcBef>
            </a:pPr>
            <a:r>
              <a:rPr lang="zh-CN" altLang="en-US" sz="1333" dirty="0">
                <a:solidFill>
                  <a:schemeClr val="bg1">
                    <a:lumMod val="50000"/>
                  </a:schemeClr>
                </a:solidFill>
              </a:rPr>
              <a:t>顶部“开始”面板中可以对字体、字号、颜色、行距等进行修改。建议正文</a:t>
            </a:r>
            <a:r>
              <a:rPr lang="en-US" altLang="zh-CN" sz="1333" dirty="0">
                <a:solidFill>
                  <a:schemeClr val="bg1">
                    <a:lumMod val="50000"/>
                  </a:schemeClr>
                </a:solidFill>
              </a:rPr>
              <a:t>10</a:t>
            </a:r>
            <a:r>
              <a:rPr lang="zh-CN" altLang="en-US" sz="1333" dirty="0">
                <a:solidFill>
                  <a:schemeClr val="bg1">
                    <a:lumMod val="50000"/>
                  </a:schemeClr>
                </a:solidFill>
              </a:rPr>
              <a:t>号字，</a:t>
            </a:r>
            <a:r>
              <a:rPr lang="en-US" altLang="zh-CN" sz="1333" dirty="0">
                <a:solidFill>
                  <a:schemeClr val="bg1">
                    <a:lumMod val="50000"/>
                  </a:schemeClr>
                </a:solidFill>
              </a:rPr>
              <a:t>1.3</a:t>
            </a:r>
            <a:r>
              <a:rPr lang="zh-CN" altLang="en-US" sz="1333" dirty="0">
                <a:solidFill>
                  <a:schemeClr val="bg1">
                    <a:lumMod val="50000"/>
                  </a:schemeClr>
                </a:solidFill>
              </a:rPr>
              <a:t>倍字间距。</a:t>
            </a:r>
          </a:p>
        </p:txBody>
      </p:sp>
      <p:sp>
        <p:nvSpPr>
          <p:cNvPr id="40" name="文本框 20"/>
          <p:cNvSpPr txBox="1"/>
          <p:nvPr/>
        </p:nvSpPr>
        <p:spPr>
          <a:xfrm>
            <a:off x="3682380" y="5028762"/>
            <a:ext cx="2116488" cy="1189791"/>
          </a:xfrm>
          <a:prstGeom prst="rect">
            <a:avLst/>
          </a:prstGeom>
          <a:noFill/>
        </p:spPr>
        <p:txBody>
          <a:bodyPr wrap="square" lIns="121899" tIns="60949" rIns="121899" bIns="60949" rtlCol="0">
            <a:spAutoFit/>
          </a:bodyPr>
          <a:lstStyle/>
          <a:p>
            <a:pPr algn="ctr">
              <a:lnSpc>
                <a:spcPct val="130000"/>
              </a:lnSpc>
              <a:spcBef>
                <a:spcPts val="800"/>
              </a:spcBef>
            </a:pPr>
            <a:r>
              <a:rPr lang="zh-CN" altLang="en-US" sz="1333" dirty="0">
                <a:solidFill>
                  <a:schemeClr val="bg1">
                    <a:lumMod val="50000"/>
                  </a:schemeClr>
                </a:solidFill>
              </a:rPr>
              <a:t>顶部“开始”面板中可以对字体、字号、颜色、行距等进行修改。建议正文</a:t>
            </a:r>
            <a:r>
              <a:rPr lang="en-US" altLang="zh-CN" sz="1333" dirty="0">
                <a:solidFill>
                  <a:schemeClr val="bg1">
                    <a:lumMod val="50000"/>
                  </a:schemeClr>
                </a:solidFill>
              </a:rPr>
              <a:t>10</a:t>
            </a:r>
            <a:r>
              <a:rPr lang="zh-CN" altLang="en-US" sz="1333" dirty="0">
                <a:solidFill>
                  <a:schemeClr val="bg1">
                    <a:lumMod val="50000"/>
                  </a:schemeClr>
                </a:solidFill>
              </a:rPr>
              <a:t>号字，</a:t>
            </a:r>
            <a:r>
              <a:rPr lang="en-US" altLang="zh-CN" sz="1333" dirty="0">
                <a:solidFill>
                  <a:schemeClr val="bg1">
                    <a:lumMod val="50000"/>
                  </a:schemeClr>
                </a:solidFill>
              </a:rPr>
              <a:t>1.3</a:t>
            </a:r>
            <a:r>
              <a:rPr lang="zh-CN" altLang="en-US" sz="1333" dirty="0">
                <a:solidFill>
                  <a:schemeClr val="bg1">
                    <a:lumMod val="50000"/>
                  </a:schemeClr>
                </a:solidFill>
              </a:rPr>
              <a:t>倍字间距。</a:t>
            </a:r>
          </a:p>
        </p:txBody>
      </p:sp>
      <p:sp>
        <p:nvSpPr>
          <p:cNvPr id="41" name="文本框 21"/>
          <p:cNvSpPr txBox="1"/>
          <p:nvPr/>
        </p:nvSpPr>
        <p:spPr>
          <a:xfrm>
            <a:off x="6324705" y="5028762"/>
            <a:ext cx="2116488" cy="1189791"/>
          </a:xfrm>
          <a:prstGeom prst="rect">
            <a:avLst/>
          </a:prstGeom>
          <a:noFill/>
        </p:spPr>
        <p:txBody>
          <a:bodyPr wrap="square" lIns="121899" tIns="60949" rIns="121899" bIns="60949" rtlCol="0">
            <a:spAutoFit/>
          </a:bodyPr>
          <a:lstStyle/>
          <a:p>
            <a:pPr algn="ctr">
              <a:lnSpc>
                <a:spcPct val="130000"/>
              </a:lnSpc>
              <a:spcBef>
                <a:spcPts val="800"/>
              </a:spcBef>
            </a:pPr>
            <a:r>
              <a:rPr lang="zh-CN" altLang="en-US" sz="1333" dirty="0">
                <a:solidFill>
                  <a:schemeClr val="bg1">
                    <a:lumMod val="50000"/>
                  </a:schemeClr>
                </a:solidFill>
              </a:rPr>
              <a:t>顶部“开始”面板中可以对字体、字号、颜色、行距等进行修改。建议正文</a:t>
            </a:r>
            <a:r>
              <a:rPr lang="en-US" altLang="zh-CN" sz="1333" dirty="0">
                <a:solidFill>
                  <a:schemeClr val="bg1">
                    <a:lumMod val="50000"/>
                  </a:schemeClr>
                </a:solidFill>
              </a:rPr>
              <a:t>10</a:t>
            </a:r>
            <a:r>
              <a:rPr lang="zh-CN" altLang="en-US" sz="1333" dirty="0">
                <a:solidFill>
                  <a:schemeClr val="bg1">
                    <a:lumMod val="50000"/>
                  </a:schemeClr>
                </a:solidFill>
              </a:rPr>
              <a:t>号字，</a:t>
            </a:r>
            <a:r>
              <a:rPr lang="en-US" altLang="zh-CN" sz="1333" dirty="0">
                <a:solidFill>
                  <a:schemeClr val="bg1">
                    <a:lumMod val="50000"/>
                  </a:schemeClr>
                </a:solidFill>
              </a:rPr>
              <a:t>1.3</a:t>
            </a:r>
            <a:r>
              <a:rPr lang="zh-CN" altLang="en-US" sz="1333" dirty="0">
                <a:solidFill>
                  <a:schemeClr val="bg1">
                    <a:lumMod val="50000"/>
                  </a:schemeClr>
                </a:solidFill>
              </a:rPr>
              <a:t>倍字间距。</a:t>
            </a:r>
          </a:p>
        </p:txBody>
      </p:sp>
      <p:sp>
        <p:nvSpPr>
          <p:cNvPr id="42" name="文本框 22"/>
          <p:cNvSpPr txBox="1"/>
          <p:nvPr/>
        </p:nvSpPr>
        <p:spPr>
          <a:xfrm>
            <a:off x="8969140" y="5028762"/>
            <a:ext cx="2116488" cy="1189791"/>
          </a:xfrm>
          <a:prstGeom prst="rect">
            <a:avLst/>
          </a:prstGeom>
          <a:noFill/>
        </p:spPr>
        <p:txBody>
          <a:bodyPr wrap="square" lIns="121899" tIns="60949" rIns="121899" bIns="60949" rtlCol="0">
            <a:spAutoFit/>
          </a:bodyPr>
          <a:lstStyle/>
          <a:p>
            <a:pPr algn="ctr">
              <a:lnSpc>
                <a:spcPct val="130000"/>
              </a:lnSpc>
              <a:spcBef>
                <a:spcPts val="800"/>
              </a:spcBef>
            </a:pPr>
            <a:r>
              <a:rPr lang="zh-CN" altLang="en-US" sz="1333" dirty="0">
                <a:solidFill>
                  <a:schemeClr val="bg1">
                    <a:lumMod val="50000"/>
                  </a:schemeClr>
                </a:solidFill>
              </a:rPr>
              <a:t>顶部“开始”面板中可以对字体、字号、颜色、行距等进行修改。建议正文</a:t>
            </a:r>
            <a:r>
              <a:rPr lang="en-US" altLang="zh-CN" sz="1333" dirty="0">
                <a:solidFill>
                  <a:schemeClr val="bg1">
                    <a:lumMod val="50000"/>
                  </a:schemeClr>
                </a:solidFill>
              </a:rPr>
              <a:t>10</a:t>
            </a:r>
            <a:r>
              <a:rPr lang="zh-CN" altLang="en-US" sz="1333" dirty="0">
                <a:solidFill>
                  <a:schemeClr val="bg1">
                    <a:lumMod val="50000"/>
                  </a:schemeClr>
                </a:solidFill>
              </a:rPr>
              <a:t>号字，</a:t>
            </a:r>
            <a:r>
              <a:rPr lang="en-US" altLang="zh-CN" sz="1333" dirty="0">
                <a:solidFill>
                  <a:schemeClr val="bg1">
                    <a:lumMod val="50000"/>
                  </a:schemeClr>
                </a:solidFill>
              </a:rPr>
              <a:t>1.3</a:t>
            </a:r>
            <a:r>
              <a:rPr lang="zh-CN" altLang="en-US" sz="1333" dirty="0">
                <a:solidFill>
                  <a:schemeClr val="bg1">
                    <a:lumMod val="50000"/>
                  </a:schemeClr>
                </a:solidFill>
              </a:rPr>
              <a:t>倍字间距。</a:t>
            </a:r>
          </a:p>
        </p:txBody>
      </p:sp>
    </p:spTree>
    <p:extLst>
      <p:ext uri="{BB962C8B-B14F-4D97-AF65-F5344CB8AC3E}">
        <p14:creationId xmlns:p14="http://schemas.microsoft.com/office/powerpoint/2010/main" val="3605608656"/>
      </p:ext>
    </p:extLst>
  </p:cSld>
  <p:clrMapOvr>
    <a:masterClrMapping/>
  </p:clrMapOvr>
  <p:transition spd="slow" advTm="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grpId="0"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250"/>
                                        <p:tgtEl>
                                          <p:spTgt spid="22"/>
                                        </p:tgtEl>
                                      </p:cBhvr>
                                    </p:animEffect>
                                    <p:anim calcmode="lin" valueType="num">
                                      <p:cBhvr>
                                        <p:cTn id="14" dur="250" fill="hold"/>
                                        <p:tgtEl>
                                          <p:spTgt spid="22"/>
                                        </p:tgtEl>
                                        <p:attrNameLst>
                                          <p:attrName>ppt_x</p:attrName>
                                        </p:attrNameLst>
                                      </p:cBhvr>
                                      <p:tavLst>
                                        <p:tav tm="0">
                                          <p:val>
                                            <p:strVal val="#ppt_x"/>
                                          </p:val>
                                        </p:tav>
                                        <p:tav tm="100000">
                                          <p:val>
                                            <p:strVal val="#ppt_x"/>
                                          </p:val>
                                        </p:tav>
                                      </p:tavLst>
                                    </p:anim>
                                    <p:anim calcmode="lin" valueType="num">
                                      <p:cBhvr>
                                        <p:cTn id="15" dur="250" fill="hold"/>
                                        <p:tgtEl>
                                          <p:spTgt spid="22"/>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250"/>
                                        <p:tgtEl>
                                          <p:spTgt spid="23"/>
                                        </p:tgtEl>
                                      </p:cBhvr>
                                    </p:animEffect>
                                    <p:anim calcmode="lin" valueType="num">
                                      <p:cBhvr>
                                        <p:cTn id="20" dur="250" fill="hold"/>
                                        <p:tgtEl>
                                          <p:spTgt spid="23"/>
                                        </p:tgtEl>
                                        <p:attrNameLst>
                                          <p:attrName>ppt_x</p:attrName>
                                        </p:attrNameLst>
                                      </p:cBhvr>
                                      <p:tavLst>
                                        <p:tav tm="0">
                                          <p:val>
                                            <p:strVal val="#ppt_x"/>
                                          </p:val>
                                        </p:tav>
                                        <p:tav tm="100000">
                                          <p:val>
                                            <p:strVal val="#ppt_x"/>
                                          </p:val>
                                        </p:tav>
                                      </p:tavLst>
                                    </p:anim>
                                    <p:anim calcmode="lin" valueType="num">
                                      <p:cBhvr>
                                        <p:cTn id="21" dur="250" fill="hold"/>
                                        <p:tgtEl>
                                          <p:spTgt spid="23"/>
                                        </p:tgtEl>
                                        <p:attrNameLst>
                                          <p:attrName>ppt_y</p:attrName>
                                        </p:attrNameLst>
                                      </p:cBhvr>
                                      <p:tavLst>
                                        <p:tav tm="0">
                                          <p:val>
                                            <p:strVal val="#ppt_y+.1"/>
                                          </p:val>
                                        </p:tav>
                                        <p:tav tm="100000">
                                          <p:val>
                                            <p:strVal val="#ppt_y"/>
                                          </p:val>
                                        </p:tav>
                                      </p:tavLst>
                                    </p:anim>
                                  </p:childTnLst>
                                </p:cTn>
                              </p:par>
                            </p:childTnLst>
                          </p:cTn>
                        </p:par>
                        <p:par>
                          <p:cTn id="22" fill="hold">
                            <p:stCondLst>
                              <p:cond delay="1250"/>
                            </p:stCondLst>
                            <p:childTnLst>
                              <p:par>
                                <p:cTn id="23" presetID="42" presetClass="entr" presetSubtype="0" fill="hold" grpId="0"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250"/>
                                        <p:tgtEl>
                                          <p:spTgt spid="24"/>
                                        </p:tgtEl>
                                      </p:cBhvr>
                                    </p:animEffect>
                                    <p:anim calcmode="lin" valueType="num">
                                      <p:cBhvr>
                                        <p:cTn id="26" dur="250" fill="hold"/>
                                        <p:tgtEl>
                                          <p:spTgt spid="24"/>
                                        </p:tgtEl>
                                        <p:attrNameLst>
                                          <p:attrName>ppt_x</p:attrName>
                                        </p:attrNameLst>
                                      </p:cBhvr>
                                      <p:tavLst>
                                        <p:tav tm="0">
                                          <p:val>
                                            <p:strVal val="#ppt_x"/>
                                          </p:val>
                                        </p:tav>
                                        <p:tav tm="100000">
                                          <p:val>
                                            <p:strVal val="#ppt_x"/>
                                          </p:val>
                                        </p:tav>
                                      </p:tavLst>
                                    </p:anim>
                                    <p:anim calcmode="lin" valueType="num">
                                      <p:cBhvr>
                                        <p:cTn id="27" dur="250" fill="hold"/>
                                        <p:tgtEl>
                                          <p:spTgt spid="24"/>
                                        </p:tgtEl>
                                        <p:attrNameLst>
                                          <p:attrName>ppt_y</p:attrName>
                                        </p:attrNameLst>
                                      </p:cBhvr>
                                      <p:tavLst>
                                        <p:tav tm="0">
                                          <p:val>
                                            <p:strVal val="#ppt_y+.1"/>
                                          </p:val>
                                        </p:tav>
                                        <p:tav tm="100000">
                                          <p:val>
                                            <p:strVal val="#ppt_y"/>
                                          </p:val>
                                        </p:tav>
                                      </p:tavLst>
                                    </p:anim>
                                  </p:childTnLst>
                                </p:cTn>
                              </p:par>
                            </p:childTnLst>
                          </p:cTn>
                        </p:par>
                        <p:par>
                          <p:cTn id="28" fill="hold">
                            <p:stCondLst>
                              <p:cond delay="1500"/>
                            </p:stCondLst>
                            <p:childTnLst>
                              <p:par>
                                <p:cTn id="29" presetID="42"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250"/>
                                        <p:tgtEl>
                                          <p:spTgt spid="26"/>
                                        </p:tgtEl>
                                      </p:cBhvr>
                                    </p:animEffect>
                                    <p:anim calcmode="lin" valueType="num">
                                      <p:cBhvr>
                                        <p:cTn id="32" dur="250" fill="hold"/>
                                        <p:tgtEl>
                                          <p:spTgt spid="26"/>
                                        </p:tgtEl>
                                        <p:attrNameLst>
                                          <p:attrName>ppt_x</p:attrName>
                                        </p:attrNameLst>
                                      </p:cBhvr>
                                      <p:tavLst>
                                        <p:tav tm="0">
                                          <p:val>
                                            <p:strVal val="#ppt_x"/>
                                          </p:val>
                                        </p:tav>
                                        <p:tav tm="100000">
                                          <p:val>
                                            <p:strVal val="#ppt_x"/>
                                          </p:val>
                                        </p:tav>
                                      </p:tavLst>
                                    </p:anim>
                                    <p:anim calcmode="lin" valueType="num">
                                      <p:cBhvr>
                                        <p:cTn id="33" dur="250" fill="hold"/>
                                        <p:tgtEl>
                                          <p:spTgt spid="26"/>
                                        </p:tgtEl>
                                        <p:attrNameLst>
                                          <p:attrName>ppt_y</p:attrName>
                                        </p:attrNameLst>
                                      </p:cBhvr>
                                      <p:tavLst>
                                        <p:tav tm="0">
                                          <p:val>
                                            <p:strVal val="#ppt_y+.1"/>
                                          </p:val>
                                        </p:tav>
                                        <p:tav tm="100000">
                                          <p:val>
                                            <p:strVal val="#ppt_y"/>
                                          </p:val>
                                        </p:tav>
                                      </p:tavLst>
                                    </p:anim>
                                  </p:childTnLst>
                                </p:cTn>
                              </p:par>
                            </p:childTnLst>
                          </p:cTn>
                        </p:par>
                        <p:par>
                          <p:cTn id="34" fill="hold">
                            <p:stCondLst>
                              <p:cond delay="1750"/>
                            </p:stCondLst>
                            <p:childTnLst>
                              <p:par>
                                <p:cTn id="35" presetID="42" presetClass="entr" presetSubtype="0" fill="hold" grpId="0" nodeType="after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250"/>
                                        <p:tgtEl>
                                          <p:spTgt spid="27"/>
                                        </p:tgtEl>
                                      </p:cBhvr>
                                    </p:animEffect>
                                    <p:anim calcmode="lin" valueType="num">
                                      <p:cBhvr>
                                        <p:cTn id="38" dur="250" fill="hold"/>
                                        <p:tgtEl>
                                          <p:spTgt spid="27"/>
                                        </p:tgtEl>
                                        <p:attrNameLst>
                                          <p:attrName>ppt_x</p:attrName>
                                        </p:attrNameLst>
                                      </p:cBhvr>
                                      <p:tavLst>
                                        <p:tav tm="0">
                                          <p:val>
                                            <p:strVal val="#ppt_x"/>
                                          </p:val>
                                        </p:tav>
                                        <p:tav tm="100000">
                                          <p:val>
                                            <p:strVal val="#ppt_x"/>
                                          </p:val>
                                        </p:tav>
                                      </p:tavLst>
                                    </p:anim>
                                    <p:anim calcmode="lin" valueType="num">
                                      <p:cBhvr>
                                        <p:cTn id="39" dur="250" fill="hold"/>
                                        <p:tgtEl>
                                          <p:spTgt spid="27"/>
                                        </p:tgtEl>
                                        <p:attrNameLst>
                                          <p:attrName>ppt_y</p:attrName>
                                        </p:attrNameLst>
                                      </p:cBhvr>
                                      <p:tavLst>
                                        <p:tav tm="0">
                                          <p:val>
                                            <p:strVal val="#ppt_y+.1"/>
                                          </p:val>
                                        </p:tav>
                                        <p:tav tm="100000">
                                          <p:val>
                                            <p:strVal val="#ppt_y"/>
                                          </p:val>
                                        </p:tav>
                                      </p:tavLst>
                                    </p:anim>
                                  </p:childTnLst>
                                </p:cTn>
                              </p:par>
                            </p:childTnLst>
                          </p:cTn>
                        </p:par>
                        <p:par>
                          <p:cTn id="40" fill="hold">
                            <p:stCondLst>
                              <p:cond delay="2000"/>
                            </p:stCondLst>
                            <p:childTnLst>
                              <p:par>
                                <p:cTn id="41" presetID="42" presetClass="entr" presetSubtype="0" fill="hold" grpId="0" nodeType="after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250"/>
                                        <p:tgtEl>
                                          <p:spTgt spid="28"/>
                                        </p:tgtEl>
                                      </p:cBhvr>
                                    </p:animEffect>
                                    <p:anim calcmode="lin" valueType="num">
                                      <p:cBhvr>
                                        <p:cTn id="44" dur="250" fill="hold"/>
                                        <p:tgtEl>
                                          <p:spTgt spid="28"/>
                                        </p:tgtEl>
                                        <p:attrNameLst>
                                          <p:attrName>ppt_x</p:attrName>
                                        </p:attrNameLst>
                                      </p:cBhvr>
                                      <p:tavLst>
                                        <p:tav tm="0">
                                          <p:val>
                                            <p:strVal val="#ppt_x"/>
                                          </p:val>
                                        </p:tav>
                                        <p:tav tm="100000">
                                          <p:val>
                                            <p:strVal val="#ppt_x"/>
                                          </p:val>
                                        </p:tav>
                                      </p:tavLst>
                                    </p:anim>
                                    <p:anim calcmode="lin" valueType="num">
                                      <p:cBhvr>
                                        <p:cTn id="45" dur="250" fill="hold"/>
                                        <p:tgtEl>
                                          <p:spTgt spid="28"/>
                                        </p:tgtEl>
                                        <p:attrNameLst>
                                          <p:attrName>ppt_y</p:attrName>
                                        </p:attrNameLst>
                                      </p:cBhvr>
                                      <p:tavLst>
                                        <p:tav tm="0">
                                          <p:val>
                                            <p:strVal val="#ppt_y+.1"/>
                                          </p:val>
                                        </p:tav>
                                        <p:tav tm="100000">
                                          <p:val>
                                            <p:strVal val="#ppt_y"/>
                                          </p:val>
                                        </p:tav>
                                      </p:tavLst>
                                    </p:anim>
                                  </p:childTnLst>
                                </p:cTn>
                              </p:par>
                            </p:childTnLst>
                          </p:cTn>
                        </p:par>
                        <p:par>
                          <p:cTn id="46" fill="hold">
                            <p:stCondLst>
                              <p:cond delay="2250"/>
                            </p:stCondLst>
                            <p:childTnLst>
                              <p:par>
                                <p:cTn id="47" presetID="42" presetClass="entr" presetSubtype="0" fill="hold" grpId="0" nodeType="after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250"/>
                                        <p:tgtEl>
                                          <p:spTgt spid="29"/>
                                        </p:tgtEl>
                                      </p:cBhvr>
                                    </p:animEffect>
                                    <p:anim calcmode="lin" valueType="num">
                                      <p:cBhvr>
                                        <p:cTn id="50" dur="250" fill="hold"/>
                                        <p:tgtEl>
                                          <p:spTgt spid="29"/>
                                        </p:tgtEl>
                                        <p:attrNameLst>
                                          <p:attrName>ppt_x</p:attrName>
                                        </p:attrNameLst>
                                      </p:cBhvr>
                                      <p:tavLst>
                                        <p:tav tm="0">
                                          <p:val>
                                            <p:strVal val="#ppt_x"/>
                                          </p:val>
                                        </p:tav>
                                        <p:tav tm="100000">
                                          <p:val>
                                            <p:strVal val="#ppt_x"/>
                                          </p:val>
                                        </p:tav>
                                      </p:tavLst>
                                    </p:anim>
                                    <p:anim calcmode="lin" valueType="num">
                                      <p:cBhvr>
                                        <p:cTn id="51" dur="250" fill="hold"/>
                                        <p:tgtEl>
                                          <p:spTgt spid="29"/>
                                        </p:tgtEl>
                                        <p:attrNameLst>
                                          <p:attrName>ppt_y</p:attrName>
                                        </p:attrNameLst>
                                      </p:cBhvr>
                                      <p:tavLst>
                                        <p:tav tm="0">
                                          <p:val>
                                            <p:strVal val="#ppt_y+.1"/>
                                          </p:val>
                                        </p:tav>
                                        <p:tav tm="100000">
                                          <p:val>
                                            <p:strVal val="#ppt_y"/>
                                          </p:val>
                                        </p:tav>
                                      </p:tavLst>
                                    </p:anim>
                                  </p:childTnLst>
                                </p:cTn>
                              </p:par>
                            </p:childTnLst>
                          </p:cTn>
                        </p:par>
                        <p:par>
                          <p:cTn id="52" fill="hold">
                            <p:stCondLst>
                              <p:cond delay="2500"/>
                            </p:stCondLst>
                            <p:childTnLst>
                              <p:par>
                                <p:cTn id="53" presetID="42" presetClass="entr" presetSubtype="0" fill="hold" grpId="0" nodeType="after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250"/>
                                        <p:tgtEl>
                                          <p:spTgt spid="30"/>
                                        </p:tgtEl>
                                      </p:cBhvr>
                                    </p:animEffect>
                                    <p:anim calcmode="lin" valueType="num">
                                      <p:cBhvr>
                                        <p:cTn id="56" dur="250" fill="hold"/>
                                        <p:tgtEl>
                                          <p:spTgt spid="30"/>
                                        </p:tgtEl>
                                        <p:attrNameLst>
                                          <p:attrName>ppt_x</p:attrName>
                                        </p:attrNameLst>
                                      </p:cBhvr>
                                      <p:tavLst>
                                        <p:tav tm="0">
                                          <p:val>
                                            <p:strVal val="#ppt_x"/>
                                          </p:val>
                                        </p:tav>
                                        <p:tav tm="100000">
                                          <p:val>
                                            <p:strVal val="#ppt_x"/>
                                          </p:val>
                                        </p:tav>
                                      </p:tavLst>
                                    </p:anim>
                                    <p:anim calcmode="lin" valueType="num">
                                      <p:cBhvr>
                                        <p:cTn id="57" dur="250" fill="hold"/>
                                        <p:tgtEl>
                                          <p:spTgt spid="30"/>
                                        </p:tgtEl>
                                        <p:attrNameLst>
                                          <p:attrName>ppt_y</p:attrName>
                                        </p:attrNameLst>
                                      </p:cBhvr>
                                      <p:tavLst>
                                        <p:tav tm="0">
                                          <p:val>
                                            <p:strVal val="#ppt_y+.1"/>
                                          </p:val>
                                        </p:tav>
                                        <p:tav tm="100000">
                                          <p:val>
                                            <p:strVal val="#ppt_y"/>
                                          </p:val>
                                        </p:tav>
                                      </p:tavLst>
                                    </p:anim>
                                  </p:childTnLst>
                                </p:cTn>
                              </p:par>
                            </p:childTnLst>
                          </p:cTn>
                        </p:par>
                        <p:par>
                          <p:cTn id="58" fill="hold">
                            <p:stCondLst>
                              <p:cond delay="2750"/>
                            </p:stCondLst>
                            <p:childTnLst>
                              <p:par>
                                <p:cTn id="59" presetID="42" presetClass="entr" presetSubtype="0" fill="hold" grpId="0" nodeType="after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250"/>
                                        <p:tgtEl>
                                          <p:spTgt spid="31"/>
                                        </p:tgtEl>
                                      </p:cBhvr>
                                    </p:animEffect>
                                    <p:anim calcmode="lin" valueType="num">
                                      <p:cBhvr>
                                        <p:cTn id="62" dur="250" fill="hold"/>
                                        <p:tgtEl>
                                          <p:spTgt spid="31"/>
                                        </p:tgtEl>
                                        <p:attrNameLst>
                                          <p:attrName>ppt_x</p:attrName>
                                        </p:attrNameLst>
                                      </p:cBhvr>
                                      <p:tavLst>
                                        <p:tav tm="0">
                                          <p:val>
                                            <p:strVal val="#ppt_x"/>
                                          </p:val>
                                        </p:tav>
                                        <p:tav tm="100000">
                                          <p:val>
                                            <p:strVal val="#ppt_x"/>
                                          </p:val>
                                        </p:tav>
                                      </p:tavLst>
                                    </p:anim>
                                    <p:anim calcmode="lin" valueType="num">
                                      <p:cBhvr>
                                        <p:cTn id="63" dur="250" fill="hold"/>
                                        <p:tgtEl>
                                          <p:spTgt spid="31"/>
                                        </p:tgtEl>
                                        <p:attrNameLst>
                                          <p:attrName>ppt_y</p:attrName>
                                        </p:attrNameLst>
                                      </p:cBhvr>
                                      <p:tavLst>
                                        <p:tav tm="0">
                                          <p:val>
                                            <p:strVal val="#ppt_y+.1"/>
                                          </p:val>
                                        </p:tav>
                                        <p:tav tm="100000">
                                          <p:val>
                                            <p:strVal val="#ppt_y"/>
                                          </p:val>
                                        </p:tav>
                                      </p:tavLst>
                                    </p:anim>
                                  </p:childTnLst>
                                </p:cTn>
                              </p:par>
                            </p:childTnLst>
                          </p:cTn>
                        </p:par>
                        <p:par>
                          <p:cTn id="64" fill="hold">
                            <p:stCondLst>
                              <p:cond delay="3000"/>
                            </p:stCondLst>
                            <p:childTnLst>
                              <p:par>
                                <p:cTn id="65" presetID="42" presetClass="entr" presetSubtype="0" fill="hold" grpId="0" nodeType="after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250"/>
                                        <p:tgtEl>
                                          <p:spTgt spid="32"/>
                                        </p:tgtEl>
                                      </p:cBhvr>
                                    </p:animEffect>
                                    <p:anim calcmode="lin" valueType="num">
                                      <p:cBhvr>
                                        <p:cTn id="68" dur="250" fill="hold"/>
                                        <p:tgtEl>
                                          <p:spTgt spid="32"/>
                                        </p:tgtEl>
                                        <p:attrNameLst>
                                          <p:attrName>ppt_x</p:attrName>
                                        </p:attrNameLst>
                                      </p:cBhvr>
                                      <p:tavLst>
                                        <p:tav tm="0">
                                          <p:val>
                                            <p:strVal val="#ppt_x"/>
                                          </p:val>
                                        </p:tav>
                                        <p:tav tm="100000">
                                          <p:val>
                                            <p:strVal val="#ppt_x"/>
                                          </p:val>
                                        </p:tav>
                                      </p:tavLst>
                                    </p:anim>
                                    <p:anim calcmode="lin" valueType="num">
                                      <p:cBhvr>
                                        <p:cTn id="69" dur="250" fill="hold"/>
                                        <p:tgtEl>
                                          <p:spTgt spid="32"/>
                                        </p:tgtEl>
                                        <p:attrNameLst>
                                          <p:attrName>ppt_y</p:attrName>
                                        </p:attrNameLst>
                                      </p:cBhvr>
                                      <p:tavLst>
                                        <p:tav tm="0">
                                          <p:val>
                                            <p:strVal val="#ppt_y+.1"/>
                                          </p:val>
                                        </p:tav>
                                        <p:tav tm="100000">
                                          <p:val>
                                            <p:strVal val="#ppt_y"/>
                                          </p:val>
                                        </p:tav>
                                      </p:tavLst>
                                    </p:anim>
                                  </p:childTnLst>
                                </p:cTn>
                              </p:par>
                            </p:childTnLst>
                          </p:cTn>
                        </p:par>
                        <p:par>
                          <p:cTn id="70" fill="hold">
                            <p:stCondLst>
                              <p:cond delay="3250"/>
                            </p:stCondLst>
                            <p:childTnLst>
                              <p:par>
                                <p:cTn id="71" presetID="42" presetClass="entr" presetSubtype="0" fill="hold" grpId="0" nodeType="after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fade">
                                      <p:cBhvr>
                                        <p:cTn id="73" dur="250"/>
                                        <p:tgtEl>
                                          <p:spTgt spid="33"/>
                                        </p:tgtEl>
                                      </p:cBhvr>
                                    </p:animEffect>
                                    <p:anim calcmode="lin" valueType="num">
                                      <p:cBhvr>
                                        <p:cTn id="74" dur="250" fill="hold"/>
                                        <p:tgtEl>
                                          <p:spTgt spid="33"/>
                                        </p:tgtEl>
                                        <p:attrNameLst>
                                          <p:attrName>ppt_x</p:attrName>
                                        </p:attrNameLst>
                                      </p:cBhvr>
                                      <p:tavLst>
                                        <p:tav tm="0">
                                          <p:val>
                                            <p:strVal val="#ppt_x"/>
                                          </p:val>
                                        </p:tav>
                                        <p:tav tm="100000">
                                          <p:val>
                                            <p:strVal val="#ppt_x"/>
                                          </p:val>
                                        </p:tav>
                                      </p:tavLst>
                                    </p:anim>
                                    <p:anim calcmode="lin" valueType="num">
                                      <p:cBhvr>
                                        <p:cTn id="75" dur="250" fill="hold"/>
                                        <p:tgtEl>
                                          <p:spTgt spid="33"/>
                                        </p:tgtEl>
                                        <p:attrNameLst>
                                          <p:attrName>ppt_y</p:attrName>
                                        </p:attrNameLst>
                                      </p:cBhvr>
                                      <p:tavLst>
                                        <p:tav tm="0">
                                          <p:val>
                                            <p:strVal val="#ppt_y+.1"/>
                                          </p:val>
                                        </p:tav>
                                        <p:tav tm="100000">
                                          <p:val>
                                            <p:strVal val="#ppt_y"/>
                                          </p:val>
                                        </p:tav>
                                      </p:tavLst>
                                    </p:anim>
                                  </p:childTnLst>
                                </p:cTn>
                              </p:par>
                            </p:childTnLst>
                          </p:cTn>
                        </p:par>
                        <p:par>
                          <p:cTn id="76" fill="hold">
                            <p:stCondLst>
                              <p:cond delay="3500"/>
                            </p:stCondLst>
                            <p:childTnLst>
                              <p:par>
                                <p:cTn id="77" presetID="42" presetClass="entr" presetSubtype="0" fill="hold" grpId="0" nodeType="after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250"/>
                                        <p:tgtEl>
                                          <p:spTgt spid="34"/>
                                        </p:tgtEl>
                                      </p:cBhvr>
                                    </p:animEffect>
                                    <p:anim calcmode="lin" valueType="num">
                                      <p:cBhvr>
                                        <p:cTn id="80" dur="250" fill="hold"/>
                                        <p:tgtEl>
                                          <p:spTgt spid="34"/>
                                        </p:tgtEl>
                                        <p:attrNameLst>
                                          <p:attrName>ppt_x</p:attrName>
                                        </p:attrNameLst>
                                      </p:cBhvr>
                                      <p:tavLst>
                                        <p:tav tm="0">
                                          <p:val>
                                            <p:strVal val="#ppt_x"/>
                                          </p:val>
                                        </p:tav>
                                        <p:tav tm="100000">
                                          <p:val>
                                            <p:strVal val="#ppt_x"/>
                                          </p:val>
                                        </p:tav>
                                      </p:tavLst>
                                    </p:anim>
                                    <p:anim calcmode="lin" valueType="num">
                                      <p:cBhvr>
                                        <p:cTn id="81" dur="250" fill="hold"/>
                                        <p:tgtEl>
                                          <p:spTgt spid="34"/>
                                        </p:tgtEl>
                                        <p:attrNameLst>
                                          <p:attrName>ppt_y</p:attrName>
                                        </p:attrNameLst>
                                      </p:cBhvr>
                                      <p:tavLst>
                                        <p:tav tm="0">
                                          <p:val>
                                            <p:strVal val="#ppt_y+.1"/>
                                          </p:val>
                                        </p:tav>
                                        <p:tav tm="100000">
                                          <p:val>
                                            <p:strVal val="#ppt_y"/>
                                          </p:val>
                                        </p:tav>
                                      </p:tavLst>
                                    </p:anim>
                                  </p:childTnLst>
                                </p:cTn>
                              </p:par>
                            </p:childTnLst>
                          </p:cTn>
                        </p:par>
                        <p:par>
                          <p:cTn id="82" fill="hold">
                            <p:stCondLst>
                              <p:cond delay="3750"/>
                            </p:stCondLst>
                            <p:childTnLst>
                              <p:par>
                                <p:cTn id="83" presetID="42" presetClass="entr" presetSubtype="0" fill="hold" grpId="0" nodeType="after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fade">
                                      <p:cBhvr>
                                        <p:cTn id="85" dur="250"/>
                                        <p:tgtEl>
                                          <p:spTgt spid="35"/>
                                        </p:tgtEl>
                                      </p:cBhvr>
                                    </p:animEffect>
                                    <p:anim calcmode="lin" valueType="num">
                                      <p:cBhvr>
                                        <p:cTn id="86" dur="250" fill="hold"/>
                                        <p:tgtEl>
                                          <p:spTgt spid="35"/>
                                        </p:tgtEl>
                                        <p:attrNameLst>
                                          <p:attrName>ppt_x</p:attrName>
                                        </p:attrNameLst>
                                      </p:cBhvr>
                                      <p:tavLst>
                                        <p:tav tm="0">
                                          <p:val>
                                            <p:strVal val="#ppt_x"/>
                                          </p:val>
                                        </p:tav>
                                        <p:tav tm="100000">
                                          <p:val>
                                            <p:strVal val="#ppt_x"/>
                                          </p:val>
                                        </p:tav>
                                      </p:tavLst>
                                    </p:anim>
                                    <p:anim calcmode="lin" valueType="num">
                                      <p:cBhvr>
                                        <p:cTn id="87" dur="250" fill="hold"/>
                                        <p:tgtEl>
                                          <p:spTgt spid="35"/>
                                        </p:tgtEl>
                                        <p:attrNameLst>
                                          <p:attrName>ppt_y</p:attrName>
                                        </p:attrNameLst>
                                      </p:cBhvr>
                                      <p:tavLst>
                                        <p:tav tm="0">
                                          <p:val>
                                            <p:strVal val="#ppt_y+.1"/>
                                          </p:val>
                                        </p:tav>
                                        <p:tav tm="100000">
                                          <p:val>
                                            <p:strVal val="#ppt_y"/>
                                          </p:val>
                                        </p:tav>
                                      </p:tavLst>
                                    </p:anim>
                                  </p:childTnLst>
                                </p:cTn>
                              </p:par>
                            </p:childTnLst>
                          </p:cTn>
                        </p:par>
                        <p:par>
                          <p:cTn id="88" fill="hold">
                            <p:stCondLst>
                              <p:cond delay="4000"/>
                            </p:stCondLst>
                            <p:childTnLst>
                              <p:par>
                                <p:cTn id="89" presetID="42" presetClass="entr" presetSubtype="0" fill="hold" grpId="0" nodeType="after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250"/>
                                        <p:tgtEl>
                                          <p:spTgt spid="36"/>
                                        </p:tgtEl>
                                      </p:cBhvr>
                                    </p:animEffect>
                                    <p:anim calcmode="lin" valueType="num">
                                      <p:cBhvr>
                                        <p:cTn id="92" dur="250" fill="hold"/>
                                        <p:tgtEl>
                                          <p:spTgt spid="36"/>
                                        </p:tgtEl>
                                        <p:attrNameLst>
                                          <p:attrName>ppt_x</p:attrName>
                                        </p:attrNameLst>
                                      </p:cBhvr>
                                      <p:tavLst>
                                        <p:tav tm="0">
                                          <p:val>
                                            <p:strVal val="#ppt_x"/>
                                          </p:val>
                                        </p:tav>
                                        <p:tav tm="100000">
                                          <p:val>
                                            <p:strVal val="#ppt_x"/>
                                          </p:val>
                                        </p:tav>
                                      </p:tavLst>
                                    </p:anim>
                                    <p:anim calcmode="lin" valueType="num">
                                      <p:cBhvr>
                                        <p:cTn id="93" dur="250" fill="hold"/>
                                        <p:tgtEl>
                                          <p:spTgt spid="36"/>
                                        </p:tgtEl>
                                        <p:attrNameLst>
                                          <p:attrName>ppt_y</p:attrName>
                                        </p:attrNameLst>
                                      </p:cBhvr>
                                      <p:tavLst>
                                        <p:tav tm="0">
                                          <p:val>
                                            <p:strVal val="#ppt_y+.1"/>
                                          </p:val>
                                        </p:tav>
                                        <p:tav tm="100000">
                                          <p:val>
                                            <p:strVal val="#ppt_y"/>
                                          </p:val>
                                        </p:tav>
                                      </p:tavLst>
                                    </p:anim>
                                  </p:childTnLst>
                                </p:cTn>
                              </p:par>
                            </p:childTnLst>
                          </p:cTn>
                        </p:par>
                        <p:par>
                          <p:cTn id="94" fill="hold">
                            <p:stCondLst>
                              <p:cond delay="4250"/>
                            </p:stCondLst>
                            <p:childTnLst>
                              <p:par>
                                <p:cTn id="95" presetID="42" presetClass="entr" presetSubtype="0" fill="hold" grpId="0" nodeType="afterEffect">
                                  <p:stCondLst>
                                    <p:cond delay="0"/>
                                  </p:stCondLst>
                                  <p:childTnLst>
                                    <p:set>
                                      <p:cBhvr>
                                        <p:cTn id="96" dur="1" fill="hold">
                                          <p:stCondLst>
                                            <p:cond delay="0"/>
                                          </p:stCondLst>
                                        </p:cTn>
                                        <p:tgtEl>
                                          <p:spTgt spid="37"/>
                                        </p:tgtEl>
                                        <p:attrNameLst>
                                          <p:attrName>style.visibility</p:attrName>
                                        </p:attrNameLst>
                                      </p:cBhvr>
                                      <p:to>
                                        <p:strVal val="visible"/>
                                      </p:to>
                                    </p:set>
                                    <p:animEffect transition="in" filter="fade">
                                      <p:cBhvr>
                                        <p:cTn id="97" dur="250"/>
                                        <p:tgtEl>
                                          <p:spTgt spid="37"/>
                                        </p:tgtEl>
                                      </p:cBhvr>
                                    </p:animEffect>
                                    <p:anim calcmode="lin" valueType="num">
                                      <p:cBhvr>
                                        <p:cTn id="98" dur="250" fill="hold"/>
                                        <p:tgtEl>
                                          <p:spTgt spid="37"/>
                                        </p:tgtEl>
                                        <p:attrNameLst>
                                          <p:attrName>ppt_x</p:attrName>
                                        </p:attrNameLst>
                                      </p:cBhvr>
                                      <p:tavLst>
                                        <p:tav tm="0">
                                          <p:val>
                                            <p:strVal val="#ppt_x"/>
                                          </p:val>
                                        </p:tav>
                                        <p:tav tm="100000">
                                          <p:val>
                                            <p:strVal val="#ppt_x"/>
                                          </p:val>
                                        </p:tav>
                                      </p:tavLst>
                                    </p:anim>
                                    <p:anim calcmode="lin" valueType="num">
                                      <p:cBhvr>
                                        <p:cTn id="99" dur="250" fill="hold"/>
                                        <p:tgtEl>
                                          <p:spTgt spid="37"/>
                                        </p:tgtEl>
                                        <p:attrNameLst>
                                          <p:attrName>ppt_y</p:attrName>
                                        </p:attrNameLst>
                                      </p:cBhvr>
                                      <p:tavLst>
                                        <p:tav tm="0">
                                          <p:val>
                                            <p:strVal val="#ppt_y+.1"/>
                                          </p:val>
                                        </p:tav>
                                        <p:tav tm="100000">
                                          <p:val>
                                            <p:strVal val="#ppt_y"/>
                                          </p:val>
                                        </p:tav>
                                      </p:tavLst>
                                    </p:anim>
                                  </p:childTnLst>
                                </p:cTn>
                              </p:par>
                            </p:childTnLst>
                          </p:cTn>
                        </p:par>
                        <p:par>
                          <p:cTn id="100" fill="hold">
                            <p:stCondLst>
                              <p:cond delay="4500"/>
                            </p:stCondLst>
                            <p:childTnLst>
                              <p:par>
                                <p:cTn id="101" presetID="42" presetClass="entr" presetSubtype="0" fill="hold" grpId="0" nodeType="after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250"/>
                                        <p:tgtEl>
                                          <p:spTgt spid="38"/>
                                        </p:tgtEl>
                                      </p:cBhvr>
                                    </p:animEffect>
                                    <p:anim calcmode="lin" valueType="num">
                                      <p:cBhvr>
                                        <p:cTn id="104" dur="250" fill="hold"/>
                                        <p:tgtEl>
                                          <p:spTgt spid="38"/>
                                        </p:tgtEl>
                                        <p:attrNameLst>
                                          <p:attrName>ppt_x</p:attrName>
                                        </p:attrNameLst>
                                      </p:cBhvr>
                                      <p:tavLst>
                                        <p:tav tm="0">
                                          <p:val>
                                            <p:strVal val="#ppt_x"/>
                                          </p:val>
                                        </p:tav>
                                        <p:tav tm="100000">
                                          <p:val>
                                            <p:strVal val="#ppt_x"/>
                                          </p:val>
                                        </p:tav>
                                      </p:tavLst>
                                    </p:anim>
                                    <p:anim calcmode="lin" valueType="num">
                                      <p:cBhvr>
                                        <p:cTn id="105" dur="250" fill="hold"/>
                                        <p:tgtEl>
                                          <p:spTgt spid="38"/>
                                        </p:tgtEl>
                                        <p:attrNameLst>
                                          <p:attrName>ppt_y</p:attrName>
                                        </p:attrNameLst>
                                      </p:cBhvr>
                                      <p:tavLst>
                                        <p:tav tm="0">
                                          <p:val>
                                            <p:strVal val="#ppt_y+.1"/>
                                          </p:val>
                                        </p:tav>
                                        <p:tav tm="100000">
                                          <p:val>
                                            <p:strVal val="#ppt_y"/>
                                          </p:val>
                                        </p:tav>
                                      </p:tavLst>
                                    </p:anim>
                                  </p:childTnLst>
                                </p:cTn>
                              </p:par>
                            </p:childTnLst>
                          </p:cTn>
                        </p:par>
                        <p:par>
                          <p:cTn id="106" fill="hold">
                            <p:stCondLst>
                              <p:cond delay="4750"/>
                            </p:stCondLst>
                            <p:childTnLst>
                              <p:par>
                                <p:cTn id="107" presetID="42" presetClass="entr" presetSubtype="0" fill="hold" grpId="0" nodeType="afterEffect">
                                  <p:stCondLst>
                                    <p:cond delay="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250"/>
                                        <p:tgtEl>
                                          <p:spTgt spid="39"/>
                                        </p:tgtEl>
                                      </p:cBhvr>
                                    </p:animEffect>
                                    <p:anim calcmode="lin" valueType="num">
                                      <p:cBhvr>
                                        <p:cTn id="110" dur="250" fill="hold"/>
                                        <p:tgtEl>
                                          <p:spTgt spid="39"/>
                                        </p:tgtEl>
                                        <p:attrNameLst>
                                          <p:attrName>ppt_x</p:attrName>
                                        </p:attrNameLst>
                                      </p:cBhvr>
                                      <p:tavLst>
                                        <p:tav tm="0">
                                          <p:val>
                                            <p:strVal val="#ppt_x"/>
                                          </p:val>
                                        </p:tav>
                                        <p:tav tm="100000">
                                          <p:val>
                                            <p:strVal val="#ppt_x"/>
                                          </p:val>
                                        </p:tav>
                                      </p:tavLst>
                                    </p:anim>
                                    <p:anim calcmode="lin" valueType="num">
                                      <p:cBhvr>
                                        <p:cTn id="111" dur="250" fill="hold"/>
                                        <p:tgtEl>
                                          <p:spTgt spid="39"/>
                                        </p:tgtEl>
                                        <p:attrNameLst>
                                          <p:attrName>ppt_y</p:attrName>
                                        </p:attrNameLst>
                                      </p:cBhvr>
                                      <p:tavLst>
                                        <p:tav tm="0">
                                          <p:val>
                                            <p:strVal val="#ppt_y+.1"/>
                                          </p:val>
                                        </p:tav>
                                        <p:tav tm="100000">
                                          <p:val>
                                            <p:strVal val="#ppt_y"/>
                                          </p:val>
                                        </p:tav>
                                      </p:tavLst>
                                    </p:anim>
                                  </p:childTnLst>
                                </p:cTn>
                              </p:par>
                            </p:childTnLst>
                          </p:cTn>
                        </p:par>
                        <p:par>
                          <p:cTn id="112" fill="hold">
                            <p:stCondLst>
                              <p:cond delay="5000"/>
                            </p:stCondLst>
                            <p:childTnLst>
                              <p:par>
                                <p:cTn id="113" presetID="42" presetClass="entr" presetSubtype="0" fill="hold" grpId="0" nodeType="afterEffect">
                                  <p:stCondLst>
                                    <p:cond delay="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250"/>
                                        <p:tgtEl>
                                          <p:spTgt spid="40"/>
                                        </p:tgtEl>
                                      </p:cBhvr>
                                    </p:animEffect>
                                    <p:anim calcmode="lin" valueType="num">
                                      <p:cBhvr>
                                        <p:cTn id="116" dur="250" fill="hold"/>
                                        <p:tgtEl>
                                          <p:spTgt spid="40"/>
                                        </p:tgtEl>
                                        <p:attrNameLst>
                                          <p:attrName>ppt_x</p:attrName>
                                        </p:attrNameLst>
                                      </p:cBhvr>
                                      <p:tavLst>
                                        <p:tav tm="0">
                                          <p:val>
                                            <p:strVal val="#ppt_x"/>
                                          </p:val>
                                        </p:tav>
                                        <p:tav tm="100000">
                                          <p:val>
                                            <p:strVal val="#ppt_x"/>
                                          </p:val>
                                        </p:tav>
                                      </p:tavLst>
                                    </p:anim>
                                    <p:anim calcmode="lin" valueType="num">
                                      <p:cBhvr>
                                        <p:cTn id="117" dur="250" fill="hold"/>
                                        <p:tgtEl>
                                          <p:spTgt spid="40"/>
                                        </p:tgtEl>
                                        <p:attrNameLst>
                                          <p:attrName>ppt_y</p:attrName>
                                        </p:attrNameLst>
                                      </p:cBhvr>
                                      <p:tavLst>
                                        <p:tav tm="0">
                                          <p:val>
                                            <p:strVal val="#ppt_y+.1"/>
                                          </p:val>
                                        </p:tav>
                                        <p:tav tm="100000">
                                          <p:val>
                                            <p:strVal val="#ppt_y"/>
                                          </p:val>
                                        </p:tav>
                                      </p:tavLst>
                                    </p:anim>
                                  </p:childTnLst>
                                </p:cTn>
                              </p:par>
                            </p:childTnLst>
                          </p:cTn>
                        </p:par>
                        <p:par>
                          <p:cTn id="118" fill="hold">
                            <p:stCondLst>
                              <p:cond delay="5250"/>
                            </p:stCondLst>
                            <p:childTnLst>
                              <p:par>
                                <p:cTn id="119" presetID="42" presetClass="entr" presetSubtype="0" fill="hold" grpId="0" nodeType="afterEffect">
                                  <p:stCondLst>
                                    <p:cond delay="0"/>
                                  </p:stCondLst>
                                  <p:childTnLst>
                                    <p:set>
                                      <p:cBhvr>
                                        <p:cTn id="120" dur="1" fill="hold">
                                          <p:stCondLst>
                                            <p:cond delay="0"/>
                                          </p:stCondLst>
                                        </p:cTn>
                                        <p:tgtEl>
                                          <p:spTgt spid="41"/>
                                        </p:tgtEl>
                                        <p:attrNameLst>
                                          <p:attrName>style.visibility</p:attrName>
                                        </p:attrNameLst>
                                      </p:cBhvr>
                                      <p:to>
                                        <p:strVal val="visible"/>
                                      </p:to>
                                    </p:set>
                                    <p:animEffect transition="in" filter="fade">
                                      <p:cBhvr>
                                        <p:cTn id="121" dur="250"/>
                                        <p:tgtEl>
                                          <p:spTgt spid="41"/>
                                        </p:tgtEl>
                                      </p:cBhvr>
                                    </p:animEffect>
                                    <p:anim calcmode="lin" valueType="num">
                                      <p:cBhvr>
                                        <p:cTn id="122" dur="250" fill="hold"/>
                                        <p:tgtEl>
                                          <p:spTgt spid="41"/>
                                        </p:tgtEl>
                                        <p:attrNameLst>
                                          <p:attrName>ppt_x</p:attrName>
                                        </p:attrNameLst>
                                      </p:cBhvr>
                                      <p:tavLst>
                                        <p:tav tm="0">
                                          <p:val>
                                            <p:strVal val="#ppt_x"/>
                                          </p:val>
                                        </p:tav>
                                        <p:tav tm="100000">
                                          <p:val>
                                            <p:strVal val="#ppt_x"/>
                                          </p:val>
                                        </p:tav>
                                      </p:tavLst>
                                    </p:anim>
                                    <p:anim calcmode="lin" valueType="num">
                                      <p:cBhvr>
                                        <p:cTn id="123" dur="250" fill="hold"/>
                                        <p:tgtEl>
                                          <p:spTgt spid="41"/>
                                        </p:tgtEl>
                                        <p:attrNameLst>
                                          <p:attrName>ppt_y</p:attrName>
                                        </p:attrNameLst>
                                      </p:cBhvr>
                                      <p:tavLst>
                                        <p:tav tm="0">
                                          <p:val>
                                            <p:strVal val="#ppt_y+.1"/>
                                          </p:val>
                                        </p:tav>
                                        <p:tav tm="100000">
                                          <p:val>
                                            <p:strVal val="#ppt_y"/>
                                          </p:val>
                                        </p:tav>
                                      </p:tavLst>
                                    </p:anim>
                                  </p:childTnLst>
                                </p:cTn>
                              </p:par>
                            </p:childTnLst>
                          </p:cTn>
                        </p:par>
                        <p:par>
                          <p:cTn id="124" fill="hold">
                            <p:stCondLst>
                              <p:cond delay="5500"/>
                            </p:stCondLst>
                            <p:childTnLst>
                              <p:par>
                                <p:cTn id="125" presetID="42" presetClass="entr" presetSubtype="0" fill="hold" grpId="0" nodeType="afterEffect">
                                  <p:stCondLst>
                                    <p:cond delay="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250"/>
                                        <p:tgtEl>
                                          <p:spTgt spid="42"/>
                                        </p:tgtEl>
                                      </p:cBhvr>
                                    </p:animEffect>
                                    <p:anim calcmode="lin" valueType="num">
                                      <p:cBhvr>
                                        <p:cTn id="128" dur="250" fill="hold"/>
                                        <p:tgtEl>
                                          <p:spTgt spid="42"/>
                                        </p:tgtEl>
                                        <p:attrNameLst>
                                          <p:attrName>ppt_x</p:attrName>
                                        </p:attrNameLst>
                                      </p:cBhvr>
                                      <p:tavLst>
                                        <p:tav tm="0">
                                          <p:val>
                                            <p:strVal val="#ppt_x"/>
                                          </p:val>
                                        </p:tav>
                                        <p:tav tm="100000">
                                          <p:val>
                                            <p:strVal val="#ppt_x"/>
                                          </p:val>
                                        </p:tav>
                                      </p:tavLst>
                                    </p:anim>
                                    <p:anim calcmode="lin" valueType="num">
                                      <p:cBhvr>
                                        <p:cTn id="129" dur="25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p:bldP spid="26" grpId="0"/>
      <p:bldP spid="27" grpId="0" animBg="1"/>
      <p:bldP spid="28" grpId="0" animBg="1"/>
      <p:bldP spid="29" grpId="0"/>
      <p:bldP spid="30" grpId="0"/>
      <p:bldP spid="31" grpId="0" animBg="1"/>
      <p:bldP spid="32" grpId="0" animBg="1"/>
      <p:bldP spid="33" grpId="0"/>
      <p:bldP spid="34" grpId="0"/>
      <p:bldP spid="35" grpId="0" animBg="1"/>
      <p:bldP spid="36" grpId="0" animBg="1"/>
      <p:bldP spid="37" grpId="0"/>
      <p:bldP spid="38" grpId="0"/>
      <p:bldP spid="39" grpId="0"/>
      <p:bldP spid="40" grpId="0"/>
      <p:bldP spid="41" grpId="0"/>
      <p:bldP spid="4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22" name="组合 21"/>
          <p:cNvGrpSpPr/>
          <p:nvPr/>
        </p:nvGrpSpPr>
        <p:grpSpPr>
          <a:xfrm flipH="1">
            <a:off x="210114" y="1872343"/>
            <a:ext cx="11951271" cy="4422718"/>
            <a:chOff x="-168404" y="1347788"/>
            <a:chExt cx="8562467" cy="3168650"/>
          </a:xfrm>
        </p:grpSpPr>
        <p:grpSp>
          <p:nvGrpSpPr>
            <p:cNvPr id="23" name="组合 22"/>
            <p:cNvGrpSpPr>
              <a:grpSpLocks/>
            </p:cNvGrpSpPr>
            <p:nvPr/>
          </p:nvGrpSpPr>
          <p:grpSpPr bwMode="auto">
            <a:xfrm>
              <a:off x="-38419" y="1347788"/>
              <a:ext cx="2630488" cy="2520950"/>
              <a:chOff x="-41599" y="1060177"/>
              <a:chExt cx="2630776" cy="2520082"/>
            </a:xfrm>
          </p:grpSpPr>
          <p:sp>
            <p:nvSpPr>
              <p:cNvPr id="39" name="矩形 38"/>
              <p:cNvSpPr/>
              <p:nvPr/>
            </p:nvSpPr>
            <p:spPr>
              <a:xfrm>
                <a:off x="-41599" y="1060177"/>
                <a:ext cx="2630776" cy="2520082"/>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400">
                  <a:solidFill>
                    <a:schemeClr val="bg1">
                      <a:lumMod val="50000"/>
                    </a:schemeClr>
                  </a:solidFill>
                </a:endParaRPr>
              </a:p>
            </p:txBody>
          </p:sp>
          <p:sp>
            <p:nvSpPr>
              <p:cNvPr id="40" name="矩形 39"/>
              <p:cNvSpPr/>
              <p:nvPr/>
            </p:nvSpPr>
            <p:spPr>
              <a:xfrm>
                <a:off x="34608" y="1301394"/>
                <a:ext cx="2535516" cy="2248363"/>
              </a:xfrm>
              <a:prstGeom prst="rect">
                <a:avLst/>
              </a:prstGeom>
            </p:spPr>
            <p:txBody>
              <a:bodyPr lIns="91409" tIns="45703" rIns="91409" bIns="45703">
                <a:spAutoFit/>
              </a:bodyPr>
              <a:lstStyle/>
              <a:p>
                <a:pPr algn="just" defTabSz="914080">
                  <a:lnSpc>
                    <a:spcPct val="150000"/>
                  </a:lnSpc>
                  <a:defRPr/>
                </a:pPr>
                <a:r>
                  <a:rPr lang="zh-CN" altLang="en-US" sz="1100" dirty="0">
                    <a:solidFill>
                      <a:schemeClr val="bg1"/>
                    </a:solidFill>
                    <a:latin typeface="微软雅黑" pitchFamily="34" charset="-122"/>
                    <a:ea typeface="微软雅黑" pitchFamily="34" charset="-122"/>
                  </a:rPr>
                  <a:t>随着计算机技术的发展及印刷技术的进步，平面设计在视觉感观领域的表现也越来越丰富，这对今天的平面设计都提出了空前的挑战，也为平面设计者提供了更为广阔的发展窨。从技术上讲，平面设计更重要。随着计算机技术的发展及印刷技术的进步，平面设计在视觉感观领域的表现也越来越丰富，这对今天的平面设计都提出了空前的挑战，。</a:t>
                </a:r>
              </a:p>
              <a:p>
                <a:pPr algn="just" defTabSz="914080">
                  <a:lnSpc>
                    <a:spcPct val="150000"/>
                  </a:lnSpc>
                  <a:defRPr/>
                </a:pPr>
                <a:r>
                  <a:rPr lang="zh-CN" altLang="en-US" sz="1100" dirty="0">
                    <a:solidFill>
                      <a:schemeClr val="bg1"/>
                    </a:solidFill>
                    <a:latin typeface="微软雅黑" pitchFamily="34" charset="-122"/>
                    <a:ea typeface="微软雅黑" pitchFamily="34" charset="-122"/>
                  </a:rPr>
                  <a:t>随着计算机技术的发展及印刷技术的进步，平面设计在视觉感观领域的表现也越来越丰富，这对今天的平面设计都提出了空前的挑战，也为平面设计者提供了更为广阔的发展窨。从技术上讲，平面设计更重要。</a:t>
                </a:r>
              </a:p>
              <a:p>
                <a:pPr algn="just" defTabSz="914080" fontAlgn="auto">
                  <a:lnSpc>
                    <a:spcPct val="150000"/>
                  </a:lnSpc>
                  <a:spcBef>
                    <a:spcPts val="0"/>
                  </a:spcBef>
                  <a:spcAft>
                    <a:spcPts val="0"/>
                  </a:spcAft>
                  <a:defRPr/>
                </a:pPr>
                <a:endParaRPr lang="zh-CN" altLang="en-US" sz="1100" dirty="0">
                  <a:solidFill>
                    <a:schemeClr val="bg1"/>
                  </a:solidFill>
                  <a:latin typeface="微软雅黑" pitchFamily="34" charset="-122"/>
                  <a:ea typeface="微软雅黑" pitchFamily="34" charset="-122"/>
                </a:endParaRPr>
              </a:p>
            </p:txBody>
          </p:sp>
        </p:grpSp>
        <p:sp>
          <p:nvSpPr>
            <p:cNvPr id="24" name="矩形 23"/>
            <p:cNvSpPr/>
            <p:nvPr/>
          </p:nvSpPr>
          <p:spPr bwMode="auto">
            <a:xfrm>
              <a:off x="2703513" y="1347788"/>
              <a:ext cx="2862262" cy="3168650"/>
            </a:xfrm>
            <a:prstGeom prst="rect">
              <a:avLst/>
            </a:prstGeom>
            <a:blipFill dpi="0" rotWithShape="1">
              <a:blip r:embed="rId3"/>
              <a:srcRect/>
              <a:stretch>
                <a:fillRect/>
              </a:stretch>
            </a:blipFill>
            <a:ln w="127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400">
                <a:solidFill>
                  <a:schemeClr val="bg1">
                    <a:lumMod val="50000"/>
                  </a:schemeClr>
                </a:solidFill>
              </a:endParaRPr>
            </a:p>
          </p:txBody>
        </p:sp>
        <p:sp>
          <p:nvSpPr>
            <p:cNvPr id="26" name="TextBox 17"/>
            <p:cNvSpPr txBox="1">
              <a:spLocks noChangeArrowheads="1"/>
            </p:cNvSpPr>
            <p:nvPr/>
          </p:nvSpPr>
          <p:spPr bwMode="auto">
            <a:xfrm>
              <a:off x="-168404" y="4034993"/>
              <a:ext cx="2519363" cy="463063"/>
            </a:xfrm>
            <a:prstGeom prst="rect">
              <a:avLst/>
            </a:prstGeom>
            <a:noFill/>
            <a:ln w="9525">
              <a:noFill/>
              <a:miter lim="800000"/>
              <a:headEnd/>
              <a:tailEnd/>
            </a:ln>
          </p:spPr>
          <p:txBody>
            <a:bodyPr>
              <a:spAutoFit/>
            </a:bodyPr>
            <a:lstStyle/>
            <a:p>
              <a:r>
                <a:rPr lang="zh-CN" altLang="en-US" sz="3600" b="1" dirty="0">
                  <a:solidFill>
                    <a:schemeClr val="bg1">
                      <a:lumMod val="50000"/>
                    </a:schemeClr>
                  </a:solidFill>
                  <a:latin typeface="微软雅黑"/>
                  <a:ea typeface="微软雅黑"/>
                  <a:cs typeface="微软雅黑"/>
                </a:rPr>
                <a:t>这里填写标题</a:t>
              </a:r>
            </a:p>
          </p:txBody>
        </p:sp>
        <p:grpSp>
          <p:nvGrpSpPr>
            <p:cNvPr id="27" name="组合 26"/>
            <p:cNvGrpSpPr>
              <a:grpSpLocks/>
            </p:cNvGrpSpPr>
            <p:nvPr/>
          </p:nvGrpSpPr>
          <p:grpSpPr bwMode="auto">
            <a:xfrm>
              <a:off x="5807075" y="1489075"/>
              <a:ext cx="584200" cy="584200"/>
              <a:chOff x="395536" y="3651870"/>
              <a:chExt cx="764591" cy="764591"/>
            </a:xfrm>
          </p:grpSpPr>
          <p:sp>
            <p:nvSpPr>
              <p:cNvPr id="37" name="椭圆 36"/>
              <p:cNvSpPr/>
              <p:nvPr/>
            </p:nvSpPr>
            <p:spPr>
              <a:xfrm>
                <a:off x="395536" y="3651870"/>
                <a:ext cx="764591" cy="764591"/>
              </a:xfrm>
              <a:prstGeom prst="ellipse">
                <a:avLst/>
              </a:prstGeom>
              <a:solidFill>
                <a:srgbClr val="05156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4400" dirty="0">
                  <a:solidFill>
                    <a:schemeClr val="bg1">
                      <a:lumMod val="50000"/>
                    </a:schemeClr>
                  </a:solidFill>
                </a:endParaRPr>
              </a:p>
            </p:txBody>
          </p:sp>
          <p:pic>
            <p:nvPicPr>
              <p:cNvPr id="38" name="Picture 75"/>
              <p:cNvPicPr>
                <a:picLocks noChangeAspect="1"/>
              </p:cNvPicPr>
              <p:nvPr/>
            </p:nvPicPr>
            <p:blipFill>
              <a:blip r:embed="rId4"/>
              <a:srcRect/>
              <a:stretch>
                <a:fillRect/>
              </a:stretch>
            </p:blipFill>
            <p:spPr bwMode="auto">
              <a:xfrm>
                <a:off x="587331" y="3805013"/>
                <a:ext cx="381000" cy="411710"/>
              </a:xfrm>
              <a:prstGeom prst="rect">
                <a:avLst/>
              </a:prstGeom>
              <a:noFill/>
              <a:ln w="9525">
                <a:noFill/>
                <a:miter lim="800000"/>
                <a:headEnd/>
                <a:tailEnd/>
              </a:ln>
            </p:spPr>
          </p:pic>
        </p:grpSp>
        <p:grpSp>
          <p:nvGrpSpPr>
            <p:cNvPr id="28" name="组合 27"/>
            <p:cNvGrpSpPr>
              <a:grpSpLocks/>
            </p:cNvGrpSpPr>
            <p:nvPr/>
          </p:nvGrpSpPr>
          <p:grpSpPr bwMode="auto">
            <a:xfrm>
              <a:off x="5807075" y="2586038"/>
              <a:ext cx="584200" cy="585787"/>
              <a:chOff x="3221085" y="3651870"/>
              <a:chExt cx="764591" cy="764591"/>
            </a:xfrm>
          </p:grpSpPr>
          <p:sp>
            <p:nvSpPr>
              <p:cNvPr id="35" name="椭圆 34"/>
              <p:cNvSpPr/>
              <p:nvPr/>
            </p:nvSpPr>
            <p:spPr>
              <a:xfrm>
                <a:off x="3221085" y="3651870"/>
                <a:ext cx="764591" cy="764591"/>
              </a:xfrm>
              <a:prstGeom prst="ellipse">
                <a:avLst/>
              </a:prstGeom>
              <a:solidFill>
                <a:srgbClr val="0824A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4400" dirty="0">
                  <a:solidFill>
                    <a:schemeClr val="bg1">
                      <a:lumMod val="50000"/>
                    </a:schemeClr>
                  </a:solidFill>
                </a:endParaRPr>
              </a:p>
            </p:txBody>
          </p:sp>
          <p:pic>
            <p:nvPicPr>
              <p:cNvPr id="36" name="Picture 102"/>
              <p:cNvPicPr>
                <a:picLocks noChangeAspect="1"/>
              </p:cNvPicPr>
              <p:nvPr/>
            </p:nvPicPr>
            <p:blipFill>
              <a:blip r:embed="rId5"/>
              <a:srcRect/>
              <a:stretch>
                <a:fillRect/>
              </a:stretch>
            </p:blipFill>
            <p:spPr bwMode="auto">
              <a:xfrm>
                <a:off x="3372011" y="3778161"/>
                <a:ext cx="462738" cy="431630"/>
              </a:xfrm>
              <a:prstGeom prst="rect">
                <a:avLst/>
              </a:prstGeom>
              <a:noFill/>
              <a:ln w="9525">
                <a:noFill/>
                <a:miter lim="800000"/>
                <a:headEnd/>
                <a:tailEnd/>
              </a:ln>
            </p:spPr>
          </p:pic>
        </p:grpSp>
        <p:grpSp>
          <p:nvGrpSpPr>
            <p:cNvPr id="29" name="组合 28"/>
            <p:cNvGrpSpPr>
              <a:grpSpLocks/>
            </p:cNvGrpSpPr>
            <p:nvPr/>
          </p:nvGrpSpPr>
          <p:grpSpPr bwMode="auto">
            <a:xfrm>
              <a:off x="5807075" y="3684588"/>
              <a:ext cx="584200" cy="584200"/>
              <a:chOff x="6046633" y="3651870"/>
              <a:chExt cx="764591" cy="764591"/>
            </a:xfrm>
          </p:grpSpPr>
          <p:sp>
            <p:nvSpPr>
              <p:cNvPr id="33" name="椭圆 32"/>
              <p:cNvSpPr/>
              <p:nvPr/>
            </p:nvSpPr>
            <p:spPr>
              <a:xfrm>
                <a:off x="6046633" y="3651870"/>
                <a:ext cx="764591" cy="764591"/>
              </a:xfrm>
              <a:prstGeom prst="ellipse">
                <a:avLst/>
              </a:prstGeom>
              <a:solidFill>
                <a:srgbClr val="05156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4400" dirty="0">
                  <a:solidFill>
                    <a:schemeClr val="bg1">
                      <a:lumMod val="50000"/>
                    </a:schemeClr>
                  </a:solidFill>
                </a:endParaRPr>
              </a:p>
            </p:txBody>
          </p:sp>
          <p:pic>
            <p:nvPicPr>
              <p:cNvPr id="34" name="Picture 97"/>
              <p:cNvPicPr>
                <a:picLocks noChangeAspect="1"/>
              </p:cNvPicPr>
              <p:nvPr/>
            </p:nvPicPr>
            <p:blipFill>
              <a:blip r:embed="rId6"/>
              <a:srcRect/>
              <a:stretch>
                <a:fillRect/>
              </a:stretch>
            </p:blipFill>
            <p:spPr bwMode="auto">
              <a:xfrm>
                <a:off x="6224066" y="3805013"/>
                <a:ext cx="409724" cy="431630"/>
              </a:xfrm>
              <a:prstGeom prst="rect">
                <a:avLst/>
              </a:prstGeom>
              <a:noFill/>
              <a:ln w="9525">
                <a:noFill/>
                <a:miter lim="800000"/>
                <a:headEnd/>
                <a:tailEnd/>
              </a:ln>
            </p:spPr>
          </p:pic>
        </p:grpSp>
        <p:sp>
          <p:nvSpPr>
            <p:cNvPr id="30" name="矩形 29"/>
            <p:cNvSpPr>
              <a:spLocks noChangeArrowheads="1"/>
            </p:cNvSpPr>
            <p:nvPr/>
          </p:nvSpPr>
          <p:spPr bwMode="auto">
            <a:xfrm>
              <a:off x="6377938" y="1592030"/>
              <a:ext cx="2016125" cy="396911"/>
            </a:xfrm>
            <a:prstGeom prst="rect">
              <a:avLst/>
            </a:prstGeom>
            <a:noFill/>
            <a:ln w="9525">
              <a:noFill/>
              <a:miter lim="800000"/>
              <a:headEnd/>
              <a:tailEnd/>
            </a:ln>
          </p:spPr>
          <p:txBody>
            <a:bodyPr>
              <a:spAutoFit/>
            </a:bodyPr>
            <a:lstStyle/>
            <a:p>
              <a:pPr>
                <a:lnSpc>
                  <a:spcPts val="1200"/>
                </a:lnSpc>
              </a:pPr>
              <a:r>
                <a:rPr lang="zh-CN" altLang="en-US" sz="1100" dirty="0">
                  <a:solidFill>
                    <a:schemeClr val="bg1">
                      <a:lumMod val="50000"/>
                    </a:schemeClr>
                  </a:solidFill>
                  <a:latin typeface="微软雅黑"/>
                  <a:ea typeface="微软雅黑"/>
                  <a:cs typeface="微软雅黑"/>
                </a:rPr>
                <a:t>随着计算机技术的发展及印刷技术的进步，平面设计在视觉感观领域的表现和应用也越来越丰富。</a:t>
              </a:r>
            </a:p>
          </p:txBody>
        </p:sp>
        <p:sp>
          <p:nvSpPr>
            <p:cNvPr id="31" name="矩形 30"/>
            <p:cNvSpPr>
              <a:spLocks noChangeArrowheads="1"/>
            </p:cNvSpPr>
            <p:nvPr/>
          </p:nvSpPr>
          <p:spPr bwMode="auto">
            <a:xfrm>
              <a:off x="6377938" y="2674704"/>
              <a:ext cx="2016125" cy="396911"/>
            </a:xfrm>
            <a:prstGeom prst="rect">
              <a:avLst/>
            </a:prstGeom>
            <a:noFill/>
            <a:ln w="9525">
              <a:noFill/>
              <a:miter lim="800000"/>
              <a:headEnd/>
              <a:tailEnd/>
            </a:ln>
          </p:spPr>
          <p:txBody>
            <a:bodyPr>
              <a:spAutoFit/>
            </a:bodyPr>
            <a:lstStyle/>
            <a:p>
              <a:pPr>
                <a:lnSpc>
                  <a:spcPts val="1200"/>
                </a:lnSpc>
              </a:pPr>
              <a:r>
                <a:rPr lang="zh-CN" altLang="en-US" sz="1100">
                  <a:solidFill>
                    <a:schemeClr val="bg1">
                      <a:lumMod val="50000"/>
                    </a:schemeClr>
                  </a:solidFill>
                  <a:latin typeface="微软雅黑"/>
                  <a:ea typeface="微软雅黑"/>
                  <a:cs typeface="微软雅黑"/>
                </a:rPr>
                <a:t>随着计算机技术的发展及印刷技术的进步，平面设计在视觉感观领域的表现和应用也越来越丰富。</a:t>
              </a:r>
            </a:p>
          </p:txBody>
        </p:sp>
        <p:sp>
          <p:nvSpPr>
            <p:cNvPr id="32" name="矩形 31"/>
            <p:cNvSpPr>
              <a:spLocks noChangeArrowheads="1"/>
            </p:cNvSpPr>
            <p:nvPr/>
          </p:nvSpPr>
          <p:spPr bwMode="auto">
            <a:xfrm>
              <a:off x="6377938" y="3774842"/>
              <a:ext cx="2016125" cy="396911"/>
            </a:xfrm>
            <a:prstGeom prst="rect">
              <a:avLst/>
            </a:prstGeom>
            <a:noFill/>
            <a:ln w="9525">
              <a:noFill/>
              <a:miter lim="800000"/>
              <a:headEnd/>
              <a:tailEnd/>
            </a:ln>
          </p:spPr>
          <p:txBody>
            <a:bodyPr>
              <a:spAutoFit/>
            </a:bodyPr>
            <a:lstStyle/>
            <a:p>
              <a:pPr>
                <a:lnSpc>
                  <a:spcPts val="1200"/>
                </a:lnSpc>
              </a:pPr>
              <a:r>
                <a:rPr lang="zh-CN" altLang="en-US" sz="1100">
                  <a:solidFill>
                    <a:schemeClr val="bg1">
                      <a:lumMod val="50000"/>
                    </a:schemeClr>
                  </a:solidFill>
                  <a:latin typeface="微软雅黑"/>
                  <a:ea typeface="微软雅黑"/>
                  <a:cs typeface="微软雅黑"/>
                </a:rPr>
                <a:t>随着计算机技术的发展及印刷技术的进步，平面设计在视觉感观领域的表现和应用也越来越丰富。</a:t>
              </a:r>
            </a:p>
          </p:txBody>
        </p:sp>
      </p:grpSp>
    </p:spTree>
    <p:extLst>
      <p:ext uri="{BB962C8B-B14F-4D97-AF65-F5344CB8AC3E}">
        <p14:creationId xmlns:p14="http://schemas.microsoft.com/office/powerpoint/2010/main" val="3142534230"/>
      </p:ext>
    </p:extLst>
  </p:cSld>
  <p:clrMapOvr>
    <a:masterClrMapping/>
  </p:clrMapOvr>
  <p:transition spd="slow" advTm="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1000"/>
                                        <p:tgtEl>
                                          <p:spTgt spid="22"/>
                                        </p:tgtEl>
                                      </p:cBhvr>
                                    </p:animEffect>
                                    <p:anim calcmode="lin" valueType="num">
                                      <p:cBhvr>
                                        <p:cTn id="14" dur="1000" fill="hold"/>
                                        <p:tgtEl>
                                          <p:spTgt spid="22"/>
                                        </p:tgtEl>
                                        <p:attrNameLst>
                                          <p:attrName>ppt_x</p:attrName>
                                        </p:attrNameLst>
                                      </p:cBhvr>
                                      <p:tavLst>
                                        <p:tav tm="0">
                                          <p:val>
                                            <p:strVal val="#ppt_x"/>
                                          </p:val>
                                        </p:tav>
                                        <p:tav tm="100000">
                                          <p:val>
                                            <p:strVal val="#ppt_x"/>
                                          </p:val>
                                        </p:tav>
                                      </p:tavLst>
                                    </p:anim>
                                    <p:anim calcmode="lin" valueType="num">
                                      <p:cBhvr>
                                        <p:cTn id="15"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3" name="组合 2"/>
          <p:cNvGrpSpPr/>
          <p:nvPr/>
        </p:nvGrpSpPr>
        <p:grpSpPr>
          <a:xfrm>
            <a:off x="1020356" y="2235201"/>
            <a:ext cx="10328654" cy="4065742"/>
            <a:chOff x="1585731" y="2361821"/>
            <a:chExt cx="9200441" cy="3621637"/>
          </a:xfrm>
        </p:grpSpPr>
        <p:grpSp>
          <p:nvGrpSpPr>
            <p:cNvPr id="23" name="组合 22"/>
            <p:cNvGrpSpPr/>
            <p:nvPr/>
          </p:nvGrpSpPr>
          <p:grpSpPr>
            <a:xfrm>
              <a:off x="4218770" y="2361826"/>
              <a:ext cx="1749163" cy="2029031"/>
              <a:chOff x="3995936" y="1038814"/>
              <a:chExt cx="1179441" cy="1368152"/>
            </a:xfrm>
          </p:grpSpPr>
          <p:sp>
            <p:nvSpPr>
              <p:cNvPr id="41" name="六边形 40"/>
              <p:cNvSpPr/>
              <p:nvPr/>
            </p:nvSpPr>
            <p:spPr>
              <a:xfrm rot="5400000">
                <a:off x="3901581" y="1133169"/>
                <a:ext cx="1368152" cy="1179441"/>
              </a:xfrm>
              <a:prstGeom prst="hexagon">
                <a:avLst/>
              </a:prstGeom>
              <a:solidFill>
                <a:srgbClr val="05156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nvGrpSpPr>
              <p:cNvPr id="42" name="组合 41"/>
              <p:cNvGrpSpPr/>
              <p:nvPr/>
            </p:nvGrpSpPr>
            <p:grpSpPr>
              <a:xfrm>
                <a:off x="4315782" y="1508577"/>
                <a:ext cx="539750" cy="428626"/>
                <a:chOff x="1895475" y="3244850"/>
                <a:chExt cx="539750" cy="428626"/>
              </a:xfrm>
            </p:grpSpPr>
            <p:sp>
              <p:nvSpPr>
                <p:cNvPr id="43" name="Freeform 37"/>
                <p:cNvSpPr>
                  <a:spLocks/>
                </p:cNvSpPr>
                <p:nvPr/>
              </p:nvSpPr>
              <p:spPr bwMode="auto">
                <a:xfrm>
                  <a:off x="2359025" y="3492500"/>
                  <a:ext cx="76200" cy="157163"/>
                </a:xfrm>
                <a:custGeom>
                  <a:avLst/>
                  <a:gdLst>
                    <a:gd name="T0" fmla="*/ 0 w 27"/>
                    <a:gd name="T1" fmla="*/ 56 h 56"/>
                    <a:gd name="T2" fmla="*/ 23 w 27"/>
                    <a:gd name="T3" fmla="*/ 56 h 56"/>
                    <a:gd name="T4" fmla="*/ 27 w 27"/>
                    <a:gd name="T5" fmla="*/ 52 h 56"/>
                    <a:gd name="T6" fmla="*/ 27 w 27"/>
                    <a:gd name="T7" fmla="*/ 0 h 56"/>
                    <a:gd name="T8" fmla="*/ 0 w 27"/>
                    <a:gd name="T9" fmla="*/ 56 h 56"/>
                  </a:gdLst>
                  <a:ahLst/>
                  <a:cxnLst>
                    <a:cxn ang="0">
                      <a:pos x="T0" y="T1"/>
                    </a:cxn>
                    <a:cxn ang="0">
                      <a:pos x="T2" y="T3"/>
                    </a:cxn>
                    <a:cxn ang="0">
                      <a:pos x="T4" y="T5"/>
                    </a:cxn>
                    <a:cxn ang="0">
                      <a:pos x="T6" y="T7"/>
                    </a:cxn>
                    <a:cxn ang="0">
                      <a:pos x="T8" y="T9"/>
                    </a:cxn>
                  </a:cxnLst>
                  <a:rect l="0" t="0" r="r" b="b"/>
                  <a:pathLst>
                    <a:path w="27" h="56">
                      <a:moveTo>
                        <a:pt x="0" y="56"/>
                      </a:moveTo>
                      <a:cubicBezTo>
                        <a:pt x="23" y="56"/>
                        <a:pt x="23" y="56"/>
                        <a:pt x="23" y="56"/>
                      </a:cubicBezTo>
                      <a:cubicBezTo>
                        <a:pt x="25" y="56"/>
                        <a:pt x="27" y="54"/>
                        <a:pt x="27" y="52"/>
                      </a:cubicBezTo>
                      <a:cubicBezTo>
                        <a:pt x="27" y="0"/>
                        <a:pt x="27" y="0"/>
                        <a:pt x="27" y="0"/>
                      </a:cubicBezTo>
                      <a:cubicBezTo>
                        <a:pt x="27" y="22"/>
                        <a:pt x="17" y="43"/>
                        <a:pt x="0" y="5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lumMod val="50000"/>
                      </a:schemeClr>
                    </a:solidFill>
                  </a:endParaRPr>
                </a:p>
              </p:txBody>
            </p:sp>
            <p:sp>
              <p:nvSpPr>
                <p:cNvPr id="44" name="Freeform 38"/>
                <p:cNvSpPr>
                  <a:spLocks noEditPoints="1"/>
                </p:cNvSpPr>
                <p:nvPr/>
              </p:nvSpPr>
              <p:spPr bwMode="auto">
                <a:xfrm>
                  <a:off x="1895475" y="3244850"/>
                  <a:ext cx="539750" cy="404813"/>
                </a:xfrm>
                <a:custGeom>
                  <a:avLst/>
                  <a:gdLst>
                    <a:gd name="T0" fmla="*/ 188 w 192"/>
                    <a:gd name="T1" fmla="*/ 24 h 144"/>
                    <a:gd name="T2" fmla="*/ 167 w 192"/>
                    <a:gd name="T3" fmla="*/ 24 h 144"/>
                    <a:gd name="T4" fmla="*/ 156 w 192"/>
                    <a:gd name="T5" fmla="*/ 2 h 144"/>
                    <a:gd name="T6" fmla="*/ 152 w 192"/>
                    <a:gd name="T7" fmla="*/ 0 h 144"/>
                    <a:gd name="T8" fmla="*/ 88 w 192"/>
                    <a:gd name="T9" fmla="*/ 0 h 144"/>
                    <a:gd name="T10" fmla="*/ 85 w 192"/>
                    <a:gd name="T11" fmla="*/ 2 h 144"/>
                    <a:gd name="T12" fmla="*/ 74 w 192"/>
                    <a:gd name="T13" fmla="*/ 24 h 144"/>
                    <a:gd name="T14" fmla="*/ 64 w 192"/>
                    <a:gd name="T15" fmla="*/ 24 h 144"/>
                    <a:gd name="T16" fmla="*/ 64 w 192"/>
                    <a:gd name="T17" fmla="*/ 24 h 144"/>
                    <a:gd name="T18" fmla="*/ 56 w 192"/>
                    <a:gd name="T19" fmla="*/ 24 h 144"/>
                    <a:gd name="T20" fmla="*/ 56 w 192"/>
                    <a:gd name="T21" fmla="*/ 24 h 144"/>
                    <a:gd name="T22" fmla="*/ 24 w 192"/>
                    <a:gd name="T23" fmla="*/ 24 h 144"/>
                    <a:gd name="T24" fmla="*/ 24 w 192"/>
                    <a:gd name="T25" fmla="*/ 24 h 144"/>
                    <a:gd name="T26" fmla="*/ 16 w 192"/>
                    <a:gd name="T27" fmla="*/ 24 h 144"/>
                    <a:gd name="T28" fmla="*/ 16 w 192"/>
                    <a:gd name="T29" fmla="*/ 24 h 144"/>
                    <a:gd name="T30" fmla="*/ 4 w 192"/>
                    <a:gd name="T31" fmla="*/ 24 h 144"/>
                    <a:gd name="T32" fmla="*/ 0 w 192"/>
                    <a:gd name="T33" fmla="*/ 28 h 144"/>
                    <a:gd name="T34" fmla="*/ 0 w 192"/>
                    <a:gd name="T35" fmla="*/ 140 h 144"/>
                    <a:gd name="T36" fmla="*/ 4 w 192"/>
                    <a:gd name="T37" fmla="*/ 144 h 144"/>
                    <a:gd name="T38" fmla="*/ 75 w 192"/>
                    <a:gd name="T39" fmla="*/ 144 h 144"/>
                    <a:gd name="T40" fmla="*/ 48 w 192"/>
                    <a:gd name="T41" fmla="*/ 88 h 144"/>
                    <a:gd name="T42" fmla="*/ 120 w 192"/>
                    <a:gd name="T43" fmla="*/ 16 h 144"/>
                    <a:gd name="T44" fmla="*/ 192 w 192"/>
                    <a:gd name="T45" fmla="*/ 88 h 144"/>
                    <a:gd name="T46" fmla="*/ 192 w 192"/>
                    <a:gd name="T47" fmla="*/ 28 h 144"/>
                    <a:gd name="T48" fmla="*/ 188 w 192"/>
                    <a:gd name="T49" fmla="*/ 24 h 144"/>
                    <a:gd name="T50" fmla="*/ 36 w 192"/>
                    <a:gd name="T51" fmla="*/ 56 h 144"/>
                    <a:gd name="T52" fmla="*/ 20 w 192"/>
                    <a:gd name="T53" fmla="*/ 56 h 144"/>
                    <a:gd name="T54" fmla="*/ 16 w 192"/>
                    <a:gd name="T55" fmla="*/ 52 h 144"/>
                    <a:gd name="T56" fmla="*/ 20 w 192"/>
                    <a:gd name="T57" fmla="*/ 48 h 144"/>
                    <a:gd name="T58" fmla="*/ 36 w 192"/>
                    <a:gd name="T59" fmla="*/ 48 h 144"/>
                    <a:gd name="T60" fmla="*/ 40 w 192"/>
                    <a:gd name="T61" fmla="*/ 52 h 144"/>
                    <a:gd name="T62" fmla="*/ 36 w 192"/>
                    <a:gd name="T63" fmla="*/ 5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2" h="144">
                      <a:moveTo>
                        <a:pt x="188" y="24"/>
                      </a:moveTo>
                      <a:cubicBezTo>
                        <a:pt x="167" y="24"/>
                        <a:pt x="167" y="24"/>
                        <a:pt x="167" y="24"/>
                      </a:cubicBezTo>
                      <a:cubicBezTo>
                        <a:pt x="156" y="2"/>
                        <a:pt x="156" y="2"/>
                        <a:pt x="156" y="2"/>
                      </a:cubicBezTo>
                      <a:cubicBezTo>
                        <a:pt x="155" y="1"/>
                        <a:pt x="154" y="0"/>
                        <a:pt x="152" y="0"/>
                      </a:cubicBezTo>
                      <a:cubicBezTo>
                        <a:pt x="88" y="0"/>
                        <a:pt x="88" y="0"/>
                        <a:pt x="88" y="0"/>
                      </a:cubicBezTo>
                      <a:cubicBezTo>
                        <a:pt x="87" y="0"/>
                        <a:pt x="85" y="1"/>
                        <a:pt x="85" y="2"/>
                      </a:cubicBezTo>
                      <a:cubicBezTo>
                        <a:pt x="74" y="24"/>
                        <a:pt x="74" y="24"/>
                        <a:pt x="74" y="24"/>
                      </a:cubicBezTo>
                      <a:cubicBezTo>
                        <a:pt x="64" y="24"/>
                        <a:pt x="64" y="24"/>
                        <a:pt x="64" y="24"/>
                      </a:cubicBezTo>
                      <a:cubicBezTo>
                        <a:pt x="64" y="24"/>
                        <a:pt x="64" y="24"/>
                        <a:pt x="64" y="24"/>
                      </a:cubicBezTo>
                      <a:cubicBezTo>
                        <a:pt x="56" y="24"/>
                        <a:pt x="56" y="24"/>
                        <a:pt x="56" y="24"/>
                      </a:cubicBezTo>
                      <a:cubicBezTo>
                        <a:pt x="56" y="24"/>
                        <a:pt x="56" y="24"/>
                        <a:pt x="56" y="24"/>
                      </a:cubicBezTo>
                      <a:cubicBezTo>
                        <a:pt x="24" y="24"/>
                        <a:pt x="24" y="24"/>
                        <a:pt x="24" y="24"/>
                      </a:cubicBezTo>
                      <a:cubicBezTo>
                        <a:pt x="24" y="24"/>
                        <a:pt x="24" y="24"/>
                        <a:pt x="24" y="24"/>
                      </a:cubicBezTo>
                      <a:cubicBezTo>
                        <a:pt x="16" y="24"/>
                        <a:pt x="16" y="24"/>
                        <a:pt x="16" y="24"/>
                      </a:cubicBezTo>
                      <a:cubicBezTo>
                        <a:pt x="16" y="24"/>
                        <a:pt x="16" y="24"/>
                        <a:pt x="16" y="24"/>
                      </a:cubicBezTo>
                      <a:cubicBezTo>
                        <a:pt x="4" y="24"/>
                        <a:pt x="4" y="24"/>
                        <a:pt x="4" y="24"/>
                      </a:cubicBezTo>
                      <a:cubicBezTo>
                        <a:pt x="2" y="24"/>
                        <a:pt x="0" y="26"/>
                        <a:pt x="0" y="28"/>
                      </a:cubicBezTo>
                      <a:cubicBezTo>
                        <a:pt x="0" y="140"/>
                        <a:pt x="0" y="140"/>
                        <a:pt x="0" y="140"/>
                      </a:cubicBezTo>
                      <a:cubicBezTo>
                        <a:pt x="0" y="142"/>
                        <a:pt x="2" y="144"/>
                        <a:pt x="4" y="144"/>
                      </a:cubicBezTo>
                      <a:cubicBezTo>
                        <a:pt x="75" y="144"/>
                        <a:pt x="75" y="144"/>
                        <a:pt x="75" y="144"/>
                      </a:cubicBezTo>
                      <a:cubicBezTo>
                        <a:pt x="59" y="131"/>
                        <a:pt x="48" y="110"/>
                        <a:pt x="48" y="88"/>
                      </a:cubicBezTo>
                      <a:cubicBezTo>
                        <a:pt x="48" y="48"/>
                        <a:pt x="80" y="16"/>
                        <a:pt x="120" y="16"/>
                      </a:cubicBezTo>
                      <a:cubicBezTo>
                        <a:pt x="160" y="16"/>
                        <a:pt x="192" y="48"/>
                        <a:pt x="192" y="88"/>
                      </a:cubicBezTo>
                      <a:cubicBezTo>
                        <a:pt x="192" y="28"/>
                        <a:pt x="192" y="28"/>
                        <a:pt x="192" y="28"/>
                      </a:cubicBezTo>
                      <a:cubicBezTo>
                        <a:pt x="192" y="26"/>
                        <a:pt x="190" y="24"/>
                        <a:pt x="188" y="24"/>
                      </a:cubicBezTo>
                      <a:close/>
                      <a:moveTo>
                        <a:pt x="36" y="56"/>
                      </a:moveTo>
                      <a:cubicBezTo>
                        <a:pt x="20" y="56"/>
                        <a:pt x="20" y="56"/>
                        <a:pt x="20" y="56"/>
                      </a:cubicBezTo>
                      <a:cubicBezTo>
                        <a:pt x="18" y="56"/>
                        <a:pt x="16" y="54"/>
                        <a:pt x="16" y="52"/>
                      </a:cubicBezTo>
                      <a:cubicBezTo>
                        <a:pt x="16" y="50"/>
                        <a:pt x="18" y="48"/>
                        <a:pt x="20" y="48"/>
                      </a:cubicBezTo>
                      <a:cubicBezTo>
                        <a:pt x="36" y="48"/>
                        <a:pt x="36" y="48"/>
                        <a:pt x="36" y="48"/>
                      </a:cubicBezTo>
                      <a:cubicBezTo>
                        <a:pt x="38" y="48"/>
                        <a:pt x="40" y="50"/>
                        <a:pt x="40" y="52"/>
                      </a:cubicBezTo>
                      <a:cubicBezTo>
                        <a:pt x="40" y="54"/>
                        <a:pt x="38" y="56"/>
                        <a:pt x="36" y="5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lumMod val="50000"/>
                      </a:schemeClr>
                    </a:solidFill>
                  </a:endParaRPr>
                </a:p>
              </p:txBody>
            </p:sp>
            <p:sp>
              <p:nvSpPr>
                <p:cNvPr id="45" name="Freeform 39"/>
                <p:cNvSpPr>
                  <a:spLocks/>
                </p:cNvSpPr>
                <p:nvPr/>
              </p:nvSpPr>
              <p:spPr bwMode="auto">
                <a:xfrm>
                  <a:off x="1939925" y="3268663"/>
                  <a:ext cx="134938" cy="22225"/>
                </a:xfrm>
                <a:custGeom>
                  <a:avLst/>
                  <a:gdLst>
                    <a:gd name="T0" fmla="*/ 48 w 48"/>
                    <a:gd name="T1" fmla="*/ 4 h 8"/>
                    <a:gd name="T2" fmla="*/ 44 w 48"/>
                    <a:gd name="T3" fmla="*/ 0 h 8"/>
                    <a:gd name="T4" fmla="*/ 4 w 48"/>
                    <a:gd name="T5" fmla="*/ 0 h 8"/>
                    <a:gd name="T6" fmla="*/ 0 w 48"/>
                    <a:gd name="T7" fmla="*/ 4 h 8"/>
                    <a:gd name="T8" fmla="*/ 0 w 48"/>
                    <a:gd name="T9" fmla="*/ 8 h 8"/>
                    <a:gd name="T10" fmla="*/ 48 w 48"/>
                    <a:gd name="T11" fmla="*/ 8 h 8"/>
                    <a:gd name="T12" fmla="*/ 48 w 48"/>
                    <a:gd name="T13" fmla="*/ 4 h 8"/>
                  </a:gdLst>
                  <a:ahLst/>
                  <a:cxnLst>
                    <a:cxn ang="0">
                      <a:pos x="T0" y="T1"/>
                    </a:cxn>
                    <a:cxn ang="0">
                      <a:pos x="T2" y="T3"/>
                    </a:cxn>
                    <a:cxn ang="0">
                      <a:pos x="T4" y="T5"/>
                    </a:cxn>
                    <a:cxn ang="0">
                      <a:pos x="T6" y="T7"/>
                    </a:cxn>
                    <a:cxn ang="0">
                      <a:pos x="T8" y="T9"/>
                    </a:cxn>
                    <a:cxn ang="0">
                      <a:pos x="T10" y="T11"/>
                    </a:cxn>
                    <a:cxn ang="0">
                      <a:pos x="T12" y="T13"/>
                    </a:cxn>
                  </a:cxnLst>
                  <a:rect l="0" t="0" r="r" b="b"/>
                  <a:pathLst>
                    <a:path w="48" h="8">
                      <a:moveTo>
                        <a:pt x="48" y="4"/>
                      </a:moveTo>
                      <a:cubicBezTo>
                        <a:pt x="48" y="2"/>
                        <a:pt x="46" y="0"/>
                        <a:pt x="44" y="0"/>
                      </a:cubicBezTo>
                      <a:cubicBezTo>
                        <a:pt x="4" y="0"/>
                        <a:pt x="4" y="0"/>
                        <a:pt x="4" y="0"/>
                      </a:cubicBezTo>
                      <a:cubicBezTo>
                        <a:pt x="2" y="0"/>
                        <a:pt x="0" y="2"/>
                        <a:pt x="0" y="4"/>
                      </a:cubicBezTo>
                      <a:cubicBezTo>
                        <a:pt x="0" y="8"/>
                        <a:pt x="0" y="8"/>
                        <a:pt x="0" y="8"/>
                      </a:cubicBezTo>
                      <a:cubicBezTo>
                        <a:pt x="48" y="8"/>
                        <a:pt x="48" y="8"/>
                        <a:pt x="48" y="8"/>
                      </a:cubicBezTo>
                      <a:lnTo>
                        <a:pt x="48"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lumMod val="50000"/>
                      </a:schemeClr>
                    </a:solidFill>
                  </a:endParaRPr>
                </a:p>
              </p:txBody>
            </p:sp>
            <p:sp>
              <p:nvSpPr>
                <p:cNvPr id="46" name="Freeform 40"/>
                <p:cNvSpPr>
                  <a:spLocks noEditPoints="1"/>
                </p:cNvSpPr>
                <p:nvPr/>
              </p:nvSpPr>
              <p:spPr bwMode="auto">
                <a:xfrm>
                  <a:off x="2120900" y="3379788"/>
                  <a:ext cx="225425" cy="225425"/>
                </a:xfrm>
                <a:custGeom>
                  <a:avLst/>
                  <a:gdLst>
                    <a:gd name="T0" fmla="*/ 40 w 80"/>
                    <a:gd name="T1" fmla="*/ 0 h 80"/>
                    <a:gd name="T2" fmla="*/ 0 w 80"/>
                    <a:gd name="T3" fmla="*/ 40 h 80"/>
                    <a:gd name="T4" fmla="*/ 40 w 80"/>
                    <a:gd name="T5" fmla="*/ 80 h 80"/>
                    <a:gd name="T6" fmla="*/ 80 w 80"/>
                    <a:gd name="T7" fmla="*/ 40 h 80"/>
                    <a:gd name="T8" fmla="*/ 40 w 80"/>
                    <a:gd name="T9" fmla="*/ 0 h 80"/>
                    <a:gd name="T10" fmla="*/ 37 w 80"/>
                    <a:gd name="T11" fmla="*/ 24 h 80"/>
                    <a:gd name="T12" fmla="*/ 24 w 80"/>
                    <a:gd name="T13" fmla="*/ 37 h 80"/>
                    <a:gd name="T14" fmla="*/ 21 w 80"/>
                    <a:gd name="T15" fmla="*/ 40 h 80"/>
                    <a:gd name="T16" fmla="*/ 20 w 80"/>
                    <a:gd name="T17" fmla="*/ 40 h 80"/>
                    <a:gd name="T18" fmla="*/ 17 w 80"/>
                    <a:gd name="T19" fmla="*/ 35 h 80"/>
                    <a:gd name="T20" fmla="*/ 35 w 80"/>
                    <a:gd name="T21" fmla="*/ 16 h 80"/>
                    <a:gd name="T22" fmla="*/ 40 w 80"/>
                    <a:gd name="T23" fmla="*/ 19 h 80"/>
                    <a:gd name="T24" fmla="*/ 37 w 80"/>
                    <a:gd name="T25" fmla="*/ 2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0" h="80">
                      <a:moveTo>
                        <a:pt x="40" y="0"/>
                      </a:moveTo>
                      <a:cubicBezTo>
                        <a:pt x="18" y="0"/>
                        <a:pt x="0" y="18"/>
                        <a:pt x="0" y="40"/>
                      </a:cubicBezTo>
                      <a:cubicBezTo>
                        <a:pt x="0" y="62"/>
                        <a:pt x="18" y="80"/>
                        <a:pt x="40" y="80"/>
                      </a:cubicBezTo>
                      <a:cubicBezTo>
                        <a:pt x="62" y="80"/>
                        <a:pt x="80" y="62"/>
                        <a:pt x="80" y="40"/>
                      </a:cubicBezTo>
                      <a:cubicBezTo>
                        <a:pt x="80" y="18"/>
                        <a:pt x="62" y="0"/>
                        <a:pt x="40" y="0"/>
                      </a:cubicBezTo>
                      <a:close/>
                      <a:moveTo>
                        <a:pt x="37" y="24"/>
                      </a:moveTo>
                      <a:cubicBezTo>
                        <a:pt x="31" y="25"/>
                        <a:pt x="26" y="30"/>
                        <a:pt x="24" y="37"/>
                      </a:cubicBezTo>
                      <a:cubicBezTo>
                        <a:pt x="24" y="39"/>
                        <a:pt x="22" y="40"/>
                        <a:pt x="21" y="40"/>
                      </a:cubicBezTo>
                      <a:cubicBezTo>
                        <a:pt x="20" y="40"/>
                        <a:pt x="20" y="40"/>
                        <a:pt x="20" y="40"/>
                      </a:cubicBezTo>
                      <a:cubicBezTo>
                        <a:pt x="18" y="39"/>
                        <a:pt x="16" y="37"/>
                        <a:pt x="17" y="35"/>
                      </a:cubicBezTo>
                      <a:cubicBezTo>
                        <a:pt x="19" y="26"/>
                        <a:pt x="26" y="18"/>
                        <a:pt x="35" y="16"/>
                      </a:cubicBezTo>
                      <a:cubicBezTo>
                        <a:pt x="37" y="16"/>
                        <a:pt x="40" y="17"/>
                        <a:pt x="40" y="19"/>
                      </a:cubicBezTo>
                      <a:cubicBezTo>
                        <a:pt x="40" y="22"/>
                        <a:pt x="39" y="24"/>
                        <a:pt x="37" y="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lumMod val="50000"/>
                      </a:schemeClr>
                    </a:solidFill>
                  </a:endParaRPr>
                </a:p>
              </p:txBody>
            </p:sp>
            <p:sp>
              <p:nvSpPr>
                <p:cNvPr id="47" name="Freeform 41"/>
                <p:cNvSpPr>
                  <a:spLocks noEditPoints="1"/>
                </p:cNvSpPr>
                <p:nvPr/>
              </p:nvSpPr>
              <p:spPr bwMode="auto">
                <a:xfrm>
                  <a:off x="2052638" y="3313113"/>
                  <a:ext cx="360363" cy="360363"/>
                </a:xfrm>
                <a:custGeom>
                  <a:avLst/>
                  <a:gdLst>
                    <a:gd name="T0" fmla="*/ 114 w 128"/>
                    <a:gd name="T1" fmla="*/ 104 h 128"/>
                    <a:gd name="T2" fmla="*/ 117 w 128"/>
                    <a:gd name="T3" fmla="*/ 100 h 128"/>
                    <a:gd name="T4" fmla="*/ 119 w 128"/>
                    <a:gd name="T5" fmla="*/ 97 h 128"/>
                    <a:gd name="T6" fmla="*/ 121 w 128"/>
                    <a:gd name="T7" fmla="*/ 93 h 128"/>
                    <a:gd name="T8" fmla="*/ 123 w 128"/>
                    <a:gd name="T9" fmla="*/ 89 h 128"/>
                    <a:gd name="T10" fmla="*/ 124 w 128"/>
                    <a:gd name="T11" fmla="*/ 85 h 128"/>
                    <a:gd name="T12" fmla="*/ 126 w 128"/>
                    <a:gd name="T13" fmla="*/ 82 h 128"/>
                    <a:gd name="T14" fmla="*/ 126 w 128"/>
                    <a:gd name="T15" fmla="*/ 80 h 128"/>
                    <a:gd name="T16" fmla="*/ 126 w 128"/>
                    <a:gd name="T17" fmla="*/ 79 h 128"/>
                    <a:gd name="T18" fmla="*/ 127 w 128"/>
                    <a:gd name="T19" fmla="*/ 77 h 128"/>
                    <a:gd name="T20" fmla="*/ 127 w 128"/>
                    <a:gd name="T21" fmla="*/ 74 h 128"/>
                    <a:gd name="T22" fmla="*/ 128 w 128"/>
                    <a:gd name="T23" fmla="*/ 72 h 128"/>
                    <a:gd name="T24" fmla="*/ 128 w 128"/>
                    <a:gd name="T25" fmla="*/ 69 h 128"/>
                    <a:gd name="T26" fmla="*/ 128 w 128"/>
                    <a:gd name="T27" fmla="*/ 68 h 128"/>
                    <a:gd name="T28" fmla="*/ 128 w 128"/>
                    <a:gd name="T29" fmla="*/ 64 h 128"/>
                    <a:gd name="T30" fmla="*/ 64 w 128"/>
                    <a:gd name="T31" fmla="*/ 0 h 128"/>
                    <a:gd name="T32" fmla="*/ 0 w 128"/>
                    <a:gd name="T33" fmla="*/ 64 h 128"/>
                    <a:gd name="T34" fmla="*/ 0 w 128"/>
                    <a:gd name="T35" fmla="*/ 68 h 128"/>
                    <a:gd name="T36" fmla="*/ 0 w 128"/>
                    <a:gd name="T37" fmla="*/ 69 h 128"/>
                    <a:gd name="T38" fmla="*/ 1 w 128"/>
                    <a:gd name="T39" fmla="*/ 72 h 128"/>
                    <a:gd name="T40" fmla="*/ 1 w 128"/>
                    <a:gd name="T41" fmla="*/ 74 h 128"/>
                    <a:gd name="T42" fmla="*/ 1 w 128"/>
                    <a:gd name="T43" fmla="*/ 77 h 128"/>
                    <a:gd name="T44" fmla="*/ 2 w 128"/>
                    <a:gd name="T45" fmla="*/ 79 h 128"/>
                    <a:gd name="T46" fmla="*/ 2 w 128"/>
                    <a:gd name="T47" fmla="*/ 80 h 128"/>
                    <a:gd name="T48" fmla="*/ 3 w 128"/>
                    <a:gd name="T49" fmla="*/ 82 h 128"/>
                    <a:gd name="T50" fmla="*/ 4 w 128"/>
                    <a:gd name="T51" fmla="*/ 85 h 128"/>
                    <a:gd name="T52" fmla="*/ 5 w 128"/>
                    <a:gd name="T53" fmla="*/ 89 h 128"/>
                    <a:gd name="T54" fmla="*/ 7 w 128"/>
                    <a:gd name="T55" fmla="*/ 93 h 128"/>
                    <a:gd name="T56" fmla="*/ 9 w 128"/>
                    <a:gd name="T57" fmla="*/ 97 h 128"/>
                    <a:gd name="T58" fmla="*/ 12 w 128"/>
                    <a:gd name="T59" fmla="*/ 100 h 128"/>
                    <a:gd name="T60" fmla="*/ 14 w 128"/>
                    <a:gd name="T61" fmla="*/ 104 h 128"/>
                    <a:gd name="T62" fmla="*/ 17 w 128"/>
                    <a:gd name="T63" fmla="*/ 107 h 128"/>
                    <a:gd name="T64" fmla="*/ 20 w 128"/>
                    <a:gd name="T65" fmla="*/ 110 h 128"/>
                    <a:gd name="T66" fmla="*/ 20 w 128"/>
                    <a:gd name="T67" fmla="*/ 110 h 128"/>
                    <a:gd name="T68" fmla="*/ 22 w 128"/>
                    <a:gd name="T69" fmla="*/ 112 h 128"/>
                    <a:gd name="T70" fmla="*/ 23 w 128"/>
                    <a:gd name="T71" fmla="*/ 113 h 128"/>
                    <a:gd name="T72" fmla="*/ 29 w 128"/>
                    <a:gd name="T73" fmla="*/ 117 h 128"/>
                    <a:gd name="T74" fmla="*/ 30 w 128"/>
                    <a:gd name="T75" fmla="*/ 118 h 128"/>
                    <a:gd name="T76" fmla="*/ 33 w 128"/>
                    <a:gd name="T77" fmla="*/ 120 h 128"/>
                    <a:gd name="T78" fmla="*/ 33 w 128"/>
                    <a:gd name="T79" fmla="*/ 120 h 128"/>
                    <a:gd name="T80" fmla="*/ 64 w 128"/>
                    <a:gd name="T81" fmla="*/ 128 h 128"/>
                    <a:gd name="T82" fmla="*/ 95 w 128"/>
                    <a:gd name="T83" fmla="*/ 120 h 128"/>
                    <a:gd name="T84" fmla="*/ 95 w 128"/>
                    <a:gd name="T85" fmla="*/ 120 h 128"/>
                    <a:gd name="T86" fmla="*/ 98 w 128"/>
                    <a:gd name="T87" fmla="*/ 118 h 128"/>
                    <a:gd name="T88" fmla="*/ 99 w 128"/>
                    <a:gd name="T89" fmla="*/ 117 h 128"/>
                    <a:gd name="T90" fmla="*/ 105 w 128"/>
                    <a:gd name="T91" fmla="*/ 113 h 128"/>
                    <a:gd name="T92" fmla="*/ 106 w 128"/>
                    <a:gd name="T93" fmla="*/ 112 h 128"/>
                    <a:gd name="T94" fmla="*/ 108 w 128"/>
                    <a:gd name="T95" fmla="*/ 110 h 128"/>
                    <a:gd name="T96" fmla="*/ 109 w 128"/>
                    <a:gd name="T97" fmla="*/ 110 h 128"/>
                    <a:gd name="T98" fmla="*/ 111 w 128"/>
                    <a:gd name="T99" fmla="*/ 107 h 128"/>
                    <a:gd name="T100" fmla="*/ 114 w 128"/>
                    <a:gd name="T101" fmla="*/ 104 h 128"/>
                    <a:gd name="T102" fmla="*/ 64 w 128"/>
                    <a:gd name="T103" fmla="*/ 112 h 128"/>
                    <a:gd name="T104" fmla="*/ 16 w 128"/>
                    <a:gd name="T105" fmla="*/ 64 h 128"/>
                    <a:gd name="T106" fmla="*/ 64 w 128"/>
                    <a:gd name="T107" fmla="*/ 16 h 128"/>
                    <a:gd name="T108" fmla="*/ 112 w 128"/>
                    <a:gd name="T109" fmla="*/ 64 h 128"/>
                    <a:gd name="T110" fmla="*/ 64 w 128"/>
                    <a:gd name="T111" fmla="*/ 11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8" h="128">
                      <a:moveTo>
                        <a:pt x="114" y="104"/>
                      </a:moveTo>
                      <a:cubicBezTo>
                        <a:pt x="115" y="103"/>
                        <a:pt x="116" y="101"/>
                        <a:pt x="117" y="100"/>
                      </a:cubicBezTo>
                      <a:cubicBezTo>
                        <a:pt x="118" y="99"/>
                        <a:pt x="118" y="98"/>
                        <a:pt x="119" y="97"/>
                      </a:cubicBezTo>
                      <a:cubicBezTo>
                        <a:pt x="120" y="96"/>
                        <a:pt x="120" y="94"/>
                        <a:pt x="121" y="93"/>
                      </a:cubicBezTo>
                      <a:cubicBezTo>
                        <a:pt x="122" y="92"/>
                        <a:pt x="122" y="91"/>
                        <a:pt x="123" y="89"/>
                      </a:cubicBezTo>
                      <a:cubicBezTo>
                        <a:pt x="123" y="88"/>
                        <a:pt x="124" y="87"/>
                        <a:pt x="124" y="85"/>
                      </a:cubicBezTo>
                      <a:cubicBezTo>
                        <a:pt x="125" y="84"/>
                        <a:pt x="125" y="83"/>
                        <a:pt x="126" y="82"/>
                      </a:cubicBezTo>
                      <a:cubicBezTo>
                        <a:pt x="126" y="81"/>
                        <a:pt x="126" y="81"/>
                        <a:pt x="126" y="80"/>
                      </a:cubicBezTo>
                      <a:cubicBezTo>
                        <a:pt x="126" y="80"/>
                        <a:pt x="126" y="79"/>
                        <a:pt x="126" y="79"/>
                      </a:cubicBezTo>
                      <a:cubicBezTo>
                        <a:pt x="127" y="78"/>
                        <a:pt x="127" y="77"/>
                        <a:pt x="127" y="77"/>
                      </a:cubicBezTo>
                      <a:cubicBezTo>
                        <a:pt x="127" y="76"/>
                        <a:pt x="127" y="75"/>
                        <a:pt x="127" y="74"/>
                      </a:cubicBezTo>
                      <a:cubicBezTo>
                        <a:pt x="128" y="73"/>
                        <a:pt x="128" y="72"/>
                        <a:pt x="128" y="72"/>
                      </a:cubicBezTo>
                      <a:cubicBezTo>
                        <a:pt x="128" y="71"/>
                        <a:pt x="128" y="70"/>
                        <a:pt x="128" y="69"/>
                      </a:cubicBezTo>
                      <a:cubicBezTo>
                        <a:pt x="128" y="69"/>
                        <a:pt x="128" y="68"/>
                        <a:pt x="128" y="68"/>
                      </a:cubicBezTo>
                      <a:cubicBezTo>
                        <a:pt x="128" y="67"/>
                        <a:pt x="128" y="65"/>
                        <a:pt x="128" y="64"/>
                      </a:cubicBezTo>
                      <a:cubicBezTo>
                        <a:pt x="128" y="29"/>
                        <a:pt x="99" y="0"/>
                        <a:pt x="64" y="0"/>
                      </a:cubicBezTo>
                      <a:cubicBezTo>
                        <a:pt x="29" y="0"/>
                        <a:pt x="0" y="29"/>
                        <a:pt x="0" y="64"/>
                      </a:cubicBezTo>
                      <a:cubicBezTo>
                        <a:pt x="0" y="65"/>
                        <a:pt x="0" y="67"/>
                        <a:pt x="0" y="68"/>
                      </a:cubicBezTo>
                      <a:cubicBezTo>
                        <a:pt x="0" y="68"/>
                        <a:pt x="0" y="69"/>
                        <a:pt x="0" y="69"/>
                      </a:cubicBezTo>
                      <a:cubicBezTo>
                        <a:pt x="0" y="70"/>
                        <a:pt x="1" y="71"/>
                        <a:pt x="1" y="72"/>
                      </a:cubicBezTo>
                      <a:cubicBezTo>
                        <a:pt x="1" y="72"/>
                        <a:pt x="1" y="73"/>
                        <a:pt x="1" y="74"/>
                      </a:cubicBezTo>
                      <a:cubicBezTo>
                        <a:pt x="1" y="75"/>
                        <a:pt x="1" y="76"/>
                        <a:pt x="1" y="77"/>
                      </a:cubicBezTo>
                      <a:cubicBezTo>
                        <a:pt x="2" y="77"/>
                        <a:pt x="2" y="78"/>
                        <a:pt x="2" y="79"/>
                      </a:cubicBezTo>
                      <a:cubicBezTo>
                        <a:pt x="2" y="79"/>
                        <a:pt x="2" y="80"/>
                        <a:pt x="2" y="80"/>
                      </a:cubicBezTo>
                      <a:cubicBezTo>
                        <a:pt x="2" y="81"/>
                        <a:pt x="3" y="81"/>
                        <a:pt x="3" y="82"/>
                      </a:cubicBezTo>
                      <a:cubicBezTo>
                        <a:pt x="3" y="83"/>
                        <a:pt x="3" y="84"/>
                        <a:pt x="4" y="85"/>
                      </a:cubicBezTo>
                      <a:cubicBezTo>
                        <a:pt x="4" y="87"/>
                        <a:pt x="5" y="88"/>
                        <a:pt x="5" y="89"/>
                      </a:cubicBezTo>
                      <a:cubicBezTo>
                        <a:pt x="6" y="91"/>
                        <a:pt x="7" y="92"/>
                        <a:pt x="7" y="93"/>
                      </a:cubicBezTo>
                      <a:cubicBezTo>
                        <a:pt x="8" y="94"/>
                        <a:pt x="9" y="96"/>
                        <a:pt x="9" y="97"/>
                      </a:cubicBezTo>
                      <a:cubicBezTo>
                        <a:pt x="10" y="98"/>
                        <a:pt x="11" y="99"/>
                        <a:pt x="12" y="100"/>
                      </a:cubicBezTo>
                      <a:cubicBezTo>
                        <a:pt x="12" y="101"/>
                        <a:pt x="13" y="103"/>
                        <a:pt x="14" y="104"/>
                      </a:cubicBezTo>
                      <a:cubicBezTo>
                        <a:pt x="15" y="105"/>
                        <a:pt x="16" y="106"/>
                        <a:pt x="17" y="107"/>
                      </a:cubicBezTo>
                      <a:cubicBezTo>
                        <a:pt x="18" y="108"/>
                        <a:pt x="19" y="109"/>
                        <a:pt x="20" y="110"/>
                      </a:cubicBezTo>
                      <a:cubicBezTo>
                        <a:pt x="20" y="110"/>
                        <a:pt x="20" y="110"/>
                        <a:pt x="20" y="110"/>
                      </a:cubicBezTo>
                      <a:cubicBezTo>
                        <a:pt x="21" y="111"/>
                        <a:pt x="21" y="111"/>
                        <a:pt x="22" y="112"/>
                      </a:cubicBezTo>
                      <a:cubicBezTo>
                        <a:pt x="23" y="113"/>
                        <a:pt x="23" y="113"/>
                        <a:pt x="23" y="113"/>
                      </a:cubicBezTo>
                      <a:cubicBezTo>
                        <a:pt x="25" y="115"/>
                        <a:pt x="27" y="116"/>
                        <a:pt x="29" y="117"/>
                      </a:cubicBezTo>
                      <a:cubicBezTo>
                        <a:pt x="29" y="118"/>
                        <a:pt x="30" y="118"/>
                        <a:pt x="30" y="118"/>
                      </a:cubicBezTo>
                      <a:cubicBezTo>
                        <a:pt x="31" y="119"/>
                        <a:pt x="32" y="119"/>
                        <a:pt x="33" y="120"/>
                      </a:cubicBezTo>
                      <a:cubicBezTo>
                        <a:pt x="33" y="120"/>
                        <a:pt x="33" y="120"/>
                        <a:pt x="33" y="120"/>
                      </a:cubicBezTo>
                      <a:cubicBezTo>
                        <a:pt x="42" y="125"/>
                        <a:pt x="53" y="128"/>
                        <a:pt x="64" y="128"/>
                      </a:cubicBezTo>
                      <a:cubicBezTo>
                        <a:pt x="75" y="128"/>
                        <a:pt x="86" y="125"/>
                        <a:pt x="95" y="120"/>
                      </a:cubicBezTo>
                      <a:cubicBezTo>
                        <a:pt x="95" y="120"/>
                        <a:pt x="95" y="120"/>
                        <a:pt x="95" y="120"/>
                      </a:cubicBezTo>
                      <a:cubicBezTo>
                        <a:pt x="96" y="119"/>
                        <a:pt x="97" y="119"/>
                        <a:pt x="98" y="118"/>
                      </a:cubicBezTo>
                      <a:cubicBezTo>
                        <a:pt x="99" y="118"/>
                        <a:pt x="99" y="118"/>
                        <a:pt x="99" y="117"/>
                      </a:cubicBezTo>
                      <a:cubicBezTo>
                        <a:pt x="101" y="116"/>
                        <a:pt x="103" y="115"/>
                        <a:pt x="105" y="113"/>
                      </a:cubicBezTo>
                      <a:cubicBezTo>
                        <a:pt x="105" y="113"/>
                        <a:pt x="106" y="113"/>
                        <a:pt x="106" y="112"/>
                      </a:cubicBezTo>
                      <a:cubicBezTo>
                        <a:pt x="107" y="111"/>
                        <a:pt x="108" y="111"/>
                        <a:pt x="108" y="110"/>
                      </a:cubicBezTo>
                      <a:cubicBezTo>
                        <a:pt x="109" y="110"/>
                        <a:pt x="109" y="110"/>
                        <a:pt x="109" y="110"/>
                      </a:cubicBezTo>
                      <a:cubicBezTo>
                        <a:pt x="110" y="109"/>
                        <a:pt x="111" y="108"/>
                        <a:pt x="111" y="107"/>
                      </a:cubicBezTo>
                      <a:cubicBezTo>
                        <a:pt x="112" y="106"/>
                        <a:pt x="113" y="105"/>
                        <a:pt x="114" y="104"/>
                      </a:cubicBezTo>
                      <a:close/>
                      <a:moveTo>
                        <a:pt x="64" y="112"/>
                      </a:moveTo>
                      <a:cubicBezTo>
                        <a:pt x="38" y="112"/>
                        <a:pt x="16" y="90"/>
                        <a:pt x="16" y="64"/>
                      </a:cubicBezTo>
                      <a:cubicBezTo>
                        <a:pt x="16" y="37"/>
                        <a:pt x="38" y="16"/>
                        <a:pt x="64" y="16"/>
                      </a:cubicBezTo>
                      <a:cubicBezTo>
                        <a:pt x="91" y="16"/>
                        <a:pt x="112" y="37"/>
                        <a:pt x="112" y="64"/>
                      </a:cubicBezTo>
                      <a:cubicBezTo>
                        <a:pt x="112" y="90"/>
                        <a:pt x="91" y="112"/>
                        <a:pt x="64" y="11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lumMod val="50000"/>
                      </a:schemeClr>
                    </a:solidFill>
                  </a:endParaRPr>
                </a:p>
              </p:txBody>
            </p:sp>
          </p:grpSp>
        </p:grpSp>
        <p:grpSp>
          <p:nvGrpSpPr>
            <p:cNvPr id="24" name="组合 23"/>
            <p:cNvGrpSpPr/>
            <p:nvPr/>
          </p:nvGrpSpPr>
          <p:grpSpPr>
            <a:xfrm>
              <a:off x="6387876" y="2361824"/>
              <a:ext cx="1749163" cy="2029031"/>
              <a:chOff x="6410720" y="1038815"/>
              <a:chExt cx="1179441" cy="1368152"/>
            </a:xfrm>
          </p:grpSpPr>
          <p:sp>
            <p:nvSpPr>
              <p:cNvPr id="37" name="六边形 36"/>
              <p:cNvSpPr/>
              <p:nvPr/>
            </p:nvSpPr>
            <p:spPr>
              <a:xfrm rot="5400000">
                <a:off x="6316365" y="1133170"/>
                <a:ext cx="1368152" cy="1179441"/>
              </a:xfrm>
              <a:prstGeom prst="hexagon">
                <a:avLst/>
              </a:prstGeom>
              <a:solidFill>
                <a:srgbClr val="0824A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nvGrpSpPr>
              <p:cNvPr id="38" name="组合 37"/>
              <p:cNvGrpSpPr/>
              <p:nvPr/>
            </p:nvGrpSpPr>
            <p:grpSpPr>
              <a:xfrm>
                <a:off x="6730566" y="1476139"/>
                <a:ext cx="539750" cy="493713"/>
                <a:chOff x="568325" y="4538663"/>
                <a:chExt cx="539750" cy="493713"/>
              </a:xfrm>
            </p:grpSpPr>
            <p:sp>
              <p:nvSpPr>
                <p:cNvPr id="39" name="Freeform 49"/>
                <p:cNvSpPr>
                  <a:spLocks/>
                </p:cNvSpPr>
                <p:nvPr/>
              </p:nvSpPr>
              <p:spPr bwMode="auto">
                <a:xfrm>
                  <a:off x="771525" y="4718050"/>
                  <a:ext cx="134938" cy="134938"/>
                </a:xfrm>
                <a:custGeom>
                  <a:avLst/>
                  <a:gdLst>
                    <a:gd name="T0" fmla="*/ 46 w 48"/>
                    <a:gd name="T1" fmla="*/ 20 h 48"/>
                    <a:gd name="T2" fmla="*/ 6 w 48"/>
                    <a:gd name="T3" fmla="*/ 0 h 48"/>
                    <a:gd name="T4" fmla="*/ 2 w 48"/>
                    <a:gd name="T5" fmla="*/ 0 h 48"/>
                    <a:gd name="T6" fmla="*/ 0 w 48"/>
                    <a:gd name="T7" fmla="*/ 4 h 48"/>
                    <a:gd name="T8" fmla="*/ 0 w 48"/>
                    <a:gd name="T9" fmla="*/ 44 h 48"/>
                    <a:gd name="T10" fmla="*/ 2 w 48"/>
                    <a:gd name="T11" fmla="*/ 47 h 48"/>
                    <a:gd name="T12" fmla="*/ 4 w 48"/>
                    <a:gd name="T13" fmla="*/ 48 h 48"/>
                    <a:gd name="T14" fmla="*/ 6 w 48"/>
                    <a:gd name="T15" fmla="*/ 47 h 48"/>
                    <a:gd name="T16" fmla="*/ 46 w 48"/>
                    <a:gd name="T17" fmla="*/ 27 h 48"/>
                    <a:gd name="T18" fmla="*/ 48 w 48"/>
                    <a:gd name="T19" fmla="*/ 24 h 48"/>
                    <a:gd name="T20" fmla="*/ 46 w 48"/>
                    <a:gd name="T21" fmla="*/ 2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 h="48">
                      <a:moveTo>
                        <a:pt x="46" y="20"/>
                      </a:moveTo>
                      <a:cubicBezTo>
                        <a:pt x="6" y="0"/>
                        <a:pt x="6" y="0"/>
                        <a:pt x="6" y="0"/>
                      </a:cubicBezTo>
                      <a:cubicBezTo>
                        <a:pt x="5" y="0"/>
                        <a:pt x="3" y="0"/>
                        <a:pt x="2" y="0"/>
                      </a:cubicBezTo>
                      <a:cubicBezTo>
                        <a:pt x="1" y="1"/>
                        <a:pt x="0" y="2"/>
                        <a:pt x="0" y="4"/>
                      </a:cubicBezTo>
                      <a:cubicBezTo>
                        <a:pt x="0" y="44"/>
                        <a:pt x="0" y="44"/>
                        <a:pt x="0" y="44"/>
                      </a:cubicBezTo>
                      <a:cubicBezTo>
                        <a:pt x="0" y="45"/>
                        <a:pt x="1" y="47"/>
                        <a:pt x="2" y="47"/>
                      </a:cubicBezTo>
                      <a:cubicBezTo>
                        <a:pt x="3" y="48"/>
                        <a:pt x="3" y="48"/>
                        <a:pt x="4" y="48"/>
                      </a:cubicBezTo>
                      <a:cubicBezTo>
                        <a:pt x="5" y="48"/>
                        <a:pt x="5" y="48"/>
                        <a:pt x="6" y="47"/>
                      </a:cubicBezTo>
                      <a:cubicBezTo>
                        <a:pt x="46" y="27"/>
                        <a:pt x="46" y="27"/>
                        <a:pt x="46" y="27"/>
                      </a:cubicBezTo>
                      <a:cubicBezTo>
                        <a:pt x="47" y="27"/>
                        <a:pt x="48" y="25"/>
                        <a:pt x="48" y="24"/>
                      </a:cubicBezTo>
                      <a:cubicBezTo>
                        <a:pt x="48" y="22"/>
                        <a:pt x="47" y="21"/>
                        <a:pt x="46" y="2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lumMod val="50000"/>
                      </a:schemeClr>
                    </a:solidFill>
                  </a:endParaRPr>
                </a:p>
              </p:txBody>
            </p:sp>
            <p:sp>
              <p:nvSpPr>
                <p:cNvPr id="40" name="Freeform 50"/>
                <p:cNvSpPr>
                  <a:spLocks noEditPoints="1"/>
                </p:cNvSpPr>
                <p:nvPr/>
              </p:nvSpPr>
              <p:spPr bwMode="auto">
                <a:xfrm>
                  <a:off x="568325" y="4538663"/>
                  <a:ext cx="539750" cy="493713"/>
                </a:xfrm>
                <a:custGeom>
                  <a:avLst/>
                  <a:gdLst>
                    <a:gd name="T0" fmla="*/ 160 w 192"/>
                    <a:gd name="T1" fmla="*/ 0 h 176"/>
                    <a:gd name="T2" fmla="*/ 120 w 192"/>
                    <a:gd name="T3" fmla="*/ 0 h 176"/>
                    <a:gd name="T4" fmla="*/ 80 w 192"/>
                    <a:gd name="T5" fmla="*/ 0 h 176"/>
                    <a:gd name="T6" fmla="*/ 40 w 192"/>
                    <a:gd name="T7" fmla="*/ 0 h 176"/>
                    <a:gd name="T8" fmla="*/ 4 w 192"/>
                    <a:gd name="T9" fmla="*/ 0 h 176"/>
                    <a:gd name="T10" fmla="*/ 0 w 192"/>
                    <a:gd name="T11" fmla="*/ 36 h 176"/>
                    <a:gd name="T12" fmla="*/ 0 w 192"/>
                    <a:gd name="T13" fmla="*/ 136 h 176"/>
                    <a:gd name="T14" fmla="*/ 0 w 192"/>
                    <a:gd name="T15" fmla="*/ 172 h 176"/>
                    <a:gd name="T16" fmla="*/ 32 w 192"/>
                    <a:gd name="T17" fmla="*/ 176 h 176"/>
                    <a:gd name="T18" fmla="*/ 72 w 192"/>
                    <a:gd name="T19" fmla="*/ 176 h 176"/>
                    <a:gd name="T20" fmla="*/ 112 w 192"/>
                    <a:gd name="T21" fmla="*/ 176 h 176"/>
                    <a:gd name="T22" fmla="*/ 152 w 192"/>
                    <a:gd name="T23" fmla="*/ 176 h 176"/>
                    <a:gd name="T24" fmla="*/ 188 w 192"/>
                    <a:gd name="T25" fmla="*/ 176 h 176"/>
                    <a:gd name="T26" fmla="*/ 192 w 192"/>
                    <a:gd name="T27" fmla="*/ 140 h 176"/>
                    <a:gd name="T28" fmla="*/ 192 w 192"/>
                    <a:gd name="T29" fmla="*/ 40 h 176"/>
                    <a:gd name="T30" fmla="*/ 192 w 192"/>
                    <a:gd name="T31" fmla="*/ 4 h 176"/>
                    <a:gd name="T32" fmla="*/ 152 w 192"/>
                    <a:gd name="T33" fmla="*/ 8 h 176"/>
                    <a:gd name="T34" fmla="*/ 160 w 192"/>
                    <a:gd name="T35" fmla="*/ 32 h 176"/>
                    <a:gd name="T36" fmla="*/ 152 w 192"/>
                    <a:gd name="T37" fmla="*/ 8 h 176"/>
                    <a:gd name="T38" fmla="*/ 120 w 192"/>
                    <a:gd name="T39" fmla="*/ 8 h 176"/>
                    <a:gd name="T40" fmla="*/ 112 w 192"/>
                    <a:gd name="T41" fmla="*/ 32 h 176"/>
                    <a:gd name="T42" fmla="*/ 72 w 192"/>
                    <a:gd name="T43" fmla="*/ 8 h 176"/>
                    <a:gd name="T44" fmla="*/ 80 w 192"/>
                    <a:gd name="T45" fmla="*/ 32 h 176"/>
                    <a:gd name="T46" fmla="*/ 72 w 192"/>
                    <a:gd name="T47" fmla="*/ 8 h 176"/>
                    <a:gd name="T48" fmla="*/ 40 w 192"/>
                    <a:gd name="T49" fmla="*/ 8 h 176"/>
                    <a:gd name="T50" fmla="*/ 32 w 192"/>
                    <a:gd name="T51" fmla="*/ 32 h 176"/>
                    <a:gd name="T52" fmla="*/ 40 w 192"/>
                    <a:gd name="T53" fmla="*/ 168 h 176"/>
                    <a:gd name="T54" fmla="*/ 32 w 192"/>
                    <a:gd name="T55" fmla="*/ 144 h 176"/>
                    <a:gd name="T56" fmla="*/ 40 w 192"/>
                    <a:gd name="T57" fmla="*/ 168 h 176"/>
                    <a:gd name="T58" fmla="*/ 72 w 192"/>
                    <a:gd name="T59" fmla="*/ 168 h 176"/>
                    <a:gd name="T60" fmla="*/ 80 w 192"/>
                    <a:gd name="T61" fmla="*/ 144 h 176"/>
                    <a:gd name="T62" fmla="*/ 120 w 192"/>
                    <a:gd name="T63" fmla="*/ 168 h 176"/>
                    <a:gd name="T64" fmla="*/ 112 w 192"/>
                    <a:gd name="T65" fmla="*/ 144 h 176"/>
                    <a:gd name="T66" fmla="*/ 120 w 192"/>
                    <a:gd name="T67" fmla="*/ 168 h 176"/>
                    <a:gd name="T68" fmla="*/ 152 w 192"/>
                    <a:gd name="T69" fmla="*/ 168 h 176"/>
                    <a:gd name="T70" fmla="*/ 160 w 192"/>
                    <a:gd name="T71" fmla="*/ 144 h 176"/>
                    <a:gd name="T72" fmla="*/ 184 w 192"/>
                    <a:gd name="T73" fmla="*/ 136 h 176"/>
                    <a:gd name="T74" fmla="*/ 32 w 192"/>
                    <a:gd name="T75" fmla="*/ 136 h 176"/>
                    <a:gd name="T76" fmla="*/ 8 w 192"/>
                    <a:gd name="T77" fmla="*/ 40 h 176"/>
                    <a:gd name="T78" fmla="*/ 160 w 192"/>
                    <a:gd name="T79" fmla="*/ 40 h 176"/>
                    <a:gd name="T80" fmla="*/ 184 w 192"/>
                    <a:gd name="T81" fmla="*/ 13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2" h="176">
                      <a:moveTo>
                        <a:pt x="188" y="0"/>
                      </a:moveTo>
                      <a:cubicBezTo>
                        <a:pt x="160" y="0"/>
                        <a:pt x="160" y="0"/>
                        <a:pt x="160" y="0"/>
                      </a:cubicBezTo>
                      <a:cubicBezTo>
                        <a:pt x="152" y="0"/>
                        <a:pt x="152" y="0"/>
                        <a:pt x="152" y="0"/>
                      </a:cubicBezTo>
                      <a:cubicBezTo>
                        <a:pt x="120" y="0"/>
                        <a:pt x="120" y="0"/>
                        <a:pt x="120" y="0"/>
                      </a:cubicBezTo>
                      <a:cubicBezTo>
                        <a:pt x="112" y="0"/>
                        <a:pt x="112" y="0"/>
                        <a:pt x="112" y="0"/>
                      </a:cubicBezTo>
                      <a:cubicBezTo>
                        <a:pt x="80" y="0"/>
                        <a:pt x="80" y="0"/>
                        <a:pt x="80" y="0"/>
                      </a:cubicBezTo>
                      <a:cubicBezTo>
                        <a:pt x="72" y="0"/>
                        <a:pt x="72" y="0"/>
                        <a:pt x="72" y="0"/>
                      </a:cubicBezTo>
                      <a:cubicBezTo>
                        <a:pt x="40" y="0"/>
                        <a:pt x="40" y="0"/>
                        <a:pt x="40" y="0"/>
                      </a:cubicBezTo>
                      <a:cubicBezTo>
                        <a:pt x="32" y="0"/>
                        <a:pt x="32" y="0"/>
                        <a:pt x="32" y="0"/>
                      </a:cubicBezTo>
                      <a:cubicBezTo>
                        <a:pt x="4" y="0"/>
                        <a:pt x="4" y="0"/>
                        <a:pt x="4" y="0"/>
                      </a:cubicBezTo>
                      <a:cubicBezTo>
                        <a:pt x="2" y="0"/>
                        <a:pt x="0" y="2"/>
                        <a:pt x="0" y="4"/>
                      </a:cubicBezTo>
                      <a:cubicBezTo>
                        <a:pt x="0" y="36"/>
                        <a:pt x="0" y="36"/>
                        <a:pt x="0" y="36"/>
                      </a:cubicBezTo>
                      <a:cubicBezTo>
                        <a:pt x="0" y="40"/>
                        <a:pt x="0" y="40"/>
                        <a:pt x="0" y="40"/>
                      </a:cubicBezTo>
                      <a:cubicBezTo>
                        <a:pt x="0" y="136"/>
                        <a:pt x="0" y="136"/>
                        <a:pt x="0" y="136"/>
                      </a:cubicBezTo>
                      <a:cubicBezTo>
                        <a:pt x="0" y="140"/>
                        <a:pt x="0" y="140"/>
                        <a:pt x="0" y="140"/>
                      </a:cubicBezTo>
                      <a:cubicBezTo>
                        <a:pt x="0" y="172"/>
                        <a:pt x="0" y="172"/>
                        <a:pt x="0" y="172"/>
                      </a:cubicBezTo>
                      <a:cubicBezTo>
                        <a:pt x="0" y="174"/>
                        <a:pt x="2" y="176"/>
                        <a:pt x="4" y="176"/>
                      </a:cubicBezTo>
                      <a:cubicBezTo>
                        <a:pt x="32" y="176"/>
                        <a:pt x="32" y="176"/>
                        <a:pt x="32" y="176"/>
                      </a:cubicBezTo>
                      <a:cubicBezTo>
                        <a:pt x="40" y="176"/>
                        <a:pt x="40" y="176"/>
                        <a:pt x="40" y="176"/>
                      </a:cubicBezTo>
                      <a:cubicBezTo>
                        <a:pt x="72" y="176"/>
                        <a:pt x="72" y="176"/>
                        <a:pt x="72" y="176"/>
                      </a:cubicBezTo>
                      <a:cubicBezTo>
                        <a:pt x="80" y="176"/>
                        <a:pt x="80" y="176"/>
                        <a:pt x="80" y="176"/>
                      </a:cubicBezTo>
                      <a:cubicBezTo>
                        <a:pt x="112" y="176"/>
                        <a:pt x="112" y="176"/>
                        <a:pt x="112" y="176"/>
                      </a:cubicBezTo>
                      <a:cubicBezTo>
                        <a:pt x="120" y="176"/>
                        <a:pt x="120" y="176"/>
                        <a:pt x="120" y="176"/>
                      </a:cubicBezTo>
                      <a:cubicBezTo>
                        <a:pt x="152" y="176"/>
                        <a:pt x="152" y="176"/>
                        <a:pt x="152" y="176"/>
                      </a:cubicBezTo>
                      <a:cubicBezTo>
                        <a:pt x="160" y="176"/>
                        <a:pt x="160" y="176"/>
                        <a:pt x="160" y="176"/>
                      </a:cubicBezTo>
                      <a:cubicBezTo>
                        <a:pt x="188" y="176"/>
                        <a:pt x="188" y="176"/>
                        <a:pt x="188" y="176"/>
                      </a:cubicBezTo>
                      <a:cubicBezTo>
                        <a:pt x="190" y="176"/>
                        <a:pt x="192" y="174"/>
                        <a:pt x="192" y="172"/>
                      </a:cubicBezTo>
                      <a:cubicBezTo>
                        <a:pt x="192" y="140"/>
                        <a:pt x="192" y="140"/>
                        <a:pt x="192" y="140"/>
                      </a:cubicBezTo>
                      <a:cubicBezTo>
                        <a:pt x="192" y="136"/>
                        <a:pt x="192" y="136"/>
                        <a:pt x="192" y="136"/>
                      </a:cubicBezTo>
                      <a:cubicBezTo>
                        <a:pt x="192" y="40"/>
                        <a:pt x="192" y="40"/>
                        <a:pt x="192" y="40"/>
                      </a:cubicBezTo>
                      <a:cubicBezTo>
                        <a:pt x="192" y="36"/>
                        <a:pt x="192" y="36"/>
                        <a:pt x="192" y="36"/>
                      </a:cubicBezTo>
                      <a:cubicBezTo>
                        <a:pt x="192" y="4"/>
                        <a:pt x="192" y="4"/>
                        <a:pt x="192" y="4"/>
                      </a:cubicBezTo>
                      <a:cubicBezTo>
                        <a:pt x="192" y="2"/>
                        <a:pt x="190" y="0"/>
                        <a:pt x="188" y="0"/>
                      </a:cubicBezTo>
                      <a:close/>
                      <a:moveTo>
                        <a:pt x="152" y="8"/>
                      </a:moveTo>
                      <a:cubicBezTo>
                        <a:pt x="160" y="8"/>
                        <a:pt x="160" y="8"/>
                        <a:pt x="160" y="8"/>
                      </a:cubicBezTo>
                      <a:cubicBezTo>
                        <a:pt x="160" y="32"/>
                        <a:pt x="160" y="32"/>
                        <a:pt x="160" y="32"/>
                      </a:cubicBezTo>
                      <a:cubicBezTo>
                        <a:pt x="152" y="32"/>
                        <a:pt x="152" y="32"/>
                        <a:pt x="152" y="32"/>
                      </a:cubicBezTo>
                      <a:lnTo>
                        <a:pt x="152" y="8"/>
                      </a:lnTo>
                      <a:close/>
                      <a:moveTo>
                        <a:pt x="112" y="8"/>
                      </a:moveTo>
                      <a:cubicBezTo>
                        <a:pt x="120" y="8"/>
                        <a:pt x="120" y="8"/>
                        <a:pt x="120" y="8"/>
                      </a:cubicBezTo>
                      <a:cubicBezTo>
                        <a:pt x="120" y="32"/>
                        <a:pt x="120" y="32"/>
                        <a:pt x="120" y="32"/>
                      </a:cubicBezTo>
                      <a:cubicBezTo>
                        <a:pt x="112" y="32"/>
                        <a:pt x="112" y="32"/>
                        <a:pt x="112" y="32"/>
                      </a:cubicBezTo>
                      <a:lnTo>
                        <a:pt x="112" y="8"/>
                      </a:lnTo>
                      <a:close/>
                      <a:moveTo>
                        <a:pt x="72" y="8"/>
                      </a:moveTo>
                      <a:cubicBezTo>
                        <a:pt x="80" y="8"/>
                        <a:pt x="80" y="8"/>
                        <a:pt x="80" y="8"/>
                      </a:cubicBezTo>
                      <a:cubicBezTo>
                        <a:pt x="80" y="32"/>
                        <a:pt x="80" y="32"/>
                        <a:pt x="80" y="32"/>
                      </a:cubicBezTo>
                      <a:cubicBezTo>
                        <a:pt x="72" y="32"/>
                        <a:pt x="72" y="32"/>
                        <a:pt x="72" y="32"/>
                      </a:cubicBezTo>
                      <a:lnTo>
                        <a:pt x="72" y="8"/>
                      </a:lnTo>
                      <a:close/>
                      <a:moveTo>
                        <a:pt x="32" y="8"/>
                      </a:moveTo>
                      <a:cubicBezTo>
                        <a:pt x="40" y="8"/>
                        <a:pt x="40" y="8"/>
                        <a:pt x="40" y="8"/>
                      </a:cubicBezTo>
                      <a:cubicBezTo>
                        <a:pt x="40" y="32"/>
                        <a:pt x="40" y="32"/>
                        <a:pt x="40" y="32"/>
                      </a:cubicBezTo>
                      <a:cubicBezTo>
                        <a:pt x="32" y="32"/>
                        <a:pt x="32" y="32"/>
                        <a:pt x="32" y="32"/>
                      </a:cubicBezTo>
                      <a:lnTo>
                        <a:pt x="32" y="8"/>
                      </a:lnTo>
                      <a:close/>
                      <a:moveTo>
                        <a:pt x="40" y="168"/>
                      </a:moveTo>
                      <a:cubicBezTo>
                        <a:pt x="32" y="168"/>
                        <a:pt x="32" y="168"/>
                        <a:pt x="32" y="168"/>
                      </a:cubicBezTo>
                      <a:cubicBezTo>
                        <a:pt x="32" y="144"/>
                        <a:pt x="32" y="144"/>
                        <a:pt x="32" y="144"/>
                      </a:cubicBezTo>
                      <a:cubicBezTo>
                        <a:pt x="40" y="144"/>
                        <a:pt x="40" y="144"/>
                        <a:pt x="40" y="144"/>
                      </a:cubicBezTo>
                      <a:lnTo>
                        <a:pt x="40" y="168"/>
                      </a:lnTo>
                      <a:close/>
                      <a:moveTo>
                        <a:pt x="80" y="168"/>
                      </a:moveTo>
                      <a:cubicBezTo>
                        <a:pt x="72" y="168"/>
                        <a:pt x="72" y="168"/>
                        <a:pt x="72" y="168"/>
                      </a:cubicBezTo>
                      <a:cubicBezTo>
                        <a:pt x="72" y="144"/>
                        <a:pt x="72" y="144"/>
                        <a:pt x="72" y="144"/>
                      </a:cubicBezTo>
                      <a:cubicBezTo>
                        <a:pt x="80" y="144"/>
                        <a:pt x="80" y="144"/>
                        <a:pt x="80" y="144"/>
                      </a:cubicBezTo>
                      <a:lnTo>
                        <a:pt x="80" y="168"/>
                      </a:lnTo>
                      <a:close/>
                      <a:moveTo>
                        <a:pt x="120" y="168"/>
                      </a:moveTo>
                      <a:cubicBezTo>
                        <a:pt x="112" y="168"/>
                        <a:pt x="112" y="168"/>
                        <a:pt x="112" y="168"/>
                      </a:cubicBezTo>
                      <a:cubicBezTo>
                        <a:pt x="112" y="144"/>
                        <a:pt x="112" y="144"/>
                        <a:pt x="112" y="144"/>
                      </a:cubicBezTo>
                      <a:cubicBezTo>
                        <a:pt x="120" y="144"/>
                        <a:pt x="120" y="144"/>
                        <a:pt x="120" y="144"/>
                      </a:cubicBezTo>
                      <a:lnTo>
                        <a:pt x="120" y="168"/>
                      </a:lnTo>
                      <a:close/>
                      <a:moveTo>
                        <a:pt x="160" y="168"/>
                      </a:moveTo>
                      <a:cubicBezTo>
                        <a:pt x="152" y="168"/>
                        <a:pt x="152" y="168"/>
                        <a:pt x="152" y="168"/>
                      </a:cubicBezTo>
                      <a:cubicBezTo>
                        <a:pt x="152" y="144"/>
                        <a:pt x="152" y="144"/>
                        <a:pt x="152" y="144"/>
                      </a:cubicBezTo>
                      <a:cubicBezTo>
                        <a:pt x="160" y="144"/>
                        <a:pt x="160" y="144"/>
                        <a:pt x="160" y="144"/>
                      </a:cubicBezTo>
                      <a:lnTo>
                        <a:pt x="160" y="168"/>
                      </a:lnTo>
                      <a:close/>
                      <a:moveTo>
                        <a:pt x="184" y="136"/>
                      </a:moveTo>
                      <a:cubicBezTo>
                        <a:pt x="160" y="136"/>
                        <a:pt x="160" y="136"/>
                        <a:pt x="160" y="136"/>
                      </a:cubicBezTo>
                      <a:cubicBezTo>
                        <a:pt x="32" y="136"/>
                        <a:pt x="32" y="136"/>
                        <a:pt x="32" y="136"/>
                      </a:cubicBezTo>
                      <a:cubicBezTo>
                        <a:pt x="8" y="136"/>
                        <a:pt x="8" y="136"/>
                        <a:pt x="8" y="136"/>
                      </a:cubicBezTo>
                      <a:cubicBezTo>
                        <a:pt x="8" y="40"/>
                        <a:pt x="8" y="40"/>
                        <a:pt x="8" y="40"/>
                      </a:cubicBezTo>
                      <a:cubicBezTo>
                        <a:pt x="32" y="40"/>
                        <a:pt x="32" y="40"/>
                        <a:pt x="32" y="40"/>
                      </a:cubicBezTo>
                      <a:cubicBezTo>
                        <a:pt x="160" y="40"/>
                        <a:pt x="160" y="40"/>
                        <a:pt x="160" y="40"/>
                      </a:cubicBezTo>
                      <a:cubicBezTo>
                        <a:pt x="184" y="40"/>
                        <a:pt x="184" y="40"/>
                        <a:pt x="184" y="40"/>
                      </a:cubicBezTo>
                      <a:lnTo>
                        <a:pt x="184" y="13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lumMod val="50000"/>
                      </a:schemeClr>
                    </a:solidFill>
                  </a:endParaRPr>
                </a:p>
              </p:txBody>
            </p:sp>
          </p:grpSp>
        </p:grpSp>
        <p:grpSp>
          <p:nvGrpSpPr>
            <p:cNvPr id="26" name="组合 25"/>
            <p:cNvGrpSpPr/>
            <p:nvPr/>
          </p:nvGrpSpPr>
          <p:grpSpPr>
            <a:xfrm>
              <a:off x="2046037" y="2361821"/>
              <a:ext cx="1749163" cy="2029031"/>
              <a:chOff x="1498003" y="1038813"/>
              <a:chExt cx="1179441" cy="1368152"/>
            </a:xfrm>
          </p:grpSpPr>
          <p:sp>
            <p:nvSpPr>
              <p:cNvPr id="33" name="六边形 32"/>
              <p:cNvSpPr/>
              <p:nvPr/>
            </p:nvSpPr>
            <p:spPr>
              <a:xfrm rot="5400000">
                <a:off x="1403648" y="1133168"/>
                <a:ext cx="1368152" cy="1179441"/>
              </a:xfrm>
              <a:prstGeom prst="hexagon">
                <a:avLst/>
              </a:prstGeom>
              <a:solidFill>
                <a:srgbClr val="0824A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nvGrpSpPr>
              <p:cNvPr id="34" name="组合 33"/>
              <p:cNvGrpSpPr/>
              <p:nvPr/>
            </p:nvGrpSpPr>
            <p:grpSpPr>
              <a:xfrm>
                <a:off x="1817849" y="1441108"/>
                <a:ext cx="539750" cy="539750"/>
                <a:chOff x="1895475" y="4516438"/>
                <a:chExt cx="539750" cy="539750"/>
              </a:xfrm>
            </p:grpSpPr>
            <p:sp>
              <p:nvSpPr>
                <p:cNvPr id="35" name="Freeform 51"/>
                <p:cNvSpPr>
                  <a:spLocks noEditPoints="1"/>
                </p:cNvSpPr>
                <p:nvPr/>
              </p:nvSpPr>
              <p:spPr bwMode="auto">
                <a:xfrm>
                  <a:off x="1895475" y="4516438"/>
                  <a:ext cx="539750" cy="269875"/>
                </a:xfrm>
                <a:custGeom>
                  <a:avLst/>
                  <a:gdLst>
                    <a:gd name="T0" fmla="*/ 189 w 192"/>
                    <a:gd name="T1" fmla="*/ 39 h 96"/>
                    <a:gd name="T2" fmla="*/ 191 w 192"/>
                    <a:gd name="T3" fmla="*/ 38 h 96"/>
                    <a:gd name="T4" fmla="*/ 192 w 192"/>
                    <a:gd name="T5" fmla="*/ 36 h 96"/>
                    <a:gd name="T6" fmla="*/ 189 w 192"/>
                    <a:gd name="T7" fmla="*/ 4 h 96"/>
                    <a:gd name="T8" fmla="*/ 185 w 192"/>
                    <a:gd name="T9" fmla="*/ 0 h 96"/>
                    <a:gd name="T10" fmla="*/ 102 w 192"/>
                    <a:gd name="T11" fmla="*/ 7 h 96"/>
                    <a:gd name="T12" fmla="*/ 55 w 192"/>
                    <a:gd name="T13" fmla="*/ 12 h 96"/>
                    <a:gd name="T14" fmla="*/ 4 w 192"/>
                    <a:gd name="T15" fmla="*/ 16 h 96"/>
                    <a:gd name="T16" fmla="*/ 2 w 192"/>
                    <a:gd name="T17" fmla="*/ 17 h 96"/>
                    <a:gd name="T18" fmla="*/ 1 w 192"/>
                    <a:gd name="T19" fmla="*/ 18 h 96"/>
                    <a:gd name="T20" fmla="*/ 0 w 192"/>
                    <a:gd name="T21" fmla="*/ 19 h 96"/>
                    <a:gd name="T22" fmla="*/ 0 w 192"/>
                    <a:gd name="T23" fmla="*/ 19 h 96"/>
                    <a:gd name="T24" fmla="*/ 0 w 192"/>
                    <a:gd name="T25" fmla="*/ 21 h 96"/>
                    <a:gd name="T26" fmla="*/ 4 w 192"/>
                    <a:gd name="T27" fmla="*/ 55 h 96"/>
                    <a:gd name="T28" fmla="*/ 4 w 192"/>
                    <a:gd name="T29" fmla="*/ 56 h 96"/>
                    <a:gd name="T30" fmla="*/ 3 w 192"/>
                    <a:gd name="T31" fmla="*/ 56 h 96"/>
                    <a:gd name="T32" fmla="*/ 0 w 192"/>
                    <a:gd name="T33" fmla="*/ 58 h 96"/>
                    <a:gd name="T34" fmla="*/ 0 w 192"/>
                    <a:gd name="T35" fmla="*/ 60 h 96"/>
                    <a:gd name="T36" fmla="*/ 0 w 192"/>
                    <a:gd name="T37" fmla="*/ 96 h 96"/>
                    <a:gd name="T38" fmla="*/ 8 w 192"/>
                    <a:gd name="T39" fmla="*/ 96 h 96"/>
                    <a:gd name="T40" fmla="*/ 188 w 192"/>
                    <a:gd name="T41" fmla="*/ 96 h 96"/>
                    <a:gd name="T42" fmla="*/ 192 w 192"/>
                    <a:gd name="T43" fmla="*/ 92 h 96"/>
                    <a:gd name="T44" fmla="*/ 188 w 192"/>
                    <a:gd name="T45" fmla="*/ 56 h 96"/>
                    <a:gd name="T46" fmla="*/ 188 w 192"/>
                    <a:gd name="T47" fmla="*/ 40 h 96"/>
                    <a:gd name="T48" fmla="*/ 184 w 192"/>
                    <a:gd name="T49" fmla="*/ 82 h 96"/>
                    <a:gd name="T50" fmla="*/ 178 w 192"/>
                    <a:gd name="T51" fmla="*/ 88 h 96"/>
                    <a:gd name="T52" fmla="*/ 166 w 192"/>
                    <a:gd name="T53" fmla="*/ 64 h 96"/>
                    <a:gd name="T54" fmla="*/ 138 w 192"/>
                    <a:gd name="T55" fmla="*/ 88 h 96"/>
                    <a:gd name="T56" fmla="*/ 102 w 192"/>
                    <a:gd name="T57" fmla="*/ 64 h 96"/>
                    <a:gd name="T58" fmla="*/ 66 w 192"/>
                    <a:gd name="T59" fmla="*/ 64 h 96"/>
                    <a:gd name="T60" fmla="*/ 78 w 192"/>
                    <a:gd name="T61" fmla="*/ 88 h 96"/>
                    <a:gd name="T62" fmla="*/ 66 w 192"/>
                    <a:gd name="T63" fmla="*/ 64 h 96"/>
                    <a:gd name="T64" fmla="*/ 26 w 192"/>
                    <a:gd name="T65" fmla="*/ 88 h 96"/>
                    <a:gd name="T66" fmla="*/ 8 w 192"/>
                    <a:gd name="T67" fmla="*/ 64 h 96"/>
                    <a:gd name="T68" fmla="*/ 38 w 192"/>
                    <a:gd name="T69" fmla="*/ 88 h 96"/>
                    <a:gd name="T70" fmla="*/ 9 w 192"/>
                    <a:gd name="T71" fmla="*/ 24 h 96"/>
                    <a:gd name="T72" fmla="*/ 40 w 192"/>
                    <a:gd name="T73" fmla="*/ 45 h 96"/>
                    <a:gd name="T74" fmla="*/ 9 w 192"/>
                    <a:gd name="T75" fmla="*/ 30 h 96"/>
                    <a:gd name="T76" fmla="*/ 65 w 192"/>
                    <a:gd name="T77" fmla="*/ 19 h 96"/>
                    <a:gd name="T78" fmla="*/ 80 w 192"/>
                    <a:gd name="T79" fmla="*/ 41 h 96"/>
                    <a:gd name="T80" fmla="*/ 101 w 192"/>
                    <a:gd name="T81" fmla="*/ 15 h 96"/>
                    <a:gd name="T82" fmla="*/ 138 w 192"/>
                    <a:gd name="T83" fmla="*/ 36 h 96"/>
                    <a:gd name="T84" fmla="*/ 101 w 192"/>
                    <a:gd name="T85" fmla="*/ 15 h 96"/>
                    <a:gd name="T86" fmla="*/ 164 w 192"/>
                    <a:gd name="T87" fmla="*/ 10 h 96"/>
                    <a:gd name="T88" fmla="*/ 184 w 192"/>
                    <a:gd name="T89" fmla="*/ 32 h 96"/>
                    <a:gd name="T90" fmla="*/ 153 w 192"/>
                    <a:gd name="T91" fmla="*/ 1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92" h="96">
                      <a:moveTo>
                        <a:pt x="188" y="40"/>
                      </a:moveTo>
                      <a:cubicBezTo>
                        <a:pt x="188" y="40"/>
                        <a:pt x="188" y="40"/>
                        <a:pt x="189" y="39"/>
                      </a:cubicBezTo>
                      <a:cubicBezTo>
                        <a:pt x="189" y="39"/>
                        <a:pt x="190" y="39"/>
                        <a:pt x="190" y="39"/>
                      </a:cubicBezTo>
                      <a:cubicBezTo>
                        <a:pt x="190" y="39"/>
                        <a:pt x="191" y="39"/>
                        <a:pt x="191" y="38"/>
                      </a:cubicBezTo>
                      <a:cubicBezTo>
                        <a:pt x="192" y="38"/>
                        <a:pt x="192" y="37"/>
                        <a:pt x="192" y="36"/>
                      </a:cubicBezTo>
                      <a:cubicBezTo>
                        <a:pt x="192" y="36"/>
                        <a:pt x="192" y="36"/>
                        <a:pt x="192" y="36"/>
                      </a:cubicBezTo>
                      <a:cubicBezTo>
                        <a:pt x="192" y="35"/>
                        <a:pt x="192" y="35"/>
                        <a:pt x="192" y="35"/>
                      </a:cubicBezTo>
                      <a:cubicBezTo>
                        <a:pt x="189" y="4"/>
                        <a:pt x="189" y="4"/>
                        <a:pt x="189" y="4"/>
                      </a:cubicBezTo>
                      <a:cubicBezTo>
                        <a:pt x="189" y="2"/>
                        <a:pt x="189" y="1"/>
                        <a:pt x="188" y="1"/>
                      </a:cubicBezTo>
                      <a:cubicBezTo>
                        <a:pt x="187" y="0"/>
                        <a:pt x="186" y="0"/>
                        <a:pt x="185" y="0"/>
                      </a:cubicBezTo>
                      <a:cubicBezTo>
                        <a:pt x="103" y="7"/>
                        <a:pt x="103" y="7"/>
                        <a:pt x="103" y="7"/>
                      </a:cubicBezTo>
                      <a:cubicBezTo>
                        <a:pt x="102" y="7"/>
                        <a:pt x="102" y="7"/>
                        <a:pt x="102" y="7"/>
                      </a:cubicBezTo>
                      <a:cubicBezTo>
                        <a:pt x="55" y="12"/>
                        <a:pt x="55" y="12"/>
                        <a:pt x="55" y="12"/>
                      </a:cubicBezTo>
                      <a:cubicBezTo>
                        <a:pt x="55" y="12"/>
                        <a:pt x="55" y="12"/>
                        <a:pt x="55" y="12"/>
                      </a:cubicBezTo>
                      <a:cubicBezTo>
                        <a:pt x="4" y="16"/>
                        <a:pt x="4" y="16"/>
                        <a:pt x="4" y="16"/>
                      </a:cubicBezTo>
                      <a:cubicBezTo>
                        <a:pt x="4" y="16"/>
                        <a:pt x="4" y="16"/>
                        <a:pt x="4" y="16"/>
                      </a:cubicBezTo>
                      <a:cubicBezTo>
                        <a:pt x="3" y="16"/>
                        <a:pt x="3" y="16"/>
                        <a:pt x="3" y="16"/>
                      </a:cubicBezTo>
                      <a:cubicBezTo>
                        <a:pt x="3" y="17"/>
                        <a:pt x="3" y="17"/>
                        <a:pt x="2" y="17"/>
                      </a:cubicBezTo>
                      <a:cubicBezTo>
                        <a:pt x="2" y="17"/>
                        <a:pt x="2" y="17"/>
                        <a:pt x="1" y="18"/>
                      </a:cubicBezTo>
                      <a:cubicBezTo>
                        <a:pt x="1" y="18"/>
                        <a:pt x="1" y="18"/>
                        <a:pt x="1" y="18"/>
                      </a:cubicBezTo>
                      <a:cubicBezTo>
                        <a:pt x="1" y="18"/>
                        <a:pt x="1" y="18"/>
                        <a:pt x="1" y="18"/>
                      </a:cubicBezTo>
                      <a:cubicBezTo>
                        <a:pt x="1" y="18"/>
                        <a:pt x="0" y="19"/>
                        <a:pt x="0" y="19"/>
                      </a:cubicBezTo>
                      <a:cubicBezTo>
                        <a:pt x="0" y="19"/>
                        <a:pt x="0" y="19"/>
                        <a:pt x="0" y="19"/>
                      </a:cubicBezTo>
                      <a:cubicBezTo>
                        <a:pt x="0" y="19"/>
                        <a:pt x="0" y="19"/>
                        <a:pt x="0" y="19"/>
                      </a:cubicBezTo>
                      <a:cubicBezTo>
                        <a:pt x="0" y="20"/>
                        <a:pt x="0" y="20"/>
                        <a:pt x="0" y="21"/>
                      </a:cubicBezTo>
                      <a:cubicBezTo>
                        <a:pt x="0" y="21"/>
                        <a:pt x="0" y="21"/>
                        <a:pt x="0" y="21"/>
                      </a:cubicBezTo>
                      <a:cubicBezTo>
                        <a:pt x="3" y="52"/>
                        <a:pt x="3" y="52"/>
                        <a:pt x="3" y="52"/>
                      </a:cubicBezTo>
                      <a:cubicBezTo>
                        <a:pt x="3" y="53"/>
                        <a:pt x="4" y="54"/>
                        <a:pt x="4" y="55"/>
                      </a:cubicBezTo>
                      <a:cubicBezTo>
                        <a:pt x="5" y="56"/>
                        <a:pt x="6" y="56"/>
                        <a:pt x="7" y="56"/>
                      </a:cubicBezTo>
                      <a:cubicBezTo>
                        <a:pt x="4" y="56"/>
                        <a:pt x="4" y="56"/>
                        <a:pt x="4" y="56"/>
                      </a:cubicBezTo>
                      <a:cubicBezTo>
                        <a:pt x="4" y="56"/>
                        <a:pt x="3" y="56"/>
                        <a:pt x="3" y="56"/>
                      </a:cubicBezTo>
                      <a:cubicBezTo>
                        <a:pt x="3" y="56"/>
                        <a:pt x="3" y="56"/>
                        <a:pt x="3" y="56"/>
                      </a:cubicBezTo>
                      <a:cubicBezTo>
                        <a:pt x="2" y="56"/>
                        <a:pt x="2" y="57"/>
                        <a:pt x="1" y="57"/>
                      </a:cubicBezTo>
                      <a:cubicBezTo>
                        <a:pt x="1" y="57"/>
                        <a:pt x="1" y="58"/>
                        <a:pt x="0" y="58"/>
                      </a:cubicBezTo>
                      <a:cubicBezTo>
                        <a:pt x="0" y="59"/>
                        <a:pt x="0" y="59"/>
                        <a:pt x="0" y="59"/>
                      </a:cubicBezTo>
                      <a:cubicBezTo>
                        <a:pt x="0" y="59"/>
                        <a:pt x="0" y="60"/>
                        <a:pt x="0" y="60"/>
                      </a:cubicBezTo>
                      <a:cubicBezTo>
                        <a:pt x="0" y="92"/>
                        <a:pt x="0" y="92"/>
                        <a:pt x="0" y="92"/>
                      </a:cubicBezTo>
                      <a:cubicBezTo>
                        <a:pt x="0" y="96"/>
                        <a:pt x="0" y="96"/>
                        <a:pt x="0" y="96"/>
                      </a:cubicBezTo>
                      <a:cubicBezTo>
                        <a:pt x="4" y="96"/>
                        <a:pt x="4" y="96"/>
                        <a:pt x="4" y="96"/>
                      </a:cubicBezTo>
                      <a:cubicBezTo>
                        <a:pt x="8" y="96"/>
                        <a:pt x="8" y="96"/>
                        <a:pt x="8" y="96"/>
                      </a:cubicBezTo>
                      <a:cubicBezTo>
                        <a:pt x="184" y="96"/>
                        <a:pt x="184" y="96"/>
                        <a:pt x="184" y="96"/>
                      </a:cubicBezTo>
                      <a:cubicBezTo>
                        <a:pt x="188" y="96"/>
                        <a:pt x="188" y="96"/>
                        <a:pt x="188" y="96"/>
                      </a:cubicBezTo>
                      <a:cubicBezTo>
                        <a:pt x="192" y="96"/>
                        <a:pt x="192" y="96"/>
                        <a:pt x="192" y="96"/>
                      </a:cubicBezTo>
                      <a:cubicBezTo>
                        <a:pt x="192" y="92"/>
                        <a:pt x="192" y="92"/>
                        <a:pt x="192" y="92"/>
                      </a:cubicBezTo>
                      <a:cubicBezTo>
                        <a:pt x="192" y="60"/>
                        <a:pt x="192" y="60"/>
                        <a:pt x="192" y="60"/>
                      </a:cubicBezTo>
                      <a:cubicBezTo>
                        <a:pt x="192" y="58"/>
                        <a:pt x="190" y="56"/>
                        <a:pt x="188" y="56"/>
                      </a:cubicBezTo>
                      <a:cubicBezTo>
                        <a:pt x="7" y="56"/>
                        <a:pt x="7" y="56"/>
                        <a:pt x="7" y="56"/>
                      </a:cubicBezTo>
                      <a:cubicBezTo>
                        <a:pt x="188" y="40"/>
                        <a:pt x="188" y="40"/>
                        <a:pt x="188" y="40"/>
                      </a:cubicBezTo>
                      <a:close/>
                      <a:moveTo>
                        <a:pt x="166" y="64"/>
                      </a:moveTo>
                      <a:cubicBezTo>
                        <a:pt x="184" y="82"/>
                        <a:pt x="184" y="82"/>
                        <a:pt x="184" y="82"/>
                      </a:cubicBezTo>
                      <a:cubicBezTo>
                        <a:pt x="184" y="88"/>
                        <a:pt x="184" y="88"/>
                        <a:pt x="184" y="88"/>
                      </a:cubicBezTo>
                      <a:cubicBezTo>
                        <a:pt x="178" y="88"/>
                        <a:pt x="178" y="88"/>
                        <a:pt x="178" y="88"/>
                      </a:cubicBezTo>
                      <a:cubicBezTo>
                        <a:pt x="154" y="64"/>
                        <a:pt x="154" y="64"/>
                        <a:pt x="154" y="64"/>
                      </a:cubicBezTo>
                      <a:lnTo>
                        <a:pt x="166" y="64"/>
                      </a:lnTo>
                      <a:close/>
                      <a:moveTo>
                        <a:pt x="114" y="64"/>
                      </a:moveTo>
                      <a:cubicBezTo>
                        <a:pt x="138" y="88"/>
                        <a:pt x="138" y="88"/>
                        <a:pt x="138" y="88"/>
                      </a:cubicBezTo>
                      <a:cubicBezTo>
                        <a:pt x="126" y="88"/>
                        <a:pt x="126" y="88"/>
                        <a:pt x="126" y="88"/>
                      </a:cubicBezTo>
                      <a:cubicBezTo>
                        <a:pt x="102" y="64"/>
                        <a:pt x="102" y="64"/>
                        <a:pt x="102" y="64"/>
                      </a:cubicBezTo>
                      <a:lnTo>
                        <a:pt x="114" y="64"/>
                      </a:lnTo>
                      <a:close/>
                      <a:moveTo>
                        <a:pt x="66" y="64"/>
                      </a:moveTo>
                      <a:cubicBezTo>
                        <a:pt x="90" y="88"/>
                        <a:pt x="90" y="88"/>
                        <a:pt x="90" y="88"/>
                      </a:cubicBezTo>
                      <a:cubicBezTo>
                        <a:pt x="78" y="88"/>
                        <a:pt x="78" y="88"/>
                        <a:pt x="78" y="88"/>
                      </a:cubicBezTo>
                      <a:cubicBezTo>
                        <a:pt x="54" y="64"/>
                        <a:pt x="54" y="64"/>
                        <a:pt x="54" y="64"/>
                      </a:cubicBezTo>
                      <a:lnTo>
                        <a:pt x="66" y="64"/>
                      </a:lnTo>
                      <a:close/>
                      <a:moveTo>
                        <a:pt x="38" y="88"/>
                      </a:moveTo>
                      <a:cubicBezTo>
                        <a:pt x="26" y="88"/>
                        <a:pt x="26" y="88"/>
                        <a:pt x="26" y="88"/>
                      </a:cubicBezTo>
                      <a:cubicBezTo>
                        <a:pt x="8" y="70"/>
                        <a:pt x="8" y="70"/>
                        <a:pt x="8" y="70"/>
                      </a:cubicBezTo>
                      <a:cubicBezTo>
                        <a:pt x="8" y="64"/>
                        <a:pt x="8" y="64"/>
                        <a:pt x="8" y="64"/>
                      </a:cubicBezTo>
                      <a:cubicBezTo>
                        <a:pt x="14" y="64"/>
                        <a:pt x="14" y="64"/>
                        <a:pt x="14" y="64"/>
                      </a:cubicBezTo>
                      <a:lnTo>
                        <a:pt x="38" y="88"/>
                      </a:lnTo>
                      <a:close/>
                      <a:moveTo>
                        <a:pt x="9" y="30"/>
                      </a:moveTo>
                      <a:cubicBezTo>
                        <a:pt x="9" y="24"/>
                        <a:pt x="9" y="24"/>
                        <a:pt x="9" y="24"/>
                      </a:cubicBezTo>
                      <a:cubicBezTo>
                        <a:pt x="14" y="23"/>
                        <a:pt x="14" y="23"/>
                        <a:pt x="14" y="23"/>
                      </a:cubicBezTo>
                      <a:cubicBezTo>
                        <a:pt x="40" y="45"/>
                        <a:pt x="40" y="45"/>
                        <a:pt x="40" y="45"/>
                      </a:cubicBezTo>
                      <a:cubicBezTo>
                        <a:pt x="29" y="46"/>
                        <a:pt x="29" y="46"/>
                        <a:pt x="29" y="46"/>
                      </a:cubicBezTo>
                      <a:lnTo>
                        <a:pt x="9" y="30"/>
                      </a:lnTo>
                      <a:close/>
                      <a:moveTo>
                        <a:pt x="54" y="20"/>
                      </a:moveTo>
                      <a:cubicBezTo>
                        <a:pt x="65" y="19"/>
                        <a:pt x="65" y="19"/>
                        <a:pt x="65" y="19"/>
                      </a:cubicBezTo>
                      <a:cubicBezTo>
                        <a:pt x="91" y="40"/>
                        <a:pt x="91" y="40"/>
                        <a:pt x="91" y="40"/>
                      </a:cubicBezTo>
                      <a:cubicBezTo>
                        <a:pt x="80" y="41"/>
                        <a:pt x="80" y="41"/>
                        <a:pt x="80" y="41"/>
                      </a:cubicBezTo>
                      <a:lnTo>
                        <a:pt x="54" y="20"/>
                      </a:lnTo>
                      <a:close/>
                      <a:moveTo>
                        <a:pt x="101" y="15"/>
                      </a:moveTo>
                      <a:cubicBezTo>
                        <a:pt x="113" y="14"/>
                        <a:pt x="113" y="14"/>
                        <a:pt x="113" y="14"/>
                      </a:cubicBezTo>
                      <a:cubicBezTo>
                        <a:pt x="138" y="36"/>
                        <a:pt x="138" y="36"/>
                        <a:pt x="138" y="36"/>
                      </a:cubicBezTo>
                      <a:cubicBezTo>
                        <a:pt x="127" y="37"/>
                        <a:pt x="127" y="37"/>
                        <a:pt x="127" y="37"/>
                      </a:cubicBezTo>
                      <a:lnTo>
                        <a:pt x="101" y="15"/>
                      </a:lnTo>
                      <a:close/>
                      <a:moveTo>
                        <a:pt x="153" y="11"/>
                      </a:moveTo>
                      <a:cubicBezTo>
                        <a:pt x="164" y="10"/>
                        <a:pt x="164" y="10"/>
                        <a:pt x="164" y="10"/>
                      </a:cubicBezTo>
                      <a:cubicBezTo>
                        <a:pt x="183" y="26"/>
                        <a:pt x="183" y="26"/>
                        <a:pt x="183" y="26"/>
                      </a:cubicBezTo>
                      <a:cubicBezTo>
                        <a:pt x="184" y="32"/>
                        <a:pt x="184" y="32"/>
                        <a:pt x="184" y="32"/>
                      </a:cubicBezTo>
                      <a:cubicBezTo>
                        <a:pt x="178" y="32"/>
                        <a:pt x="178" y="32"/>
                        <a:pt x="178" y="32"/>
                      </a:cubicBezTo>
                      <a:lnTo>
                        <a:pt x="153"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lumMod val="50000"/>
                      </a:schemeClr>
                    </a:solidFill>
                  </a:endParaRPr>
                </a:p>
              </p:txBody>
            </p:sp>
            <p:sp>
              <p:nvSpPr>
                <p:cNvPr id="36" name="Freeform 52"/>
                <p:cNvSpPr>
                  <a:spLocks noEditPoints="1"/>
                </p:cNvSpPr>
                <p:nvPr/>
              </p:nvSpPr>
              <p:spPr bwMode="auto">
                <a:xfrm>
                  <a:off x="1895475" y="4808538"/>
                  <a:ext cx="539750" cy="247650"/>
                </a:xfrm>
                <a:custGeom>
                  <a:avLst/>
                  <a:gdLst>
                    <a:gd name="T0" fmla="*/ 0 w 192"/>
                    <a:gd name="T1" fmla="*/ 68 h 88"/>
                    <a:gd name="T2" fmla="*/ 20 w 192"/>
                    <a:gd name="T3" fmla="*/ 88 h 88"/>
                    <a:gd name="T4" fmla="*/ 172 w 192"/>
                    <a:gd name="T5" fmla="*/ 88 h 88"/>
                    <a:gd name="T6" fmla="*/ 192 w 192"/>
                    <a:gd name="T7" fmla="*/ 68 h 88"/>
                    <a:gd name="T8" fmla="*/ 192 w 192"/>
                    <a:gd name="T9" fmla="*/ 0 h 88"/>
                    <a:gd name="T10" fmla="*/ 0 w 192"/>
                    <a:gd name="T11" fmla="*/ 0 h 88"/>
                    <a:gd name="T12" fmla="*/ 0 w 192"/>
                    <a:gd name="T13" fmla="*/ 68 h 88"/>
                    <a:gd name="T14" fmla="*/ 36 w 192"/>
                    <a:gd name="T15" fmla="*/ 16 h 88"/>
                    <a:gd name="T16" fmla="*/ 156 w 192"/>
                    <a:gd name="T17" fmla="*/ 16 h 88"/>
                    <a:gd name="T18" fmla="*/ 160 w 192"/>
                    <a:gd name="T19" fmla="*/ 20 h 88"/>
                    <a:gd name="T20" fmla="*/ 156 w 192"/>
                    <a:gd name="T21" fmla="*/ 24 h 88"/>
                    <a:gd name="T22" fmla="*/ 36 w 192"/>
                    <a:gd name="T23" fmla="*/ 24 h 88"/>
                    <a:gd name="T24" fmla="*/ 32 w 192"/>
                    <a:gd name="T25" fmla="*/ 20 h 88"/>
                    <a:gd name="T26" fmla="*/ 36 w 192"/>
                    <a:gd name="T27" fmla="*/ 16 h 88"/>
                    <a:gd name="T28" fmla="*/ 36 w 192"/>
                    <a:gd name="T29" fmla="*/ 40 h 88"/>
                    <a:gd name="T30" fmla="*/ 156 w 192"/>
                    <a:gd name="T31" fmla="*/ 40 h 88"/>
                    <a:gd name="T32" fmla="*/ 160 w 192"/>
                    <a:gd name="T33" fmla="*/ 44 h 88"/>
                    <a:gd name="T34" fmla="*/ 156 w 192"/>
                    <a:gd name="T35" fmla="*/ 48 h 88"/>
                    <a:gd name="T36" fmla="*/ 36 w 192"/>
                    <a:gd name="T37" fmla="*/ 48 h 88"/>
                    <a:gd name="T38" fmla="*/ 32 w 192"/>
                    <a:gd name="T39" fmla="*/ 44 h 88"/>
                    <a:gd name="T40" fmla="*/ 36 w 192"/>
                    <a:gd name="T41" fmla="*/ 4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2" h="88">
                      <a:moveTo>
                        <a:pt x="0" y="68"/>
                      </a:moveTo>
                      <a:cubicBezTo>
                        <a:pt x="0" y="79"/>
                        <a:pt x="9" y="88"/>
                        <a:pt x="20" y="88"/>
                      </a:cubicBezTo>
                      <a:cubicBezTo>
                        <a:pt x="172" y="88"/>
                        <a:pt x="172" y="88"/>
                        <a:pt x="172" y="88"/>
                      </a:cubicBezTo>
                      <a:cubicBezTo>
                        <a:pt x="183" y="88"/>
                        <a:pt x="192" y="79"/>
                        <a:pt x="192" y="68"/>
                      </a:cubicBezTo>
                      <a:cubicBezTo>
                        <a:pt x="192" y="0"/>
                        <a:pt x="192" y="0"/>
                        <a:pt x="192" y="0"/>
                      </a:cubicBezTo>
                      <a:cubicBezTo>
                        <a:pt x="0" y="0"/>
                        <a:pt x="0" y="0"/>
                        <a:pt x="0" y="0"/>
                      </a:cubicBezTo>
                      <a:lnTo>
                        <a:pt x="0" y="68"/>
                      </a:lnTo>
                      <a:close/>
                      <a:moveTo>
                        <a:pt x="36" y="16"/>
                      </a:moveTo>
                      <a:cubicBezTo>
                        <a:pt x="156" y="16"/>
                        <a:pt x="156" y="16"/>
                        <a:pt x="156" y="16"/>
                      </a:cubicBezTo>
                      <a:cubicBezTo>
                        <a:pt x="158" y="16"/>
                        <a:pt x="160" y="18"/>
                        <a:pt x="160" y="20"/>
                      </a:cubicBezTo>
                      <a:cubicBezTo>
                        <a:pt x="160" y="22"/>
                        <a:pt x="158" y="24"/>
                        <a:pt x="156" y="24"/>
                      </a:cubicBezTo>
                      <a:cubicBezTo>
                        <a:pt x="36" y="24"/>
                        <a:pt x="36" y="24"/>
                        <a:pt x="36" y="24"/>
                      </a:cubicBezTo>
                      <a:cubicBezTo>
                        <a:pt x="34" y="24"/>
                        <a:pt x="32" y="22"/>
                        <a:pt x="32" y="20"/>
                      </a:cubicBezTo>
                      <a:cubicBezTo>
                        <a:pt x="32" y="18"/>
                        <a:pt x="34" y="16"/>
                        <a:pt x="36" y="16"/>
                      </a:cubicBezTo>
                      <a:close/>
                      <a:moveTo>
                        <a:pt x="36" y="40"/>
                      </a:moveTo>
                      <a:cubicBezTo>
                        <a:pt x="156" y="40"/>
                        <a:pt x="156" y="40"/>
                        <a:pt x="156" y="40"/>
                      </a:cubicBezTo>
                      <a:cubicBezTo>
                        <a:pt x="158" y="40"/>
                        <a:pt x="160" y="42"/>
                        <a:pt x="160" y="44"/>
                      </a:cubicBezTo>
                      <a:cubicBezTo>
                        <a:pt x="160" y="46"/>
                        <a:pt x="158" y="48"/>
                        <a:pt x="156" y="48"/>
                      </a:cubicBezTo>
                      <a:cubicBezTo>
                        <a:pt x="36" y="48"/>
                        <a:pt x="36" y="48"/>
                        <a:pt x="36" y="48"/>
                      </a:cubicBezTo>
                      <a:cubicBezTo>
                        <a:pt x="34" y="48"/>
                        <a:pt x="32" y="46"/>
                        <a:pt x="32" y="44"/>
                      </a:cubicBezTo>
                      <a:cubicBezTo>
                        <a:pt x="32" y="42"/>
                        <a:pt x="34" y="40"/>
                        <a:pt x="36" y="4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lumMod val="50000"/>
                      </a:schemeClr>
                    </a:solidFill>
                  </a:endParaRPr>
                </a:p>
              </p:txBody>
            </p:sp>
          </p:grpSp>
        </p:grpSp>
        <p:sp>
          <p:nvSpPr>
            <p:cNvPr id="27" name="TextBox 9"/>
            <p:cNvSpPr txBox="1"/>
            <p:nvPr/>
          </p:nvSpPr>
          <p:spPr>
            <a:xfrm>
              <a:off x="2070023" y="4860159"/>
              <a:ext cx="1762146" cy="1107996"/>
            </a:xfrm>
            <a:prstGeom prst="rect">
              <a:avLst/>
            </a:prstGeom>
            <a:noFill/>
          </p:spPr>
          <p:txBody>
            <a:bodyPr wrap="square" rtlCol="0">
              <a:spAutoFit/>
            </a:bodyPr>
            <a:lstStyle/>
            <a:p>
              <a:pPr>
                <a:lnSpc>
                  <a:spcPct val="150000"/>
                </a:lnSpc>
                <a:buClr>
                  <a:srgbClr val="CC0099"/>
                </a:buClr>
              </a:pPr>
              <a:r>
                <a:rPr lang="en-US" altLang="zh-CN" sz="1100" dirty="0">
                  <a:solidFill>
                    <a:schemeClr val="bg1">
                      <a:lumMod val="50000"/>
                    </a:schemeClr>
                  </a:solidFill>
                </a:rPr>
                <a:t>You can click here to enter you text. You can click here to enter you text. You can click here to enter you text.</a:t>
              </a:r>
            </a:p>
          </p:txBody>
        </p:sp>
        <p:sp>
          <p:nvSpPr>
            <p:cNvPr id="28" name="矩形 27"/>
            <p:cNvSpPr/>
            <p:nvPr/>
          </p:nvSpPr>
          <p:spPr>
            <a:xfrm>
              <a:off x="1585731" y="4425151"/>
              <a:ext cx="2669777" cy="369332"/>
            </a:xfrm>
            <a:prstGeom prst="rect">
              <a:avLst/>
            </a:prstGeom>
            <a:noFill/>
          </p:spPr>
          <p:txBody>
            <a:bodyPr wrap="square">
              <a:spAutoFit/>
            </a:bodyPr>
            <a:lstStyle/>
            <a:p>
              <a:pPr algn="ctr"/>
              <a:r>
                <a:rPr lang="en-US" altLang="zh-CN" b="1" dirty="0">
                  <a:solidFill>
                    <a:schemeClr val="bg1">
                      <a:lumMod val="50000"/>
                    </a:schemeClr>
                  </a:solidFill>
                </a:rPr>
                <a:t>TEXT  HERE</a:t>
              </a:r>
              <a:endParaRPr lang="zh-CN" altLang="en-US" b="1" dirty="0">
                <a:solidFill>
                  <a:schemeClr val="bg1">
                    <a:lumMod val="50000"/>
                  </a:schemeClr>
                </a:solidFill>
              </a:endParaRPr>
            </a:p>
          </p:txBody>
        </p:sp>
        <p:sp>
          <p:nvSpPr>
            <p:cNvPr id="29" name="TextBox 11"/>
            <p:cNvSpPr txBox="1"/>
            <p:nvPr/>
          </p:nvSpPr>
          <p:spPr>
            <a:xfrm>
              <a:off x="4246095" y="4860163"/>
              <a:ext cx="1762146" cy="1107996"/>
            </a:xfrm>
            <a:prstGeom prst="rect">
              <a:avLst/>
            </a:prstGeom>
            <a:noFill/>
          </p:spPr>
          <p:txBody>
            <a:bodyPr wrap="square" rtlCol="0">
              <a:spAutoFit/>
            </a:bodyPr>
            <a:lstStyle/>
            <a:p>
              <a:pPr>
                <a:lnSpc>
                  <a:spcPct val="150000"/>
                </a:lnSpc>
                <a:buClr>
                  <a:srgbClr val="CC0099"/>
                </a:buClr>
              </a:pPr>
              <a:r>
                <a:rPr lang="en-US" altLang="zh-CN" sz="1100" dirty="0">
                  <a:solidFill>
                    <a:schemeClr val="bg1">
                      <a:lumMod val="50000"/>
                    </a:schemeClr>
                  </a:solidFill>
                </a:rPr>
                <a:t>You can click here to enter you text. You can click here to enter you text. You can click here to enter you text.</a:t>
              </a:r>
            </a:p>
          </p:txBody>
        </p:sp>
        <p:sp>
          <p:nvSpPr>
            <p:cNvPr id="30" name="矩形 29"/>
            <p:cNvSpPr/>
            <p:nvPr/>
          </p:nvSpPr>
          <p:spPr>
            <a:xfrm>
              <a:off x="3727513" y="4425155"/>
              <a:ext cx="2669777" cy="369332"/>
            </a:xfrm>
            <a:prstGeom prst="rect">
              <a:avLst/>
            </a:prstGeom>
            <a:noFill/>
          </p:spPr>
          <p:txBody>
            <a:bodyPr wrap="square">
              <a:spAutoFit/>
            </a:bodyPr>
            <a:lstStyle/>
            <a:p>
              <a:pPr algn="ctr"/>
              <a:r>
                <a:rPr lang="en-US" altLang="zh-CN" b="1" dirty="0">
                  <a:solidFill>
                    <a:schemeClr val="bg1">
                      <a:lumMod val="50000"/>
                    </a:schemeClr>
                  </a:solidFill>
                </a:rPr>
                <a:t>TEXT  HERE</a:t>
              </a:r>
              <a:endParaRPr lang="zh-CN" altLang="en-US" b="1" dirty="0">
                <a:solidFill>
                  <a:schemeClr val="bg1">
                    <a:lumMod val="50000"/>
                  </a:schemeClr>
                </a:solidFill>
              </a:endParaRPr>
            </a:p>
          </p:txBody>
        </p:sp>
        <p:sp>
          <p:nvSpPr>
            <p:cNvPr id="31" name="TextBox 13"/>
            <p:cNvSpPr txBox="1"/>
            <p:nvPr/>
          </p:nvSpPr>
          <p:spPr>
            <a:xfrm>
              <a:off x="6387877" y="4860159"/>
              <a:ext cx="1762146" cy="1107996"/>
            </a:xfrm>
            <a:prstGeom prst="rect">
              <a:avLst/>
            </a:prstGeom>
            <a:noFill/>
          </p:spPr>
          <p:txBody>
            <a:bodyPr wrap="square" rtlCol="0">
              <a:spAutoFit/>
            </a:bodyPr>
            <a:lstStyle/>
            <a:p>
              <a:pPr>
                <a:lnSpc>
                  <a:spcPct val="150000"/>
                </a:lnSpc>
                <a:buClr>
                  <a:srgbClr val="CC0099"/>
                </a:buClr>
              </a:pPr>
              <a:r>
                <a:rPr lang="en-US" altLang="zh-CN" sz="1100" dirty="0">
                  <a:solidFill>
                    <a:schemeClr val="bg1">
                      <a:lumMod val="50000"/>
                    </a:schemeClr>
                  </a:solidFill>
                </a:rPr>
                <a:t>You can click here to enter you text. You can click here to enter you text. You can click here to enter you text.</a:t>
              </a:r>
            </a:p>
          </p:txBody>
        </p:sp>
        <p:sp>
          <p:nvSpPr>
            <p:cNvPr id="32" name="矩形 31"/>
            <p:cNvSpPr/>
            <p:nvPr/>
          </p:nvSpPr>
          <p:spPr>
            <a:xfrm>
              <a:off x="5903585" y="4425151"/>
              <a:ext cx="2669777" cy="369332"/>
            </a:xfrm>
            <a:prstGeom prst="rect">
              <a:avLst/>
            </a:prstGeom>
            <a:noFill/>
          </p:spPr>
          <p:txBody>
            <a:bodyPr wrap="square">
              <a:spAutoFit/>
            </a:bodyPr>
            <a:lstStyle/>
            <a:p>
              <a:pPr algn="ctr"/>
              <a:r>
                <a:rPr lang="en-US" altLang="zh-CN" b="1" dirty="0">
                  <a:solidFill>
                    <a:schemeClr val="bg1">
                      <a:lumMod val="50000"/>
                    </a:schemeClr>
                  </a:solidFill>
                </a:rPr>
                <a:t>TEXT  HERE</a:t>
              </a:r>
              <a:endParaRPr lang="zh-CN" altLang="en-US" b="1" dirty="0">
                <a:solidFill>
                  <a:schemeClr val="bg1">
                    <a:lumMod val="50000"/>
                  </a:schemeClr>
                </a:solidFill>
              </a:endParaRPr>
            </a:p>
          </p:txBody>
        </p:sp>
        <p:grpSp>
          <p:nvGrpSpPr>
            <p:cNvPr id="48" name="组合 47"/>
            <p:cNvGrpSpPr/>
            <p:nvPr/>
          </p:nvGrpSpPr>
          <p:grpSpPr>
            <a:xfrm>
              <a:off x="8573362" y="2377125"/>
              <a:ext cx="1749163" cy="2029031"/>
              <a:chOff x="3995936" y="1038814"/>
              <a:chExt cx="1179441" cy="1368152"/>
            </a:xfrm>
          </p:grpSpPr>
          <p:sp>
            <p:nvSpPr>
              <p:cNvPr id="49" name="六边形 48"/>
              <p:cNvSpPr/>
              <p:nvPr/>
            </p:nvSpPr>
            <p:spPr>
              <a:xfrm rot="5400000">
                <a:off x="3901581" y="1133169"/>
                <a:ext cx="1368152" cy="1179441"/>
              </a:xfrm>
              <a:prstGeom prst="hexagon">
                <a:avLst/>
              </a:prstGeom>
              <a:solidFill>
                <a:srgbClr val="05156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nvGrpSpPr>
              <p:cNvPr id="50" name="组合 49"/>
              <p:cNvGrpSpPr/>
              <p:nvPr/>
            </p:nvGrpSpPr>
            <p:grpSpPr>
              <a:xfrm>
                <a:off x="4315782" y="1508577"/>
                <a:ext cx="539750" cy="428626"/>
                <a:chOff x="1895475" y="3244850"/>
                <a:chExt cx="539750" cy="428626"/>
              </a:xfrm>
            </p:grpSpPr>
            <p:sp>
              <p:nvSpPr>
                <p:cNvPr id="51" name="Freeform 37"/>
                <p:cNvSpPr>
                  <a:spLocks/>
                </p:cNvSpPr>
                <p:nvPr/>
              </p:nvSpPr>
              <p:spPr bwMode="auto">
                <a:xfrm>
                  <a:off x="2359025" y="3492500"/>
                  <a:ext cx="76200" cy="157163"/>
                </a:xfrm>
                <a:custGeom>
                  <a:avLst/>
                  <a:gdLst>
                    <a:gd name="T0" fmla="*/ 0 w 27"/>
                    <a:gd name="T1" fmla="*/ 56 h 56"/>
                    <a:gd name="T2" fmla="*/ 23 w 27"/>
                    <a:gd name="T3" fmla="*/ 56 h 56"/>
                    <a:gd name="T4" fmla="*/ 27 w 27"/>
                    <a:gd name="T5" fmla="*/ 52 h 56"/>
                    <a:gd name="T6" fmla="*/ 27 w 27"/>
                    <a:gd name="T7" fmla="*/ 0 h 56"/>
                    <a:gd name="T8" fmla="*/ 0 w 27"/>
                    <a:gd name="T9" fmla="*/ 56 h 56"/>
                  </a:gdLst>
                  <a:ahLst/>
                  <a:cxnLst>
                    <a:cxn ang="0">
                      <a:pos x="T0" y="T1"/>
                    </a:cxn>
                    <a:cxn ang="0">
                      <a:pos x="T2" y="T3"/>
                    </a:cxn>
                    <a:cxn ang="0">
                      <a:pos x="T4" y="T5"/>
                    </a:cxn>
                    <a:cxn ang="0">
                      <a:pos x="T6" y="T7"/>
                    </a:cxn>
                    <a:cxn ang="0">
                      <a:pos x="T8" y="T9"/>
                    </a:cxn>
                  </a:cxnLst>
                  <a:rect l="0" t="0" r="r" b="b"/>
                  <a:pathLst>
                    <a:path w="27" h="56">
                      <a:moveTo>
                        <a:pt x="0" y="56"/>
                      </a:moveTo>
                      <a:cubicBezTo>
                        <a:pt x="23" y="56"/>
                        <a:pt x="23" y="56"/>
                        <a:pt x="23" y="56"/>
                      </a:cubicBezTo>
                      <a:cubicBezTo>
                        <a:pt x="25" y="56"/>
                        <a:pt x="27" y="54"/>
                        <a:pt x="27" y="52"/>
                      </a:cubicBezTo>
                      <a:cubicBezTo>
                        <a:pt x="27" y="0"/>
                        <a:pt x="27" y="0"/>
                        <a:pt x="27" y="0"/>
                      </a:cubicBezTo>
                      <a:cubicBezTo>
                        <a:pt x="27" y="22"/>
                        <a:pt x="17" y="43"/>
                        <a:pt x="0" y="5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lumMod val="50000"/>
                      </a:schemeClr>
                    </a:solidFill>
                  </a:endParaRPr>
                </a:p>
              </p:txBody>
            </p:sp>
            <p:sp>
              <p:nvSpPr>
                <p:cNvPr id="52" name="Freeform 38"/>
                <p:cNvSpPr>
                  <a:spLocks noEditPoints="1"/>
                </p:cNvSpPr>
                <p:nvPr/>
              </p:nvSpPr>
              <p:spPr bwMode="auto">
                <a:xfrm>
                  <a:off x="1895475" y="3244850"/>
                  <a:ext cx="539750" cy="404813"/>
                </a:xfrm>
                <a:custGeom>
                  <a:avLst/>
                  <a:gdLst>
                    <a:gd name="T0" fmla="*/ 188 w 192"/>
                    <a:gd name="T1" fmla="*/ 24 h 144"/>
                    <a:gd name="T2" fmla="*/ 167 w 192"/>
                    <a:gd name="T3" fmla="*/ 24 h 144"/>
                    <a:gd name="T4" fmla="*/ 156 w 192"/>
                    <a:gd name="T5" fmla="*/ 2 h 144"/>
                    <a:gd name="T6" fmla="*/ 152 w 192"/>
                    <a:gd name="T7" fmla="*/ 0 h 144"/>
                    <a:gd name="T8" fmla="*/ 88 w 192"/>
                    <a:gd name="T9" fmla="*/ 0 h 144"/>
                    <a:gd name="T10" fmla="*/ 85 w 192"/>
                    <a:gd name="T11" fmla="*/ 2 h 144"/>
                    <a:gd name="T12" fmla="*/ 74 w 192"/>
                    <a:gd name="T13" fmla="*/ 24 h 144"/>
                    <a:gd name="T14" fmla="*/ 64 w 192"/>
                    <a:gd name="T15" fmla="*/ 24 h 144"/>
                    <a:gd name="T16" fmla="*/ 64 w 192"/>
                    <a:gd name="T17" fmla="*/ 24 h 144"/>
                    <a:gd name="T18" fmla="*/ 56 w 192"/>
                    <a:gd name="T19" fmla="*/ 24 h 144"/>
                    <a:gd name="T20" fmla="*/ 56 w 192"/>
                    <a:gd name="T21" fmla="*/ 24 h 144"/>
                    <a:gd name="T22" fmla="*/ 24 w 192"/>
                    <a:gd name="T23" fmla="*/ 24 h 144"/>
                    <a:gd name="T24" fmla="*/ 24 w 192"/>
                    <a:gd name="T25" fmla="*/ 24 h 144"/>
                    <a:gd name="T26" fmla="*/ 16 w 192"/>
                    <a:gd name="T27" fmla="*/ 24 h 144"/>
                    <a:gd name="T28" fmla="*/ 16 w 192"/>
                    <a:gd name="T29" fmla="*/ 24 h 144"/>
                    <a:gd name="T30" fmla="*/ 4 w 192"/>
                    <a:gd name="T31" fmla="*/ 24 h 144"/>
                    <a:gd name="T32" fmla="*/ 0 w 192"/>
                    <a:gd name="T33" fmla="*/ 28 h 144"/>
                    <a:gd name="T34" fmla="*/ 0 w 192"/>
                    <a:gd name="T35" fmla="*/ 140 h 144"/>
                    <a:gd name="T36" fmla="*/ 4 w 192"/>
                    <a:gd name="T37" fmla="*/ 144 h 144"/>
                    <a:gd name="T38" fmla="*/ 75 w 192"/>
                    <a:gd name="T39" fmla="*/ 144 h 144"/>
                    <a:gd name="T40" fmla="*/ 48 w 192"/>
                    <a:gd name="T41" fmla="*/ 88 h 144"/>
                    <a:gd name="T42" fmla="*/ 120 w 192"/>
                    <a:gd name="T43" fmla="*/ 16 h 144"/>
                    <a:gd name="T44" fmla="*/ 192 w 192"/>
                    <a:gd name="T45" fmla="*/ 88 h 144"/>
                    <a:gd name="T46" fmla="*/ 192 w 192"/>
                    <a:gd name="T47" fmla="*/ 28 h 144"/>
                    <a:gd name="T48" fmla="*/ 188 w 192"/>
                    <a:gd name="T49" fmla="*/ 24 h 144"/>
                    <a:gd name="T50" fmla="*/ 36 w 192"/>
                    <a:gd name="T51" fmla="*/ 56 h 144"/>
                    <a:gd name="T52" fmla="*/ 20 w 192"/>
                    <a:gd name="T53" fmla="*/ 56 h 144"/>
                    <a:gd name="T54" fmla="*/ 16 w 192"/>
                    <a:gd name="T55" fmla="*/ 52 h 144"/>
                    <a:gd name="T56" fmla="*/ 20 w 192"/>
                    <a:gd name="T57" fmla="*/ 48 h 144"/>
                    <a:gd name="T58" fmla="*/ 36 w 192"/>
                    <a:gd name="T59" fmla="*/ 48 h 144"/>
                    <a:gd name="T60" fmla="*/ 40 w 192"/>
                    <a:gd name="T61" fmla="*/ 52 h 144"/>
                    <a:gd name="T62" fmla="*/ 36 w 192"/>
                    <a:gd name="T63" fmla="*/ 5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2" h="144">
                      <a:moveTo>
                        <a:pt x="188" y="24"/>
                      </a:moveTo>
                      <a:cubicBezTo>
                        <a:pt x="167" y="24"/>
                        <a:pt x="167" y="24"/>
                        <a:pt x="167" y="24"/>
                      </a:cubicBezTo>
                      <a:cubicBezTo>
                        <a:pt x="156" y="2"/>
                        <a:pt x="156" y="2"/>
                        <a:pt x="156" y="2"/>
                      </a:cubicBezTo>
                      <a:cubicBezTo>
                        <a:pt x="155" y="1"/>
                        <a:pt x="154" y="0"/>
                        <a:pt x="152" y="0"/>
                      </a:cubicBezTo>
                      <a:cubicBezTo>
                        <a:pt x="88" y="0"/>
                        <a:pt x="88" y="0"/>
                        <a:pt x="88" y="0"/>
                      </a:cubicBezTo>
                      <a:cubicBezTo>
                        <a:pt x="87" y="0"/>
                        <a:pt x="85" y="1"/>
                        <a:pt x="85" y="2"/>
                      </a:cubicBezTo>
                      <a:cubicBezTo>
                        <a:pt x="74" y="24"/>
                        <a:pt x="74" y="24"/>
                        <a:pt x="74" y="24"/>
                      </a:cubicBezTo>
                      <a:cubicBezTo>
                        <a:pt x="64" y="24"/>
                        <a:pt x="64" y="24"/>
                        <a:pt x="64" y="24"/>
                      </a:cubicBezTo>
                      <a:cubicBezTo>
                        <a:pt x="64" y="24"/>
                        <a:pt x="64" y="24"/>
                        <a:pt x="64" y="24"/>
                      </a:cubicBezTo>
                      <a:cubicBezTo>
                        <a:pt x="56" y="24"/>
                        <a:pt x="56" y="24"/>
                        <a:pt x="56" y="24"/>
                      </a:cubicBezTo>
                      <a:cubicBezTo>
                        <a:pt x="56" y="24"/>
                        <a:pt x="56" y="24"/>
                        <a:pt x="56" y="24"/>
                      </a:cubicBezTo>
                      <a:cubicBezTo>
                        <a:pt x="24" y="24"/>
                        <a:pt x="24" y="24"/>
                        <a:pt x="24" y="24"/>
                      </a:cubicBezTo>
                      <a:cubicBezTo>
                        <a:pt x="24" y="24"/>
                        <a:pt x="24" y="24"/>
                        <a:pt x="24" y="24"/>
                      </a:cubicBezTo>
                      <a:cubicBezTo>
                        <a:pt x="16" y="24"/>
                        <a:pt x="16" y="24"/>
                        <a:pt x="16" y="24"/>
                      </a:cubicBezTo>
                      <a:cubicBezTo>
                        <a:pt x="16" y="24"/>
                        <a:pt x="16" y="24"/>
                        <a:pt x="16" y="24"/>
                      </a:cubicBezTo>
                      <a:cubicBezTo>
                        <a:pt x="4" y="24"/>
                        <a:pt x="4" y="24"/>
                        <a:pt x="4" y="24"/>
                      </a:cubicBezTo>
                      <a:cubicBezTo>
                        <a:pt x="2" y="24"/>
                        <a:pt x="0" y="26"/>
                        <a:pt x="0" y="28"/>
                      </a:cubicBezTo>
                      <a:cubicBezTo>
                        <a:pt x="0" y="140"/>
                        <a:pt x="0" y="140"/>
                        <a:pt x="0" y="140"/>
                      </a:cubicBezTo>
                      <a:cubicBezTo>
                        <a:pt x="0" y="142"/>
                        <a:pt x="2" y="144"/>
                        <a:pt x="4" y="144"/>
                      </a:cubicBezTo>
                      <a:cubicBezTo>
                        <a:pt x="75" y="144"/>
                        <a:pt x="75" y="144"/>
                        <a:pt x="75" y="144"/>
                      </a:cubicBezTo>
                      <a:cubicBezTo>
                        <a:pt x="59" y="131"/>
                        <a:pt x="48" y="110"/>
                        <a:pt x="48" y="88"/>
                      </a:cubicBezTo>
                      <a:cubicBezTo>
                        <a:pt x="48" y="48"/>
                        <a:pt x="80" y="16"/>
                        <a:pt x="120" y="16"/>
                      </a:cubicBezTo>
                      <a:cubicBezTo>
                        <a:pt x="160" y="16"/>
                        <a:pt x="192" y="48"/>
                        <a:pt x="192" y="88"/>
                      </a:cubicBezTo>
                      <a:cubicBezTo>
                        <a:pt x="192" y="28"/>
                        <a:pt x="192" y="28"/>
                        <a:pt x="192" y="28"/>
                      </a:cubicBezTo>
                      <a:cubicBezTo>
                        <a:pt x="192" y="26"/>
                        <a:pt x="190" y="24"/>
                        <a:pt x="188" y="24"/>
                      </a:cubicBezTo>
                      <a:close/>
                      <a:moveTo>
                        <a:pt x="36" y="56"/>
                      </a:moveTo>
                      <a:cubicBezTo>
                        <a:pt x="20" y="56"/>
                        <a:pt x="20" y="56"/>
                        <a:pt x="20" y="56"/>
                      </a:cubicBezTo>
                      <a:cubicBezTo>
                        <a:pt x="18" y="56"/>
                        <a:pt x="16" y="54"/>
                        <a:pt x="16" y="52"/>
                      </a:cubicBezTo>
                      <a:cubicBezTo>
                        <a:pt x="16" y="50"/>
                        <a:pt x="18" y="48"/>
                        <a:pt x="20" y="48"/>
                      </a:cubicBezTo>
                      <a:cubicBezTo>
                        <a:pt x="36" y="48"/>
                        <a:pt x="36" y="48"/>
                        <a:pt x="36" y="48"/>
                      </a:cubicBezTo>
                      <a:cubicBezTo>
                        <a:pt x="38" y="48"/>
                        <a:pt x="40" y="50"/>
                        <a:pt x="40" y="52"/>
                      </a:cubicBezTo>
                      <a:cubicBezTo>
                        <a:pt x="40" y="54"/>
                        <a:pt x="38" y="56"/>
                        <a:pt x="36" y="5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lumMod val="50000"/>
                      </a:schemeClr>
                    </a:solidFill>
                  </a:endParaRPr>
                </a:p>
              </p:txBody>
            </p:sp>
            <p:sp>
              <p:nvSpPr>
                <p:cNvPr id="53" name="Freeform 39"/>
                <p:cNvSpPr>
                  <a:spLocks/>
                </p:cNvSpPr>
                <p:nvPr/>
              </p:nvSpPr>
              <p:spPr bwMode="auto">
                <a:xfrm>
                  <a:off x="1939925" y="3268663"/>
                  <a:ext cx="134938" cy="22225"/>
                </a:xfrm>
                <a:custGeom>
                  <a:avLst/>
                  <a:gdLst>
                    <a:gd name="T0" fmla="*/ 48 w 48"/>
                    <a:gd name="T1" fmla="*/ 4 h 8"/>
                    <a:gd name="T2" fmla="*/ 44 w 48"/>
                    <a:gd name="T3" fmla="*/ 0 h 8"/>
                    <a:gd name="T4" fmla="*/ 4 w 48"/>
                    <a:gd name="T5" fmla="*/ 0 h 8"/>
                    <a:gd name="T6" fmla="*/ 0 w 48"/>
                    <a:gd name="T7" fmla="*/ 4 h 8"/>
                    <a:gd name="T8" fmla="*/ 0 w 48"/>
                    <a:gd name="T9" fmla="*/ 8 h 8"/>
                    <a:gd name="T10" fmla="*/ 48 w 48"/>
                    <a:gd name="T11" fmla="*/ 8 h 8"/>
                    <a:gd name="T12" fmla="*/ 48 w 48"/>
                    <a:gd name="T13" fmla="*/ 4 h 8"/>
                  </a:gdLst>
                  <a:ahLst/>
                  <a:cxnLst>
                    <a:cxn ang="0">
                      <a:pos x="T0" y="T1"/>
                    </a:cxn>
                    <a:cxn ang="0">
                      <a:pos x="T2" y="T3"/>
                    </a:cxn>
                    <a:cxn ang="0">
                      <a:pos x="T4" y="T5"/>
                    </a:cxn>
                    <a:cxn ang="0">
                      <a:pos x="T6" y="T7"/>
                    </a:cxn>
                    <a:cxn ang="0">
                      <a:pos x="T8" y="T9"/>
                    </a:cxn>
                    <a:cxn ang="0">
                      <a:pos x="T10" y="T11"/>
                    </a:cxn>
                    <a:cxn ang="0">
                      <a:pos x="T12" y="T13"/>
                    </a:cxn>
                  </a:cxnLst>
                  <a:rect l="0" t="0" r="r" b="b"/>
                  <a:pathLst>
                    <a:path w="48" h="8">
                      <a:moveTo>
                        <a:pt x="48" y="4"/>
                      </a:moveTo>
                      <a:cubicBezTo>
                        <a:pt x="48" y="2"/>
                        <a:pt x="46" y="0"/>
                        <a:pt x="44" y="0"/>
                      </a:cubicBezTo>
                      <a:cubicBezTo>
                        <a:pt x="4" y="0"/>
                        <a:pt x="4" y="0"/>
                        <a:pt x="4" y="0"/>
                      </a:cubicBezTo>
                      <a:cubicBezTo>
                        <a:pt x="2" y="0"/>
                        <a:pt x="0" y="2"/>
                        <a:pt x="0" y="4"/>
                      </a:cubicBezTo>
                      <a:cubicBezTo>
                        <a:pt x="0" y="8"/>
                        <a:pt x="0" y="8"/>
                        <a:pt x="0" y="8"/>
                      </a:cubicBezTo>
                      <a:cubicBezTo>
                        <a:pt x="48" y="8"/>
                        <a:pt x="48" y="8"/>
                        <a:pt x="48" y="8"/>
                      </a:cubicBezTo>
                      <a:lnTo>
                        <a:pt x="48"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lumMod val="50000"/>
                      </a:schemeClr>
                    </a:solidFill>
                  </a:endParaRPr>
                </a:p>
              </p:txBody>
            </p:sp>
            <p:sp>
              <p:nvSpPr>
                <p:cNvPr id="54" name="Freeform 40"/>
                <p:cNvSpPr>
                  <a:spLocks noEditPoints="1"/>
                </p:cNvSpPr>
                <p:nvPr/>
              </p:nvSpPr>
              <p:spPr bwMode="auto">
                <a:xfrm>
                  <a:off x="2120900" y="3379788"/>
                  <a:ext cx="225425" cy="225425"/>
                </a:xfrm>
                <a:custGeom>
                  <a:avLst/>
                  <a:gdLst>
                    <a:gd name="T0" fmla="*/ 40 w 80"/>
                    <a:gd name="T1" fmla="*/ 0 h 80"/>
                    <a:gd name="T2" fmla="*/ 0 w 80"/>
                    <a:gd name="T3" fmla="*/ 40 h 80"/>
                    <a:gd name="T4" fmla="*/ 40 w 80"/>
                    <a:gd name="T5" fmla="*/ 80 h 80"/>
                    <a:gd name="T6" fmla="*/ 80 w 80"/>
                    <a:gd name="T7" fmla="*/ 40 h 80"/>
                    <a:gd name="T8" fmla="*/ 40 w 80"/>
                    <a:gd name="T9" fmla="*/ 0 h 80"/>
                    <a:gd name="T10" fmla="*/ 37 w 80"/>
                    <a:gd name="T11" fmla="*/ 24 h 80"/>
                    <a:gd name="T12" fmla="*/ 24 w 80"/>
                    <a:gd name="T13" fmla="*/ 37 h 80"/>
                    <a:gd name="T14" fmla="*/ 21 w 80"/>
                    <a:gd name="T15" fmla="*/ 40 h 80"/>
                    <a:gd name="T16" fmla="*/ 20 w 80"/>
                    <a:gd name="T17" fmla="*/ 40 h 80"/>
                    <a:gd name="T18" fmla="*/ 17 w 80"/>
                    <a:gd name="T19" fmla="*/ 35 h 80"/>
                    <a:gd name="T20" fmla="*/ 35 w 80"/>
                    <a:gd name="T21" fmla="*/ 16 h 80"/>
                    <a:gd name="T22" fmla="*/ 40 w 80"/>
                    <a:gd name="T23" fmla="*/ 19 h 80"/>
                    <a:gd name="T24" fmla="*/ 37 w 80"/>
                    <a:gd name="T25" fmla="*/ 2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0" h="80">
                      <a:moveTo>
                        <a:pt x="40" y="0"/>
                      </a:moveTo>
                      <a:cubicBezTo>
                        <a:pt x="18" y="0"/>
                        <a:pt x="0" y="18"/>
                        <a:pt x="0" y="40"/>
                      </a:cubicBezTo>
                      <a:cubicBezTo>
                        <a:pt x="0" y="62"/>
                        <a:pt x="18" y="80"/>
                        <a:pt x="40" y="80"/>
                      </a:cubicBezTo>
                      <a:cubicBezTo>
                        <a:pt x="62" y="80"/>
                        <a:pt x="80" y="62"/>
                        <a:pt x="80" y="40"/>
                      </a:cubicBezTo>
                      <a:cubicBezTo>
                        <a:pt x="80" y="18"/>
                        <a:pt x="62" y="0"/>
                        <a:pt x="40" y="0"/>
                      </a:cubicBezTo>
                      <a:close/>
                      <a:moveTo>
                        <a:pt x="37" y="24"/>
                      </a:moveTo>
                      <a:cubicBezTo>
                        <a:pt x="31" y="25"/>
                        <a:pt x="26" y="30"/>
                        <a:pt x="24" y="37"/>
                      </a:cubicBezTo>
                      <a:cubicBezTo>
                        <a:pt x="24" y="39"/>
                        <a:pt x="22" y="40"/>
                        <a:pt x="21" y="40"/>
                      </a:cubicBezTo>
                      <a:cubicBezTo>
                        <a:pt x="20" y="40"/>
                        <a:pt x="20" y="40"/>
                        <a:pt x="20" y="40"/>
                      </a:cubicBezTo>
                      <a:cubicBezTo>
                        <a:pt x="18" y="39"/>
                        <a:pt x="16" y="37"/>
                        <a:pt x="17" y="35"/>
                      </a:cubicBezTo>
                      <a:cubicBezTo>
                        <a:pt x="19" y="26"/>
                        <a:pt x="26" y="18"/>
                        <a:pt x="35" y="16"/>
                      </a:cubicBezTo>
                      <a:cubicBezTo>
                        <a:pt x="37" y="16"/>
                        <a:pt x="40" y="17"/>
                        <a:pt x="40" y="19"/>
                      </a:cubicBezTo>
                      <a:cubicBezTo>
                        <a:pt x="40" y="22"/>
                        <a:pt x="39" y="24"/>
                        <a:pt x="37" y="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lumMod val="50000"/>
                      </a:schemeClr>
                    </a:solidFill>
                  </a:endParaRPr>
                </a:p>
              </p:txBody>
            </p:sp>
            <p:sp>
              <p:nvSpPr>
                <p:cNvPr id="55" name="Freeform 41"/>
                <p:cNvSpPr>
                  <a:spLocks noEditPoints="1"/>
                </p:cNvSpPr>
                <p:nvPr/>
              </p:nvSpPr>
              <p:spPr bwMode="auto">
                <a:xfrm>
                  <a:off x="2052638" y="3313113"/>
                  <a:ext cx="360363" cy="360363"/>
                </a:xfrm>
                <a:custGeom>
                  <a:avLst/>
                  <a:gdLst>
                    <a:gd name="T0" fmla="*/ 114 w 128"/>
                    <a:gd name="T1" fmla="*/ 104 h 128"/>
                    <a:gd name="T2" fmla="*/ 117 w 128"/>
                    <a:gd name="T3" fmla="*/ 100 h 128"/>
                    <a:gd name="T4" fmla="*/ 119 w 128"/>
                    <a:gd name="T5" fmla="*/ 97 h 128"/>
                    <a:gd name="T6" fmla="*/ 121 w 128"/>
                    <a:gd name="T7" fmla="*/ 93 h 128"/>
                    <a:gd name="T8" fmla="*/ 123 w 128"/>
                    <a:gd name="T9" fmla="*/ 89 h 128"/>
                    <a:gd name="T10" fmla="*/ 124 w 128"/>
                    <a:gd name="T11" fmla="*/ 85 h 128"/>
                    <a:gd name="T12" fmla="*/ 126 w 128"/>
                    <a:gd name="T13" fmla="*/ 82 h 128"/>
                    <a:gd name="T14" fmla="*/ 126 w 128"/>
                    <a:gd name="T15" fmla="*/ 80 h 128"/>
                    <a:gd name="T16" fmla="*/ 126 w 128"/>
                    <a:gd name="T17" fmla="*/ 79 h 128"/>
                    <a:gd name="T18" fmla="*/ 127 w 128"/>
                    <a:gd name="T19" fmla="*/ 77 h 128"/>
                    <a:gd name="T20" fmla="*/ 127 w 128"/>
                    <a:gd name="T21" fmla="*/ 74 h 128"/>
                    <a:gd name="T22" fmla="*/ 128 w 128"/>
                    <a:gd name="T23" fmla="*/ 72 h 128"/>
                    <a:gd name="T24" fmla="*/ 128 w 128"/>
                    <a:gd name="T25" fmla="*/ 69 h 128"/>
                    <a:gd name="T26" fmla="*/ 128 w 128"/>
                    <a:gd name="T27" fmla="*/ 68 h 128"/>
                    <a:gd name="T28" fmla="*/ 128 w 128"/>
                    <a:gd name="T29" fmla="*/ 64 h 128"/>
                    <a:gd name="T30" fmla="*/ 64 w 128"/>
                    <a:gd name="T31" fmla="*/ 0 h 128"/>
                    <a:gd name="T32" fmla="*/ 0 w 128"/>
                    <a:gd name="T33" fmla="*/ 64 h 128"/>
                    <a:gd name="T34" fmla="*/ 0 w 128"/>
                    <a:gd name="T35" fmla="*/ 68 h 128"/>
                    <a:gd name="T36" fmla="*/ 0 w 128"/>
                    <a:gd name="T37" fmla="*/ 69 h 128"/>
                    <a:gd name="T38" fmla="*/ 1 w 128"/>
                    <a:gd name="T39" fmla="*/ 72 h 128"/>
                    <a:gd name="T40" fmla="*/ 1 w 128"/>
                    <a:gd name="T41" fmla="*/ 74 h 128"/>
                    <a:gd name="T42" fmla="*/ 1 w 128"/>
                    <a:gd name="T43" fmla="*/ 77 h 128"/>
                    <a:gd name="T44" fmla="*/ 2 w 128"/>
                    <a:gd name="T45" fmla="*/ 79 h 128"/>
                    <a:gd name="T46" fmla="*/ 2 w 128"/>
                    <a:gd name="T47" fmla="*/ 80 h 128"/>
                    <a:gd name="T48" fmla="*/ 3 w 128"/>
                    <a:gd name="T49" fmla="*/ 82 h 128"/>
                    <a:gd name="T50" fmla="*/ 4 w 128"/>
                    <a:gd name="T51" fmla="*/ 85 h 128"/>
                    <a:gd name="T52" fmla="*/ 5 w 128"/>
                    <a:gd name="T53" fmla="*/ 89 h 128"/>
                    <a:gd name="T54" fmla="*/ 7 w 128"/>
                    <a:gd name="T55" fmla="*/ 93 h 128"/>
                    <a:gd name="T56" fmla="*/ 9 w 128"/>
                    <a:gd name="T57" fmla="*/ 97 h 128"/>
                    <a:gd name="T58" fmla="*/ 12 w 128"/>
                    <a:gd name="T59" fmla="*/ 100 h 128"/>
                    <a:gd name="T60" fmla="*/ 14 w 128"/>
                    <a:gd name="T61" fmla="*/ 104 h 128"/>
                    <a:gd name="T62" fmla="*/ 17 w 128"/>
                    <a:gd name="T63" fmla="*/ 107 h 128"/>
                    <a:gd name="T64" fmla="*/ 20 w 128"/>
                    <a:gd name="T65" fmla="*/ 110 h 128"/>
                    <a:gd name="T66" fmla="*/ 20 w 128"/>
                    <a:gd name="T67" fmla="*/ 110 h 128"/>
                    <a:gd name="T68" fmla="*/ 22 w 128"/>
                    <a:gd name="T69" fmla="*/ 112 h 128"/>
                    <a:gd name="T70" fmla="*/ 23 w 128"/>
                    <a:gd name="T71" fmla="*/ 113 h 128"/>
                    <a:gd name="T72" fmla="*/ 29 w 128"/>
                    <a:gd name="T73" fmla="*/ 117 h 128"/>
                    <a:gd name="T74" fmla="*/ 30 w 128"/>
                    <a:gd name="T75" fmla="*/ 118 h 128"/>
                    <a:gd name="T76" fmla="*/ 33 w 128"/>
                    <a:gd name="T77" fmla="*/ 120 h 128"/>
                    <a:gd name="T78" fmla="*/ 33 w 128"/>
                    <a:gd name="T79" fmla="*/ 120 h 128"/>
                    <a:gd name="T80" fmla="*/ 64 w 128"/>
                    <a:gd name="T81" fmla="*/ 128 h 128"/>
                    <a:gd name="T82" fmla="*/ 95 w 128"/>
                    <a:gd name="T83" fmla="*/ 120 h 128"/>
                    <a:gd name="T84" fmla="*/ 95 w 128"/>
                    <a:gd name="T85" fmla="*/ 120 h 128"/>
                    <a:gd name="T86" fmla="*/ 98 w 128"/>
                    <a:gd name="T87" fmla="*/ 118 h 128"/>
                    <a:gd name="T88" fmla="*/ 99 w 128"/>
                    <a:gd name="T89" fmla="*/ 117 h 128"/>
                    <a:gd name="T90" fmla="*/ 105 w 128"/>
                    <a:gd name="T91" fmla="*/ 113 h 128"/>
                    <a:gd name="T92" fmla="*/ 106 w 128"/>
                    <a:gd name="T93" fmla="*/ 112 h 128"/>
                    <a:gd name="T94" fmla="*/ 108 w 128"/>
                    <a:gd name="T95" fmla="*/ 110 h 128"/>
                    <a:gd name="T96" fmla="*/ 109 w 128"/>
                    <a:gd name="T97" fmla="*/ 110 h 128"/>
                    <a:gd name="T98" fmla="*/ 111 w 128"/>
                    <a:gd name="T99" fmla="*/ 107 h 128"/>
                    <a:gd name="T100" fmla="*/ 114 w 128"/>
                    <a:gd name="T101" fmla="*/ 104 h 128"/>
                    <a:gd name="T102" fmla="*/ 64 w 128"/>
                    <a:gd name="T103" fmla="*/ 112 h 128"/>
                    <a:gd name="T104" fmla="*/ 16 w 128"/>
                    <a:gd name="T105" fmla="*/ 64 h 128"/>
                    <a:gd name="T106" fmla="*/ 64 w 128"/>
                    <a:gd name="T107" fmla="*/ 16 h 128"/>
                    <a:gd name="T108" fmla="*/ 112 w 128"/>
                    <a:gd name="T109" fmla="*/ 64 h 128"/>
                    <a:gd name="T110" fmla="*/ 64 w 128"/>
                    <a:gd name="T111" fmla="*/ 11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8" h="128">
                      <a:moveTo>
                        <a:pt x="114" y="104"/>
                      </a:moveTo>
                      <a:cubicBezTo>
                        <a:pt x="115" y="103"/>
                        <a:pt x="116" y="101"/>
                        <a:pt x="117" y="100"/>
                      </a:cubicBezTo>
                      <a:cubicBezTo>
                        <a:pt x="118" y="99"/>
                        <a:pt x="118" y="98"/>
                        <a:pt x="119" y="97"/>
                      </a:cubicBezTo>
                      <a:cubicBezTo>
                        <a:pt x="120" y="96"/>
                        <a:pt x="120" y="94"/>
                        <a:pt x="121" y="93"/>
                      </a:cubicBezTo>
                      <a:cubicBezTo>
                        <a:pt x="122" y="92"/>
                        <a:pt x="122" y="91"/>
                        <a:pt x="123" y="89"/>
                      </a:cubicBezTo>
                      <a:cubicBezTo>
                        <a:pt x="123" y="88"/>
                        <a:pt x="124" y="87"/>
                        <a:pt x="124" y="85"/>
                      </a:cubicBezTo>
                      <a:cubicBezTo>
                        <a:pt x="125" y="84"/>
                        <a:pt x="125" y="83"/>
                        <a:pt x="126" y="82"/>
                      </a:cubicBezTo>
                      <a:cubicBezTo>
                        <a:pt x="126" y="81"/>
                        <a:pt x="126" y="81"/>
                        <a:pt x="126" y="80"/>
                      </a:cubicBezTo>
                      <a:cubicBezTo>
                        <a:pt x="126" y="80"/>
                        <a:pt x="126" y="79"/>
                        <a:pt x="126" y="79"/>
                      </a:cubicBezTo>
                      <a:cubicBezTo>
                        <a:pt x="127" y="78"/>
                        <a:pt x="127" y="77"/>
                        <a:pt x="127" y="77"/>
                      </a:cubicBezTo>
                      <a:cubicBezTo>
                        <a:pt x="127" y="76"/>
                        <a:pt x="127" y="75"/>
                        <a:pt x="127" y="74"/>
                      </a:cubicBezTo>
                      <a:cubicBezTo>
                        <a:pt x="128" y="73"/>
                        <a:pt x="128" y="72"/>
                        <a:pt x="128" y="72"/>
                      </a:cubicBezTo>
                      <a:cubicBezTo>
                        <a:pt x="128" y="71"/>
                        <a:pt x="128" y="70"/>
                        <a:pt x="128" y="69"/>
                      </a:cubicBezTo>
                      <a:cubicBezTo>
                        <a:pt x="128" y="69"/>
                        <a:pt x="128" y="68"/>
                        <a:pt x="128" y="68"/>
                      </a:cubicBezTo>
                      <a:cubicBezTo>
                        <a:pt x="128" y="67"/>
                        <a:pt x="128" y="65"/>
                        <a:pt x="128" y="64"/>
                      </a:cubicBezTo>
                      <a:cubicBezTo>
                        <a:pt x="128" y="29"/>
                        <a:pt x="99" y="0"/>
                        <a:pt x="64" y="0"/>
                      </a:cubicBezTo>
                      <a:cubicBezTo>
                        <a:pt x="29" y="0"/>
                        <a:pt x="0" y="29"/>
                        <a:pt x="0" y="64"/>
                      </a:cubicBezTo>
                      <a:cubicBezTo>
                        <a:pt x="0" y="65"/>
                        <a:pt x="0" y="67"/>
                        <a:pt x="0" y="68"/>
                      </a:cubicBezTo>
                      <a:cubicBezTo>
                        <a:pt x="0" y="68"/>
                        <a:pt x="0" y="69"/>
                        <a:pt x="0" y="69"/>
                      </a:cubicBezTo>
                      <a:cubicBezTo>
                        <a:pt x="0" y="70"/>
                        <a:pt x="1" y="71"/>
                        <a:pt x="1" y="72"/>
                      </a:cubicBezTo>
                      <a:cubicBezTo>
                        <a:pt x="1" y="72"/>
                        <a:pt x="1" y="73"/>
                        <a:pt x="1" y="74"/>
                      </a:cubicBezTo>
                      <a:cubicBezTo>
                        <a:pt x="1" y="75"/>
                        <a:pt x="1" y="76"/>
                        <a:pt x="1" y="77"/>
                      </a:cubicBezTo>
                      <a:cubicBezTo>
                        <a:pt x="2" y="77"/>
                        <a:pt x="2" y="78"/>
                        <a:pt x="2" y="79"/>
                      </a:cubicBezTo>
                      <a:cubicBezTo>
                        <a:pt x="2" y="79"/>
                        <a:pt x="2" y="80"/>
                        <a:pt x="2" y="80"/>
                      </a:cubicBezTo>
                      <a:cubicBezTo>
                        <a:pt x="2" y="81"/>
                        <a:pt x="3" y="81"/>
                        <a:pt x="3" y="82"/>
                      </a:cubicBezTo>
                      <a:cubicBezTo>
                        <a:pt x="3" y="83"/>
                        <a:pt x="3" y="84"/>
                        <a:pt x="4" y="85"/>
                      </a:cubicBezTo>
                      <a:cubicBezTo>
                        <a:pt x="4" y="87"/>
                        <a:pt x="5" y="88"/>
                        <a:pt x="5" y="89"/>
                      </a:cubicBezTo>
                      <a:cubicBezTo>
                        <a:pt x="6" y="91"/>
                        <a:pt x="7" y="92"/>
                        <a:pt x="7" y="93"/>
                      </a:cubicBezTo>
                      <a:cubicBezTo>
                        <a:pt x="8" y="94"/>
                        <a:pt x="9" y="96"/>
                        <a:pt x="9" y="97"/>
                      </a:cubicBezTo>
                      <a:cubicBezTo>
                        <a:pt x="10" y="98"/>
                        <a:pt x="11" y="99"/>
                        <a:pt x="12" y="100"/>
                      </a:cubicBezTo>
                      <a:cubicBezTo>
                        <a:pt x="12" y="101"/>
                        <a:pt x="13" y="103"/>
                        <a:pt x="14" y="104"/>
                      </a:cubicBezTo>
                      <a:cubicBezTo>
                        <a:pt x="15" y="105"/>
                        <a:pt x="16" y="106"/>
                        <a:pt x="17" y="107"/>
                      </a:cubicBezTo>
                      <a:cubicBezTo>
                        <a:pt x="18" y="108"/>
                        <a:pt x="19" y="109"/>
                        <a:pt x="20" y="110"/>
                      </a:cubicBezTo>
                      <a:cubicBezTo>
                        <a:pt x="20" y="110"/>
                        <a:pt x="20" y="110"/>
                        <a:pt x="20" y="110"/>
                      </a:cubicBezTo>
                      <a:cubicBezTo>
                        <a:pt x="21" y="111"/>
                        <a:pt x="21" y="111"/>
                        <a:pt x="22" y="112"/>
                      </a:cubicBezTo>
                      <a:cubicBezTo>
                        <a:pt x="23" y="113"/>
                        <a:pt x="23" y="113"/>
                        <a:pt x="23" y="113"/>
                      </a:cubicBezTo>
                      <a:cubicBezTo>
                        <a:pt x="25" y="115"/>
                        <a:pt x="27" y="116"/>
                        <a:pt x="29" y="117"/>
                      </a:cubicBezTo>
                      <a:cubicBezTo>
                        <a:pt x="29" y="118"/>
                        <a:pt x="30" y="118"/>
                        <a:pt x="30" y="118"/>
                      </a:cubicBezTo>
                      <a:cubicBezTo>
                        <a:pt x="31" y="119"/>
                        <a:pt x="32" y="119"/>
                        <a:pt x="33" y="120"/>
                      </a:cubicBezTo>
                      <a:cubicBezTo>
                        <a:pt x="33" y="120"/>
                        <a:pt x="33" y="120"/>
                        <a:pt x="33" y="120"/>
                      </a:cubicBezTo>
                      <a:cubicBezTo>
                        <a:pt x="42" y="125"/>
                        <a:pt x="53" y="128"/>
                        <a:pt x="64" y="128"/>
                      </a:cubicBezTo>
                      <a:cubicBezTo>
                        <a:pt x="75" y="128"/>
                        <a:pt x="86" y="125"/>
                        <a:pt x="95" y="120"/>
                      </a:cubicBezTo>
                      <a:cubicBezTo>
                        <a:pt x="95" y="120"/>
                        <a:pt x="95" y="120"/>
                        <a:pt x="95" y="120"/>
                      </a:cubicBezTo>
                      <a:cubicBezTo>
                        <a:pt x="96" y="119"/>
                        <a:pt x="97" y="119"/>
                        <a:pt x="98" y="118"/>
                      </a:cubicBezTo>
                      <a:cubicBezTo>
                        <a:pt x="99" y="118"/>
                        <a:pt x="99" y="118"/>
                        <a:pt x="99" y="117"/>
                      </a:cubicBezTo>
                      <a:cubicBezTo>
                        <a:pt x="101" y="116"/>
                        <a:pt x="103" y="115"/>
                        <a:pt x="105" y="113"/>
                      </a:cubicBezTo>
                      <a:cubicBezTo>
                        <a:pt x="105" y="113"/>
                        <a:pt x="106" y="113"/>
                        <a:pt x="106" y="112"/>
                      </a:cubicBezTo>
                      <a:cubicBezTo>
                        <a:pt x="107" y="111"/>
                        <a:pt x="108" y="111"/>
                        <a:pt x="108" y="110"/>
                      </a:cubicBezTo>
                      <a:cubicBezTo>
                        <a:pt x="109" y="110"/>
                        <a:pt x="109" y="110"/>
                        <a:pt x="109" y="110"/>
                      </a:cubicBezTo>
                      <a:cubicBezTo>
                        <a:pt x="110" y="109"/>
                        <a:pt x="111" y="108"/>
                        <a:pt x="111" y="107"/>
                      </a:cubicBezTo>
                      <a:cubicBezTo>
                        <a:pt x="112" y="106"/>
                        <a:pt x="113" y="105"/>
                        <a:pt x="114" y="104"/>
                      </a:cubicBezTo>
                      <a:close/>
                      <a:moveTo>
                        <a:pt x="64" y="112"/>
                      </a:moveTo>
                      <a:cubicBezTo>
                        <a:pt x="38" y="112"/>
                        <a:pt x="16" y="90"/>
                        <a:pt x="16" y="64"/>
                      </a:cubicBezTo>
                      <a:cubicBezTo>
                        <a:pt x="16" y="37"/>
                        <a:pt x="38" y="16"/>
                        <a:pt x="64" y="16"/>
                      </a:cubicBezTo>
                      <a:cubicBezTo>
                        <a:pt x="91" y="16"/>
                        <a:pt x="112" y="37"/>
                        <a:pt x="112" y="64"/>
                      </a:cubicBezTo>
                      <a:cubicBezTo>
                        <a:pt x="112" y="90"/>
                        <a:pt x="91" y="112"/>
                        <a:pt x="64" y="11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lumMod val="50000"/>
                      </a:schemeClr>
                    </a:solidFill>
                  </a:endParaRPr>
                </a:p>
              </p:txBody>
            </p:sp>
          </p:grpSp>
        </p:grpSp>
        <p:sp>
          <p:nvSpPr>
            <p:cNvPr id="56" name="TextBox 11"/>
            <p:cNvSpPr txBox="1"/>
            <p:nvPr/>
          </p:nvSpPr>
          <p:spPr>
            <a:xfrm>
              <a:off x="8600687" y="4875462"/>
              <a:ext cx="1762146" cy="1107996"/>
            </a:xfrm>
            <a:prstGeom prst="rect">
              <a:avLst/>
            </a:prstGeom>
            <a:noFill/>
          </p:spPr>
          <p:txBody>
            <a:bodyPr wrap="square" rtlCol="0">
              <a:spAutoFit/>
            </a:bodyPr>
            <a:lstStyle/>
            <a:p>
              <a:pPr>
                <a:lnSpc>
                  <a:spcPct val="150000"/>
                </a:lnSpc>
                <a:buClr>
                  <a:srgbClr val="CC0099"/>
                </a:buClr>
              </a:pPr>
              <a:r>
                <a:rPr lang="en-US" altLang="zh-CN" sz="1100" dirty="0">
                  <a:solidFill>
                    <a:schemeClr val="bg1">
                      <a:lumMod val="50000"/>
                    </a:schemeClr>
                  </a:solidFill>
                </a:rPr>
                <a:t>You can click here to enter you text. You can click here to enter you text. You can click here to enter you text.</a:t>
              </a:r>
            </a:p>
          </p:txBody>
        </p:sp>
        <p:sp>
          <p:nvSpPr>
            <p:cNvPr id="57" name="矩形 56"/>
            <p:cNvSpPr/>
            <p:nvPr/>
          </p:nvSpPr>
          <p:spPr>
            <a:xfrm>
              <a:off x="8116395" y="4440454"/>
              <a:ext cx="2669777" cy="369332"/>
            </a:xfrm>
            <a:prstGeom prst="rect">
              <a:avLst/>
            </a:prstGeom>
            <a:noFill/>
          </p:spPr>
          <p:txBody>
            <a:bodyPr wrap="square">
              <a:spAutoFit/>
            </a:bodyPr>
            <a:lstStyle/>
            <a:p>
              <a:pPr algn="ctr"/>
              <a:r>
                <a:rPr lang="en-US" altLang="zh-CN" b="1" dirty="0">
                  <a:solidFill>
                    <a:schemeClr val="bg1">
                      <a:lumMod val="50000"/>
                    </a:schemeClr>
                  </a:solidFill>
                </a:rPr>
                <a:t>TEXT  HERE</a:t>
              </a:r>
              <a:endParaRPr lang="zh-CN" altLang="en-US" b="1" dirty="0">
                <a:solidFill>
                  <a:schemeClr val="bg1">
                    <a:lumMod val="50000"/>
                  </a:schemeClr>
                </a:solidFill>
              </a:endParaRPr>
            </a:p>
          </p:txBody>
        </p:sp>
      </p:grpSp>
    </p:spTree>
    <p:extLst>
      <p:ext uri="{BB962C8B-B14F-4D97-AF65-F5344CB8AC3E}">
        <p14:creationId xmlns:p14="http://schemas.microsoft.com/office/powerpoint/2010/main" val="1808796872"/>
      </p:ext>
    </p:extLst>
  </p:cSld>
  <p:clrMapOvr>
    <a:masterClrMapping/>
  </p:clrMapOvr>
  <p:transition spd="slow" advTm="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1B05DF26-FA0D-BB05-BA41-A79250D0858C}"/>
              </a:ext>
            </a:extLst>
          </p:cNvPr>
          <p:cNvGrpSpPr/>
          <p:nvPr/>
        </p:nvGrpSpPr>
        <p:grpSpPr>
          <a:xfrm>
            <a:off x="-19050" y="-785567"/>
            <a:ext cx="12209464" cy="7671303"/>
            <a:chOff x="-19050" y="-785567"/>
            <a:chExt cx="12209464" cy="7671303"/>
          </a:xfrm>
        </p:grpSpPr>
        <p:pic>
          <p:nvPicPr>
            <p:cNvPr id="37" name="Picture 36" descr="122-吉林大学-img2.jpg"/>
            <p:cNvPicPr>
              <a:picLocks noChangeAspect="1"/>
            </p:cNvPicPr>
            <p:nvPr/>
          </p:nvPicPr>
          <p:blipFill>
            <a:blip r:embed="rId5"/>
            <a:stretch>
              <a:fillRect/>
            </a:stretch>
          </p:blipFill>
          <p:spPr>
            <a:xfrm>
              <a:off x="-1" y="-759420"/>
              <a:ext cx="12190413" cy="7619008"/>
            </a:xfrm>
            <a:prstGeom prst="rect">
              <a:avLst/>
            </a:prstGeom>
          </p:spPr>
        </p:pic>
        <p:sp>
          <p:nvSpPr>
            <p:cNvPr id="32" name="矩形 31">
              <a:extLst>
                <a:ext uri="{FF2B5EF4-FFF2-40B4-BE49-F238E27FC236}">
                  <a16:creationId xmlns:a16="http://schemas.microsoft.com/office/drawing/2014/main" id="{E6D3B0C7-BDE8-BD37-347C-D6451B263E52}"/>
                </a:ext>
              </a:extLst>
            </p:cNvPr>
            <p:cNvSpPr/>
            <p:nvPr/>
          </p:nvSpPr>
          <p:spPr>
            <a:xfrm>
              <a:off x="5584249" y="1106546"/>
              <a:ext cx="6588578" cy="4554411"/>
            </a:xfrm>
            <a:prstGeom prst="rect">
              <a:avLst/>
            </a:prstGeom>
            <a:gradFill flip="none" rotWithShape="1">
              <a:gsLst>
                <a:gs pos="0">
                  <a:schemeClr val="tx1">
                    <a:lumMod val="95000"/>
                    <a:lumOff val="5000"/>
                    <a:alpha val="56000"/>
                  </a:schemeClr>
                </a:gs>
                <a:gs pos="100000">
                  <a:schemeClr val="tx1">
                    <a:alpha val="13000"/>
                  </a:schemeClr>
                </a:gs>
              </a:gsLst>
              <a:lin ang="0" scaled="0"/>
              <a:tileRect/>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D6D36533-03A0-3637-3510-7F238025E5CB}"/>
                </a:ext>
              </a:extLst>
            </p:cNvPr>
            <p:cNvSpPr/>
            <p:nvPr/>
          </p:nvSpPr>
          <p:spPr>
            <a:xfrm>
              <a:off x="-1" y="5687105"/>
              <a:ext cx="12190413" cy="11986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CDC85D43-0F67-98CD-FAD4-82A44ED68654}"/>
                </a:ext>
              </a:extLst>
            </p:cNvPr>
            <p:cNvSpPr/>
            <p:nvPr/>
          </p:nvSpPr>
          <p:spPr>
            <a:xfrm>
              <a:off x="-19050" y="-785567"/>
              <a:ext cx="12209464" cy="18885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矩形 17"/>
          <p:cNvSpPr/>
          <p:nvPr/>
        </p:nvSpPr>
        <p:spPr>
          <a:xfrm>
            <a:off x="552450" y="419100"/>
            <a:ext cx="8305800" cy="6038850"/>
          </a:xfrm>
          <a:prstGeom prst="rect">
            <a:avLst/>
          </a:prstGeom>
          <a:noFill/>
          <a:ln w="76200">
            <a:solidFill>
              <a:srgbClr val="0824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837066" y="0"/>
            <a:ext cx="4764768" cy="6859588"/>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20"/>
          <p:cNvSpPr>
            <a:spLocks noChangeArrowheads="1"/>
          </p:cNvSpPr>
          <p:nvPr>
            <p:custDataLst>
              <p:tags r:id="rId1"/>
            </p:custDataLst>
          </p:nvPr>
        </p:nvSpPr>
        <p:spPr bwMode="auto">
          <a:xfrm>
            <a:off x="9115878" y="5906074"/>
            <a:ext cx="2893071" cy="484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base">
              <a:spcBef>
                <a:spcPct val="0"/>
              </a:spcBef>
              <a:spcAft>
                <a:spcPct val="0"/>
              </a:spcAft>
              <a:buFont typeface="Arial" pitchFamily="34" charset="0"/>
              <a:buNone/>
            </a:pPr>
            <a:r>
              <a:rPr lang="en-US" altLang="zh-CN" sz="1050" dirty="0">
                <a:solidFill>
                  <a:schemeClr val="bg1">
                    <a:lumMod val="65000"/>
                  </a:schemeClr>
                </a:solidFill>
                <a:cs typeface="Arial" panose="020B0604020202020204" pitchFamily="34" charset="0"/>
              </a:rPr>
              <a:t>We have many PowerPoint </a:t>
            </a:r>
            <a:r>
              <a:rPr lang="zh-CN" altLang="en-US" sz="1050" dirty="0">
                <a:solidFill>
                  <a:schemeClr val="bg1">
                    <a:lumMod val="65000"/>
                  </a:schemeClr>
                </a:solidFill>
                <a:cs typeface="Arial" panose="020B0604020202020204" pitchFamily="34" charset="0"/>
              </a:rPr>
              <a:t>templates</a:t>
            </a:r>
            <a:r>
              <a:rPr lang="en-US" altLang="zh-CN" sz="1050" dirty="0">
                <a:solidFill>
                  <a:schemeClr val="bg1">
                    <a:lumMod val="65000"/>
                  </a:schemeClr>
                </a:solidFill>
                <a:cs typeface="Arial" panose="020B0604020202020204" pitchFamily="34" charset="0"/>
              </a:rPr>
              <a:t> that has been specifically designed to help anyone that is stepping into the world of the very first time.</a:t>
            </a:r>
            <a:endParaRPr lang="zh-CN" altLang="en-US" sz="1050" dirty="0">
              <a:solidFill>
                <a:schemeClr val="bg1">
                  <a:lumMod val="65000"/>
                </a:schemeClr>
              </a:solidFill>
              <a:cs typeface="Arial" panose="020B0604020202020204" pitchFamily="34" charset="0"/>
            </a:endParaRPr>
          </a:p>
        </p:txBody>
      </p:sp>
      <p:grpSp>
        <p:nvGrpSpPr>
          <p:cNvPr id="26" name="组合 25"/>
          <p:cNvGrpSpPr/>
          <p:nvPr/>
        </p:nvGrpSpPr>
        <p:grpSpPr>
          <a:xfrm>
            <a:off x="9639878" y="473053"/>
            <a:ext cx="2459463" cy="1301793"/>
            <a:chOff x="4428098" y="592147"/>
            <a:chExt cx="3450476" cy="1826336"/>
          </a:xfrm>
        </p:grpSpPr>
        <p:sp>
          <p:nvSpPr>
            <p:cNvPr id="27"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19" name="矩形 18"/>
          <p:cNvSpPr/>
          <p:nvPr/>
        </p:nvSpPr>
        <p:spPr>
          <a:xfrm>
            <a:off x="1898953" y="2406931"/>
            <a:ext cx="2791118" cy="2025088"/>
          </a:xfrm>
          <a:prstGeom prst="rect">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5400" dirty="0">
                <a:solidFill>
                  <a:schemeClr val="bg1"/>
                </a:solidFill>
                <a:latin typeface="微软雅黑" pitchFamily="34" charset="-122"/>
                <a:ea typeface="微软雅黑" pitchFamily="34" charset="-122"/>
              </a:rPr>
              <a:t>THREE</a:t>
            </a:r>
            <a:endParaRPr lang="zh-CN" altLang="en-US" sz="1600" dirty="0">
              <a:solidFill>
                <a:schemeClr val="bg1"/>
              </a:solidFill>
              <a:latin typeface="微软雅黑" pitchFamily="34" charset="-122"/>
              <a:ea typeface="微软雅黑" pitchFamily="34" charset="-122"/>
            </a:endParaRPr>
          </a:p>
        </p:txBody>
      </p:sp>
      <p:grpSp>
        <p:nvGrpSpPr>
          <p:cNvPr id="20" name="组合 19"/>
          <p:cNvGrpSpPr/>
          <p:nvPr/>
        </p:nvGrpSpPr>
        <p:grpSpPr>
          <a:xfrm>
            <a:off x="6815310" y="2613719"/>
            <a:ext cx="4217293" cy="1759899"/>
            <a:chOff x="4738330" y="2861620"/>
            <a:chExt cx="4217293" cy="1759899"/>
          </a:xfrm>
        </p:grpSpPr>
        <p:sp>
          <p:nvSpPr>
            <p:cNvPr id="21" name="矩形 20"/>
            <p:cNvSpPr/>
            <p:nvPr/>
          </p:nvSpPr>
          <p:spPr>
            <a:xfrm>
              <a:off x="4769862" y="2861620"/>
              <a:ext cx="4185761" cy="892552"/>
            </a:xfrm>
            <a:prstGeom prst="rect">
              <a:avLst/>
            </a:prstGeom>
          </p:spPr>
          <p:txBody>
            <a:bodyPr wrap="none">
              <a:spAutoFit/>
            </a:bodyPr>
            <a:lstStyle/>
            <a:p>
              <a:r>
                <a:rPr kumimoji="1" lang="zh-CN" altLang="en-US" sz="5100" dirty="0">
                  <a:solidFill>
                    <a:schemeClr val="bg1"/>
                  </a:solidFill>
                  <a:latin typeface="微软雅黑" pitchFamily="34" charset="-122"/>
                  <a:ea typeface="微软雅黑" pitchFamily="34" charset="-122"/>
                </a:rPr>
                <a:t>加入你的标题</a:t>
              </a:r>
            </a:p>
          </p:txBody>
        </p:sp>
        <p:sp>
          <p:nvSpPr>
            <p:cNvPr id="22" name="矩形 21"/>
            <p:cNvSpPr/>
            <p:nvPr/>
          </p:nvSpPr>
          <p:spPr>
            <a:xfrm>
              <a:off x="4738330" y="3729159"/>
              <a:ext cx="4185093" cy="892360"/>
            </a:xfrm>
            <a:prstGeom prst="rect">
              <a:avLst/>
            </a:prstGeom>
          </p:spPr>
          <p:txBody>
            <a:bodyPr wrap="square">
              <a:spAutoFit/>
            </a:bodyPr>
            <a:lstStyle/>
            <a:p>
              <a:pPr>
                <a:lnSpc>
                  <a:spcPct val="130000"/>
                </a:lnSpc>
              </a:pPr>
              <a:r>
                <a:rPr lang="zh-CN" altLang="en-US" sz="1333" dirty="0">
                  <a:solidFill>
                    <a:schemeClr val="bg1"/>
                  </a:solidFill>
                  <a:latin typeface="微软雅黑" pitchFamily="34" charset="-122"/>
                  <a:ea typeface="微软雅黑" pitchFamily="34" charset="-122"/>
                </a:rPr>
                <a:t>点击此处添加文本内容，如关键词、部分简单介绍等。点击此处添加文本内容，如关键词、部分简单介绍等。点击此处添加文本内容，如关键词、部分简单介绍等。</a:t>
              </a:r>
              <a:endParaRPr lang="en-US" altLang="zh-CN" sz="1333"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5816920"/>
      </p:ext>
    </p:extLst>
  </p:cSld>
  <p:clrMapOvr>
    <a:masterClrMapping/>
  </p:clrMapOvr>
  <p:transition spd="slow" advTm="1000"/>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arn(inVertical)">
                                          <p:cBhvr>
                                            <p:cTn id="7" dur="500"/>
                                            <p:tgtEl>
                                              <p:spTgt spid="18"/>
                                            </p:tgtEl>
                                          </p:cBhvr>
                                        </p:animEffect>
                                      </p:childTnLst>
                                    </p:cTn>
                                  </p:par>
                                </p:childTnLst>
                              </p:cTn>
                            </p:par>
                            <p:par>
                              <p:cTn id="8" fill="hold">
                                <p:stCondLst>
                                  <p:cond delay="500"/>
                                </p:stCondLst>
                                <p:childTnLst>
                                  <p:par>
                                    <p:cTn id="9" presetID="2" presetClass="entr" presetSubtype="1" accel="40000" fill="hold" grpId="0" nodeType="afterEffect" p14:presetBounceEnd="46400">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14:bounceEnd="46400">
                                          <p:cBhvr additive="base">
                                            <p:cTn id="11" dur="1250" fill="hold"/>
                                            <p:tgtEl>
                                              <p:spTgt spid="24"/>
                                            </p:tgtEl>
                                            <p:attrNameLst>
                                              <p:attrName>ppt_x</p:attrName>
                                            </p:attrNameLst>
                                          </p:cBhvr>
                                          <p:tavLst>
                                            <p:tav tm="0">
                                              <p:val>
                                                <p:strVal val="#ppt_x"/>
                                              </p:val>
                                            </p:tav>
                                            <p:tav tm="100000">
                                              <p:val>
                                                <p:strVal val="#ppt_x"/>
                                              </p:val>
                                            </p:tav>
                                          </p:tavLst>
                                        </p:anim>
                                        <p:anim calcmode="lin" valueType="num" p14:bounceEnd="46400">
                                          <p:cBhvr additive="base">
                                            <p:cTn id="12" dur="1250" fill="hold"/>
                                            <p:tgtEl>
                                              <p:spTgt spid="24"/>
                                            </p:tgtEl>
                                            <p:attrNameLst>
                                              <p:attrName>ppt_y</p:attrName>
                                            </p:attrNameLst>
                                          </p:cBhvr>
                                          <p:tavLst>
                                            <p:tav tm="0">
                                              <p:val>
                                                <p:strVal val="0-#ppt_h/2"/>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750"/>
                                            <p:tgtEl>
                                              <p:spTgt spid="25"/>
                                            </p:tgtEl>
                                          </p:cBhvr>
                                        </p:animEffect>
                                        <p:anim calcmode="lin" valueType="num">
                                          <p:cBhvr>
                                            <p:cTn id="16" dur="750" fill="hold"/>
                                            <p:tgtEl>
                                              <p:spTgt spid="25"/>
                                            </p:tgtEl>
                                            <p:attrNameLst>
                                              <p:attrName>ppt_x</p:attrName>
                                            </p:attrNameLst>
                                          </p:cBhvr>
                                          <p:tavLst>
                                            <p:tav tm="0">
                                              <p:val>
                                                <p:strVal val="#ppt_x"/>
                                              </p:val>
                                            </p:tav>
                                            <p:tav tm="100000">
                                              <p:val>
                                                <p:strVal val="#ppt_x"/>
                                              </p:val>
                                            </p:tav>
                                          </p:tavLst>
                                        </p:anim>
                                        <p:anim calcmode="lin" valueType="num">
                                          <p:cBhvr>
                                            <p:cTn id="17" dur="750" fill="hold"/>
                                            <p:tgtEl>
                                              <p:spTgt spid="25"/>
                                            </p:tgtEl>
                                            <p:attrNameLst>
                                              <p:attrName>ppt_y</p:attrName>
                                            </p:attrNameLst>
                                          </p:cBhvr>
                                          <p:tavLst>
                                            <p:tav tm="0">
                                              <p:val>
                                                <p:strVal val="#ppt_y+.1"/>
                                              </p:val>
                                            </p:tav>
                                            <p:tav tm="100000">
                                              <p:val>
                                                <p:strVal val="#ppt_y"/>
                                              </p:val>
                                            </p:tav>
                                          </p:tavLst>
                                        </p:anim>
                                      </p:childTnLst>
                                    </p:cTn>
                                  </p:par>
                                </p:childTnLst>
                              </p:cTn>
                            </p:par>
                            <p:par>
                              <p:cTn id="18" fill="hold">
                                <p:stCondLst>
                                  <p:cond delay="1750"/>
                                </p:stCondLst>
                                <p:childTnLst>
                                  <p:par>
                                    <p:cTn id="19" presetID="2" presetClass="entr" presetSubtype="6" fill="hold" nodeType="after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1500" fill="hold"/>
                                            <p:tgtEl>
                                              <p:spTgt spid="26"/>
                                            </p:tgtEl>
                                            <p:attrNameLst>
                                              <p:attrName>ppt_x</p:attrName>
                                            </p:attrNameLst>
                                          </p:cBhvr>
                                          <p:tavLst>
                                            <p:tav tm="0">
                                              <p:val>
                                                <p:strVal val="1+#ppt_w/2"/>
                                              </p:val>
                                            </p:tav>
                                            <p:tav tm="100000">
                                              <p:val>
                                                <p:strVal val="#ppt_x"/>
                                              </p:val>
                                            </p:tav>
                                          </p:tavLst>
                                        </p:anim>
                                        <p:anim calcmode="lin" valueType="num">
                                          <p:cBhvr additive="base">
                                            <p:cTn id="22" dur="1500" fill="hold"/>
                                            <p:tgtEl>
                                              <p:spTgt spid="26"/>
                                            </p:tgtEl>
                                            <p:attrNameLst>
                                              <p:attrName>ppt_y</p:attrName>
                                            </p:attrNameLst>
                                          </p:cBhvr>
                                          <p:tavLst>
                                            <p:tav tm="0">
                                              <p:val>
                                                <p:strVal val="1+#ppt_h/2"/>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anim calcmode="lin" valueType="num">
                                          <p:cBhvr>
                                            <p:cTn id="26" dur="500" fill="hold"/>
                                            <p:tgtEl>
                                              <p:spTgt spid="19"/>
                                            </p:tgtEl>
                                            <p:attrNameLst>
                                              <p:attrName>ppt_x</p:attrName>
                                            </p:attrNameLst>
                                          </p:cBhvr>
                                          <p:tavLst>
                                            <p:tav tm="0">
                                              <p:val>
                                                <p:strVal val="#ppt_x"/>
                                              </p:val>
                                            </p:tav>
                                            <p:tav tm="100000">
                                              <p:val>
                                                <p:strVal val="#ppt_x"/>
                                              </p:val>
                                            </p:tav>
                                          </p:tavLst>
                                        </p:anim>
                                        <p:anim calcmode="lin" valueType="num">
                                          <p:cBhvr>
                                            <p:cTn id="27" dur="500" fill="hold"/>
                                            <p:tgtEl>
                                              <p:spTgt spid="19"/>
                                            </p:tgtEl>
                                            <p:attrNameLst>
                                              <p:attrName>ppt_y</p:attrName>
                                            </p:attrNameLst>
                                          </p:cBhvr>
                                          <p:tavLst>
                                            <p:tav tm="0">
                                              <p:val>
                                                <p:strVal val="#ppt_y+.1"/>
                                              </p:val>
                                            </p:tav>
                                            <p:tav tm="100000">
                                              <p:val>
                                                <p:strVal val="#ppt_y"/>
                                              </p:val>
                                            </p:tav>
                                          </p:tavLst>
                                        </p:anim>
                                      </p:childTnLst>
                                    </p:cTn>
                                  </p:par>
                                </p:childTnLst>
                              </p:cTn>
                            </p:par>
                            <p:par>
                              <p:cTn id="28" fill="hold">
                                <p:stCondLst>
                                  <p:cond delay="3250"/>
                                </p:stCondLst>
                                <p:childTnLst>
                                  <p:par>
                                    <p:cTn id="29" presetID="22" presetClass="entr" presetSubtype="8"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left)">
                                          <p:cBhvr>
                                            <p:cTn id="3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25" grpId="0"/>
          <p:bldP spid="19" grpId="0"/>
        </p:bldLst>
      </p:timing>
    </mc:Choice>
    <mc:Fallback xmlns="" xmlns:a14="http://schemas.microsoft.com/office/drawing/2010/mai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1000" fill="hold"/>
                                            <p:tgtEl>
                                              <p:spTgt spid="23"/>
                                            </p:tgtEl>
                                            <p:attrNameLst>
                                              <p:attrName>ppt_x</p:attrName>
                                            </p:attrNameLst>
                                          </p:cBhvr>
                                          <p:tavLst>
                                            <p:tav tm="0">
                                              <p:val>
                                                <p:strVal val="0-#ppt_w/2"/>
                                              </p:val>
                                            </p:tav>
                                            <p:tav tm="100000">
                                              <p:val>
                                                <p:strVal val="#ppt_x"/>
                                              </p:val>
                                            </p:tav>
                                          </p:tavLst>
                                        </p:anim>
                                        <p:anim calcmode="lin" valueType="num">
                                          <p:cBhvr additive="base">
                                            <p:cTn id="8" dur="1000" fill="hold"/>
                                            <p:tgtEl>
                                              <p:spTgt spid="2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6" presetClass="entr" presetSubtype="21" fill="hold" grpId="0" nodeType="after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inVertical)">
                                          <p:cBhvr>
                                            <p:cTn id="12" dur="500"/>
                                            <p:tgtEl>
                                              <p:spTgt spid="18"/>
                                            </p:tgtEl>
                                          </p:cBhvr>
                                        </p:animEffect>
                                      </p:childTnLst>
                                    </p:cTn>
                                  </p:par>
                                </p:childTnLst>
                              </p:cTn>
                            </p:par>
                            <p:par>
                              <p:cTn id="13" fill="hold">
                                <p:stCondLst>
                                  <p:cond delay="1500"/>
                                </p:stCondLst>
                                <p:childTnLst>
                                  <p:par>
                                    <p:cTn id="14" presetID="2" presetClass="entr" presetSubtype="1" accel="40000"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1250" fill="hold"/>
                                            <p:tgtEl>
                                              <p:spTgt spid="24"/>
                                            </p:tgtEl>
                                            <p:attrNameLst>
                                              <p:attrName>ppt_x</p:attrName>
                                            </p:attrNameLst>
                                          </p:cBhvr>
                                          <p:tavLst>
                                            <p:tav tm="0">
                                              <p:val>
                                                <p:strVal val="#ppt_x"/>
                                              </p:val>
                                            </p:tav>
                                            <p:tav tm="100000">
                                              <p:val>
                                                <p:strVal val="#ppt_x"/>
                                              </p:val>
                                            </p:tav>
                                          </p:tavLst>
                                        </p:anim>
                                        <p:anim calcmode="lin" valueType="num">
                                          <p:cBhvr additive="base">
                                            <p:cTn id="17" dur="1250" fill="hold"/>
                                            <p:tgtEl>
                                              <p:spTgt spid="24"/>
                                            </p:tgtEl>
                                            <p:attrNameLst>
                                              <p:attrName>ppt_y</p:attrName>
                                            </p:attrNameLst>
                                          </p:cBhvr>
                                          <p:tavLst>
                                            <p:tav tm="0">
                                              <p:val>
                                                <p:strVal val="0-#ppt_h/2"/>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750"/>
                                            <p:tgtEl>
                                              <p:spTgt spid="25"/>
                                            </p:tgtEl>
                                          </p:cBhvr>
                                        </p:animEffect>
                                        <p:anim calcmode="lin" valueType="num">
                                          <p:cBhvr>
                                            <p:cTn id="21" dur="750" fill="hold"/>
                                            <p:tgtEl>
                                              <p:spTgt spid="25"/>
                                            </p:tgtEl>
                                            <p:attrNameLst>
                                              <p:attrName>ppt_x</p:attrName>
                                            </p:attrNameLst>
                                          </p:cBhvr>
                                          <p:tavLst>
                                            <p:tav tm="0">
                                              <p:val>
                                                <p:strVal val="#ppt_x"/>
                                              </p:val>
                                            </p:tav>
                                            <p:tav tm="100000">
                                              <p:val>
                                                <p:strVal val="#ppt_x"/>
                                              </p:val>
                                            </p:tav>
                                          </p:tavLst>
                                        </p:anim>
                                        <p:anim calcmode="lin" valueType="num">
                                          <p:cBhvr>
                                            <p:cTn id="22" dur="750" fill="hold"/>
                                            <p:tgtEl>
                                              <p:spTgt spid="25"/>
                                            </p:tgtEl>
                                            <p:attrNameLst>
                                              <p:attrName>ppt_y</p:attrName>
                                            </p:attrNameLst>
                                          </p:cBhvr>
                                          <p:tavLst>
                                            <p:tav tm="0">
                                              <p:val>
                                                <p:strVal val="#ppt_y+.1"/>
                                              </p:val>
                                            </p:tav>
                                            <p:tav tm="100000">
                                              <p:val>
                                                <p:strVal val="#ppt_y"/>
                                              </p:val>
                                            </p:tav>
                                          </p:tavLst>
                                        </p:anim>
                                      </p:childTnLst>
                                    </p:cTn>
                                  </p:par>
                                </p:childTnLst>
                              </p:cTn>
                            </p:par>
                            <p:par>
                              <p:cTn id="23" fill="hold">
                                <p:stCondLst>
                                  <p:cond delay="2750"/>
                                </p:stCondLst>
                                <p:childTnLst>
                                  <p:par>
                                    <p:cTn id="24" presetID="2" presetClass="entr" presetSubtype="6" fill="hold" nodeType="after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additive="base">
                                            <p:cTn id="26" dur="1500" fill="hold"/>
                                            <p:tgtEl>
                                              <p:spTgt spid="26"/>
                                            </p:tgtEl>
                                            <p:attrNameLst>
                                              <p:attrName>ppt_x</p:attrName>
                                            </p:attrNameLst>
                                          </p:cBhvr>
                                          <p:tavLst>
                                            <p:tav tm="0">
                                              <p:val>
                                                <p:strVal val="1+#ppt_w/2"/>
                                              </p:val>
                                            </p:tav>
                                            <p:tav tm="100000">
                                              <p:val>
                                                <p:strVal val="#ppt_x"/>
                                              </p:val>
                                            </p:tav>
                                          </p:tavLst>
                                        </p:anim>
                                        <p:anim calcmode="lin" valueType="num">
                                          <p:cBhvr additive="base">
                                            <p:cTn id="27" dur="1500" fill="hold"/>
                                            <p:tgtEl>
                                              <p:spTgt spid="26"/>
                                            </p:tgtEl>
                                            <p:attrNameLst>
                                              <p:attrName>ppt_y</p:attrName>
                                            </p:attrNameLst>
                                          </p:cBhvr>
                                          <p:tavLst>
                                            <p:tav tm="0">
                                              <p:val>
                                                <p:strVal val="1+#ppt_h/2"/>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anim calcmode="lin" valueType="num">
                                          <p:cBhvr>
                                            <p:cTn id="31" dur="500" fill="hold"/>
                                            <p:tgtEl>
                                              <p:spTgt spid="19"/>
                                            </p:tgtEl>
                                            <p:attrNameLst>
                                              <p:attrName>ppt_x</p:attrName>
                                            </p:attrNameLst>
                                          </p:cBhvr>
                                          <p:tavLst>
                                            <p:tav tm="0">
                                              <p:val>
                                                <p:strVal val="#ppt_x"/>
                                              </p:val>
                                            </p:tav>
                                            <p:tav tm="100000">
                                              <p:val>
                                                <p:strVal val="#ppt_x"/>
                                              </p:val>
                                            </p:tav>
                                          </p:tavLst>
                                        </p:anim>
                                        <p:anim calcmode="lin" valueType="num">
                                          <p:cBhvr>
                                            <p:cTn id="32" dur="500" fill="hold"/>
                                            <p:tgtEl>
                                              <p:spTgt spid="19"/>
                                            </p:tgtEl>
                                            <p:attrNameLst>
                                              <p:attrName>ppt_y</p:attrName>
                                            </p:attrNameLst>
                                          </p:cBhvr>
                                          <p:tavLst>
                                            <p:tav tm="0">
                                              <p:val>
                                                <p:strVal val="#ppt_y+.1"/>
                                              </p:val>
                                            </p:tav>
                                            <p:tav tm="100000">
                                              <p:val>
                                                <p:strVal val="#ppt_y"/>
                                              </p:val>
                                            </p:tav>
                                          </p:tavLst>
                                        </p:anim>
                                      </p:childTnLst>
                                    </p:cTn>
                                  </p:par>
                                </p:childTnLst>
                              </p:cTn>
                            </p:par>
                            <p:par>
                              <p:cTn id="33" fill="hold">
                                <p:stCondLst>
                                  <p:cond delay="4250"/>
                                </p:stCondLst>
                                <p:childTnLst>
                                  <p:par>
                                    <p:cTn id="34" presetID="22" presetClass="entr" presetSubtype="8" fill="hold" nodeType="after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left)">
                                          <p:cBhvr>
                                            <p:cTn id="3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3" grpId="0" animBg="1"/>
          <p:bldP spid="24" grpId="0" animBg="1"/>
          <p:bldP spid="25" grpId="0"/>
          <p:bldP spid="19" grpId="0"/>
        </p:bldLst>
      </p:timing>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22" name="组合 21"/>
          <p:cNvGrpSpPr/>
          <p:nvPr/>
        </p:nvGrpSpPr>
        <p:grpSpPr>
          <a:xfrm flipH="1">
            <a:off x="871863" y="1922383"/>
            <a:ext cx="10421340" cy="4384718"/>
            <a:chOff x="958949" y="1835298"/>
            <a:chExt cx="10421340" cy="4384718"/>
          </a:xfrm>
        </p:grpSpPr>
        <p:sp>
          <p:nvSpPr>
            <p:cNvPr id="23" name="Rectangle 3"/>
            <p:cNvSpPr/>
            <p:nvPr/>
          </p:nvSpPr>
          <p:spPr>
            <a:xfrm>
              <a:off x="6168089" y="1835298"/>
              <a:ext cx="5212200" cy="2426086"/>
            </a:xfrm>
            <a:prstGeom prst="rect">
              <a:avLst/>
            </a:prstGeom>
            <a:solidFill>
              <a:srgbClr val="0824AA"/>
            </a:solidFill>
            <a:ln>
              <a:noFill/>
            </a:ln>
            <a:effectLst/>
          </p:spPr>
          <p:style>
            <a:lnRef idx="1">
              <a:schemeClr val="accent1"/>
            </a:lnRef>
            <a:fillRef idx="3">
              <a:schemeClr val="accent1"/>
            </a:fillRef>
            <a:effectRef idx="2">
              <a:schemeClr val="accent1"/>
            </a:effectRef>
            <a:fontRef idx="minor">
              <a:schemeClr val="lt1"/>
            </a:fontRef>
          </p:style>
          <p:txBody>
            <a:bodyPr lIns="91420" tIns="45709" rIns="91420" bIns="45709" rtlCol="0" anchor="ctr"/>
            <a:lstStyle/>
            <a:p>
              <a:pPr algn="ctr"/>
              <a:endParaRPr lang="en-US">
                <a:latin typeface="+mn-ea"/>
              </a:endParaRPr>
            </a:p>
          </p:txBody>
        </p:sp>
        <p:sp>
          <p:nvSpPr>
            <p:cNvPr id="24" name="TextBox 71"/>
            <p:cNvSpPr txBox="1"/>
            <p:nvPr/>
          </p:nvSpPr>
          <p:spPr>
            <a:xfrm>
              <a:off x="958949" y="4552142"/>
              <a:ext cx="10421340" cy="1667874"/>
            </a:xfrm>
            <a:prstGeom prst="rect">
              <a:avLst/>
            </a:prstGeom>
            <a:noFill/>
          </p:spPr>
          <p:txBody>
            <a:bodyPr wrap="square" lIns="0" tIns="0" rIns="91420" bIns="0" numCol="2" spcCol="274258" rtlCol="0">
              <a:noAutofit/>
            </a:bodyPr>
            <a:lstStyle/>
            <a:p>
              <a:pPr algn="just"/>
              <a:r>
                <a:rPr lang="zh-CN" altLang="en-US" sz="1400" dirty="0">
                  <a:solidFill>
                    <a:schemeClr val="bg1">
                      <a:lumMod val="50000"/>
                    </a:schemeClr>
                  </a:solidFill>
                  <a:latin typeface="+mn-ea"/>
                  <a:cs typeface="Calibri"/>
                </a:rPr>
                <a:t>此处添加详细文本描述，建议与标题相关并符合整体语言风格，语言描述尽量简洁生动。尽量将每页幻灯片的字数控制在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字以内，据统计每页幻灯片的最好控制在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分钟之内。此处添加详细文本描述，建议与标题相关并符合整体语言风格，语言描述尽量简洁生动。</a:t>
              </a:r>
              <a:endParaRPr lang="en-US" altLang="zh-CN" sz="1400" dirty="0">
                <a:solidFill>
                  <a:schemeClr val="bg1">
                    <a:lumMod val="50000"/>
                  </a:schemeClr>
                </a:solidFill>
                <a:latin typeface="+mn-ea"/>
                <a:cs typeface="Calibri"/>
              </a:endParaRPr>
            </a:p>
            <a:p>
              <a:pPr algn="just"/>
              <a:endParaRPr lang="en-US" altLang="zh-CN" sz="1400" dirty="0">
                <a:solidFill>
                  <a:schemeClr val="bg1">
                    <a:lumMod val="50000"/>
                  </a:schemeClr>
                </a:solidFill>
                <a:latin typeface="+mn-ea"/>
                <a:cs typeface="Calibri"/>
              </a:endParaRPr>
            </a:p>
            <a:p>
              <a:pPr algn="just"/>
              <a:r>
                <a:rPr lang="zh-CN" altLang="en-US" sz="1400" dirty="0">
                  <a:solidFill>
                    <a:schemeClr val="bg1">
                      <a:lumMod val="50000"/>
                    </a:schemeClr>
                  </a:solidFill>
                  <a:latin typeface="+mn-ea"/>
                  <a:cs typeface="Calibri"/>
                </a:rPr>
                <a:t>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字以内，据统计每页幻灯片的最好控制在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分钟之内。此处添加详细文本描述，建议与标题相关并符合整体语言风格，语言描述尽量简洁生动。尽量将每页幻灯片的字数控制在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字以内，据统计每页幻灯片的最好控制在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分钟之内。此处添加详细文本描述，建议与标题相关并符合整体语言风格，语言描述尽量简洁生动。</a:t>
              </a:r>
              <a:endParaRPr lang="en-US" altLang="zh-CN" sz="1400" dirty="0">
                <a:solidFill>
                  <a:schemeClr val="bg1">
                    <a:lumMod val="50000"/>
                  </a:schemeClr>
                </a:solidFill>
                <a:latin typeface="+mn-ea"/>
                <a:cs typeface="Calibri"/>
              </a:endParaRPr>
            </a:p>
            <a:p>
              <a:pPr algn="just"/>
              <a:endParaRPr lang="en-US" altLang="zh-CN" sz="1400" dirty="0">
                <a:solidFill>
                  <a:schemeClr val="bg1">
                    <a:lumMod val="50000"/>
                  </a:schemeClr>
                </a:solidFill>
                <a:latin typeface="+mn-ea"/>
                <a:cs typeface="Calibri"/>
              </a:endParaRPr>
            </a:p>
            <a:p>
              <a:pPr algn="just"/>
              <a:r>
                <a:rPr lang="zh-CN" altLang="en-US" sz="1400" dirty="0">
                  <a:solidFill>
                    <a:schemeClr val="bg1">
                      <a:lumMod val="50000"/>
                    </a:schemeClr>
                  </a:solidFill>
                  <a:latin typeface="+mn-ea"/>
                  <a:cs typeface="Calibri"/>
                </a:rPr>
                <a:t>此处添加详细文本描述，建议与标题相关并符合整体语言风格，语言描述尽量简洁生动。</a:t>
              </a:r>
            </a:p>
          </p:txBody>
        </p:sp>
        <p:sp>
          <p:nvSpPr>
            <p:cNvPr id="26" name="Subtitle 2"/>
            <p:cNvSpPr txBox="1"/>
            <p:nvPr/>
          </p:nvSpPr>
          <p:spPr>
            <a:xfrm>
              <a:off x="6710617" y="2587671"/>
              <a:ext cx="4185200" cy="1364318"/>
            </a:xfrm>
            <a:prstGeom prst="rect">
              <a:avLst/>
            </a:prstGeom>
          </p:spPr>
          <p:txBody>
            <a:bodyPr vert="horz" lIns="91420" tIns="45709" rIns="91420" bIns="45709"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lnSpc>
                  <a:spcPct val="120000"/>
                </a:lnSpc>
                <a:buNone/>
              </a:pPr>
              <a:r>
                <a:rPr lang="zh-CN" altLang="en-US" sz="1800" dirty="0">
                  <a:solidFill>
                    <a:schemeClr val="bg1"/>
                  </a:solidFill>
                  <a:latin typeface="微软雅黑" pitchFamily="34" charset="-122"/>
                  <a:ea typeface="微软雅黑" pitchFamily="34" charset="-122"/>
                </a:rPr>
                <a:t>详写内容</a:t>
              </a:r>
              <a:r>
                <a:rPr lang="en-US" altLang="zh-CN" sz="1800" dirty="0">
                  <a:solidFill>
                    <a:schemeClr val="bg1"/>
                  </a:solidFill>
                  <a:latin typeface="微软雅黑" pitchFamily="34" charset="-122"/>
                  <a:ea typeface="微软雅黑" pitchFamily="34" charset="-122"/>
                </a:rPr>
                <a:t>……</a:t>
              </a:r>
              <a:r>
                <a:rPr lang="zh-CN" altLang="en-US" sz="1800" dirty="0">
                  <a:solidFill>
                    <a:schemeClr val="bg1"/>
                  </a:solidFill>
                  <a:latin typeface="微软雅黑" pitchFamily="34" charset="-122"/>
                  <a:ea typeface="微软雅黑" pitchFamily="34" charset="-122"/>
                </a:rPr>
                <a:t>点击输入本栏的具体文字，简明扼要的说明分项内容，此为概念图解，请根据具体内容酌情修改。</a:t>
              </a:r>
              <a:endParaRPr lang="en-US" altLang="zh-CN" sz="1800" dirty="0">
                <a:solidFill>
                  <a:schemeClr val="bg1"/>
                </a:solidFill>
                <a:latin typeface="微软雅黑" pitchFamily="34" charset="-122"/>
                <a:ea typeface="微软雅黑" pitchFamily="34" charset="-122"/>
              </a:endParaRPr>
            </a:p>
          </p:txBody>
        </p:sp>
        <p:sp>
          <p:nvSpPr>
            <p:cNvPr id="27" name="矩形 26"/>
            <p:cNvSpPr/>
            <p:nvPr/>
          </p:nvSpPr>
          <p:spPr bwMode="auto">
            <a:xfrm>
              <a:off x="958949" y="1835298"/>
              <a:ext cx="5121743" cy="2426086"/>
            </a:xfrm>
            <a:prstGeom prst="rect">
              <a:avLst/>
            </a:prstGeom>
            <a:blipFill dpi="0" rotWithShape="1">
              <a:blip r:embed="rId3"/>
              <a:srcRect/>
              <a:tile tx="0" ty="0" sx="95000" sy="95000" flip="none" algn="ctr"/>
            </a:blipFill>
            <a:ln w="127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400">
                <a:solidFill>
                  <a:schemeClr val="bg1">
                    <a:lumMod val="50000"/>
                  </a:schemeClr>
                </a:solidFill>
              </a:endParaRPr>
            </a:p>
          </p:txBody>
        </p:sp>
      </p:grpSp>
    </p:spTree>
    <p:extLst>
      <p:ext uri="{BB962C8B-B14F-4D97-AF65-F5344CB8AC3E}">
        <p14:creationId xmlns:p14="http://schemas.microsoft.com/office/powerpoint/2010/main" val="2892048936"/>
      </p:ext>
    </p:extLst>
  </p:cSld>
  <p:clrMapOvr>
    <a:masterClrMapping/>
  </p:clrMapOvr>
  <p:transition spd="slow" advTm="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1000"/>
                                        <p:tgtEl>
                                          <p:spTgt spid="22"/>
                                        </p:tgtEl>
                                      </p:cBhvr>
                                    </p:animEffect>
                                    <p:anim calcmode="lin" valueType="num">
                                      <p:cBhvr>
                                        <p:cTn id="14" dur="1000" fill="hold"/>
                                        <p:tgtEl>
                                          <p:spTgt spid="22"/>
                                        </p:tgtEl>
                                        <p:attrNameLst>
                                          <p:attrName>ppt_x</p:attrName>
                                        </p:attrNameLst>
                                      </p:cBhvr>
                                      <p:tavLst>
                                        <p:tav tm="0">
                                          <p:val>
                                            <p:strVal val="#ppt_x"/>
                                          </p:val>
                                        </p:tav>
                                        <p:tav tm="100000">
                                          <p:val>
                                            <p:strVal val="#ppt_x"/>
                                          </p:val>
                                        </p:tav>
                                      </p:tavLst>
                                    </p:anim>
                                    <p:anim calcmode="lin" valueType="num">
                                      <p:cBhvr>
                                        <p:cTn id="15"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sp>
        <p:nvSpPr>
          <p:cNvPr id="22" name="矩形 21"/>
          <p:cNvSpPr/>
          <p:nvPr/>
        </p:nvSpPr>
        <p:spPr>
          <a:xfrm>
            <a:off x="6023568" y="4367142"/>
            <a:ext cx="2360989" cy="1885499"/>
          </a:xfrm>
          <a:prstGeom prst="rect">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3456392" y="4367143"/>
            <a:ext cx="2360989" cy="1885499"/>
          </a:xfrm>
          <a:prstGeom prst="rect">
            <a:avLst/>
          </a:prstGeom>
          <a:blipFill dpi="0" rotWithShape="1">
            <a:blip r:embed="rId4"/>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6023568" y="2166641"/>
            <a:ext cx="2360989" cy="1885499"/>
          </a:xfrm>
          <a:prstGeom prst="rect">
            <a:avLst/>
          </a:prstGeom>
          <a:blipFill dpi="0" rotWithShape="1">
            <a:blip r:embed="rId5"/>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456392" y="2166642"/>
            <a:ext cx="2360989" cy="1885499"/>
          </a:xfrm>
          <a:prstGeom prst="rect">
            <a:avLst/>
          </a:prstGeom>
          <a:blipFill dpi="0" rotWithShape="1">
            <a:blip r:embed="rId6"/>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p:cNvGrpSpPr/>
          <p:nvPr/>
        </p:nvGrpSpPr>
        <p:grpSpPr>
          <a:xfrm>
            <a:off x="691231" y="2431037"/>
            <a:ext cx="10662805" cy="3592249"/>
            <a:chOff x="953127" y="1677910"/>
            <a:chExt cx="7138335" cy="2404871"/>
          </a:xfrm>
        </p:grpSpPr>
        <p:grpSp>
          <p:nvGrpSpPr>
            <p:cNvPr id="28" name="组合 27"/>
            <p:cNvGrpSpPr/>
            <p:nvPr/>
          </p:nvGrpSpPr>
          <p:grpSpPr>
            <a:xfrm>
              <a:off x="6378664" y="1677910"/>
              <a:ext cx="1712798" cy="2404871"/>
              <a:chOff x="8503778" y="2237214"/>
              <a:chExt cx="2283434" cy="3206493"/>
            </a:xfrm>
          </p:grpSpPr>
          <p:sp>
            <p:nvSpPr>
              <p:cNvPr id="36" name="TextBox 17"/>
              <p:cNvSpPr txBox="1"/>
              <p:nvPr/>
            </p:nvSpPr>
            <p:spPr>
              <a:xfrm>
                <a:off x="8503778" y="2798119"/>
                <a:ext cx="2232249" cy="582410"/>
              </a:xfrm>
              <a:prstGeom prst="rect">
                <a:avLst/>
              </a:prstGeom>
              <a:noFill/>
            </p:spPr>
            <p:txBody>
              <a:bodyPr wrap="square" lIns="91431" tIns="45715" rIns="91431" bIns="45715" rtlCol="0">
                <a:spAutoFit/>
              </a:bodyPr>
              <a:lstStyle/>
              <a:p>
                <a:pPr>
                  <a:lnSpc>
                    <a:spcPct val="130000"/>
                  </a:lnSpc>
                </a:pPr>
                <a:r>
                  <a:rPr lang="zh-CN" altLang="en-US" sz="1400" dirty="0">
                    <a:solidFill>
                      <a:schemeClr val="bg1">
                        <a:lumMod val="50000"/>
                      </a:schemeClr>
                    </a:solidFill>
                    <a:latin typeface="微软雅黑" pitchFamily="34" charset="-122"/>
                    <a:ea typeface="微软雅黑" pitchFamily="34" charset="-122"/>
                    <a:cs typeface="+mn-ea"/>
                    <a:sym typeface="+mn-lt"/>
                  </a:rPr>
                  <a:t>您的内容打在这里，或者通过复制您的文本后，</a:t>
                </a:r>
              </a:p>
            </p:txBody>
          </p:sp>
          <p:sp>
            <p:nvSpPr>
              <p:cNvPr id="37" name="TextBox 18"/>
              <p:cNvSpPr txBox="1"/>
              <p:nvPr/>
            </p:nvSpPr>
            <p:spPr>
              <a:xfrm>
                <a:off x="8503778" y="2279309"/>
                <a:ext cx="1774276" cy="436242"/>
              </a:xfrm>
              <a:prstGeom prst="rect">
                <a:avLst/>
              </a:prstGeom>
              <a:noFill/>
            </p:spPr>
            <p:txBody>
              <a:bodyPr wrap="square" lIns="91431" tIns="0" rIns="91431" bIns="0" rtlCol="0" anchor="t">
                <a:spAutoFit/>
              </a:bodyPr>
              <a:lstStyle/>
              <a:p>
                <a:pPr>
                  <a:lnSpc>
                    <a:spcPct val="150000"/>
                  </a:lnSpc>
                </a:pPr>
                <a:r>
                  <a:rPr lang="zh-CN" altLang="en-US" sz="2400" dirty="0">
                    <a:solidFill>
                      <a:schemeClr val="bg1">
                        <a:lumMod val="50000"/>
                      </a:schemeClr>
                    </a:solidFill>
                    <a:latin typeface="微软雅黑" pitchFamily="34" charset="-122"/>
                    <a:ea typeface="微软雅黑" pitchFamily="34" charset="-122"/>
                    <a:cs typeface="+mn-ea"/>
                    <a:sym typeface="+mn-lt"/>
                  </a:rPr>
                  <a:t>标题</a:t>
                </a:r>
              </a:p>
            </p:txBody>
          </p:sp>
          <p:sp>
            <p:nvSpPr>
              <p:cNvPr id="38" name="TextBox 19"/>
              <p:cNvSpPr txBox="1"/>
              <p:nvPr/>
            </p:nvSpPr>
            <p:spPr>
              <a:xfrm>
                <a:off x="8554963" y="4861297"/>
                <a:ext cx="2232249" cy="582410"/>
              </a:xfrm>
              <a:prstGeom prst="rect">
                <a:avLst/>
              </a:prstGeom>
              <a:noFill/>
            </p:spPr>
            <p:txBody>
              <a:bodyPr wrap="square" lIns="91431" tIns="45715" rIns="91431" bIns="45715" rtlCol="0">
                <a:spAutoFit/>
              </a:bodyPr>
              <a:lstStyle/>
              <a:p>
                <a:pPr>
                  <a:lnSpc>
                    <a:spcPct val="130000"/>
                  </a:lnSpc>
                </a:pPr>
                <a:r>
                  <a:rPr lang="zh-CN" altLang="en-US" sz="1400" dirty="0">
                    <a:solidFill>
                      <a:schemeClr val="bg1">
                        <a:lumMod val="50000"/>
                      </a:schemeClr>
                    </a:solidFill>
                    <a:latin typeface="微软雅黑" pitchFamily="34" charset="-122"/>
                    <a:ea typeface="微软雅黑" pitchFamily="34" charset="-122"/>
                    <a:cs typeface="+mn-ea"/>
                    <a:sym typeface="+mn-lt"/>
                  </a:rPr>
                  <a:t>您的内容打在这里，或者通过复制您的文本后，</a:t>
                </a:r>
              </a:p>
            </p:txBody>
          </p:sp>
          <p:sp>
            <p:nvSpPr>
              <p:cNvPr id="39" name="TextBox 20"/>
              <p:cNvSpPr txBox="1"/>
              <p:nvPr/>
            </p:nvSpPr>
            <p:spPr>
              <a:xfrm>
                <a:off x="8554963" y="4301768"/>
                <a:ext cx="1774276" cy="436242"/>
              </a:xfrm>
              <a:prstGeom prst="rect">
                <a:avLst/>
              </a:prstGeom>
              <a:noFill/>
            </p:spPr>
            <p:txBody>
              <a:bodyPr wrap="square" lIns="91431" tIns="0" rIns="91431" bIns="0" rtlCol="0" anchor="t">
                <a:spAutoFit/>
              </a:bodyPr>
              <a:lstStyle/>
              <a:p>
                <a:pPr>
                  <a:lnSpc>
                    <a:spcPct val="150000"/>
                  </a:lnSpc>
                </a:pPr>
                <a:r>
                  <a:rPr lang="zh-CN" altLang="en-US" sz="2400" dirty="0">
                    <a:solidFill>
                      <a:schemeClr val="bg1">
                        <a:lumMod val="50000"/>
                      </a:schemeClr>
                    </a:solidFill>
                    <a:latin typeface="微软雅黑" pitchFamily="34" charset="-122"/>
                    <a:ea typeface="微软雅黑" pitchFamily="34" charset="-122"/>
                    <a:cs typeface="+mn-ea"/>
                    <a:sym typeface="+mn-lt"/>
                  </a:rPr>
                  <a:t>标题</a:t>
                </a:r>
              </a:p>
            </p:txBody>
          </p:sp>
          <p:sp>
            <p:nvSpPr>
              <p:cNvPr id="40" name="圆角矩形 21"/>
              <p:cNvSpPr/>
              <p:nvPr/>
            </p:nvSpPr>
            <p:spPr>
              <a:xfrm>
                <a:off x="9390916" y="2237214"/>
                <a:ext cx="592638" cy="547837"/>
              </a:xfrm>
              <a:prstGeom prst="roundRect">
                <a:avLst/>
              </a:prstGeom>
              <a:solidFill>
                <a:srgbClr val="051564"/>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r>
                  <a:rPr lang="en-US" altLang="zh-CN" sz="3200" dirty="0">
                    <a:solidFill>
                      <a:prstClr val="white"/>
                    </a:solidFill>
                    <a:latin typeface="微软雅黑" pitchFamily="34" charset="-122"/>
                    <a:ea typeface="微软雅黑" pitchFamily="34" charset="-122"/>
                    <a:cs typeface="+mn-ea"/>
                    <a:sym typeface="+mn-lt"/>
                  </a:rPr>
                  <a:t>B</a:t>
                </a:r>
                <a:endParaRPr lang="zh-CN" altLang="en-US" sz="3200" dirty="0">
                  <a:solidFill>
                    <a:prstClr val="white"/>
                  </a:solidFill>
                  <a:latin typeface="微软雅黑" pitchFamily="34" charset="-122"/>
                  <a:ea typeface="微软雅黑" pitchFamily="34" charset="-122"/>
                  <a:cs typeface="+mn-ea"/>
                  <a:sym typeface="+mn-lt"/>
                </a:endParaRPr>
              </a:p>
            </p:txBody>
          </p:sp>
          <p:sp>
            <p:nvSpPr>
              <p:cNvPr id="41" name="圆角矩形 22"/>
              <p:cNvSpPr/>
              <p:nvPr/>
            </p:nvSpPr>
            <p:spPr>
              <a:xfrm>
                <a:off x="9442102" y="4259085"/>
                <a:ext cx="592638" cy="547837"/>
              </a:xfrm>
              <a:prstGeom prst="round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r>
                  <a:rPr lang="en-US" altLang="zh-CN" sz="3200" dirty="0">
                    <a:solidFill>
                      <a:prstClr val="white"/>
                    </a:solidFill>
                    <a:latin typeface="微软雅黑" pitchFamily="34" charset="-122"/>
                    <a:ea typeface="微软雅黑" pitchFamily="34" charset="-122"/>
                    <a:cs typeface="+mn-ea"/>
                    <a:sym typeface="+mn-lt"/>
                  </a:rPr>
                  <a:t>C</a:t>
                </a:r>
                <a:endParaRPr lang="zh-CN" altLang="en-US" sz="3200" dirty="0">
                  <a:solidFill>
                    <a:prstClr val="white"/>
                  </a:solidFill>
                  <a:latin typeface="微软雅黑" pitchFamily="34" charset="-122"/>
                  <a:ea typeface="微软雅黑" pitchFamily="34" charset="-122"/>
                  <a:cs typeface="+mn-ea"/>
                  <a:sym typeface="+mn-lt"/>
                </a:endParaRPr>
              </a:p>
            </p:txBody>
          </p:sp>
        </p:grpSp>
        <p:grpSp>
          <p:nvGrpSpPr>
            <p:cNvPr id="29" name="组合 28"/>
            <p:cNvGrpSpPr/>
            <p:nvPr/>
          </p:nvGrpSpPr>
          <p:grpSpPr>
            <a:xfrm>
              <a:off x="953127" y="1814847"/>
              <a:ext cx="1711520" cy="2183207"/>
              <a:chOff x="1270670" y="2419796"/>
              <a:chExt cx="2281730" cy="2910941"/>
            </a:xfrm>
          </p:grpSpPr>
          <p:sp>
            <p:nvSpPr>
              <p:cNvPr id="30" name="TextBox 11"/>
              <p:cNvSpPr txBox="1"/>
              <p:nvPr/>
            </p:nvSpPr>
            <p:spPr>
              <a:xfrm>
                <a:off x="1296420" y="3022002"/>
                <a:ext cx="2232248" cy="582410"/>
              </a:xfrm>
              <a:prstGeom prst="rect">
                <a:avLst/>
              </a:prstGeom>
              <a:noFill/>
            </p:spPr>
            <p:txBody>
              <a:bodyPr wrap="square" lIns="91431" tIns="45715" rIns="91431" bIns="45715" rtlCol="0">
                <a:spAutoFit/>
              </a:bodyPr>
              <a:lstStyle/>
              <a:p>
                <a:pPr algn="r">
                  <a:lnSpc>
                    <a:spcPct val="130000"/>
                  </a:lnSpc>
                </a:pPr>
                <a:r>
                  <a:rPr lang="zh-CN" altLang="en-US" sz="1400" dirty="0">
                    <a:solidFill>
                      <a:schemeClr val="bg1">
                        <a:lumMod val="50000"/>
                      </a:schemeClr>
                    </a:solidFill>
                    <a:latin typeface="微软雅黑" pitchFamily="34" charset="-122"/>
                    <a:ea typeface="微软雅黑" pitchFamily="34" charset="-122"/>
                    <a:cs typeface="+mn-ea"/>
                    <a:sym typeface="+mn-lt"/>
                  </a:rPr>
                  <a:t>您的内容打在这里，或者通过复制您的文本后</a:t>
                </a:r>
              </a:p>
            </p:txBody>
          </p:sp>
          <p:sp>
            <p:nvSpPr>
              <p:cNvPr id="31" name="TextBox 12"/>
              <p:cNvSpPr txBox="1"/>
              <p:nvPr/>
            </p:nvSpPr>
            <p:spPr>
              <a:xfrm>
                <a:off x="1778124" y="2509979"/>
                <a:ext cx="1774276" cy="436242"/>
              </a:xfrm>
              <a:prstGeom prst="rect">
                <a:avLst/>
              </a:prstGeom>
              <a:noFill/>
            </p:spPr>
            <p:txBody>
              <a:bodyPr wrap="square" lIns="91431" tIns="0" rIns="91431" bIns="0" rtlCol="0" anchor="t">
                <a:spAutoFit/>
              </a:bodyPr>
              <a:lstStyle/>
              <a:p>
                <a:pPr algn="r">
                  <a:lnSpc>
                    <a:spcPct val="150000"/>
                  </a:lnSpc>
                </a:pPr>
                <a:r>
                  <a:rPr lang="zh-CN" altLang="en-US" sz="2400" dirty="0">
                    <a:solidFill>
                      <a:schemeClr val="bg1">
                        <a:lumMod val="50000"/>
                      </a:schemeClr>
                    </a:solidFill>
                    <a:latin typeface="微软雅黑" pitchFamily="34" charset="-122"/>
                    <a:ea typeface="微软雅黑" pitchFamily="34" charset="-122"/>
                    <a:cs typeface="+mn-ea"/>
                    <a:sym typeface="+mn-lt"/>
                  </a:rPr>
                  <a:t>标题</a:t>
                </a:r>
              </a:p>
            </p:txBody>
          </p:sp>
          <p:sp>
            <p:nvSpPr>
              <p:cNvPr id="32" name="TextBox 13"/>
              <p:cNvSpPr txBox="1"/>
              <p:nvPr/>
            </p:nvSpPr>
            <p:spPr>
              <a:xfrm>
                <a:off x="1270670" y="4748327"/>
                <a:ext cx="2232248" cy="582410"/>
              </a:xfrm>
              <a:prstGeom prst="rect">
                <a:avLst/>
              </a:prstGeom>
              <a:noFill/>
            </p:spPr>
            <p:txBody>
              <a:bodyPr wrap="square" lIns="91431" tIns="45715" rIns="91431" bIns="45715" rtlCol="0">
                <a:spAutoFit/>
              </a:bodyPr>
              <a:lstStyle/>
              <a:p>
                <a:pPr algn="r">
                  <a:lnSpc>
                    <a:spcPct val="130000"/>
                  </a:lnSpc>
                </a:pPr>
                <a:r>
                  <a:rPr lang="zh-CN" altLang="en-US" sz="1400" dirty="0">
                    <a:solidFill>
                      <a:schemeClr val="bg1">
                        <a:lumMod val="50000"/>
                      </a:schemeClr>
                    </a:solidFill>
                    <a:latin typeface="微软雅黑" pitchFamily="34" charset="-122"/>
                    <a:ea typeface="微软雅黑" pitchFamily="34" charset="-122"/>
                    <a:cs typeface="+mn-ea"/>
                    <a:sym typeface="+mn-lt"/>
                  </a:rPr>
                  <a:t>您的内容打在这里，或者通过复制您的文本后</a:t>
                </a:r>
              </a:p>
            </p:txBody>
          </p:sp>
          <p:sp>
            <p:nvSpPr>
              <p:cNvPr id="33" name="TextBox 14"/>
              <p:cNvSpPr txBox="1"/>
              <p:nvPr/>
            </p:nvSpPr>
            <p:spPr>
              <a:xfrm>
                <a:off x="1728642" y="4245950"/>
                <a:ext cx="1774276" cy="436242"/>
              </a:xfrm>
              <a:prstGeom prst="rect">
                <a:avLst/>
              </a:prstGeom>
              <a:noFill/>
            </p:spPr>
            <p:txBody>
              <a:bodyPr wrap="square" lIns="91431" tIns="0" rIns="91431" bIns="0" rtlCol="0" anchor="t">
                <a:spAutoFit/>
              </a:bodyPr>
              <a:lstStyle/>
              <a:p>
                <a:pPr algn="r">
                  <a:lnSpc>
                    <a:spcPct val="150000"/>
                  </a:lnSpc>
                </a:pPr>
                <a:r>
                  <a:rPr lang="zh-CN" altLang="en-US" sz="2400" dirty="0">
                    <a:solidFill>
                      <a:schemeClr val="bg1">
                        <a:lumMod val="50000"/>
                      </a:schemeClr>
                    </a:solidFill>
                    <a:latin typeface="微软雅黑" pitchFamily="34" charset="-122"/>
                    <a:ea typeface="微软雅黑" pitchFamily="34" charset="-122"/>
                    <a:cs typeface="+mn-ea"/>
                    <a:sym typeface="+mn-lt"/>
                  </a:rPr>
                  <a:t>标题</a:t>
                </a:r>
              </a:p>
            </p:txBody>
          </p:sp>
          <p:sp>
            <p:nvSpPr>
              <p:cNvPr id="34" name="圆角矩形 15"/>
              <p:cNvSpPr/>
              <p:nvPr/>
            </p:nvSpPr>
            <p:spPr>
              <a:xfrm>
                <a:off x="2125863" y="2419796"/>
                <a:ext cx="592638" cy="547837"/>
              </a:xfrm>
              <a:prstGeom prst="round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r>
                  <a:rPr lang="en-US" altLang="zh-CN" sz="3200" dirty="0">
                    <a:solidFill>
                      <a:prstClr val="white"/>
                    </a:solidFill>
                    <a:latin typeface="微软雅黑" pitchFamily="34" charset="-122"/>
                    <a:ea typeface="微软雅黑" pitchFamily="34" charset="-122"/>
                    <a:cs typeface="+mn-ea"/>
                    <a:sym typeface="+mn-lt"/>
                  </a:rPr>
                  <a:t>A</a:t>
                </a:r>
                <a:endParaRPr lang="zh-CN" altLang="en-US" sz="3200" dirty="0">
                  <a:solidFill>
                    <a:prstClr val="white"/>
                  </a:solidFill>
                  <a:latin typeface="微软雅黑" pitchFamily="34" charset="-122"/>
                  <a:ea typeface="微软雅黑" pitchFamily="34" charset="-122"/>
                  <a:cs typeface="+mn-ea"/>
                  <a:sym typeface="+mn-lt"/>
                </a:endParaRPr>
              </a:p>
            </p:txBody>
          </p:sp>
          <p:sp>
            <p:nvSpPr>
              <p:cNvPr id="35" name="圆角矩形 16"/>
              <p:cNvSpPr/>
              <p:nvPr/>
            </p:nvSpPr>
            <p:spPr>
              <a:xfrm>
                <a:off x="2100113" y="4146117"/>
                <a:ext cx="592638" cy="547837"/>
              </a:xfrm>
              <a:prstGeom prst="roundRect">
                <a:avLst/>
              </a:prstGeom>
              <a:solidFill>
                <a:srgbClr val="051564"/>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r>
                  <a:rPr lang="en-US" altLang="zh-CN" sz="3200" dirty="0">
                    <a:solidFill>
                      <a:prstClr val="white"/>
                    </a:solidFill>
                    <a:latin typeface="微软雅黑" pitchFamily="34" charset="-122"/>
                    <a:ea typeface="微软雅黑" pitchFamily="34" charset="-122"/>
                    <a:cs typeface="+mn-ea"/>
                    <a:sym typeface="+mn-lt"/>
                  </a:rPr>
                  <a:t>D</a:t>
                </a:r>
                <a:endParaRPr lang="zh-CN" altLang="en-US" sz="3200" dirty="0">
                  <a:solidFill>
                    <a:prstClr val="white"/>
                  </a:solidFill>
                  <a:latin typeface="微软雅黑" pitchFamily="34" charset="-122"/>
                  <a:ea typeface="微软雅黑" pitchFamily="34" charset="-122"/>
                  <a:cs typeface="+mn-ea"/>
                  <a:sym typeface="+mn-lt"/>
                </a:endParaRPr>
              </a:p>
            </p:txBody>
          </p:sp>
        </p:grpSp>
      </p:grpSp>
    </p:spTree>
    <p:extLst>
      <p:ext uri="{BB962C8B-B14F-4D97-AF65-F5344CB8AC3E}">
        <p14:creationId xmlns:p14="http://schemas.microsoft.com/office/powerpoint/2010/main" val="3803788195"/>
      </p:ext>
    </p:extLst>
  </p:cSld>
  <p:clrMapOvr>
    <a:masterClrMapping/>
  </p:clrMapOvr>
  <p:transition spd="slow" advTm="1000"/>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1000"/>
                                            <p:tgtEl>
                                              <p:spTgt spid="27"/>
                                            </p:tgtEl>
                                          </p:cBhvr>
                                        </p:animEffect>
                                        <p:anim calcmode="lin" valueType="num">
                                          <p:cBhvr>
                                            <p:cTn id="14" dur="1000" fill="hold"/>
                                            <p:tgtEl>
                                              <p:spTgt spid="27"/>
                                            </p:tgtEl>
                                            <p:attrNameLst>
                                              <p:attrName>ppt_x</p:attrName>
                                            </p:attrNameLst>
                                          </p:cBhvr>
                                          <p:tavLst>
                                            <p:tav tm="0">
                                              <p:val>
                                                <p:strVal val="#ppt_x"/>
                                              </p:val>
                                            </p:tav>
                                            <p:tav tm="100000">
                                              <p:val>
                                                <p:strVal val="#ppt_x"/>
                                              </p:val>
                                            </p:tav>
                                          </p:tavLst>
                                        </p:anim>
                                        <p:anim calcmode="lin" valueType="num">
                                          <p:cBhvr>
                                            <p:cTn id="15" dur="1000" fill="hold"/>
                                            <p:tgtEl>
                                              <p:spTgt spid="27"/>
                                            </p:tgtEl>
                                            <p:attrNameLst>
                                              <p:attrName>ppt_y</p:attrName>
                                            </p:attrNameLst>
                                          </p:cBhvr>
                                          <p:tavLst>
                                            <p:tav tm="0">
                                              <p:val>
                                                <p:strVal val="#ppt_y+.1"/>
                                              </p:val>
                                            </p:tav>
                                            <p:tav tm="100000">
                                              <p:val>
                                                <p:strVal val="#ppt_y"/>
                                              </p:val>
                                            </p:tav>
                                          </p:tavLst>
                                        </p:anim>
                                      </p:childTnLst>
                                    </p:cTn>
                                  </p:par>
                                </p:childTnLst>
                              </p:cTn>
                            </p:par>
                            <p:par>
                              <p:cTn id="16" fill="hold">
                                <p:stCondLst>
                                  <p:cond delay="1750"/>
                                </p:stCondLst>
                                <p:childTnLst>
                                  <p:par>
                                    <p:cTn id="17" presetID="2" presetClass="entr" presetSubtype="1" fill="hold" grpId="0" nodeType="afterEffect" p14:presetBounceEnd="46000">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14:bounceEnd="46000">
                                          <p:cBhvr additive="base">
                                            <p:cTn id="19" dur="500" fill="hold"/>
                                            <p:tgtEl>
                                              <p:spTgt spid="26"/>
                                            </p:tgtEl>
                                            <p:attrNameLst>
                                              <p:attrName>ppt_x</p:attrName>
                                            </p:attrNameLst>
                                          </p:cBhvr>
                                          <p:tavLst>
                                            <p:tav tm="0">
                                              <p:val>
                                                <p:strVal val="#ppt_x"/>
                                              </p:val>
                                            </p:tav>
                                            <p:tav tm="100000">
                                              <p:val>
                                                <p:strVal val="#ppt_x"/>
                                              </p:val>
                                            </p:tav>
                                          </p:tavLst>
                                        </p:anim>
                                        <p:anim calcmode="lin" valueType="num" p14:bounceEnd="46000">
                                          <p:cBhvr additive="base">
                                            <p:cTn id="20" dur="500" fill="hold"/>
                                            <p:tgtEl>
                                              <p:spTgt spid="26"/>
                                            </p:tgtEl>
                                            <p:attrNameLst>
                                              <p:attrName>ppt_y</p:attrName>
                                            </p:attrNameLst>
                                          </p:cBhvr>
                                          <p:tavLst>
                                            <p:tav tm="0">
                                              <p:val>
                                                <p:strVal val="0-#ppt_h/2"/>
                                              </p:val>
                                            </p:tav>
                                            <p:tav tm="100000">
                                              <p:val>
                                                <p:strVal val="#ppt_y"/>
                                              </p:val>
                                            </p:tav>
                                          </p:tavLst>
                                        </p:anim>
                                      </p:childTnLst>
                                    </p:cTn>
                                  </p:par>
                                </p:childTnLst>
                              </p:cTn>
                            </p:par>
                            <p:par>
                              <p:cTn id="21" fill="hold">
                                <p:stCondLst>
                                  <p:cond delay="2250"/>
                                </p:stCondLst>
                                <p:childTnLst>
                                  <p:par>
                                    <p:cTn id="22" presetID="2" presetClass="entr" presetSubtype="1" fill="hold" grpId="0" nodeType="afterEffect" p14:presetBounceEnd="46000">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14:bounceEnd="46000">
                                          <p:cBhvr additive="base">
                                            <p:cTn id="24" dur="500" fill="hold"/>
                                            <p:tgtEl>
                                              <p:spTgt spid="24"/>
                                            </p:tgtEl>
                                            <p:attrNameLst>
                                              <p:attrName>ppt_x</p:attrName>
                                            </p:attrNameLst>
                                          </p:cBhvr>
                                          <p:tavLst>
                                            <p:tav tm="0">
                                              <p:val>
                                                <p:strVal val="#ppt_x"/>
                                              </p:val>
                                            </p:tav>
                                            <p:tav tm="100000">
                                              <p:val>
                                                <p:strVal val="#ppt_x"/>
                                              </p:val>
                                            </p:tav>
                                          </p:tavLst>
                                        </p:anim>
                                        <p:anim calcmode="lin" valueType="num" p14:bounceEnd="46000">
                                          <p:cBhvr additive="base">
                                            <p:cTn id="25" dur="500" fill="hold"/>
                                            <p:tgtEl>
                                              <p:spTgt spid="24"/>
                                            </p:tgtEl>
                                            <p:attrNameLst>
                                              <p:attrName>ppt_y</p:attrName>
                                            </p:attrNameLst>
                                          </p:cBhvr>
                                          <p:tavLst>
                                            <p:tav tm="0">
                                              <p:val>
                                                <p:strVal val="0-#ppt_h/2"/>
                                              </p:val>
                                            </p:tav>
                                            <p:tav tm="100000">
                                              <p:val>
                                                <p:strVal val="#ppt_y"/>
                                              </p:val>
                                            </p:tav>
                                          </p:tavLst>
                                        </p:anim>
                                      </p:childTnLst>
                                    </p:cTn>
                                  </p:par>
                                </p:childTnLst>
                              </p:cTn>
                            </p:par>
                            <p:par>
                              <p:cTn id="26" fill="hold">
                                <p:stCondLst>
                                  <p:cond delay="2750"/>
                                </p:stCondLst>
                                <p:childTnLst>
                                  <p:par>
                                    <p:cTn id="27" presetID="2" presetClass="entr" presetSubtype="1" fill="hold" grpId="0" nodeType="afterEffect" p14:presetBounceEnd="46000">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14:bounceEnd="46000">
                                          <p:cBhvr additive="base">
                                            <p:cTn id="29" dur="500" fill="hold"/>
                                            <p:tgtEl>
                                              <p:spTgt spid="23"/>
                                            </p:tgtEl>
                                            <p:attrNameLst>
                                              <p:attrName>ppt_x</p:attrName>
                                            </p:attrNameLst>
                                          </p:cBhvr>
                                          <p:tavLst>
                                            <p:tav tm="0">
                                              <p:val>
                                                <p:strVal val="#ppt_x"/>
                                              </p:val>
                                            </p:tav>
                                            <p:tav tm="100000">
                                              <p:val>
                                                <p:strVal val="#ppt_x"/>
                                              </p:val>
                                            </p:tav>
                                          </p:tavLst>
                                        </p:anim>
                                        <p:anim calcmode="lin" valueType="num" p14:bounceEnd="46000">
                                          <p:cBhvr additive="base">
                                            <p:cTn id="30" dur="500" fill="hold"/>
                                            <p:tgtEl>
                                              <p:spTgt spid="23"/>
                                            </p:tgtEl>
                                            <p:attrNameLst>
                                              <p:attrName>ppt_y</p:attrName>
                                            </p:attrNameLst>
                                          </p:cBhvr>
                                          <p:tavLst>
                                            <p:tav tm="0">
                                              <p:val>
                                                <p:strVal val="0-#ppt_h/2"/>
                                              </p:val>
                                            </p:tav>
                                            <p:tav tm="100000">
                                              <p:val>
                                                <p:strVal val="#ppt_y"/>
                                              </p:val>
                                            </p:tav>
                                          </p:tavLst>
                                        </p:anim>
                                      </p:childTnLst>
                                    </p:cTn>
                                  </p:par>
                                </p:childTnLst>
                              </p:cTn>
                            </p:par>
                            <p:par>
                              <p:cTn id="31" fill="hold">
                                <p:stCondLst>
                                  <p:cond delay="3250"/>
                                </p:stCondLst>
                                <p:childTnLst>
                                  <p:par>
                                    <p:cTn id="32" presetID="2" presetClass="entr" presetSubtype="1" fill="hold" grpId="0" nodeType="afterEffect" p14:presetBounceEnd="46000">
                                      <p:stCondLst>
                                        <p:cond delay="0"/>
                                      </p:stCondLst>
                                      <p:childTnLst>
                                        <p:set>
                                          <p:cBhvr>
                                            <p:cTn id="33" dur="1" fill="hold">
                                              <p:stCondLst>
                                                <p:cond delay="0"/>
                                              </p:stCondLst>
                                            </p:cTn>
                                            <p:tgtEl>
                                              <p:spTgt spid="22"/>
                                            </p:tgtEl>
                                            <p:attrNameLst>
                                              <p:attrName>style.visibility</p:attrName>
                                            </p:attrNameLst>
                                          </p:cBhvr>
                                          <p:to>
                                            <p:strVal val="visible"/>
                                          </p:to>
                                        </p:set>
                                        <p:anim calcmode="lin" valueType="num" p14:bounceEnd="46000">
                                          <p:cBhvr additive="base">
                                            <p:cTn id="34" dur="500" fill="hold"/>
                                            <p:tgtEl>
                                              <p:spTgt spid="22"/>
                                            </p:tgtEl>
                                            <p:attrNameLst>
                                              <p:attrName>ppt_x</p:attrName>
                                            </p:attrNameLst>
                                          </p:cBhvr>
                                          <p:tavLst>
                                            <p:tav tm="0">
                                              <p:val>
                                                <p:strVal val="#ppt_x"/>
                                              </p:val>
                                            </p:tav>
                                            <p:tav tm="100000">
                                              <p:val>
                                                <p:strVal val="#ppt_x"/>
                                              </p:val>
                                            </p:tav>
                                          </p:tavLst>
                                        </p:anim>
                                        <p:anim calcmode="lin" valueType="num" p14:bounceEnd="46000">
                                          <p:cBhvr additive="base">
                                            <p:cTn id="35" dur="500" fill="hold"/>
                                            <p:tgtEl>
                                              <p:spTgt spid="2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6"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1000"/>
                                            <p:tgtEl>
                                              <p:spTgt spid="27"/>
                                            </p:tgtEl>
                                          </p:cBhvr>
                                        </p:animEffect>
                                        <p:anim calcmode="lin" valueType="num">
                                          <p:cBhvr>
                                            <p:cTn id="14" dur="1000" fill="hold"/>
                                            <p:tgtEl>
                                              <p:spTgt spid="27"/>
                                            </p:tgtEl>
                                            <p:attrNameLst>
                                              <p:attrName>ppt_x</p:attrName>
                                            </p:attrNameLst>
                                          </p:cBhvr>
                                          <p:tavLst>
                                            <p:tav tm="0">
                                              <p:val>
                                                <p:strVal val="#ppt_x"/>
                                              </p:val>
                                            </p:tav>
                                            <p:tav tm="100000">
                                              <p:val>
                                                <p:strVal val="#ppt_x"/>
                                              </p:val>
                                            </p:tav>
                                          </p:tavLst>
                                        </p:anim>
                                        <p:anim calcmode="lin" valueType="num">
                                          <p:cBhvr>
                                            <p:cTn id="15" dur="1000" fill="hold"/>
                                            <p:tgtEl>
                                              <p:spTgt spid="27"/>
                                            </p:tgtEl>
                                            <p:attrNameLst>
                                              <p:attrName>ppt_y</p:attrName>
                                            </p:attrNameLst>
                                          </p:cBhvr>
                                          <p:tavLst>
                                            <p:tav tm="0">
                                              <p:val>
                                                <p:strVal val="#ppt_y+.1"/>
                                              </p:val>
                                            </p:tav>
                                            <p:tav tm="100000">
                                              <p:val>
                                                <p:strVal val="#ppt_y"/>
                                              </p:val>
                                            </p:tav>
                                          </p:tavLst>
                                        </p:anim>
                                      </p:childTnLst>
                                    </p:cTn>
                                  </p:par>
                                </p:childTnLst>
                              </p:cTn>
                            </p:par>
                            <p:par>
                              <p:cTn id="16" fill="hold">
                                <p:stCondLst>
                                  <p:cond delay="1750"/>
                                </p:stCondLst>
                                <p:childTnLst>
                                  <p:par>
                                    <p:cTn id="17" presetID="2" presetClass="entr" presetSubtype="1"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ppt_x"/>
                                              </p:val>
                                            </p:tav>
                                            <p:tav tm="100000">
                                              <p:val>
                                                <p:strVal val="#ppt_x"/>
                                              </p:val>
                                            </p:tav>
                                          </p:tavLst>
                                        </p:anim>
                                        <p:anim calcmode="lin" valueType="num">
                                          <p:cBhvr additive="base">
                                            <p:cTn id="20" dur="500" fill="hold"/>
                                            <p:tgtEl>
                                              <p:spTgt spid="26"/>
                                            </p:tgtEl>
                                            <p:attrNameLst>
                                              <p:attrName>ppt_y</p:attrName>
                                            </p:attrNameLst>
                                          </p:cBhvr>
                                          <p:tavLst>
                                            <p:tav tm="0">
                                              <p:val>
                                                <p:strVal val="0-#ppt_h/2"/>
                                              </p:val>
                                            </p:tav>
                                            <p:tav tm="100000">
                                              <p:val>
                                                <p:strVal val="#ppt_y"/>
                                              </p:val>
                                            </p:tav>
                                          </p:tavLst>
                                        </p:anim>
                                      </p:childTnLst>
                                    </p:cTn>
                                  </p:par>
                                </p:childTnLst>
                              </p:cTn>
                            </p:par>
                            <p:par>
                              <p:cTn id="21" fill="hold">
                                <p:stCondLst>
                                  <p:cond delay="2250"/>
                                </p:stCondLst>
                                <p:childTnLst>
                                  <p:par>
                                    <p:cTn id="22" presetID="2" presetClass="entr" presetSubtype="1" fill="hold" grpId="0" nodeType="afterEffect">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cBhvr additive="base">
                                            <p:cTn id="24" dur="500" fill="hold"/>
                                            <p:tgtEl>
                                              <p:spTgt spid="24"/>
                                            </p:tgtEl>
                                            <p:attrNameLst>
                                              <p:attrName>ppt_x</p:attrName>
                                            </p:attrNameLst>
                                          </p:cBhvr>
                                          <p:tavLst>
                                            <p:tav tm="0">
                                              <p:val>
                                                <p:strVal val="#ppt_x"/>
                                              </p:val>
                                            </p:tav>
                                            <p:tav tm="100000">
                                              <p:val>
                                                <p:strVal val="#ppt_x"/>
                                              </p:val>
                                            </p:tav>
                                          </p:tavLst>
                                        </p:anim>
                                        <p:anim calcmode="lin" valueType="num">
                                          <p:cBhvr additive="base">
                                            <p:cTn id="25" dur="500" fill="hold"/>
                                            <p:tgtEl>
                                              <p:spTgt spid="24"/>
                                            </p:tgtEl>
                                            <p:attrNameLst>
                                              <p:attrName>ppt_y</p:attrName>
                                            </p:attrNameLst>
                                          </p:cBhvr>
                                          <p:tavLst>
                                            <p:tav tm="0">
                                              <p:val>
                                                <p:strVal val="0-#ppt_h/2"/>
                                              </p:val>
                                            </p:tav>
                                            <p:tav tm="100000">
                                              <p:val>
                                                <p:strVal val="#ppt_y"/>
                                              </p:val>
                                            </p:tav>
                                          </p:tavLst>
                                        </p:anim>
                                      </p:childTnLst>
                                    </p:cTn>
                                  </p:par>
                                </p:childTnLst>
                              </p:cTn>
                            </p:par>
                            <p:par>
                              <p:cTn id="26" fill="hold">
                                <p:stCondLst>
                                  <p:cond delay="2750"/>
                                </p:stCondLst>
                                <p:childTnLst>
                                  <p:par>
                                    <p:cTn id="27" presetID="2" presetClass="entr" presetSubtype="1"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ppt_x"/>
                                              </p:val>
                                            </p:tav>
                                            <p:tav tm="100000">
                                              <p:val>
                                                <p:strVal val="#ppt_x"/>
                                              </p:val>
                                            </p:tav>
                                          </p:tavLst>
                                        </p:anim>
                                        <p:anim calcmode="lin" valueType="num">
                                          <p:cBhvr additive="base">
                                            <p:cTn id="30" dur="500" fill="hold"/>
                                            <p:tgtEl>
                                              <p:spTgt spid="23"/>
                                            </p:tgtEl>
                                            <p:attrNameLst>
                                              <p:attrName>ppt_y</p:attrName>
                                            </p:attrNameLst>
                                          </p:cBhvr>
                                          <p:tavLst>
                                            <p:tav tm="0">
                                              <p:val>
                                                <p:strVal val="0-#ppt_h/2"/>
                                              </p:val>
                                            </p:tav>
                                            <p:tav tm="100000">
                                              <p:val>
                                                <p:strVal val="#ppt_y"/>
                                              </p:val>
                                            </p:tav>
                                          </p:tavLst>
                                        </p:anim>
                                      </p:childTnLst>
                                    </p:cTn>
                                  </p:par>
                                </p:childTnLst>
                              </p:cTn>
                            </p:par>
                            <p:par>
                              <p:cTn id="31" fill="hold">
                                <p:stCondLst>
                                  <p:cond delay="3250"/>
                                </p:stCondLst>
                                <p:childTnLst>
                                  <p:par>
                                    <p:cTn id="32" presetID="2" presetClass="entr" presetSubtype="1" fill="hold" grpId="0" nodeType="afterEffect">
                                      <p:stCondLst>
                                        <p:cond delay="0"/>
                                      </p:stCondLst>
                                      <p:childTnLst>
                                        <p:set>
                                          <p:cBhvr>
                                            <p:cTn id="33" dur="1" fill="hold">
                                              <p:stCondLst>
                                                <p:cond delay="0"/>
                                              </p:stCondLst>
                                            </p:cTn>
                                            <p:tgtEl>
                                              <p:spTgt spid="22"/>
                                            </p:tgtEl>
                                            <p:attrNameLst>
                                              <p:attrName>style.visibility</p:attrName>
                                            </p:attrNameLst>
                                          </p:cBhvr>
                                          <p:to>
                                            <p:strVal val="visible"/>
                                          </p:to>
                                        </p:set>
                                        <p:anim calcmode="lin" valueType="num">
                                          <p:cBhvr additive="base">
                                            <p:cTn id="34" dur="500" fill="hold"/>
                                            <p:tgtEl>
                                              <p:spTgt spid="22"/>
                                            </p:tgtEl>
                                            <p:attrNameLst>
                                              <p:attrName>ppt_x</p:attrName>
                                            </p:attrNameLst>
                                          </p:cBhvr>
                                          <p:tavLst>
                                            <p:tav tm="0">
                                              <p:val>
                                                <p:strVal val="#ppt_x"/>
                                              </p:val>
                                            </p:tav>
                                            <p:tav tm="100000">
                                              <p:val>
                                                <p:strVal val="#ppt_x"/>
                                              </p:val>
                                            </p:tav>
                                          </p:tavLst>
                                        </p:anim>
                                        <p:anim calcmode="lin" valueType="num">
                                          <p:cBhvr additive="base">
                                            <p:cTn id="35" dur="500" fill="hold"/>
                                            <p:tgtEl>
                                              <p:spTgt spid="2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6" grpId="0" animBg="1"/>
        </p:bld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22" name="组合 21"/>
          <p:cNvGrpSpPr/>
          <p:nvPr/>
        </p:nvGrpSpPr>
        <p:grpSpPr>
          <a:xfrm>
            <a:off x="0" y="1628078"/>
            <a:ext cx="12190413" cy="4714512"/>
            <a:chOff x="0" y="699542"/>
            <a:chExt cx="9144000" cy="3744416"/>
          </a:xfrm>
        </p:grpSpPr>
        <p:sp>
          <p:nvSpPr>
            <p:cNvPr id="23" name="矩形 9"/>
            <p:cNvSpPr/>
            <p:nvPr/>
          </p:nvSpPr>
          <p:spPr>
            <a:xfrm>
              <a:off x="0" y="2478186"/>
              <a:ext cx="9144000" cy="182835"/>
            </a:xfrm>
            <a:custGeom>
              <a:avLst/>
              <a:gdLst/>
              <a:ahLst/>
              <a:cxnLst/>
              <a:rect l="l" t="t" r="r" b="b"/>
              <a:pathLst>
                <a:path w="144016" h="869444">
                  <a:moveTo>
                    <a:pt x="0" y="0"/>
                  </a:moveTo>
                  <a:lnTo>
                    <a:pt x="144016" y="0"/>
                  </a:lnTo>
                  <a:lnTo>
                    <a:pt x="144016" y="869444"/>
                  </a:lnTo>
                  <a:lnTo>
                    <a:pt x="0" y="869444"/>
                  </a:lnTo>
                  <a:close/>
                </a:path>
              </a:pathLst>
            </a:cu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itchFamily="34" charset="-122"/>
                <a:ea typeface="微软雅黑" pitchFamily="34" charset="-122"/>
              </a:endParaRPr>
            </a:p>
          </p:txBody>
        </p:sp>
        <p:sp>
          <p:nvSpPr>
            <p:cNvPr id="24" name="矩形 9"/>
            <p:cNvSpPr/>
            <p:nvPr/>
          </p:nvSpPr>
          <p:spPr>
            <a:xfrm>
              <a:off x="0" y="2661021"/>
              <a:ext cx="9144000" cy="1251595"/>
            </a:xfrm>
            <a:custGeom>
              <a:avLst/>
              <a:gdLst/>
              <a:ahLst/>
              <a:cxnLst/>
              <a:rect l="l" t="t" r="r" b="b"/>
              <a:pathLst>
                <a:path w="144016" h="869444">
                  <a:moveTo>
                    <a:pt x="0" y="0"/>
                  </a:moveTo>
                  <a:lnTo>
                    <a:pt x="144016" y="0"/>
                  </a:lnTo>
                  <a:lnTo>
                    <a:pt x="144016" y="869444"/>
                  </a:lnTo>
                  <a:lnTo>
                    <a:pt x="0" y="86944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itchFamily="34" charset="-122"/>
                <a:ea typeface="微软雅黑" pitchFamily="34" charset="-122"/>
              </a:endParaRPr>
            </a:p>
          </p:txBody>
        </p:sp>
        <p:sp>
          <p:nvSpPr>
            <p:cNvPr id="26" name="矩形 9"/>
            <p:cNvSpPr/>
            <p:nvPr/>
          </p:nvSpPr>
          <p:spPr>
            <a:xfrm>
              <a:off x="0" y="1226591"/>
              <a:ext cx="9144000" cy="1251595"/>
            </a:xfrm>
            <a:custGeom>
              <a:avLst/>
              <a:gdLst/>
              <a:ahLst/>
              <a:cxnLst/>
              <a:rect l="l" t="t" r="r" b="b"/>
              <a:pathLst>
                <a:path w="144016" h="869444">
                  <a:moveTo>
                    <a:pt x="0" y="0"/>
                  </a:moveTo>
                  <a:lnTo>
                    <a:pt x="144016" y="0"/>
                  </a:lnTo>
                  <a:lnTo>
                    <a:pt x="144016" y="869444"/>
                  </a:lnTo>
                  <a:lnTo>
                    <a:pt x="0" y="86944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itchFamily="34" charset="-122"/>
                <a:ea typeface="微软雅黑" pitchFamily="34" charset="-122"/>
              </a:endParaRPr>
            </a:p>
          </p:txBody>
        </p:sp>
        <p:grpSp>
          <p:nvGrpSpPr>
            <p:cNvPr id="27" name="组合 26"/>
            <p:cNvGrpSpPr/>
            <p:nvPr/>
          </p:nvGrpSpPr>
          <p:grpSpPr>
            <a:xfrm>
              <a:off x="549712" y="699542"/>
              <a:ext cx="3888432" cy="1584176"/>
              <a:chOff x="549712" y="699542"/>
              <a:chExt cx="3888432" cy="1584176"/>
            </a:xfrm>
          </p:grpSpPr>
          <p:sp>
            <p:nvSpPr>
              <p:cNvPr id="55" name="圆角矩形 38"/>
              <p:cNvSpPr/>
              <p:nvPr/>
            </p:nvSpPr>
            <p:spPr>
              <a:xfrm>
                <a:off x="549712" y="699542"/>
                <a:ext cx="3888432" cy="1584176"/>
              </a:xfrm>
              <a:prstGeom prst="roundRect">
                <a:avLst>
                  <a:gd name="adj" fmla="val 8330"/>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itchFamily="34" charset="-122"/>
                  <a:ea typeface="微软雅黑" pitchFamily="34" charset="-122"/>
                </a:endParaRPr>
              </a:p>
            </p:txBody>
          </p:sp>
          <p:cxnSp>
            <p:nvCxnSpPr>
              <p:cNvPr id="56" name="直接连接符 55"/>
              <p:cNvCxnSpPr/>
              <p:nvPr/>
            </p:nvCxnSpPr>
            <p:spPr>
              <a:xfrm>
                <a:off x="1619672" y="915566"/>
                <a:ext cx="0" cy="1152128"/>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Rectangle 13" descr="FD1DDF730CE4456e89755B07FE1653D0# #Rectangle 13"/>
              <p:cNvSpPr>
                <a:spLocks noChangeArrowheads="1"/>
              </p:cNvSpPr>
              <p:nvPr/>
            </p:nvSpPr>
            <p:spPr bwMode="auto">
              <a:xfrm>
                <a:off x="1876107" y="1085519"/>
                <a:ext cx="1460088" cy="3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800" dirty="0">
                    <a:solidFill>
                      <a:schemeClr val="bg1">
                        <a:lumMod val="50000"/>
                      </a:schemeClr>
                    </a:solidFill>
                    <a:latin typeface="微软雅黑" pitchFamily="34" charset="-122"/>
                    <a:ea typeface="微软雅黑" pitchFamily="34" charset="-122"/>
                  </a:rPr>
                  <a:t>添加标题</a:t>
                </a:r>
                <a:endParaRPr lang="en-US" altLang="zh-CN" sz="1800" dirty="0">
                  <a:solidFill>
                    <a:schemeClr val="bg1">
                      <a:lumMod val="50000"/>
                    </a:schemeClr>
                  </a:solidFill>
                  <a:latin typeface="微软雅黑" pitchFamily="34" charset="-122"/>
                  <a:ea typeface="微软雅黑" pitchFamily="34" charset="-122"/>
                </a:endParaRPr>
              </a:p>
            </p:txBody>
          </p:sp>
          <p:sp>
            <p:nvSpPr>
              <p:cNvPr id="58" name="Rectangle 13" descr="FD1DDF730CE4456e89755B07FE1653D0# #Rectangle 13"/>
              <p:cNvSpPr>
                <a:spLocks noChangeArrowheads="1"/>
              </p:cNvSpPr>
              <p:nvPr/>
            </p:nvSpPr>
            <p:spPr bwMode="auto">
              <a:xfrm>
                <a:off x="1876105" y="1353231"/>
                <a:ext cx="2391677" cy="569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None/>
                  <a:defRPr/>
                </a:pPr>
                <a:r>
                  <a:rPr lang="zh-CN" altLang="en-US" sz="1200" dirty="0">
                    <a:solidFill>
                      <a:schemeClr val="bg1">
                        <a:lumMod val="50000"/>
                      </a:schemeClr>
                    </a:solidFill>
                    <a:latin typeface="微软雅黑" pitchFamily="34" charset="-122"/>
                    <a:ea typeface="微软雅黑" pitchFamily="34" charset="-122"/>
                  </a:rPr>
                  <a:t>此处添加计划扼要说明，添加简短说明文字。此处添加明年计划的扼要说明，添加简短说明文字。</a:t>
                </a:r>
                <a:endParaRPr lang="en-US" altLang="zh-CN" sz="1200" dirty="0">
                  <a:solidFill>
                    <a:schemeClr val="bg1">
                      <a:lumMod val="50000"/>
                    </a:schemeClr>
                  </a:solidFill>
                  <a:latin typeface="微软雅黑" pitchFamily="34" charset="-122"/>
                  <a:ea typeface="微软雅黑" pitchFamily="34" charset="-122"/>
                </a:endParaRPr>
              </a:p>
            </p:txBody>
          </p:sp>
          <p:sp>
            <p:nvSpPr>
              <p:cNvPr id="59" name="椭圆 58"/>
              <p:cNvSpPr/>
              <p:nvPr/>
            </p:nvSpPr>
            <p:spPr>
              <a:xfrm>
                <a:off x="683568" y="1056220"/>
                <a:ext cx="870820" cy="870820"/>
              </a:xfrm>
              <a:prstGeom prst="ellipse">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itchFamily="34" charset="-122"/>
                  <a:ea typeface="微软雅黑" pitchFamily="34" charset="-122"/>
                </a:endParaRPr>
              </a:p>
            </p:txBody>
          </p:sp>
          <p:grpSp>
            <p:nvGrpSpPr>
              <p:cNvPr id="60" name="组合 59"/>
              <p:cNvGrpSpPr/>
              <p:nvPr/>
            </p:nvGrpSpPr>
            <p:grpSpPr>
              <a:xfrm>
                <a:off x="748404" y="1061904"/>
                <a:ext cx="720063" cy="814283"/>
                <a:chOff x="1638940" y="990614"/>
                <a:chExt cx="720063" cy="814283"/>
              </a:xfrm>
            </p:grpSpPr>
            <p:sp>
              <p:nvSpPr>
                <p:cNvPr id="61" name="TextBox 14"/>
                <p:cNvSpPr txBox="1"/>
                <p:nvPr/>
              </p:nvSpPr>
              <p:spPr>
                <a:xfrm>
                  <a:off x="1638940" y="1159969"/>
                  <a:ext cx="379999" cy="443333"/>
                </a:xfrm>
                <a:prstGeom prst="rect">
                  <a:avLst/>
                </a:prstGeom>
                <a:noFill/>
              </p:spPr>
              <p:txBody>
                <a:bodyPr vert="eaVert" wrap="none" rtlCol="0">
                  <a:spAutoFit/>
                </a:bodyPr>
                <a:lstStyle/>
                <a:p>
                  <a:pPr algn="ctr"/>
                  <a:r>
                    <a:rPr lang="zh-CN" altLang="en-US" sz="1600" dirty="0">
                      <a:solidFill>
                        <a:schemeClr val="bg1"/>
                      </a:solidFill>
                      <a:latin typeface="微软雅黑" pitchFamily="34" charset="-122"/>
                      <a:ea typeface="微软雅黑" pitchFamily="34" charset="-122"/>
                    </a:rPr>
                    <a:t>计划</a:t>
                  </a:r>
                </a:p>
              </p:txBody>
            </p:sp>
            <p:sp>
              <p:nvSpPr>
                <p:cNvPr id="62" name="矩形 61"/>
                <p:cNvSpPr/>
                <p:nvPr/>
              </p:nvSpPr>
              <p:spPr>
                <a:xfrm>
                  <a:off x="1838483" y="990614"/>
                  <a:ext cx="520520" cy="814283"/>
                </a:xfrm>
                <a:prstGeom prst="rect">
                  <a:avLst/>
                </a:prstGeom>
              </p:spPr>
              <p:txBody>
                <a:bodyPr wrap="none">
                  <a:spAutoFit/>
                </a:bodyPr>
                <a:lstStyle/>
                <a:p>
                  <a:pPr>
                    <a:spcBef>
                      <a:spcPct val="0"/>
                    </a:spcBef>
                    <a:defRPr/>
                  </a:pPr>
                  <a:r>
                    <a:rPr lang="en-US" altLang="zh-CN" sz="5400" dirty="0">
                      <a:solidFill>
                        <a:schemeClr val="bg1"/>
                      </a:solidFill>
                      <a:latin typeface="微软雅黑" pitchFamily="34" charset="-122"/>
                      <a:ea typeface="微软雅黑" pitchFamily="34" charset="-122"/>
                      <a:cs typeface="Arial" pitchFamily="34" charset="0"/>
                    </a:rPr>
                    <a:t>1</a:t>
                  </a:r>
                </a:p>
              </p:txBody>
            </p:sp>
          </p:grpSp>
        </p:grpSp>
        <p:grpSp>
          <p:nvGrpSpPr>
            <p:cNvPr id="28" name="组合 27"/>
            <p:cNvGrpSpPr/>
            <p:nvPr/>
          </p:nvGrpSpPr>
          <p:grpSpPr>
            <a:xfrm>
              <a:off x="549712" y="2859782"/>
              <a:ext cx="3888432" cy="1584176"/>
              <a:chOff x="549712" y="2859782"/>
              <a:chExt cx="3888432" cy="1584176"/>
            </a:xfrm>
          </p:grpSpPr>
          <p:sp>
            <p:nvSpPr>
              <p:cNvPr id="47" name="圆角矩形 29"/>
              <p:cNvSpPr/>
              <p:nvPr/>
            </p:nvSpPr>
            <p:spPr>
              <a:xfrm>
                <a:off x="549712" y="2859782"/>
                <a:ext cx="3888432" cy="1584176"/>
              </a:xfrm>
              <a:prstGeom prst="roundRect">
                <a:avLst>
                  <a:gd name="adj" fmla="val 8636"/>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itchFamily="34" charset="-122"/>
                  <a:ea typeface="微软雅黑" pitchFamily="34" charset="-122"/>
                </a:endParaRPr>
              </a:p>
            </p:txBody>
          </p:sp>
          <p:cxnSp>
            <p:nvCxnSpPr>
              <p:cNvPr id="48" name="直接连接符 47"/>
              <p:cNvCxnSpPr/>
              <p:nvPr/>
            </p:nvCxnSpPr>
            <p:spPr>
              <a:xfrm>
                <a:off x="1619672" y="3075806"/>
                <a:ext cx="0" cy="1152128"/>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9" name="Rectangle 13" descr="FD1DDF730CE4456e89755B07FE1653D0# #Rectangle 13"/>
              <p:cNvSpPr>
                <a:spLocks noChangeArrowheads="1"/>
              </p:cNvSpPr>
              <p:nvPr/>
            </p:nvSpPr>
            <p:spPr bwMode="auto">
              <a:xfrm>
                <a:off x="1876107" y="3245759"/>
                <a:ext cx="1460088" cy="3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800" dirty="0">
                    <a:solidFill>
                      <a:schemeClr val="bg1">
                        <a:lumMod val="50000"/>
                      </a:schemeClr>
                    </a:solidFill>
                    <a:latin typeface="微软雅黑" pitchFamily="34" charset="-122"/>
                    <a:ea typeface="微软雅黑" pitchFamily="34" charset="-122"/>
                  </a:rPr>
                  <a:t>添加标题</a:t>
                </a:r>
                <a:endParaRPr lang="en-US" altLang="zh-CN" sz="1800" dirty="0">
                  <a:solidFill>
                    <a:schemeClr val="bg1">
                      <a:lumMod val="50000"/>
                    </a:schemeClr>
                  </a:solidFill>
                  <a:latin typeface="微软雅黑" pitchFamily="34" charset="-122"/>
                  <a:ea typeface="微软雅黑" pitchFamily="34" charset="-122"/>
                </a:endParaRPr>
              </a:p>
            </p:txBody>
          </p:sp>
          <p:sp>
            <p:nvSpPr>
              <p:cNvPr id="50" name="Rectangle 13" descr="FD1DDF730CE4456e89755B07FE1653D0# #Rectangle 13"/>
              <p:cNvSpPr>
                <a:spLocks noChangeArrowheads="1"/>
              </p:cNvSpPr>
              <p:nvPr/>
            </p:nvSpPr>
            <p:spPr bwMode="auto">
              <a:xfrm>
                <a:off x="1876105" y="3513471"/>
                <a:ext cx="2391677" cy="569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None/>
                  <a:defRPr/>
                </a:pPr>
                <a:r>
                  <a:rPr lang="zh-CN" altLang="en-US" sz="1200" dirty="0">
                    <a:solidFill>
                      <a:schemeClr val="bg1">
                        <a:lumMod val="50000"/>
                      </a:schemeClr>
                    </a:solidFill>
                    <a:latin typeface="微软雅黑" pitchFamily="34" charset="-122"/>
                    <a:ea typeface="微软雅黑" pitchFamily="34" charset="-122"/>
                  </a:rPr>
                  <a:t>此处添加计划扼要说明，添加简短说明文字。此处添加明年计划的扼要说明，添加简短说明文字。</a:t>
                </a:r>
                <a:endParaRPr lang="en-US" altLang="zh-CN" sz="1200" dirty="0">
                  <a:solidFill>
                    <a:schemeClr val="bg1">
                      <a:lumMod val="50000"/>
                    </a:schemeClr>
                  </a:solidFill>
                  <a:latin typeface="微软雅黑" pitchFamily="34" charset="-122"/>
                  <a:ea typeface="微软雅黑" pitchFamily="34" charset="-122"/>
                </a:endParaRPr>
              </a:p>
            </p:txBody>
          </p:sp>
          <p:sp>
            <p:nvSpPr>
              <p:cNvPr id="51" name="椭圆 50"/>
              <p:cNvSpPr/>
              <p:nvPr/>
            </p:nvSpPr>
            <p:spPr>
              <a:xfrm>
                <a:off x="683568" y="3216460"/>
                <a:ext cx="870820" cy="870820"/>
              </a:xfrm>
              <a:prstGeom prst="ellipse">
                <a:avLst/>
              </a:prstGeom>
              <a:solidFill>
                <a:srgbClr val="0515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itchFamily="34" charset="-122"/>
                  <a:ea typeface="微软雅黑" pitchFamily="34" charset="-122"/>
                </a:endParaRPr>
              </a:p>
            </p:txBody>
          </p:sp>
          <p:grpSp>
            <p:nvGrpSpPr>
              <p:cNvPr id="52" name="组合 51"/>
              <p:cNvGrpSpPr/>
              <p:nvPr/>
            </p:nvGrpSpPr>
            <p:grpSpPr>
              <a:xfrm>
                <a:off x="729491" y="3222144"/>
                <a:ext cx="738976" cy="814283"/>
                <a:chOff x="1620027" y="990614"/>
                <a:chExt cx="738976" cy="814283"/>
              </a:xfrm>
            </p:grpSpPr>
            <p:sp>
              <p:nvSpPr>
                <p:cNvPr id="53" name="TextBox 25"/>
                <p:cNvSpPr txBox="1"/>
                <p:nvPr/>
              </p:nvSpPr>
              <p:spPr>
                <a:xfrm>
                  <a:off x="1620027" y="1159969"/>
                  <a:ext cx="379999" cy="443333"/>
                </a:xfrm>
                <a:prstGeom prst="rect">
                  <a:avLst/>
                </a:prstGeom>
                <a:noFill/>
              </p:spPr>
              <p:txBody>
                <a:bodyPr vert="eaVert" wrap="none" rtlCol="0">
                  <a:spAutoFit/>
                </a:bodyPr>
                <a:lstStyle/>
                <a:p>
                  <a:pPr algn="ctr"/>
                  <a:r>
                    <a:rPr lang="zh-CN" altLang="en-US" sz="1600" dirty="0">
                      <a:solidFill>
                        <a:schemeClr val="bg1"/>
                      </a:solidFill>
                      <a:latin typeface="微软雅黑" pitchFamily="34" charset="-122"/>
                      <a:ea typeface="微软雅黑" pitchFamily="34" charset="-122"/>
                    </a:rPr>
                    <a:t>计划</a:t>
                  </a:r>
                </a:p>
              </p:txBody>
            </p:sp>
            <p:sp>
              <p:nvSpPr>
                <p:cNvPr id="54" name="矩形 53"/>
                <p:cNvSpPr/>
                <p:nvPr/>
              </p:nvSpPr>
              <p:spPr>
                <a:xfrm>
                  <a:off x="1838483" y="990614"/>
                  <a:ext cx="520520" cy="814283"/>
                </a:xfrm>
                <a:prstGeom prst="rect">
                  <a:avLst/>
                </a:prstGeom>
              </p:spPr>
              <p:txBody>
                <a:bodyPr wrap="none">
                  <a:spAutoFit/>
                </a:bodyPr>
                <a:lstStyle/>
                <a:p>
                  <a:pPr>
                    <a:spcBef>
                      <a:spcPct val="0"/>
                    </a:spcBef>
                    <a:defRPr/>
                  </a:pPr>
                  <a:r>
                    <a:rPr lang="en-US" altLang="zh-CN" sz="5400" dirty="0">
                      <a:solidFill>
                        <a:schemeClr val="bg1"/>
                      </a:solidFill>
                      <a:latin typeface="微软雅黑" pitchFamily="34" charset="-122"/>
                      <a:ea typeface="微软雅黑" pitchFamily="34" charset="-122"/>
                      <a:cs typeface="Arial" pitchFamily="34" charset="0"/>
                    </a:rPr>
                    <a:t>3</a:t>
                  </a:r>
                </a:p>
              </p:txBody>
            </p:sp>
          </p:grpSp>
        </p:grpSp>
        <p:grpSp>
          <p:nvGrpSpPr>
            <p:cNvPr id="29" name="组合 28"/>
            <p:cNvGrpSpPr/>
            <p:nvPr/>
          </p:nvGrpSpPr>
          <p:grpSpPr>
            <a:xfrm>
              <a:off x="4654168" y="699542"/>
              <a:ext cx="3888432" cy="1584176"/>
              <a:chOff x="4654168" y="699542"/>
              <a:chExt cx="3888432" cy="1584176"/>
            </a:xfrm>
          </p:grpSpPr>
          <p:sp>
            <p:nvSpPr>
              <p:cNvPr id="39" name="圆角矩形 21"/>
              <p:cNvSpPr/>
              <p:nvPr/>
            </p:nvSpPr>
            <p:spPr>
              <a:xfrm>
                <a:off x="4654168" y="699542"/>
                <a:ext cx="3888432" cy="1584176"/>
              </a:xfrm>
              <a:prstGeom prst="roundRect">
                <a:avLst>
                  <a:gd name="adj" fmla="val 9138"/>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itchFamily="34" charset="-122"/>
                  <a:ea typeface="微软雅黑" pitchFamily="34" charset="-122"/>
                </a:endParaRPr>
              </a:p>
            </p:txBody>
          </p:sp>
          <p:cxnSp>
            <p:nvCxnSpPr>
              <p:cNvPr id="40" name="直接连接符 39"/>
              <p:cNvCxnSpPr/>
              <p:nvPr/>
            </p:nvCxnSpPr>
            <p:spPr>
              <a:xfrm>
                <a:off x="5724128" y="915566"/>
                <a:ext cx="0" cy="1152128"/>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1" name="Rectangle 13" descr="FD1DDF730CE4456e89755B07FE1653D0# #Rectangle 13"/>
              <p:cNvSpPr>
                <a:spLocks noChangeArrowheads="1"/>
              </p:cNvSpPr>
              <p:nvPr/>
            </p:nvSpPr>
            <p:spPr bwMode="auto">
              <a:xfrm>
                <a:off x="5980563" y="1085519"/>
                <a:ext cx="1460088" cy="3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800" dirty="0">
                    <a:solidFill>
                      <a:schemeClr val="bg1">
                        <a:lumMod val="50000"/>
                      </a:schemeClr>
                    </a:solidFill>
                    <a:latin typeface="微软雅黑" pitchFamily="34" charset="-122"/>
                    <a:ea typeface="微软雅黑" pitchFamily="34" charset="-122"/>
                  </a:rPr>
                  <a:t>添加标题</a:t>
                </a:r>
                <a:endParaRPr lang="en-US" altLang="zh-CN" sz="1800" dirty="0">
                  <a:solidFill>
                    <a:schemeClr val="bg1">
                      <a:lumMod val="50000"/>
                    </a:schemeClr>
                  </a:solidFill>
                  <a:latin typeface="微软雅黑" pitchFamily="34" charset="-122"/>
                  <a:ea typeface="微软雅黑" pitchFamily="34" charset="-122"/>
                </a:endParaRPr>
              </a:p>
            </p:txBody>
          </p:sp>
          <p:sp>
            <p:nvSpPr>
              <p:cNvPr id="42" name="Rectangle 13" descr="FD1DDF730CE4456e89755B07FE1653D0# #Rectangle 13"/>
              <p:cNvSpPr>
                <a:spLocks noChangeArrowheads="1"/>
              </p:cNvSpPr>
              <p:nvPr/>
            </p:nvSpPr>
            <p:spPr bwMode="auto">
              <a:xfrm>
                <a:off x="5980561" y="1353231"/>
                <a:ext cx="2391677" cy="569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None/>
                  <a:defRPr/>
                </a:pPr>
                <a:r>
                  <a:rPr lang="zh-CN" altLang="en-US" sz="1200" dirty="0">
                    <a:solidFill>
                      <a:schemeClr val="bg1">
                        <a:lumMod val="50000"/>
                      </a:schemeClr>
                    </a:solidFill>
                    <a:latin typeface="微软雅黑" pitchFamily="34" charset="-122"/>
                    <a:ea typeface="微软雅黑" pitchFamily="34" charset="-122"/>
                  </a:rPr>
                  <a:t>此处添加计划扼要说明，添加简短说明文字。此处添加明年计划的扼要说明，添加简短说明文字。</a:t>
                </a:r>
                <a:endParaRPr lang="en-US" altLang="zh-CN" sz="1200" dirty="0">
                  <a:solidFill>
                    <a:schemeClr val="bg1">
                      <a:lumMod val="50000"/>
                    </a:schemeClr>
                  </a:solidFill>
                  <a:latin typeface="微软雅黑" pitchFamily="34" charset="-122"/>
                  <a:ea typeface="微软雅黑" pitchFamily="34" charset="-122"/>
                </a:endParaRPr>
              </a:p>
            </p:txBody>
          </p:sp>
          <p:sp>
            <p:nvSpPr>
              <p:cNvPr id="43" name="椭圆 42"/>
              <p:cNvSpPr/>
              <p:nvPr/>
            </p:nvSpPr>
            <p:spPr>
              <a:xfrm>
                <a:off x="4788024" y="1056220"/>
                <a:ext cx="870820" cy="870820"/>
              </a:xfrm>
              <a:prstGeom prst="ellipse">
                <a:avLst/>
              </a:prstGeom>
              <a:solidFill>
                <a:srgbClr val="0515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itchFamily="34" charset="-122"/>
                  <a:ea typeface="微软雅黑" pitchFamily="34" charset="-122"/>
                </a:endParaRPr>
              </a:p>
            </p:txBody>
          </p:sp>
          <p:grpSp>
            <p:nvGrpSpPr>
              <p:cNvPr id="44" name="组合 43"/>
              <p:cNvGrpSpPr/>
              <p:nvPr/>
            </p:nvGrpSpPr>
            <p:grpSpPr>
              <a:xfrm>
                <a:off x="4821719" y="1061904"/>
                <a:ext cx="751204" cy="814283"/>
                <a:chOff x="1607799" y="990614"/>
                <a:chExt cx="751204" cy="814283"/>
              </a:xfrm>
            </p:grpSpPr>
            <p:sp>
              <p:nvSpPr>
                <p:cNvPr id="45" name="TextBox 34"/>
                <p:cNvSpPr txBox="1"/>
                <p:nvPr/>
              </p:nvSpPr>
              <p:spPr>
                <a:xfrm>
                  <a:off x="1607799" y="1159969"/>
                  <a:ext cx="379999" cy="443333"/>
                </a:xfrm>
                <a:prstGeom prst="rect">
                  <a:avLst/>
                </a:prstGeom>
                <a:noFill/>
              </p:spPr>
              <p:txBody>
                <a:bodyPr vert="eaVert" wrap="none" rtlCol="0">
                  <a:spAutoFit/>
                </a:bodyPr>
                <a:lstStyle/>
                <a:p>
                  <a:pPr algn="ctr"/>
                  <a:r>
                    <a:rPr lang="zh-CN" altLang="en-US" sz="1600" dirty="0">
                      <a:solidFill>
                        <a:schemeClr val="bg1"/>
                      </a:solidFill>
                      <a:latin typeface="微软雅黑" pitchFamily="34" charset="-122"/>
                      <a:ea typeface="微软雅黑" pitchFamily="34" charset="-122"/>
                    </a:rPr>
                    <a:t>计划</a:t>
                  </a:r>
                </a:p>
              </p:txBody>
            </p:sp>
            <p:sp>
              <p:nvSpPr>
                <p:cNvPr id="46" name="矩形 45"/>
                <p:cNvSpPr/>
                <p:nvPr/>
              </p:nvSpPr>
              <p:spPr>
                <a:xfrm>
                  <a:off x="1838483" y="990614"/>
                  <a:ext cx="520520" cy="814283"/>
                </a:xfrm>
                <a:prstGeom prst="rect">
                  <a:avLst/>
                </a:prstGeom>
              </p:spPr>
              <p:txBody>
                <a:bodyPr wrap="none">
                  <a:spAutoFit/>
                </a:bodyPr>
                <a:lstStyle/>
                <a:p>
                  <a:pPr>
                    <a:spcBef>
                      <a:spcPct val="0"/>
                    </a:spcBef>
                    <a:defRPr/>
                  </a:pPr>
                  <a:r>
                    <a:rPr lang="en-US" altLang="zh-CN" sz="5400" dirty="0">
                      <a:solidFill>
                        <a:schemeClr val="bg1"/>
                      </a:solidFill>
                      <a:latin typeface="微软雅黑" pitchFamily="34" charset="-122"/>
                      <a:ea typeface="微软雅黑" pitchFamily="34" charset="-122"/>
                      <a:cs typeface="Arial" pitchFamily="34" charset="0"/>
                    </a:rPr>
                    <a:t>2</a:t>
                  </a:r>
                </a:p>
              </p:txBody>
            </p:sp>
          </p:grpSp>
        </p:grpSp>
        <p:grpSp>
          <p:nvGrpSpPr>
            <p:cNvPr id="30" name="组合 29"/>
            <p:cNvGrpSpPr/>
            <p:nvPr/>
          </p:nvGrpSpPr>
          <p:grpSpPr>
            <a:xfrm>
              <a:off x="4654168" y="2859782"/>
              <a:ext cx="3888432" cy="1584176"/>
              <a:chOff x="4654168" y="2859782"/>
              <a:chExt cx="3888432" cy="1584176"/>
            </a:xfrm>
          </p:grpSpPr>
          <p:sp>
            <p:nvSpPr>
              <p:cNvPr id="31" name="圆角矩形 13"/>
              <p:cNvSpPr/>
              <p:nvPr/>
            </p:nvSpPr>
            <p:spPr>
              <a:xfrm>
                <a:off x="4654168" y="2859782"/>
                <a:ext cx="3888432" cy="1584176"/>
              </a:xfrm>
              <a:prstGeom prst="roundRect">
                <a:avLst>
                  <a:gd name="adj" fmla="val 9138"/>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itchFamily="34" charset="-122"/>
                  <a:ea typeface="微软雅黑" pitchFamily="34" charset="-122"/>
                </a:endParaRPr>
              </a:p>
            </p:txBody>
          </p:sp>
          <p:cxnSp>
            <p:nvCxnSpPr>
              <p:cNvPr id="32" name="直接连接符 31"/>
              <p:cNvCxnSpPr/>
              <p:nvPr/>
            </p:nvCxnSpPr>
            <p:spPr>
              <a:xfrm>
                <a:off x="5724128" y="3075806"/>
                <a:ext cx="0" cy="1152128"/>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3" name="Rectangle 13" descr="FD1DDF730CE4456e89755B07FE1653D0# #Rectangle 13"/>
              <p:cNvSpPr>
                <a:spLocks noChangeArrowheads="1"/>
              </p:cNvSpPr>
              <p:nvPr/>
            </p:nvSpPr>
            <p:spPr bwMode="auto">
              <a:xfrm>
                <a:off x="5980563" y="3245759"/>
                <a:ext cx="1460088" cy="3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800" dirty="0">
                    <a:solidFill>
                      <a:schemeClr val="bg1">
                        <a:lumMod val="50000"/>
                      </a:schemeClr>
                    </a:solidFill>
                    <a:latin typeface="微软雅黑" pitchFamily="34" charset="-122"/>
                    <a:ea typeface="微软雅黑" pitchFamily="34" charset="-122"/>
                  </a:rPr>
                  <a:t>添加标题</a:t>
                </a:r>
                <a:endParaRPr lang="en-US" altLang="zh-CN" sz="1800" dirty="0">
                  <a:solidFill>
                    <a:schemeClr val="bg1">
                      <a:lumMod val="50000"/>
                    </a:schemeClr>
                  </a:solidFill>
                  <a:latin typeface="微软雅黑" pitchFamily="34" charset="-122"/>
                  <a:ea typeface="微软雅黑" pitchFamily="34" charset="-122"/>
                </a:endParaRPr>
              </a:p>
            </p:txBody>
          </p:sp>
          <p:sp>
            <p:nvSpPr>
              <p:cNvPr id="34" name="Rectangle 13" descr="FD1DDF730CE4456e89755B07FE1653D0# #Rectangle 13"/>
              <p:cNvSpPr>
                <a:spLocks noChangeArrowheads="1"/>
              </p:cNvSpPr>
              <p:nvPr/>
            </p:nvSpPr>
            <p:spPr bwMode="auto">
              <a:xfrm>
                <a:off x="5980561" y="3513471"/>
                <a:ext cx="2391677" cy="569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None/>
                  <a:defRPr/>
                </a:pPr>
                <a:r>
                  <a:rPr lang="zh-CN" altLang="en-US" sz="1200" dirty="0">
                    <a:solidFill>
                      <a:schemeClr val="bg1">
                        <a:lumMod val="50000"/>
                      </a:schemeClr>
                    </a:solidFill>
                    <a:latin typeface="微软雅黑" pitchFamily="34" charset="-122"/>
                    <a:ea typeface="微软雅黑" pitchFamily="34" charset="-122"/>
                  </a:rPr>
                  <a:t>此处添加计划扼要说明，添加简短说明文字。此处添加明年计划的扼要说明，添加简短说明文字。</a:t>
                </a:r>
                <a:endParaRPr lang="en-US" altLang="zh-CN" sz="1200" dirty="0">
                  <a:solidFill>
                    <a:schemeClr val="bg1">
                      <a:lumMod val="50000"/>
                    </a:schemeClr>
                  </a:solidFill>
                  <a:latin typeface="微软雅黑" pitchFamily="34" charset="-122"/>
                  <a:ea typeface="微软雅黑" pitchFamily="34" charset="-122"/>
                </a:endParaRPr>
              </a:p>
            </p:txBody>
          </p:sp>
          <p:sp>
            <p:nvSpPr>
              <p:cNvPr id="35" name="椭圆 34"/>
              <p:cNvSpPr/>
              <p:nvPr/>
            </p:nvSpPr>
            <p:spPr>
              <a:xfrm>
                <a:off x="4788024" y="3216460"/>
                <a:ext cx="870820" cy="870820"/>
              </a:xfrm>
              <a:prstGeom prst="ellipse">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itchFamily="34" charset="-122"/>
                  <a:ea typeface="微软雅黑" pitchFamily="34" charset="-122"/>
                </a:endParaRPr>
              </a:p>
            </p:txBody>
          </p:sp>
          <p:grpSp>
            <p:nvGrpSpPr>
              <p:cNvPr id="36" name="组合 35"/>
              <p:cNvGrpSpPr/>
              <p:nvPr/>
            </p:nvGrpSpPr>
            <p:grpSpPr>
              <a:xfrm>
                <a:off x="4833947" y="3222144"/>
                <a:ext cx="738976" cy="814283"/>
                <a:chOff x="1620027" y="990614"/>
                <a:chExt cx="738976" cy="814283"/>
              </a:xfrm>
            </p:grpSpPr>
            <p:sp>
              <p:nvSpPr>
                <p:cNvPr id="37" name="TextBox 43"/>
                <p:cNvSpPr txBox="1"/>
                <p:nvPr/>
              </p:nvSpPr>
              <p:spPr>
                <a:xfrm>
                  <a:off x="1620027" y="1159969"/>
                  <a:ext cx="379999" cy="443333"/>
                </a:xfrm>
                <a:prstGeom prst="rect">
                  <a:avLst/>
                </a:prstGeom>
                <a:noFill/>
              </p:spPr>
              <p:txBody>
                <a:bodyPr vert="eaVert" wrap="none" rtlCol="0">
                  <a:spAutoFit/>
                </a:bodyPr>
                <a:lstStyle/>
                <a:p>
                  <a:pPr algn="ctr"/>
                  <a:r>
                    <a:rPr lang="zh-CN" altLang="en-US" sz="1600" dirty="0">
                      <a:solidFill>
                        <a:schemeClr val="bg1"/>
                      </a:solidFill>
                      <a:latin typeface="微软雅黑" pitchFamily="34" charset="-122"/>
                      <a:ea typeface="微软雅黑" pitchFamily="34" charset="-122"/>
                    </a:rPr>
                    <a:t>计划</a:t>
                  </a:r>
                </a:p>
              </p:txBody>
            </p:sp>
            <p:sp>
              <p:nvSpPr>
                <p:cNvPr id="38" name="矩形 37"/>
                <p:cNvSpPr/>
                <p:nvPr/>
              </p:nvSpPr>
              <p:spPr>
                <a:xfrm>
                  <a:off x="1838483" y="990614"/>
                  <a:ext cx="520520" cy="814283"/>
                </a:xfrm>
                <a:prstGeom prst="rect">
                  <a:avLst/>
                </a:prstGeom>
              </p:spPr>
              <p:txBody>
                <a:bodyPr wrap="none">
                  <a:spAutoFit/>
                </a:bodyPr>
                <a:lstStyle/>
                <a:p>
                  <a:pPr>
                    <a:spcBef>
                      <a:spcPct val="0"/>
                    </a:spcBef>
                    <a:defRPr/>
                  </a:pPr>
                  <a:r>
                    <a:rPr lang="en-US" altLang="zh-CN" sz="5400" dirty="0">
                      <a:solidFill>
                        <a:schemeClr val="bg1"/>
                      </a:solidFill>
                      <a:latin typeface="微软雅黑" pitchFamily="34" charset="-122"/>
                      <a:ea typeface="微软雅黑" pitchFamily="34" charset="-122"/>
                      <a:cs typeface="Arial" pitchFamily="34" charset="0"/>
                    </a:rPr>
                    <a:t>4</a:t>
                  </a:r>
                </a:p>
              </p:txBody>
            </p:sp>
          </p:grpSp>
        </p:grpSp>
      </p:grpSp>
    </p:spTree>
    <p:extLst>
      <p:ext uri="{BB962C8B-B14F-4D97-AF65-F5344CB8AC3E}">
        <p14:creationId xmlns:p14="http://schemas.microsoft.com/office/powerpoint/2010/main" val="1948080648"/>
      </p:ext>
    </p:extLst>
  </p:cSld>
  <p:clrMapOvr>
    <a:masterClrMapping/>
  </p:clrMapOvr>
  <p:transition spd="slow" advTm="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1000"/>
                                        <p:tgtEl>
                                          <p:spTgt spid="22"/>
                                        </p:tgtEl>
                                      </p:cBhvr>
                                    </p:animEffect>
                                    <p:anim calcmode="lin" valueType="num">
                                      <p:cBhvr>
                                        <p:cTn id="14" dur="1000" fill="hold"/>
                                        <p:tgtEl>
                                          <p:spTgt spid="22"/>
                                        </p:tgtEl>
                                        <p:attrNameLst>
                                          <p:attrName>ppt_x</p:attrName>
                                        </p:attrNameLst>
                                      </p:cBhvr>
                                      <p:tavLst>
                                        <p:tav tm="0">
                                          <p:val>
                                            <p:strVal val="#ppt_x"/>
                                          </p:val>
                                        </p:tav>
                                        <p:tav tm="100000">
                                          <p:val>
                                            <p:strVal val="#ppt_x"/>
                                          </p:val>
                                        </p:tav>
                                      </p:tavLst>
                                    </p:anim>
                                    <p:anim calcmode="lin" valueType="num">
                                      <p:cBhvr>
                                        <p:cTn id="15"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3" name="组合 2"/>
          <p:cNvGrpSpPr/>
          <p:nvPr/>
        </p:nvGrpSpPr>
        <p:grpSpPr>
          <a:xfrm flipH="1">
            <a:off x="973696" y="1782379"/>
            <a:ext cx="7835234" cy="4474912"/>
            <a:chOff x="638173" y="1690840"/>
            <a:chExt cx="8288387" cy="4733720"/>
          </a:xfrm>
        </p:grpSpPr>
        <p:sp>
          <p:nvSpPr>
            <p:cNvPr id="22" name="矩形 21"/>
            <p:cNvSpPr/>
            <p:nvPr/>
          </p:nvSpPr>
          <p:spPr>
            <a:xfrm>
              <a:off x="638173" y="1690840"/>
              <a:ext cx="4929237" cy="4725298"/>
            </a:xfrm>
            <a:prstGeom prst="rect">
              <a:avLst/>
            </a:prstGeom>
            <a:blipFill dpi="0" rotWithShape="1">
              <a:blip r:embed="rId3"/>
              <a:srcRect/>
              <a:tile tx="0" ty="0" sx="19000" sy="19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3" name="矩形 22"/>
            <p:cNvSpPr/>
            <p:nvPr/>
          </p:nvSpPr>
          <p:spPr>
            <a:xfrm>
              <a:off x="5721746" y="4038390"/>
              <a:ext cx="3204814" cy="2386170"/>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2002">
                <a:latin typeface="Arial" panose="020B0604020202020204" pitchFamily="34" charset="0"/>
                <a:ea typeface="微软雅黑" panose="020B0503020204020204" pitchFamily="34" charset="-122"/>
                <a:sym typeface="Arial" panose="020B0604020202020204" pitchFamily="34" charset="0"/>
              </a:endParaRPr>
            </a:p>
          </p:txBody>
        </p:sp>
        <p:sp>
          <p:nvSpPr>
            <p:cNvPr id="24" name="矩形 23"/>
            <p:cNvSpPr/>
            <p:nvPr/>
          </p:nvSpPr>
          <p:spPr>
            <a:xfrm>
              <a:off x="5787498" y="1690841"/>
              <a:ext cx="3089960" cy="455343"/>
            </a:xfrm>
            <a:prstGeom prst="rect">
              <a:avLst/>
            </a:prstGeom>
            <a:solidFill>
              <a:srgbClr val="0515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ts val="0"/>
                </a:spcBef>
                <a:spcAft>
                  <a:spcPts val="0"/>
                </a:spcAft>
              </a:pPr>
              <a:r>
                <a:rPr lang="zh-CN" altLang="en-US" sz="2000"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请替换文字内容</a:t>
              </a:r>
              <a:endParaRPr lang="en-US" altLang="zh-CN" sz="20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26" name="Content Placeholder 2"/>
            <p:cNvSpPr txBox="1">
              <a:spLocks/>
            </p:cNvSpPr>
            <p:nvPr/>
          </p:nvSpPr>
          <p:spPr>
            <a:xfrm>
              <a:off x="5787498" y="2195125"/>
              <a:ext cx="3089961" cy="1731933"/>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just">
                <a:lnSpc>
                  <a:spcPct val="150000"/>
                </a:lnSpc>
                <a:spcBef>
                  <a:spcPts val="0"/>
                </a:spcBef>
                <a:spcAft>
                  <a:spcPts val="0"/>
                </a:spcAft>
              </a:pPr>
              <a:r>
                <a:rPr lang="zh-CN" altLang="en-US" sz="900" dirty="0">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请替换文字内容，添加相关标题，请替换文字内容，添加相关标题，修改文字内容，也可以直接复制你的内容到此。</a:t>
              </a:r>
              <a:endParaRPr lang="en-US" altLang="zh-CN" sz="900" b="1" dirty="0">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27" name="Content Placeholder 2"/>
            <p:cNvSpPr txBox="1">
              <a:spLocks/>
            </p:cNvSpPr>
            <p:nvPr/>
          </p:nvSpPr>
          <p:spPr>
            <a:xfrm>
              <a:off x="6040735" y="4186984"/>
              <a:ext cx="2636371" cy="1951698"/>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just">
                <a:lnSpc>
                  <a:spcPct val="150000"/>
                </a:lnSpc>
                <a:spcBef>
                  <a:spcPts val="0"/>
                </a:spcBef>
                <a:spcAft>
                  <a:spcPts val="0"/>
                </a:spcAft>
              </a:pPr>
              <a:r>
                <a:rPr lang="zh-CN" altLang="en-US" sz="900"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请替换文字内容，添加相关标题，修改文字内容，也可以直接复制你的内容到此。请替换文字内容，添加相关标题，内容，添加相关标题，修改文字内容，也可以直接复制你的内容到此。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a:t>
              </a:r>
              <a:endParaRPr lang="en-US" altLang="zh-CN" sz="9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sp>
        <p:nvSpPr>
          <p:cNvPr id="28" name="TextBox 9"/>
          <p:cNvSpPr txBox="1"/>
          <p:nvPr/>
        </p:nvSpPr>
        <p:spPr>
          <a:xfrm>
            <a:off x="9205763" y="1752598"/>
            <a:ext cx="4151015" cy="4550581"/>
          </a:xfrm>
          <a:prstGeom prst="rect">
            <a:avLst/>
          </a:prstGeom>
          <a:noFill/>
        </p:spPr>
        <p:txBody>
          <a:bodyPr wrap="square" lIns="0" tIns="0" rIns="91420" bIns="0" numCol="2" spcCol="274258" rtlCol="0">
            <a:noAutofit/>
          </a:bodyPr>
          <a:lstStyle/>
          <a:p>
            <a:pPr algn="just"/>
            <a:r>
              <a:rPr lang="zh-CN" altLang="en-US" sz="1400" dirty="0">
                <a:solidFill>
                  <a:schemeClr val="bg1">
                    <a:lumMod val="50000"/>
                  </a:schemeClr>
                </a:solidFill>
                <a:latin typeface="+mn-ea"/>
                <a:cs typeface="Calibri"/>
              </a:rPr>
              <a:t>相关并符合整体语言风格，语言描述尽量简洁生动。尽量将每页幻灯片的字数控制在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字以内，据统计每页幻灯片的最好控制在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分钟之内。此处添加详细文本描述，建议与标题相关并符合整体语言风格，语言描述尽量简洁生动。</a:t>
            </a:r>
            <a:endParaRPr lang="en-US" altLang="zh-CN" sz="1400" dirty="0">
              <a:solidFill>
                <a:schemeClr val="bg1">
                  <a:lumMod val="50000"/>
                </a:schemeClr>
              </a:solidFill>
              <a:latin typeface="+mn-ea"/>
              <a:cs typeface="Calibri"/>
            </a:endParaRPr>
          </a:p>
          <a:p>
            <a:pPr algn="just"/>
            <a:endParaRPr lang="en-US" altLang="zh-CN" sz="1400" dirty="0">
              <a:solidFill>
                <a:schemeClr val="bg1">
                  <a:lumMod val="50000"/>
                </a:schemeClr>
              </a:solidFill>
              <a:latin typeface="+mn-ea"/>
              <a:cs typeface="Calibri"/>
            </a:endParaRPr>
          </a:p>
          <a:p>
            <a:pPr algn="just"/>
            <a:r>
              <a:rPr lang="zh-CN" altLang="en-US" sz="1400" dirty="0">
                <a:solidFill>
                  <a:schemeClr val="bg1">
                    <a:lumMod val="50000"/>
                  </a:schemeClr>
                </a:solidFill>
                <a:latin typeface="+mn-ea"/>
                <a:cs typeface="Calibri"/>
              </a:rPr>
              <a:t>此处添加详细文本描述，建议与标题相关并符合整体语言风格，语言描述尽量简洁生动。</a:t>
            </a:r>
            <a:endParaRPr lang="en-US" altLang="zh-CN" sz="1400" dirty="0">
              <a:solidFill>
                <a:schemeClr val="bg1">
                  <a:lumMod val="50000"/>
                </a:schemeClr>
              </a:solidFill>
              <a:latin typeface="+mn-ea"/>
              <a:cs typeface="Calibri"/>
            </a:endParaRPr>
          </a:p>
          <a:p>
            <a:pPr algn="just"/>
            <a:r>
              <a:rPr lang="zh-CN" altLang="en-US" sz="1400" dirty="0">
                <a:solidFill>
                  <a:schemeClr val="bg1">
                    <a:lumMod val="50000"/>
                  </a:schemeClr>
                </a:solidFill>
                <a:latin typeface="+mn-ea"/>
                <a:cs typeface="Calibri"/>
              </a:rPr>
              <a:t>此处添加详细文本描述，建议与标题相关并符合整体语言风格，语言描述尽量简洁生动。尽量将每页幻灯片的字数控制在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a:t>
            </a:r>
          </a:p>
        </p:txBody>
      </p:sp>
    </p:spTree>
    <p:extLst>
      <p:ext uri="{BB962C8B-B14F-4D97-AF65-F5344CB8AC3E}">
        <p14:creationId xmlns:p14="http://schemas.microsoft.com/office/powerpoint/2010/main" val="2414453714"/>
      </p:ext>
    </p:extLst>
  </p:cSld>
  <p:clrMapOvr>
    <a:masterClrMapping/>
  </p:clrMapOvr>
  <p:transition spd="slow" advTm="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grpId="0" nodeType="after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1000"/>
                                        <p:tgtEl>
                                          <p:spTgt spid="28"/>
                                        </p:tgtEl>
                                      </p:cBhvr>
                                    </p:animEffect>
                                    <p:anim calcmode="lin" valueType="num">
                                      <p:cBhvr>
                                        <p:cTn id="14" dur="1000" fill="hold"/>
                                        <p:tgtEl>
                                          <p:spTgt spid="28"/>
                                        </p:tgtEl>
                                        <p:attrNameLst>
                                          <p:attrName>ppt_x</p:attrName>
                                        </p:attrNameLst>
                                      </p:cBhvr>
                                      <p:tavLst>
                                        <p:tav tm="0">
                                          <p:val>
                                            <p:strVal val="#ppt_x"/>
                                          </p:val>
                                        </p:tav>
                                        <p:tav tm="100000">
                                          <p:val>
                                            <p:strVal val="#ppt_x"/>
                                          </p:val>
                                        </p:tav>
                                      </p:tavLst>
                                    </p:anim>
                                    <p:anim calcmode="lin" valueType="num">
                                      <p:cBhvr>
                                        <p:cTn id="15" dur="1000" fill="hold"/>
                                        <p:tgtEl>
                                          <p:spTgt spid="28"/>
                                        </p:tgtEl>
                                        <p:attrNameLst>
                                          <p:attrName>ppt_y</p:attrName>
                                        </p:attrNameLst>
                                      </p:cBhvr>
                                      <p:tavLst>
                                        <p:tav tm="0">
                                          <p:val>
                                            <p:strVal val="#ppt_y+.1"/>
                                          </p:val>
                                        </p:tav>
                                        <p:tav tm="100000">
                                          <p:val>
                                            <p:strVal val="#ppt_y"/>
                                          </p:val>
                                        </p:tav>
                                      </p:tavLst>
                                    </p:anim>
                                  </p:childTnLst>
                                </p:cTn>
                              </p:par>
                            </p:childTnLst>
                          </p:cTn>
                        </p:par>
                        <p:par>
                          <p:cTn id="16" fill="hold">
                            <p:stCondLst>
                              <p:cond delay="1750"/>
                            </p:stCondLst>
                            <p:childTnLst>
                              <p:par>
                                <p:cTn id="17" presetID="42" presetClass="entr" presetSubtype="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79" name="组合 78"/>
          <p:cNvGrpSpPr/>
          <p:nvPr/>
        </p:nvGrpSpPr>
        <p:grpSpPr>
          <a:xfrm>
            <a:off x="929920" y="2181030"/>
            <a:ext cx="10489867" cy="3567494"/>
            <a:chOff x="794770" y="1357416"/>
            <a:chExt cx="7593654" cy="2582522"/>
          </a:xfrm>
        </p:grpSpPr>
        <p:grpSp>
          <p:nvGrpSpPr>
            <p:cNvPr id="80" name="组合 79"/>
            <p:cNvGrpSpPr/>
            <p:nvPr/>
          </p:nvGrpSpPr>
          <p:grpSpPr>
            <a:xfrm>
              <a:off x="5362450" y="1750878"/>
              <a:ext cx="290845" cy="824554"/>
              <a:chOff x="7159500" y="2576506"/>
              <a:chExt cx="387795" cy="1099406"/>
            </a:xfrm>
          </p:grpSpPr>
          <p:cxnSp>
            <p:nvCxnSpPr>
              <p:cNvPr id="116" name="直接连接符 115"/>
              <p:cNvCxnSpPr/>
              <p:nvPr/>
            </p:nvCxnSpPr>
            <p:spPr>
              <a:xfrm flipH="1">
                <a:off x="7354129" y="2913430"/>
                <a:ext cx="1" cy="76248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17" name="组合 116"/>
              <p:cNvGrpSpPr/>
              <p:nvPr/>
            </p:nvGrpSpPr>
            <p:grpSpPr>
              <a:xfrm>
                <a:off x="7159500" y="2576506"/>
                <a:ext cx="387795" cy="388975"/>
                <a:chOff x="7159500" y="2576506"/>
                <a:chExt cx="387795" cy="388975"/>
              </a:xfrm>
            </p:grpSpPr>
            <p:sp>
              <p:nvSpPr>
                <p:cNvPr id="118" name="椭圆 117"/>
                <p:cNvSpPr/>
                <p:nvPr/>
              </p:nvSpPr>
              <p:spPr>
                <a:xfrm>
                  <a:off x="7159500" y="2576506"/>
                  <a:ext cx="387795" cy="387795"/>
                </a:xfrm>
                <a:prstGeom prst="ellipse">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bg1">
                        <a:lumMod val="50000"/>
                      </a:schemeClr>
                    </a:solidFill>
                    <a:latin typeface="微软雅黑" panose="020B0503020204020204" pitchFamily="34" charset="-122"/>
                    <a:ea typeface="微软雅黑" panose="020B0503020204020204" pitchFamily="34" charset="-122"/>
                  </a:endParaRPr>
                </a:p>
              </p:txBody>
            </p:sp>
            <p:sp>
              <p:nvSpPr>
                <p:cNvPr id="119" name="文本框 44"/>
                <p:cNvSpPr txBox="1"/>
                <p:nvPr/>
              </p:nvSpPr>
              <p:spPr>
                <a:xfrm>
                  <a:off x="7208272" y="2609000"/>
                  <a:ext cx="308209" cy="356481"/>
                </a:xfrm>
                <a:prstGeom prst="rect">
                  <a:avLst/>
                </a:prstGeom>
                <a:noFill/>
              </p:spPr>
              <p:txBody>
                <a:bodyPr wrap="none" rtlCol="0">
                  <a:spAutoFit/>
                </a:bodyPr>
                <a:lstStyle/>
                <a:p>
                  <a:r>
                    <a:rPr lang="en-US" altLang="zh-CN" dirty="0">
                      <a:solidFill>
                        <a:schemeClr val="bg1"/>
                      </a:solidFill>
                      <a:latin typeface="微软雅黑" panose="020B0503020204020204" pitchFamily="34" charset="-122"/>
                      <a:ea typeface="微软雅黑" panose="020B0503020204020204" pitchFamily="34" charset="-122"/>
                    </a:rPr>
                    <a:t>3</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grpSp>
          <p:nvGrpSpPr>
            <p:cNvPr id="81" name="组合 80"/>
            <p:cNvGrpSpPr/>
            <p:nvPr/>
          </p:nvGrpSpPr>
          <p:grpSpPr>
            <a:xfrm>
              <a:off x="3478659" y="3100589"/>
              <a:ext cx="290847" cy="827764"/>
              <a:chOff x="4638208" y="3891279"/>
              <a:chExt cx="387795" cy="1103685"/>
            </a:xfrm>
          </p:grpSpPr>
          <p:cxnSp>
            <p:nvCxnSpPr>
              <p:cNvPr id="112" name="直接连接符 111"/>
              <p:cNvCxnSpPr/>
              <p:nvPr/>
            </p:nvCxnSpPr>
            <p:spPr>
              <a:xfrm flipV="1">
                <a:off x="4832837" y="3891279"/>
                <a:ext cx="0" cy="762730"/>
              </a:xfrm>
              <a:prstGeom prst="line">
                <a:avLst/>
              </a:prstGeom>
              <a:solidFill>
                <a:srgbClr val="375BA5"/>
              </a:solidFill>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13" name="组合 112"/>
              <p:cNvGrpSpPr/>
              <p:nvPr/>
            </p:nvGrpSpPr>
            <p:grpSpPr>
              <a:xfrm>
                <a:off x="4638208" y="4603137"/>
                <a:ext cx="387795" cy="391827"/>
                <a:chOff x="4638208" y="4603137"/>
                <a:chExt cx="387795" cy="391827"/>
              </a:xfrm>
            </p:grpSpPr>
            <p:sp>
              <p:nvSpPr>
                <p:cNvPr id="114" name="椭圆 113"/>
                <p:cNvSpPr/>
                <p:nvPr/>
              </p:nvSpPr>
              <p:spPr>
                <a:xfrm flipV="1">
                  <a:off x="4638208" y="4603137"/>
                  <a:ext cx="387795" cy="387795"/>
                </a:xfrm>
                <a:prstGeom prst="ellipse">
                  <a:avLst/>
                </a:prstGeom>
                <a:solidFill>
                  <a:srgbClr val="0515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bg1">
                        <a:lumMod val="50000"/>
                      </a:schemeClr>
                    </a:solidFill>
                    <a:latin typeface="微软雅黑" panose="020B0503020204020204" pitchFamily="34" charset="-122"/>
                    <a:ea typeface="微软雅黑" panose="020B0503020204020204" pitchFamily="34" charset="-122"/>
                  </a:endParaRPr>
                </a:p>
              </p:txBody>
            </p:sp>
            <p:sp>
              <p:nvSpPr>
                <p:cNvPr id="115" name="文本框 43"/>
                <p:cNvSpPr txBox="1"/>
                <p:nvPr/>
              </p:nvSpPr>
              <p:spPr>
                <a:xfrm>
                  <a:off x="4672466" y="4638483"/>
                  <a:ext cx="308206" cy="356481"/>
                </a:xfrm>
                <a:prstGeom prst="rect">
                  <a:avLst/>
                </a:prstGeom>
                <a:noFill/>
              </p:spPr>
              <p:txBody>
                <a:bodyPr wrap="none" rtlCol="0">
                  <a:spAutoFit/>
                </a:bodyPr>
                <a:lstStyle/>
                <a:p>
                  <a:r>
                    <a:rPr lang="en-US" altLang="zh-CN" dirty="0">
                      <a:solidFill>
                        <a:schemeClr val="bg1"/>
                      </a:solidFill>
                      <a:latin typeface="微软雅黑" panose="020B0503020204020204" pitchFamily="34" charset="-122"/>
                      <a:ea typeface="微软雅黑" panose="020B0503020204020204" pitchFamily="34" charset="-122"/>
                    </a:rPr>
                    <a:t>2</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grpSp>
          <p:nvGrpSpPr>
            <p:cNvPr id="82" name="组合 81"/>
            <p:cNvGrpSpPr/>
            <p:nvPr/>
          </p:nvGrpSpPr>
          <p:grpSpPr>
            <a:xfrm>
              <a:off x="1594342" y="1750876"/>
              <a:ext cx="290846" cy="824553"/>
              <a:chOff x="2125795" y="2576506"/>
              <a:chExt cx="387795" cy="1099406"/>
            </a:xfrm>
          </p:grpSpPr>
          <p:cxnSp>
            <p:nvCxnSpPr>
              <p:cNvPr id="108" name="直接连接符 107"/>
              <p:cNvCxnSpPr/>
              <p:nvPr/>
            </p:nvCxnSpPr>
            <p:spPr>
              <a:xfrm flipH="1">
                <a:off x="2320424" y="2913430"/>
                <a:ext cx="1" cy="76248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9" name="组合 108"/>
              <p:cNvGrpSpPr/>
              <p:nvPr/>
            </p:nvGrpSpPr>
            <p:grpSpPr>
              <a:xfrm>
                <a:off x="2125795" y="2576506"/>
                <a:ext cx="387795" cy="387795"/>
                <a:chOff x="2125795" y="2576506"/>
                <a:chExt cx="387795" cy="387795"/>
              </a:xfrm>
            </p:grpSpPr>
            <p:sp>
              <p:nvSpPr>
                <p:cNvPr id="110" name="椭圆 109"/>
                <p:cNvSpPr/>
                <p:nvPr/>
              </p:nvSpPr>
              <p:spPr>
                <a:xfrm>
                  <a:off x="2125795" y="2576506"/>
                  <a:ext cx="387795" cy="387795"/>
                </a:xfrm>
                <a:prstGeom prst="ellipse">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bg1">
                        <a:lumMod val="50000"/>
                      </a:schemeClr>
                    </a:solidFill>
                    <a:latin typeface="微软雅黑" panose="020B0503020204020204" pitchFamily="34" charset="-122"/>
                    <a:ea typeface="微软雅黑" panose="020B0503020204020204" pitchFamily="34" charset="-122"/>
                  </a:endParaRPr>
                </a:p>
              </p:txBody>
            </p:sp>
            <p:sp>
              <p:nvSpPr>
                <p:cNvPr id="111" name="文本框 110"/>
                <p:cNvSpPr txBox="1"/>
                <p:nvPr/>
              </p:nvSpPr>
              <p:spPr>
                <a:xfrm>
                  <a:off x="2140269" y="2590644"/>
                  <a:ext cx="308208" cy="356482"/>
                </a:xfrm>
                <a:prstGeom prst="rect">
                  <a:avLst/>
                </a:prstGeom>
                <a:noFill/>
              </p:spPr>
              <p:txBody>
                <a:bodyPr wrap="none" rtlCol="0">
                  <a:spAutoFit/>
                </a:bodyPr>
                <a:lstStyle/>
                <a:p>
                  <a:r>
                    <a:rPr lang="en-US" altLang="zh-CN" dirty="0">
                      <a:solidFill>
                        <a:schemeClr val="bg1"/>
                      </a:solidFill>
                      <a:latin typeface="微软雅黑" panose="020B0503020204020204" pitchFamily="34" charset="-122"/>
                      <a:ea typeface="微软雅黑" panose="020B0503020204020204" pitchFamily="34" charset="-122"/>
                    </a:rPr>
                    <a:t>1</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grpSp>
          <p:nvGrpSpPr>
            <p:cNvPr id="87" name="组合 86"/>
            <p:cNvGrpSpPr/>
            <p:nvPr/>
          </p:nvGrpSpPr>
          <p:grpSpPr>
            <a:xfrm>
              <a:off x="794770" y="2454744"/>
              <a:ext cx="1890000" cy="515726"/>
              <a:chOff x="1059693" y="3272991"/>
              <a:chExt cx="2520000" cy="687635"/>
            </a:xfrm>
            <a:solidFill>
              <a:schemeClr val="bg1"/>
            </a:solidFill>
          </p:grpSpPr>
          <p:sp>
            <p:nvSpPr>
              <p:cNvPr id="106" name="五边形 37"/>
              <p:cNvSpPr/>
              <p:nvPr/>
            </p:nvSpPr>
            <p:spPr>
              <a:xfrm rot="16200000">
                <a:off x="1975875" y="2356809"/>
                <a:ext cx="687635" cy="2520000"/>
              </a:xfrm>
              <a:prstGeom prst="homePlate">
                <a:avLst>
                  <a:gd name="adj" fmla="val 48709"/>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bg1">
                      <a:lumMod val="50000"/>
                    </a:schemeClr>
                  </a:solidFill>
                  <a:latin typeface="微软雅黑" panose="020B0503020204020204" pitchFamily="34" charset="-122"/>
                  <a:ea typeface="微软雅黑" panose="020B0503020204020204" pitchFamily="34" charset="-122"/>
                </a:endParaRPr>
              </a:p>
            </p:txBody>
          </p:sp>
          <p:sp>
            <p:nvSpPr>
              <p:cNvPr id="107" name="文本框 34"/>
              <p:cNvSpPr txBox="1"/>
              <p:nvPr/>
            </p:nvSpPr>
            <p:spPr>
              <a:xfrm>
                <a:off x="1259246" y="3502010"/>
                <a:ext cx="2120892" cy="383217"/>
              </a:xfrm>
              <a:prstGeom prst="rect">
                <a:avLst/>
              </a:prstGeom>
              <a:noFill/>
            </p:spPr>
            <p:txBody>
              <a:bodyPr wrap="square" rtlCol="0">
                <a:spAutoFit/>
              </a:bodyPr>
              <a:lstStyle/>
              <a:p>
                <a:pPr algn="ctr">
                  <a:lnSpc>
                    <a:spcPct val="90000"/>
                  </a:lnSpc>
                  <a:spcBef>
                    <a:spcPts val="750"/>
                  </a:spcBef>
                </a:pPr>
                <a:r>
                  <a:rPr lang="zh-CN" altLang="en-US" sz="2200" dirty="0">
                    <a:solidFill>
                      <a:schemeClr val="bg1"/>
                    </a:solidFill>
                    <a:latin typeface="微软雅黑" panose="020B0503020204020204" pitchFamily="34" charset="-122"/>
                    <a:ea typeface="微软雅黑" panose="020B0503020204020204" pitchFamily="34" charset="-122"/>
                  </a:rPr>
                  <a:t>添加标题</a:t>
                </a:r>
              </a:p>
            </p:txBody>
          </p:sp>
        </p:grpSp>
        <p:sp>
          <p:nvSpPr>
            <p:cNvPr id="88" name="文本框 35"/>
            <p:cNvSpPr txBox="1"/>
            <p:nvPr/>
          </p:nvSpPr>
          <p:spPr>
            <a:xfrm>
              <a:off x="827584" y="3020886"/>
              <a:ext cx="1881095" cy="919052"/>
            </a:xfrm>
            <a:prstGeom prst="rect">
              <a:avLst/>
            </a:prstGeom>
            <a:noFill/>
          </p:spPr>
          <p:txBody>
            <a:bodyPr wrap="square" lIns="68580" tIns="34290" rIns="68580" bIns="34290" rtlCol="0">
              <a:spAutoFit/>
            </a:bodyPr>
            <a:lstStyle/>
            <a:p>
              <a:pPr>
                <a:lnSpc>
                  <a:spcPct val="130000"/>
                </a:lnSpc>
              </a:pPr>
              <a:r>
                <a:rPr lang="zh-CN" altLang="en-US" sz="1200" dirty="0">
                  <a:solidFill>
                    <a:schemeClr val="bg1">
                      <a:lumMod val="50000"/>
                    </a:schemeClr>
                  </a:solidFill>
                  <a:latin typeface="微软雅黑" panose="020B0503020204020204" pitchFamily="34" charset="-122"/>
                  <a:ea typeface="微软雅黑" panose="020B0503020204020204" pitchFamily="34" charset="-122"/>
                </a:rPr>
                <a:t>单击添加文本单击添加文本单击添加文本单击添加文本单击添加文本单击添加文本单击添加文本单击添加文本单击添加文本单击添加文本单击添加文本单击添加文本单击添加文本</a:t>
              </a:r>
              <a:endParaRPr lang="en-US" altLang="zh-CN" sz="1200" dirty="0">
                <a:solidFill>
                  <a:schemeClr val="bg1">
                    <a:lumMod val="50000"/>
                  </a:schemeClr>
                </a:solidFill>
                <a:latin typeface="微软雅黑" panose="020B0503020204020204" pitchFamily="34" charset="-122"/>
                <a:ea typeface="微软雅黑" panose="020B0503020204020204" pitchFamily="34" charset="-122"/>
              </a:endParaRPr>
            </a:p>
          </p:txBody>
        </p:sp>
        <p:grpSp>
          <p:nvGrpSpPr>
            <p:cNvPr id="89" name="组合 88"/>
            <p:cNvGrpSpPr/>
            <p:nvPr/>
          </p:nvGrpSpPr>
          <p:grpSpPr>
            <a:xfrm>
              <a:off x="4562905" y="2454744"/>
              <a:ext cx="1890000" cy="515726"/>
              <a:chOff x="6093398" y="3272991"/>
              <a:chExt cx="2520000" cy="687635"/>
            </a:xfrm>
          </p:grpSpPr>
          <p:sp>
            <p:nvSpPr>
              <p:cNvPr id="104" name="五边形 35"/>
              <p:cNvSpPr/>
              <p:nvPr/>
            </p:nvSpPr>
            <p:spPr>
              <a:xfrm rot="16200000">
                <a:off x="7009580" y="2356809"/>
                <a:ext cx="687635" cy="2520000"/>
              </a:xfrm>
              <a:prstGeom prst="homePlate">
                <a:avLst>
                  <a:gd name="adj" fmla="val 48709"/>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bg1">
                      <a:lumMod val="50000"/>
                    </a:schemeClr>
                  </a:solidFill>
                  <a:latin typeface="微软雅黑" panose="020B0503020204020204" pitchFamily="34" charset="-122"/>
                  <a:ea typeface="微软雅黑" panose="020B0503020204020204" pitchFamily="34" charset="-122"/>
                </a:endParaRPr>
              </a:p>
            </p:txBody>
          </p:sp>
          <p:sp>
            <p:nvSpPr>
              <p:cNvPr id="105" name="文本框 104"/>
              <p:cNvSpPr txBox="1"/>
              <p:nvPr/>
            </p:nvSpPr>
            <p:spPr>
              <a:xfrm>
                <a:off x="6292951" y="3552796"/>
                <a:ext cx="2120892" cy="383218"/>
              </a:xfrm>
              <a:prstGeom prst="rect">
                <a:avLst/>
              </a:prstGeom>
              <a:noFill/>
            </p:spPr>
            <p:txBody>
              <a:bodyPr wrap="square" rtlCol="0">
                <a:spAutoFit/>
              </a:bodyPr>
              <a:lstStyle/>
              <a:p>
                <a:pPr algn="ctr">
                  <a:lnSpc>
                    <a:spcPct val="90000"/>
                  </a:lnSpc>
                  <a:spcBef>
                    <a:spcPts val="750"/>
                  </a:spcBef>
                </a:pPr>
                <a:r>
                  <a:rPr lang="zh-CN" altLang="en-US" sz="2200" dirty="0">
                    <a:solidFill>
                      <a:schemeClr val="bg1"/>
                    </a:solidFill>
                    <a:latin typeface="微软雅黑" panose="020B0503020204020204" pitchFamily="34" charset="-122"/>
                    <a:ea typeface="微软雅黑" panose="020B0503020204020204" pitchFamily="34" charset="-122"/>
                  </a:rPr>
                  <a:t>添加标题</a:t>
                </a:r>
              </a:p>
            </p:txBody>
          </p:sp>
        </p:grpSp>
        <p:grpSp>
          <p:nvGrpSpPr>
            <p:cNvPr id="90" name="组合 89"/>
            <p:cNvGrpSpPr/>
            <p:nvPr/>
          </p:nvGrpSpPr>
          <p:grpSpPr>
            <a:xfrm>
              <a:off x="2679080" y="2705109"/>
              <a:ext cx="1890000" cy="515726"/>
              <a:chOff x="3572106" y="3606811"/>
              <a:chExt cx="2520000" cy="687635"/>
            </a:xfrm>
          </p:grpSpPr>
          <p:sp>
            <p:nvSpPr>
              <p:cNvPr id="102" name="五边形 33"/>
              <p:cNvSpPr/>
              <p:nvPr/>
            </p:nvSpPr>
            <p:spPr>
              <a:xfrm rot="5400000" flipV="1">
                <a:off x="4488288" y="2690629"/>
                <a:ext cx="687635" cy="2520000"/>
              </a:xfrm>
              <a:prstGeom prst="homePlate">
                <a:avLst>
                  <a:gd name="adj" fmla="val 48709"/>
                </a:avLst>
              </a:prstGeom>
              <a:solidFill>
                <a:srgbClr val="0515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bg1">
                      <a:lumMod val="50000"/>
                    </a:schemeClr>
                  </a:solidFill>
                  <a:latin typeface="微软雅黑" panose="020B0503020204020204" pitchFamily="34" charset="-122"/>
                  <a:ea typeface="微软雅黑" panose="020B0503020204020204" pitchFamily="34" charset="-122"/>
                </a:endParaRPr>
              </a:p>
            </p:txBody>
          </p:sp>
          <p:sp>
            <p:nvSpPr>
              <p:cNvPr id="103" name="文本框 37"/>
              <p:cNvSpPr txBox="1"/>
              <p:nvPr/>
            </p:nvSpPr>
            <p:spPr>
              <a:xfrm>
                <a:off x="3778158" y="3671070"/>
                <a:ext cx="2120892" cy="383217"/>
              </a:xfrm>
              <a:prstGeom prst="rect">
                <a:avLst/>
              </a:prstGeom>
              <a:noFill/>
            </p:spPr>
            <p:txBody>
              <a:bodyPr wrap="square" rtlCol="0">
                <a:spAutoFit/>
              </a:bodyPr>
              <a:lstStyle/>
              <a:p>
                <a:pPr algn="ctr">
                  <a:lnSpc>
                    <a:spcPct val="90000"/>
                  </a:lnSpc>
                  <a:spcBef>
                    <a:spcPts val="750"/>
                  </a:spcBef>
                </a:pPr>
                <a:r>
                  <a:rPr lang="zh-CN" altLang="en-US" sz="2200" dirty="0">
                    <a:solidFill>
                      <a:schemeClr val="bg1"/>
                    </a:solidFill>
                    <a:latin typeface="微软雅黑" panose="020B0503020204020204" pitchFamily="34" charset="-122"/>
                    <a:ea typeface="微软雅黑" panose="020B0503020204020204" pitchFamily="34" charset="-122"/>
                  </a:rPr>
                  <a:t>添加标题</a:t>
                </a:r>
              </a:p>
            </p:txBody>
          </p:sp>
        </p:grpSp>
        <p:grpSp>
          <p:nvGrpSpPr>
            <p:cNvPr id="91" name="组合 90"/>
            <p:cNvGrpSpPr/>
            <p:nvPr/>
          </p:nvGrpSpPr>
          <p:grpSpPr>
            <a:xfrm>
              <a:off x="6452088" y="2705109"/>
              <a:ext cx="1890000" cy="515726"/>
              <a:chOff x="8612309" y="3606811"/>
              <a:chExt cx="2520000" cy="687635"/>
            </a:xfrm>
          </p:grpSpPr>
          <p:sp>
            <p:nvSpPr>
              <p:cNvPr id="100" name="五边形 31"/>
              <p:cNvSpPr/>
              <p:nvPr/>
            </p:nvSpPr>
            <p:spPr>
              <a:xfrm rot="5400000" flipV="1">
                <a:off x="9528491" y="2690629"/>
                <a:ext cx="687635" cy="2520000"/>
              </a:xfrm>
              <a:prstGeom prst="homePlate">
                <a:avLst>
                  <a:gd name="adj" fmla="val 48709"/>
                </a:avLst>
              </a:prstGeom>
              <a:solidFill>
                <a:srgbClr val="0515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bg1">
                      <a:lumMod val="50000"/>
                    </a:schemeClr>
                  </a:solidFill>
                  <a:latin typeface="微软雅黑" panose="020B0503020204020204" pitchFamily="34" charset="-122"/>
                  <a:ea typeface="微软雅黑" panose="020B0503020204020204" pitchFamily="34" charset="-122"/>
                </a:endParaRPr>
              </a:p>
            </p:txBody>
          </p:sp>
          <p:sp>
            <p:nvSpPr>
              <p:cNvPr id="101" name="文本框 38"/>
              <p:cNvSpPr txBox="1"/>
              <p:nvPr/>
            </p:nvSpPr>
            <p:spPr>
              <a:xfrm>
                <a:off x="8811864" y="3671070"/>
                <a:ext cx="2120892" cy="383217"/>
              </a:xfrm>
              <a:prstGeom prst="rect">
                <a:avLst/>
              </a:prstGeom>
              <a:noFill/>
            </p:spPr>
            <p:txBody>
              <a:bodyPr wrap="square" rtlCol="0">
                <a:spAutoFit/>
              </a:bodyPr>
              <a:lstStyle/>
              <a:p>
                <a:pPr algn="ctr">
                  <a:lnSpc>
                    <a:spcPct val="90000"/>
                  </a:lnSpc>
                  <a:spcBef>
                    <a:spcPts val="750"/>
                  </a:spcBef>
                </a:pPr>
                <a:r>
                  <a:rPr lang="zh-CN" altLang="en-US" sz="2200" dirty="0">
                    <a:solidFill>
                      <a:schemeClr val="bg1"/>
                    </a:solidFill>
                    <a:latin typeface="微软雅黑" panose="020B0503020204020204" pitchFamily="34" charset="-122"/>
                    <a:ea typeface="微软雅黑" panose="020B0503020204020204" pitchFamily="34" charset="-122"/>
                  </a:rPr>
                  <a:t>添加标题</a:t>
                </a:r>
              </a:p>
            </p:txBody>
          </p:sp>
        </p:grpSp>
        <p:sp>
          <p:nvSpPr>
            <p:cNvPr id="92" name="文本框 39"/>
            <p:cNvSpPr txBox="1"/>
            <p:nvPr/>
          </p:nvSpPr>
          <p:spPr>
            <a:xfrm>
              <a:off x="4635121" y="3020886"/>
              <a:ext cx="1881095" cy="919052"/>
            </a:xfrm>
            <a:prstGeom prst="rect">
              <a:avLst/>
            </a:prstGeom>
            <a:noFill/>
          </p:spPr>
          <p:txBody>
            <a:bodyPr wrap="square" lIns="68580" tIns="34290" rIns="68580" bIns="34290" rtlCol="0">
              <a:spAutoFit/>
            </a:bodyPr>
            <a:lstStyle/>
            <a:p>
              <a:pPr>
                <a:lnSpc>
                  <a:spcPct val="130000"/>
                </a:lnSpc>
              </a:pPr>
              <a:r>
                <a:rPr lang="zh-CN" altLang="en-US" sz="1200" dirty="0">
                  <a:solidFill>
                    <a:schemeClr val="bg1">
                      <a:lumMod val="50000"/>
                    </a:schemeClr>
                  </a:solidFill>
                  <a:latin typeface="微软雅黑" panose="020B0503020204020204" pitchFamily="34" charset="-122"/>
                  <a:ea typeface="微软雅黑" panose="020B0503020204020204" pitchFamily="34" charset="-122"/>
                </a:rPr>
                <a:t>单击添加文本单击添加文本单击添加文本单击添加文本单击添加文本单击添加文本单击添加文本单击添加文本单击添加文本单击添加文本单击添加文本单击添加文本单击添加文本</a:t>
              </a:r>
              <a:endParaRPr lang="en-US" altLang="zh-CN" sz="12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93" name="文本框 40"/>
            <p:cNvSpPr txBox="1"/>
            <p:nvPr/>
          </p:nvSpPr>
          <p:spPr>
            <a:xfrm>
              <a:off x="2691369" y="1357416"/>
              <a:ext cx="1881095" cy="919052"/>
            </a:xfrm>
            <a:prstGeom prst="rect">
              <a:avLst/>
            </a:prstGeom>
            <a:noFill/>
          </p:spPr>
          <p:txBody>
            <a:bodyPr wrap="square" lIns="68580" tIns="34290" rIns="68580" bIns="34290" rtlCol="0">
              <a:spAutoFit/>
            </a:bodyPr>
            <a:lstStyle/>
            <a:p>
              <a:pPr>
                <a:lnSpc>
                  <a:spcPct val="130000"/>
                </a:lnSpc>
              </a:pPr>
              <a:r>
                <a:rPr lang="zh-CN" altLang="en-US" sz="1200" dirty="0">
                  <a:solidFill>
                    <a:schemeClr val="bg1">
                      <a:lumMod val="50000"/>
                    </a:schemeClr>
                  </a:solidFill>
                  <a:latin typeface="微软雅黑" panose="020B0503020204020204" pitchFamily="34" charset="-122"/>
                  <a:ea typeface="微软雅黑" panose="020B0503020204020204" pitchFamily="34" charset="-122"/>
                </a:rPr>
                <a:t>单击添加文本单击添加文本单击添加文本单击添加文本单击添加文本单击添加文本单击添加文本单击添加文本单击添加文本单击添加文本单击添加文本单击添加文本单击添加文本</a:t>
              </a:r>
              <a:endParaRPr lang="en-US" altLang="zh-CN" sz="12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94" name="文本框 41"/>
            <p:cNvSpPr txBox="1"/>
            <p:nvPr/>
          </p:nvSpPr>
          <p:spPr>
            <a:xfrm>
              <a:off x="6507329" y="1357416"/>
              <a:ext cx="1881095" cy="919052"/>
            </a:xfrm>
            <a:prstGeom prst="rect">
              <a:avLst/>
            </a:prstGeom>
            <a:noFill/>
          </p:spPr>
          <p:txBody>
            <a:bodyPr wrap="square" lIns="68580" tIns="34290" rIns="68580" bIns="34290" rtlCol="0">
              <a:spAutoFit/>
            </a:bodyPr>
            <a:lstStyle/>
            <a:p>
              <a:pPr>
                <a:lnSpc>
                  <a:spcPct val="130000"/>
                </a:lnSpc>
              </a:pPr>
              <a:r>
                <a:rPr lang="zh-CN" altLang="en-US" sz="1200" dirty="0">
                  <a:solidFill>
                    <a:schemeClr val="bg1">
                      <a:lumMod val="50000"/>
                    </a:schemeClr>
                  </a:solidFill>
                  <a:latin typeface="微软雅黑" panose="020B0503020204020204" pitchFamily="34" charset="-122"/>
                  <a:ea typeface="微软雅黑" panose="020B0503020204020204" pitchFamily="34" charset="-122"/>
                </a:rPr>
                <a:t>单击添加文本单击添加文本单击添加文本单击添加文本单击添加文本单击添加文本单击添加文本单击添加文本单击添加文本单击添加文本单击添加文本单击添加文本单击添加文本</a:t>
              </a:r>
              <a:endParaRPr lang="en-US" altLang="zh-CN" sz="1200" dirty="0">
                <a:solidFill>
                  <a:schemeClr val="bg1">
                    <a:lumMod val="50000"/>
                  </a:schemeClr>
                </a:solidFill>
                <a:latin typeface="微软雅黑" panose="020B0503020204020204" pitchFamily="34" charset="-122"/>
                <a:ea typeface="微软雅黑" panose="020B0503020204020204" pitchFamily="34" charset="-122"/>
              </a:endParaRPr>
            </a:p>
          </p:txBody>
        </p:sp>
        <p:grpSp>
          <p:nvGrpSpPr>
            <p:cNvPr id="95" name="组合 94"/>
            <p:cNvGrpSpPr/>
            <p:nvPr/>
          </p:nvGrpSpPr>
          <p:grpSpPr>
            <a:xfrm>
              <a:off x="7251648" y="3100589"/>
              <a:ext cx="290846" cy="824740"/>
              <a:chOff x="9678411" y="3891279"/>
              <a:chExt cx="387795" cy="1099653"/>
            </a:xfrm>
          </p:grpSpPr>
          <p:cxnSp>
            <p:nvCxnSpPr>
              <p:cNvPr id="96" name="直接连接符 95"/>
              <p:cNvCxnSpPr/>
              <p:nvPr/>
            </p:nvCxnSpPr>
            <p:spPr>
              <a:xfrm flipH="1" flipV="1">
                <a:off x="9873040" y="3891279"/>
                <a:ext cx="1" cy="762730"/>
              </a:xfrm>
              <a:prstGeom prst="line">
                <a:avLst/>
              </a:prstGeom>
              <a:solidFill>
                <a:srgbClr val="375BA5"/>
              </a:solidFill>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97" name="组合 96"/>
              <p:cNvGrpSpPr/>
              <p:nvPr/>
            </p:nvGrpSpPr>
            <p:grpSpPr>
              <a:xfrm>
                <a:off x="9678411" y="4603137"/>
                <a:ext cx="387795" cy="387795"/>
                <a:chOff x="9678411" y="4603137"/>
                <a:chExt cx="387795" cy="387795"/>
              </a:xfrm>
            </p:grpSpPr>
            <p:sp>
              <p:nvSpPr>
                <p:cNvPr id="98" name="椭圆 97"/>
                <p:cNvSpPr/>
                <p:nvPr/>
              </p:nvSpPr>
              <p:spPr>
                <a:xfrm flipV="1">
                  <a:off x="9678411" y="4603137"/>
                  <a:ext cx="387795" cy="387795"/>
                </a:xfrm>
                <a:prstGeom prst="ellipse">
                  <a:avLst/>
                </a:prstGeom>
                <a:solidFill>
                  <a:srgbClr val="0515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bg1">
                        <a:lumMod val="50000"/>
                      </a:schemeClr>
                    </a:solidFill>
                    <a:latin typeface="微软雅黑" panose="020B0503020204020204" pitchFamily="34" charset="-122"/>
                    <a:ea typeface="微软雅黑" panose="020B0503020204020204" pitchFamily="34" charset="-122"/>
                  </a:endParaRPr>
                </a:p>
              </p:txBody>
            </p:sp>
            <p:sp>
              <p:nvSpPr>
                <p:cNvPr id="99" name="文本框 45"/>
                <p:cNvSpPr txBox="1"/>
                <p:nvPr/>
              </p:nvSpPr>
              <p:spPr>
                <a:xfrm>
                  <a:off x="9699947" y="4615174"/>
                  <a:ext cx="308208" cy="356481"/>
                </a:xfrm>
                <a:prstGeom prst="rect">
                  <a:avLst/>
                </a:prstGeom>
                <a:noFill/>
              </p:spPr>
              <p:txBody>
                <a:bodyPr wrap="none" rtlCol="0">
                  <a:spAutoFit/>
                </a:bodyPr>
                <a:lstStyle/>
                <a:p>
                  <a:r>
                    <a:rPr lang="en-US" altLang="zh-CN" dirty="0">
                      <a:solidFill>
                        <a:schemeClr val="bg1"/>
                      </a:solidFill>
                      <a:latin typeface="微软雅黑" panose="020B0503020204020204" pitchFamily="34" charset="-122"/>
                      <a:ea typeface="微软雅黑" panose="020B0503020204020204" pitchFamily="34" charset="-122"/>
                    </a:rPr>
                    <a:t>4</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grpSp>
    </p:spTree>
    <p:extLst>
      <p:ext uri="{BB962C8B-B14F-4D97-AF65-F5344CB8AC3E}">
        <p14:creationId xmlns:p14="http://schemas.microsoft.com/office/powerpoint/2010/main" val="3349141337"/>
      </p:ext>
    </p:extLst>
  </p:cSld>
  <p:clrMapOvr>
    <a:masterClrMapping/>
  </p:clrMapOvr>
  <p:transition spd="slow" advTm="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0"/>
                                  </p:stCondLst>
                                  <p:childTnLst>
                                    <p:set>
                                      <p:cBhvr>
                                        <p:cTn id="12" dur="1" fill="hold">
                                          <p:stCondLst>
                                            <p:cond delay="0"/>
                                          </p:stCondLst>
                                        </p:cTn>
                                        <p:tgtEl>
                                          <p:spTgt spid="79"/>
                                        </p:tgtEl>
                                        <p:attrNameLst>
                                          <p:attrName>style.visibility</p:attrName>
                                        </p:attrNameLst>
                                      </p:cBhvr>
                                      <p:to>
                                        <p:strVal val="visible"/>
                                      </p:to>
                                    </p:set>
                                    <p:animEffect transition="in" filter="fade">
                                      <p:cBhvr>
                                        <p:cTn id="13" dur="1000"/>
                                        <p:tgtEl>
                                          <p:spTgt spid="79"/>
                                        </p:tgtEl>
                                      </p:cBhvr>
                                    </p:animEffect>
                                    <p:anim calcmode="lin" valueType="num">
                                      <p:cBhvr>
                                        <p:cTn id="14" dur="1000" fill="hold"/>
                                        <p:tgtEl>
                                          <p:spTgt spid="79"/>
                                        </p:tgtEl>
                                        <p:attrNameLst>
                                          <p:attrName>ppt_x</p:attrName>
                                        </p:attrNameLst>
                                      </p:cBhvr>
                                      <p:tavLst>
                                        <p:tav tm="0">
                                          <p:val>
                                            <p:strVal val="#ppt_x"/>
                                          </p:val>
                                        </p:tav>
                                        <p:tav tm="100000">
                                          <p:val>
                                            <p:strVal val="#ppt_x"/>
                                          </p:val>
                                        </p:tav>
                                      </p:tavLst>
                                    </p:anim>
                                    <p:anim calcmode="lin" valueType="num">
                                      <p:cBhvr>
                                        <p:cTn id="15" dur="1000" fill="hold"/>
                                        <p:tgtEl>
                                          <p:spTgt spid="7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EE5BD239-C834-B409-784B-43D328BF91B5}"/>
              </a:ext>
            </a:extLst>
          </p:cNvPr>
          <p:cNvGrpSpPr/>
          <p:nvPr/>
        </p:nvGrpSpPr>
        <p:grpSpPr>
          <a:xfrm>
            <a:off x="-19050" y="-785567"/>
            <a:ext cx="12209464" cy="7671303"/>
            <a:chOff x="-19050" y="-785567"/>
            <a:chExt cx="12209464" cy="7671303"/>
          </a:xfrm>
        </p:grpSpPr>
        <p:pic>
          <p:nvPicPr>
            <p:cNvPr id="37" name="Picture 36" descr="122-吉林大学-img1.jpg"/>
            <p:cNvPicPr>
              <a:picLocks noChangeAspect="1"/>
            </p:cNvPicPr>
            <p:nvPr/>
          </p:nvPicPr>
          <p:blipFill>
            <a:blip r:embed="rId5"/>
            <a:stretch>
              <a:fillRect/>
            </a:stretch>
          </p:blipFill>
          <p:spPr>
            <a:xfrm>
              <a:off x="-1" y="-759420"/>
              <a:ext cx="12190413" cy="7619008"/>
            </a:xfrm>
            <a:prstGeom prst="rect">
              <a:avLst/>
            </a:prstGeom>
          </p:spPr>
        </p:pic>
        <p:sp>
          <p:nvSpPr>
            <p:cNvPr id="32" name="矩形 31">
              <a:extLst>
                <a:ext uri="{FF2B5EF4-FFF2-40B4-BE49-F238E27FC236}">
                  <a16:creationId xmlns:a16="http://schemas.microsoft.com/office/drawing/2014/main" id="{A9E18379-03D4-67E8-E3E9-E086A5DEC67D}"/>
                </a:ext>
              </a:extLst>
            </p:cNvPr>
            <p:cNvSpPr/>
            <p:nvPr/>
          </p:nvSpPr>
          <p:spPr>
            <a:xfrm>
              <a:off x="5584249" y="1106546"/>
              <a:ext cx="6588578" cy="4554411"/>
            </a:xfrm>
            <a:prstGeom prst="rect">
              <a:avLst/>
            </a:prstGeom>
            <a:gradFill flip="none" rotWithShape="1">
              <a:gsLst>
                <a:gs pos="0">
                  <a:schemeClr val="tx1">
                    <a:lumMod val="95000"/>
                    <a:lumOff val="5000"/>
                    <a:alpha val="56000"/>
                  </a:schemeClr>
                </a:gs>
                <a:gs pos="100000">
                  <a:schemeClr val="tx1">
                    <a:alpha val="13000"/>
                  </a:schemeClr>
                </a:gs>
              </a:gsLst>
              <a:lin ang="0" scaled="0"/>
              <a:tileRect/>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8A81CA7F-78AF-9644-4FCD-2EC877EB53FB}"/>
                </a:ext>
              </a:extLst>
            </p:cNvPr>
            <p:cNvSpPr/>
            <p:nvPr/>
          </p:nvSpPr>
          <p:spPr>
            <a:xfrm>
              <a:off x="-1" y="5687105"/>
              <a:ext cx="12190413" cy="11986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8B760C3B-E44E-0E34-C40A-F431F615C66D}"/>
                </a:ext>
              </a:extLst>
            </p:cNvPr>
            <p:cNvSpPr/>
            <p:nvPr/>
          </p:nvSpPr>
          <p:spPr>
            <a:xfrm>
              <a:off x="-19050" y="-785567"/>
              <a:ext cx="12209464" cy="18885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矩形 17"/>
          <p:cNvSpPr/>
          <p:nvPr/>
        </p:nvSpPr>
        <p:spPr>
          <a:xfrm>
            <a:off x="552450" y="419100"/>
            <a:ext cx="8305800" cy="6038850"/>
          </a:xfrm>
          <a:prstGeom prst="rect">
            <a:avLst/>
          </a:prstGeom>
          <a:noFill/>
          <a:ln w="76200">
            <a:solidFill>
              <a:srgbClr val="0824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837066" y="0"/>
            <a:ext cx="4764768" cy="6859588"/>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20"/>
          <p:cNvSpPr>
            <a:spLocks noChangeArrowheads="1"/>
          </p:cNvSpPr>
          <p:nvPr>
            <p:custDataLst>
              <p:tags r:id="rId1"/>
            </p:custDataLst>
          </p:nvPr>
        </p:nvSpPr>
        <p:spPr bwMode="auto">
          <a:xfrm>
            <a:off x="9115878" y="5906074"/>
            <a:ext cx="2893071" cy="484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base">
              <a:spcBef>
                <a:spcPct val="0"/>
              </a:spcBef>
              <a:spcAft>
                <a:spcPct val="0"/>
              </a:spcAft>
              <a:buFont typeface="Arial" pitchFamily="34" charset="0"/>
              <a:buNone/>
            </a:pPr>
            <a:r>
              <a:rPr lang="en-US" altLang="zh-CN" sz="1050" dirty="0">
                <a:solidFill>
                  <a:schemeClr val="bg1">
                    <a:lumMod val="65000"/>
                  </a:schemeClr>
                </a:solidFill>
                <a:cs typeface="Arial" panose="020B0604020202020204" pitchFamily="34" charset="0"/>
              </a:rPr>
              <a:t>We have many PowerPoint </a:t>
            </a:r>
            <a:r>
              <a:rPr lang="zh-CN" altLang="en-US" sz="1050" dirty="0">
                <a:solidFill>
                  <a:schemeClr val="bg1">
                    <a:lumMod val="65000"/>
                  </a:schemeClr>
                </a:solidFill>
                <a:cs typeface="Arial" panose="020B0604020202020204" pitchFamily="34" charset="0"/>
              </a:rPr>
              <a:t>templates</a:t>
            </a:r>
            <a:r>
              <a:rPr lang="en-US" altLang="zh-CN" sz="1050" dirty="0">
                <a:solidFill>
                  <a:schemeClr val="bg1">
                    <a:lumMod val="65000"/>
                  </a:schemeClr>
                </a:solidFill>
                <a:cs typeface="Arial" panose="020B0604020202020204" pitchFamily="34" charset="0"/>
              </a:rPr>
              <a:t> that has been specifically designed to help anyone that is stepping into the world of the very first time.</a:t>
            </a:r>
            <a:endParaRPr lang="zh-CN" altLang="en-US" sz="1050" dirty="0">
              <a:solidFill>
                <a:schemeClr val="bg1">
                  <a:lumMod val="65000"/>
                </a:schemeClr>
              </a:solidFill>
              <a:cs typeface="Arial" panose="020B0604020202020204" pitchFamily="34" charset="0"/>
            </a:endParaRPr>
          </a:p>
        </p:txBody>
      </p:sp>
      <p:grpSp>
        <p:nvGrpSpPr>
          <p:cNvPr id="26" name="组合 25"/>
          <p:cNvGrpSpPr/>
          <p:nvPr/>
        </p:nvGrpSpPr>
        <p:grpSpPr>
          <a:xfrm>
            <a:off x="9639878" y="473053"/>
            <a:ext cx="2459463" cy="1301793"/>
            <a:chOff x="4428098" y="592147"/>
            <a:chExt cx="3450476" cy="1826336"/>
          </a:xfrm>
        </p:grpSpPr>
        <p:sp>
          <p:nvSpPr>
            <p:cNvPr id="27"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19" name="矩形 18"/>
          <p:cNvSpPr/>
          <p:nvPr/>
        </p:nvSpPr>
        <p:spPr>
          <a:xfrm>
            <a:off x="1898953" y="2406931"/>
            <a:ext cx="2791118" cy="2025088"/>
          </a:xfrm>
          <a:prstGeom prst="rect">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5400" dirty="0">
                <a:solidFill>
                  <a:schemeClr val="bg1"/>
                </a:solidFill>
                <a:latin typeface="微软雅黑" pitchFamily="34" charset="-122"/>
                <a:ea typeface="微软雅黑" pitchFamily="34" charset="-122"/>
              </a:rPr>
              <a:t>FOUR</a:t>
            </a:r>
            <a:endParaRPr lang="zh-CN" altLang="en-US" sz="1600" dirty="0">
              <a:solidFill>
                <a:schemeClr val="bg1"/>
              </a:solidFill>
              <a:latin typeface="微软雅黑" pitchFamily="34" charset="-122"/>
              <a:ea typeface="微软雅黑" pitchFamily="34" charset="-122"/>
            </a:endParaRPr>
          </a:p>
        </p:txBody>
      </p:sp>
      <p:grpSp>
        <p:nvGrpSpPr>
          <p:cNvPr id="20" name="组合 19"/>
          <p:cNvGrpSpPr/>
          <p:nvPr/>
        </p:nvGrpSpPr>
        <p:grpSpPr>
          <a:xfrm>
            <a:off x="6815310" y="2613719"/>
            <a:ext cx="4217293" cy="1759899"/>
            <a:chOff x="4738330" y="2861620"/>
            <a:chExt cx="4217293" cy="1759899"/>
          </a:xfrm>
        </p:grpSpPr>
        <p:sp>
          <p:nvSpPr>
            <p:cNvPr id="21" name="矩形 20"/>
            <p:cNvSpPr/>
            <p:nvPr/>
          </p:nvSpPr>
          <p:spPr>
            <a:xfrm>
              <a:off x="4769862" y="2861620"/>
              <a:ext cx="4185761" cy="892552"/>
            </a:xfrm>
            <a:prstGeom prst="rect">
              <a:avLst/>
            </a:prstGeom>
          </p:spPr>
          <p:txBody>
            <a:bodyPr wrap="none">
              <a:spAutoFit/>
            </a:bodyPr>
            <a:lstStyle/>
            <a:p>
              <a:r>
                <a:rPr kumimoji="1" lang="zh-CN" altLang="en-US" sz="5100" dirty="0">
                  <a:solidFill>
                    <a:schemeClr val="bg1"/>
                  </a:solidFill>
                  <a:latin typeface="微软雅黑" pitchFamily="34" charset="-122"/>
                  <a:ea typeface="微软雅黑" pitchFamily="34" charset="-122"/>
                </a:rPr>
                <a:t>加入你的标题</a:t>
              </a:r>
            </a:p>
          </p:txBody>
        </p:sp>
        <p:sp>
          <p:nvSpPr>
            <p:cNvPr id="22" name="矩形 21"/>
            <p:cNvSpPr/>
            <p:nvPr/>
          </p:nvSpPr>
          <p:spPr>
            <a:xfrm>
              <a:off x="4738330" y="3729159"/>
              <a:ext cx="4185093" cy="892360"/>
            </a:xfrm>
            <a:prstGeom prst="rect">
              <a:avLst/>
            </a:prstGeom>
          </p:spPr>
          <p:txBody>
            <a:bodyPr wrap="square">
              <a:spAutoFit/>
            </a:bodyPr>
            <a:lstStyle/>
            <a:p>
              <a:pPr>
                <a:lnSpc>
                  <a:spcPct val="130000"/>
                </a:lnSpc>
              </a:pPr>
              <a:r>
                <a:rPr lang="zh-CN" altLang="en-US" sz="1333" dirty="0">
                  <a:solidFill>
                    <a:schemeClr val="bg1"/>
                  </a:solidFill>
                  <a:latin typeface="微软雅黑" pitchFamily="34" charset="-122"/>
                  <a:ea typeface="微软雅黑" pitchFamily="34" charset="-122"/>
                </a:rPr>
                <a:t>点击此处添加文本内容，如关键词、部分简单介绍等。点击此处添加文本内容，如关键词、部分简单介绍等。点击此处添加文本内容，如关键词、部分简单介绍等。</a:t>
              </a:r>
              <a:endParaRPr lang="en-US" altLang="zh-CN" sz="1333"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523021902"/>
      </p:ext>
    </p:extLst>
  </p:cSld>
  <p:clrMapOvr>
    <a:masterClrMapping/>
  </p:clrMapOvr>
  <p:transition spd="slow" advTm="1000"/>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arn(inVertical)">
                                          <p:cBhvr>
                                            <p:cTn id="7" dur="500"/>
                                            <p:tgtEl>
                                              <p:spTgt spid="18"/>
                                            </p:tgtEl>
                                          </p:cBhvr>
                                        </p:animEffect>
                                      </p:childTnLst>
                                    </p:cTn>
                                  </p:par>
                                </p:childTnLst>
                              </p:cTn>
                            </p:par>
                            <p:par>
                              <p:cTn id="8" fill="hold">
                                <p:stCondLst>
                                  <p:cond delay="500"/>
                                </p:stCondLst>
                                <p:childTnLst>
                                  <p:par>
                                    <p:cTn id="9" presetID="2" presetClass="entr" presetSubtype="1" accel="40000" fill="hold" grpId="0" nodeType="afterEffect" p14:presetBounceEnd="46400">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14:bounceEnd="46400">
                                          <p:cBhvr additive="base">
                                            <p:cTn id="11" dur="1250" fill="hold"/>
                                            <p:tgtEl>
                                              <p:spTgt spid="24"/>
                                            </p:tgtEl>
                                            <p:attrNameLst>
                                              <p:attrName>ppt_x</p:attrName>
                                            </p:attrNameLst>
                                          </p:cBhvr>
                                          <p:tavLst>
                                            <p:tav tm="0">
                                              <p:val>
                                                <p:strVal val="#ppt_x"/>
                                              </p:val>
                                            </p:tav>
                                            <p:tav tm="100000">
                                              <p:val>
                                                <p:strVal val="#ppt_x"/>
                                              </p:val>
                                            </p:tav>
                                          </p:tavLst>
                                        </p:anim>
                                        <p:anim calcmode="lin" valueType="num" p14:bounceEnd="46400">
                                          <p:cBhvr additive="base">
                                            <p:cTn id="12" dur="1250" fill="hold"/>
                                            <p:tgtEl>
                                              <p:spTgt spid="24"/>
                                            </p:tgtEl>
                                            <p:attrNameLst>
                                              <p:attrName>ppt_y</p:attrName>
                                            </p:attrNameLst>
                                          </p:cBhvr>
                                          <p:tavLst>
                                            <p:tav tm="0">
                                              <p:val>
                                                <p:strVal val="0-#ppt_h/2"/>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750"/>
                                            <p:tgtEl>
                                              <p:spTgt spid="25"/>
                                            </p:tgtEl>
                                          </p:cBhvr>
                                        </p:animEffect>
                                        <p:anim calcmode="lin" valueType="num">
                                          <p:cBhvr>
                                            <p:cTn id="16" dur="750" fill="hold"/>
                                            <p:tgtEl>
                                              <p:spTgt spid="25"/>
                                            </p:tgtEl>
                                            <p:attrNameLst>
                                              <p:attrName>ppt_x</p:attrName>
                                            </p:attrNameLst>
                                          </p:cBhvr>
                                          <p:tavLst>
                                            <p:tav tm="0">
                                              <p:val>
                                                <p:strVal val="#ppt_x"/>
                                              </p:val>
                                            </p:tav>
                                            <p:tav tm="100000">
                                              <p:val>
                                                <p:strVal val="#ppt_x"/>
                                              </p:val>
                                            </p:tav>
                                          </p:tavLst>
                                        </p:anim>
                                        <p:anim calcmode="lin" valueType="num">
                                          <p:cBhvr>
                                            <p:cTn id="17" dur="750" fill="hold"/>
                                            <p:tgtEl>
                                              <p:spTgt spid="25"/>
                                            </p:tgtEl>
                                            <p:attrNameLst>
                                              <p:attrName>ppt_y</p:attrName>
                                            </p:attrNameLst>
                                          </p:cBhvr>
                                          <p:tavLst>
                                            <p:tav tm="0">
                                              <p:val>
                                                <p:strVal val="#ppt_y+.1"/>
                                              </p:val>
                                            </p:tav>
                                            <p:tav tm="100000">
                                              <p:val>
                                                <p:strVal val="#ppt_y"/>
                                              </p:val>
                                            </p:tav>
                                          </p:tavLst>
                                        </p:anim>
                                      </p:childTnLst>
                                    </p:cTn>
                                  </p:par>
                                </p:childTnLst>
                              </p:cTn>
                            </p:par>
                            <p:par>
                              <p:cTn id="18" fill="hold">
                                <p:stCondLst>
                                  <p:cond delay="1750"/>
                                </p:stCondLst>
                                <p:childTnLst>
                                  <p:par>
                                    <p:cTn id="19" presetID="2" presetClass="entr" presetSubtype="6" fill="hold" nodeType="after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1500" fill="hold"/>
                                            <p:tgtEl>
                                              <p:spTgt spid="26"/>
                                            </p:tgtEl>
                                            <p:attrNameLst>
                                              <p:attrName>ppt_x</p:attrName>
                                            </p:attrNameLst>
                                          </p:cBhvr>
                                          <p:tavLst>
                                            <p:tav tm="0">
                                              <p:val>
                                                <p:strVal val="1+#ppt_w/2"/>
                                              </p:val>
                                            </p:tav>
                                            <p:tav tm="100000">
                                              <p:val>
                                                <p:strVal val="#ppt_x"/>
                                              </p:val>
                                            </p:tav>
                                          </p:tavLst>
                                        </p:anim>
                                        <p:anim calcmode="lin" valueType="num">
                                          <p:cBhvr additive="base">
                                            <p:cTn id="22" dur="1500" fill="hold"/>
                                            <p:tgtEl>
                                              <p:spTgt spid="26"/>
                                            </p:tgtEl>
                                            <p:attrNameLst>
                                              <p:attrName>ppt_y</p:attrName>
                                            </p:attrNameLst>
                                          </p:cBhvr>
                                          <p:tavLst>
                                            <p:tav tm="0">
                                              <p:val>
                                                <p:strVal val="1+#ppt_h/2"/>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anim calcmode="lin" valueType="num">
                                          <p:cBhvr>
                                            <p:cTn id="26" dur="500" fill="hold"/>
                                            <p:tgtEl>
                                              <p:spTgt spid="19"/>
                                            </p:tgtEl>
                                            <p:attrNameLst>
                                              <p:attrName>ppt_x</p:attrName>
                                            </p:attrNameLst>
                                          </p:cBhvr>
                                          <p:tavLst>
                                            <p:tav tm="0">
                                              <p:val>
                                                <p:strVal val="#ppt_x"/>
                                              </p:val>
                                            </p:tav>
                                            <p:tav tm="100000">
                                              <p:val>
                                                <p:strVal val="#ppt_x"/>
                                              </p:val>
                                            </p:tav>
                                          </p:tavLst>
                                        </p:anim>
                                        <p:anim calcmode="lin" valueType="num">
                                          <p:cBhvr>
                                            <p:cTn id="27" dur="500" fill="hold"/>
                                            <p:tgtEl>
                                              <p:spTgt spid="19"/>
                                            </p:tgtEl>
                                            <p:attrNameLst>
                                              <p:attrName>ppt_y</p:attrName>
                                            </p:attrNameLst>
                                          </p:cBhvr>
                                          <p:tavLst>
                                            <p:tav tm="0">
                                              <p:val>
                                                <p:strVal val="#ppt_y+.1"/>
                                              </p:val>
                                            </p:tav>
                                            <p:tav tm="100000">
                                              <p:val>
                                                <p:strVal val="#ppt_y"/>
                                              </p:val>
                                            </p:tav>
                                          </p:tavLst>
                                        </p:anim>
                                      </p:childTnLst>
                                    </p:cTn>
                                  </p:par>
                                </p:childTnLst>
                              </p:cTn>
                            </p:par>
                            <p:par>
                              <p:cTn id="28" fill="hold">
                                <p:stCondLst>
                                  <p:cond delay="3250"/>
                                </p:stCondLst>
                                <p:childTnLst>
                                  <p:par>
                                    <p:cTn id="29" presetID="22" presetClass="entr" presetSubtype="8"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left)">
                                          <p:cBhvr>
                                            <p:cTn id="3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25" grpId="0"/>
          <p:bldP spid="19" grpId="0"/>
        </p:bldLst>
      </p:timing>
    </mc:Choice>
    <mc:Fallback xmlns="" xmlns:a14="http://schemas.microsoft.com/office/drawing/2010/mai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1000" fill="hold"/>
                                            <p:tgtEl>
                                              <p:spTgt spid="23"/>
                                            </p:tgtEl>
                                            <p:attrNameLst>
                                              <p:attrName>ppt_x</p:attrName>
                                            </p:attrNameLst>
                                          </p:cBhvr>
                                          <p:tavLst>
                                            <p:tav tm="0">
                                              <p:val>
                                                <p:strVal val="0-#ppt_w/2"/>
                                              </p:val>
                                            </p:tav>
                                            <p:tav tm="100000">
                                              <p:val>
                                                <p:strVal val="#ppt_x"/>
                                              </p:val>
                                            </p:tav>
                                          </p:tavLst>
                                        </p:anim>
                                        <p:anim calcmode="lin" valueType="num">
                                          <p:cBhvr additive="base">
                                            <p:cTn id="8" dur="1000" fill="hold"/>
                                            <p:tgtEl>
                                              <p:spTgt spid="2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6" presetClass="entr" presetSubtype="21" fill="hold" grpId="0" nodeType="after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inVertical)">
                                          <p:cBhvr>
                                            <p:cTn id="12" dur="500"/>
                                            <p:tgtEl>
                                              <p:spTgt spid="18"/>
                                            </p:tgtEl>
                                          </p:cBhvr>
                                        </p:animEffect>
                                      </p:childTnLst>
                                    </p:cTn>
                                  </p:par>
                                </p:childTnLst>
                              </p:cTn>
                            </p:par>
                            <p:par>
                              <p:cTn id="13" fill="hold">
                                <p:stCondLst>
                                  <p:cond delay="1500"/>
                                </p:stCondLst>
                                <p:childTnLst>
                                  <p:par>
                                    <p:cTn id="14" presetID="2" presetClass="entr" presetSubtype="1" accel="40000"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1250" fill="hold"/>
                                            <p:tgtEl>
                                              <p:spTgt spid="24"/>
                                            </p:tgtEl>
                                            <p:attrNameLst>
                                              <p:attrName>ppt_x</p:attrName>
                                            </p:attrNameLst>
                                          </p:cBhvr>
                                          <p:tavLst>
                                            <p:tav tm="0">
                                              <p:val>
                                                <p:strVal val="#ppt_x"/>
                                              </p:val>
                                            </p:tav>
                                            <p:tav tm="100000">
                                              <p:val>
                                                <p:strVal val="#ppt_x"/>
                                              </p:val>
                                            </p:tav>
                                          </p:tavLst>
                                        </p:anim>
                                        <p:anim calcmode="lin" valueType="num">
                                          <p:cBhvr additive="base">
                                            <p:cTn id="17" dur="1250" fill="hold"/>
                                            <p:tgtEl>
                                              <p:spTgt spid="24"/>
                                            </p:tgtEl>
                                            <p:attrNameLst>
                                              <p:attrName>ppt_y</p:attrName>
                                            </p:attrNameLst>
                                          </p:cBhvr>
                                          <p:tavLst>
                                            <p:tav tm="0">
                                              <p:val>
                                                <p:strVal val="0-#ppt_h/2"/>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750"/>
                                            <p:tgtEl>
                                              <p:spTgt spid="25"/>
                                            </p:tgtEl>
                                          </p:cBhvr>
                                        </p:animEffect>
                                        <p:anim calcmode="lin" valueType="num">
                                          <p:cBhvr>
                                            <p:cTn id="21" dur="750" fill="hold"/>
                                            <p:tgtEl>
                                              <p:spTgt spid="25"/>
                                            </p:tgtEl>
                                            <p:attrNameLst>
                                              <p:attrName>ppt_x</p:attrName>
                                            </p:attrNameLst>
                                          </p:cBhvr>
                                          <p:tavLst>
                                            <p:tav tm="0">
                                              <p:val>
                                                <p:strVal val="#ppt_x"/>
                                              </p:val>
                                            </p:tav>
                                            <p:tav tm="100000">
                                              <p:val>
                                                <p:strVal val="#ppt_x"/>
                                              </p:val>
                                            </p:tav>
                                          </p:tavLst>
                                        </p:anim>
                                        <p:anim calcmode="lin" valueType="num">
                                          <p:cBhvr>
                                            <p:cTn id="22" dur="750" fill="hold"/>
                                            <p:tgtEl>
                                              <p:spTgt spid="25"/>
                                            </p:tgtEl>
                                            <p:attrNameLst>
                                              <p:attrName>ppt_y</p:attrName>
                                            </p:attrNameLst>
                                          </p:cBhvr>
                                          <p:tavLst>
                                            <p:tav tm="0">
                                              <p:val>
                                                <p:strVal val="#ppt_y+.1"/>
                                              </p:val>
                                            </p:tav>
                                            <p:tav tm="100000">
                                              <p:val>
                                                <p:strVal val="#ppt_y"/>
                                              </p:val>
                                            </p:tav>
                                          </p:tavLst>
                                        </p:anim>
                                      </p:childTnLst>
                                    </p:cTn>
                                  </p:par>
                                </p:childTnLst>
                              </p:cTn>
                            </p:par>
                            <p:par>
                              <p:cTn id="23" fill="hold">
                                <p:stCondLst>
                                  <p:cond delay="2750"/>
                                </p:stCondLst>
                                <p:childTnLst>
                                  <p:par>
                                    <p:cTn id="24" presetID="2" presetClass="entr" presetSubtype="6" fill="hold" nodeType="after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additive="base">
                                            <p:cTn id="26" dur="1500" fill="hold"/>
                                            <p:tgtEl>
                                              <p:spTgt spid="26"/>
                                            </p:tgtEl>
                                            <p:attrNameLst>
                                              <p:attrName>ppt_x</p:attrName>
                                            </p:attrNameLst>
                                          </p:cBhvr>
                                          <p:tavLst>
                                            <p:tav tm="0">
                                              <p:val>
                                                <p:strVal val="1+#ppt_w/2"/>
                                              </p:val>
                                            </p:tav>
                                            <p:tav tm="100000">
                                              <p:val>
                                                <p:strVal val="#ppt_x"/>
                                              </p:val>
                                            </p:tav>
                                          </p:tavLst>
                                        </p:anim>
                                        <p:anim calcmode="lin" valueType="num">
                                          <p:cBhvr additive="base">
                                            <p:cTn id="27" dur="1500" fill="hold"/>
                                            <p:tgtEl>
                                              <p:spTgt spid="26"/>
                                            </p:tgtEl>
                                            <p:attrNameLst>
                                              <p:attrName>ppt_y</p:attrName>
                                            </p:attrNameLst>
                                          </p:cBhvr>
                                          <p:tavLst>
                                            <p:tav tm="0">
                                              <p:val>
                                                <p:strVal val="1+#ppt_h/2"/>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anim calcmode="lin" valueType="num">
                                          <p:cBhvr>
                                            <p:cTn id="31" dur="500" fill="hold"/>
                                            <p:tgtEl>
                                              <p:spTgt spid="19"/>
                                            </p:tgtEl>
                                            <p:attrNameLst>
                                              <p:attrName>ppt_x</p:attrName>
                                            </p:attrNameLst>
                                          </p:cBhvr>
                                          <p:tavLst>
                                            <p:tav tm="0">
                                              <p:val>
                                                <p:strVal val="#ppt_x"/>
                                              </p:val>
                                            </p:tav>
                                            <p:tav tm="100000">
                                              <p:val>
                                                <p:strVal val="#ppt_x"/>
                                              </p:val>
                                            </p:tav>
                                          </p:tavLst>
                                        </p:anim>
                                        <p:anim calcmode="lin" valueType="num">
                                          <p:cBhvr>
                                            <p:cTn id="32" dur="500" fill="hold"/>
                                            <p:tgtEl>
                                              <p:spTgt spid="19"/>
                                            </p:tgtEl>
                                            <p:attrNameLst>
                                              <p:attrName>ppt_y</p:attrName>
                                            </p:attrNameLst>
                                          </p:cBhvr>
                                          <p:tavLst>
                                            <p:tav tm="0">
                                              <p:val>
                                                <p:strVal val="#ppt_y+.1"/>
                                              </p:val>
                                            </p:tav>
                                            <p:tav tm="100000">
                                              <p:val>
                                                <p:strVal val="#ppt_y"/>
                                              </p:val>
                                            </p:tav>
                                          </p:tavLst>
                                        </p:anim>
                                      </p:childTnLst>
                                    </p:cTn>
                                  </p:par>
                                </p:childTnLst>
                              </p:cTn>
                            </p:par>
                            <p:par>
                              <p:cTn id="33" fill="hold">
                                <p:stCondLst>
                                  <p:cond delay="4250"/>
                                </p:stCondLst>
                                <p:childTnLst>
                                  <p:par>
                                    <p:cTn id="34" presetID="22" presetClass="entr" presetSubtype="8" fill="hold" nodeType="after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left)">
                                          <p:cBhvr>
                                            <p:cTn id="3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3" grpId="0" animBg="1"/>
          <p:bldP spid="24" grpId="0" animBg="1"/>
          <p:bldP spid="25" grpId="0"/>
          <p:bldP spid="19" grpId="0"/>
        </p:bldLst>
      </p:timing>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22" name="组合 21"/>
          <p:cNvGrpSpPr/>
          <p:nvPr/>
        </p:nvGrpSpPr>
        <p:grpSpPr>
          <a:xfrm>
            <a:off x="1115714" y="1762090"/>
            <a:ext cx="5364087" cy="4618525"/>
            <a:chOff x="532007" y="2241063"/>
            <a:chExt cx="5364087" cy="4618525"/>
          </a:xfrm>
        </p:grpSpPr>
        <p:sp>
          <p:nvSpPr>
            <p:cNvPr id="23" name="矩形 22"/>
            <p:cNvSpPr/>
            <p:nvPr/>
          </p:nvSpPr>
          <p:spPr>
            <a:xfrm>
              <a:off x="532007" y="2241063"/>
              <a:ext cx="5364087" cy="3549914"/>
            </a:xfrm>
            <a:prstGeom prst="rect">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nvGrpSpPr>
            <p:cNvPr id="24" name="组合 23"/>
            <p:cNvGrpSpPr/>
            <p:nvPr/>
          </p:nvGrpSpPr>
          <p:grpSpPr>
            <a:xfrm>
              <a:off x="532007" y="5882928"/>
              <a:ext cx="5364087" cy="976660"/>
              <a:chOff x="6060840" y="4559300"/>
              <a:chExt cx="5364087" cy="976660"/>
            </a:xfrm>
          </p:grpSpPr>
          <p:grpSp>
            <p:nvGrpSpPr>
              <p:cNvPr id="26" name="组合 25"/>
              <p:cNvGrpSpPr/>
              <p:nvPr/>
            </p:nvGrpSpPr>
            <p:grpSpPr>
              <a:xfrm>
                <a:off x="6060840" y="4559300"/>
                <a:ext cx="5364087" cy="976660"/>
                <a:chOff x="6060840" y="4217196"/>
                <a:chExt cx="5364087" cy="1660868"/>
              </a:xfrm>
            </p:grpSpPr>
            <p:sp>
              <p:nvSpPr>
                <p:cNvPr id="28" name="矩形 27"/>
                <p:cNvSpPr/>
                <p:nvPr/>
              </p:nvSpPr>
              <p:spPr>
                <a:xfrm>
                  <a:off x="6060840" y="4217196"/>
                  <a:ext cx="1516646" cy="1660868"/>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9" name="矩形 28"/>
                <p:cNvSpPr/>
                <p:nvPr/>
              </p:nvSpPr>
              <p:spPr>
                <a:xfrm>
                  <a:off x="7604274" y="4217196"/>
                  <a:ext cx="3820653" cy="1660868"/>
                </a:xfrm>
                <a:prstGeom prst="rect">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30" name="Rectangle 24"/>
                <p:cNvSpPr>
                  <a:spLocks noChangeArrowheads="1"/>
                </p:cNvSpPr>
                <p:nvPr/>
              </p:nvSpPr>
              <p:spPr bwMode="auto">
                <a:xfrm>
                  <a:off x="7806771" y="4457349"/>
                  <a:ext cx="3462462" cy="1130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a:lnSpc>
                      <a:spcPct val="120000"/>
                    </a:lnSpc>
                    <a:spcBef>
                      <a:spcPts val="500"/>
                    </a:spcBef>
                  </a:pPr>
                  <a:r>
                    <a:rPr lang="en-US" altLang="zh-CN" sz="1200" dirty="0">
                      <a:solidFill>
                        <a:schemeClr val="bg1">
                          <a:lumMod val="50000"/>
                        </a:schemeClr>
                      </a:solidFill>
                    </a:rPr>
                    <a:t>We have many PowerPoint templates that has been specifically designed to help anyone that is stepping into the world of PowerPoint for the very</a:t>
                  </a:r>
                </a:p>
              </p:txBody>
            </p:sp>
          </p:grpSp>
          <p:sp>
            <p:nvSpPr>
              <p:cNvPr id="27" name="Freeform 19"/>
              <p:cNvSpPr>
                <a:spLocks noEditPoints="1"/>
              </p:cNvSpPr>
              <p:nvPr/>
            </p:nvSpPr>
            <p:spPr bwMode="auto">
              <a:xfrm>
                <a:off x="6631893" y="4840064"/>
                <a:ext cx="375679" cy="415132"/>
              </a:xfrm>
              <a:custGeom>
                <a:avLst/>
                <a:gdLst>
                  <a:gd name="T0" fmla="*/ 116 w 140"/>
                  <a:gd name="T1" fmla="*/ 2 h 141"/>
                  <a:gd name="T2" fmla="*/ 122 w 140"/>
                  <a:gd name="T3" fmla="*/ 3 h 141"/>
                  <a:gd name="T4" fmla="*/ 122 w 140"/>
                  <a:gd name="T5" fmla="*/ 3 h 141"/>
                  <a:gd name="T6" fmla="*/ 138 w 140"/>
                  <a:gd name="T7" fmla="*/ 19 h 141"/>
                  <a:gd name="T8" fmla="*/ 138 w 140"/>
                  <a:gd name="T9" fmla="*/ 19 h 141"/>
                  <a:gd name="T10" fmla="*/ 139 w 140"/>
                  <a:gd name="T11" fmla="*/ 25 h 141"/>
                  <a:gd name="T12" fmla="*/ 118 w 140"/>
                  <a:gd name="T13" fmla="*/ 43 h 141"/>
                  <a:gd name="T14" fmla="*/ 103 w 140"/>
                  <a:gd name="T15" fmla="*/ 46 h 141"/>
                  <a:gd name="T16" fmla="*/ 99 w 140"/>
                  <a:gd name="T17" fmla="*/ 102 h 141"/>
                  <a:gd name="T18" fmla="*/ 69 w 140"/>
                  <a:gd name="T19" fmla="*/ 115 h 141"/>
                  <a:gd name="T20" fmla="*/ 26 w 140"/>
                  <a:gd name="T21" fmla="*/ 72 h 141"/>
                  <a:gd name="T22" fmla="*/ 69 w 140"/>
                  <a:gd name="T23" fmla="*/ 29 h 141"/>
                  <a:gd name="T24" fmla="*/ 100 w 140"/>
                  <a:gd name="T25" fmla="*/ 33 h 141"/>
                  <a:gd name="T26" fmla="*/ 98 w 140"/>
                  <a:gd name="T27" fmla="*/ 20 h 141"/>
                  <a:gd name="T28" fmla="*/ 124 w 140"/>
                  <a:gd name="T29" fmla="*/ 55 h 141"/>
                  <a:gd name="T30" fmla="*/ 135 w 140"/>
                  <a:gd name="T31" fmla="*/ 52 h 141"/>
                  <a:gd name="T32" fmla="*/ 138 w 140"/>
                  <a:gd name="T33" fmla="*/ 72 h 141"/>
                  <a:gd name="T34" fmla="*/ 69 w 140"/>
                  <a:gd name="T35" fmla="*/ 141 h 141"/>
                  <a:gd name="T36" fmla="*/ 0 w 140"/>
                  <a:gd name="T37" fmla="*/ 72 h 141"/>
                  <a:gd name="T38" fmla="*/ 69 w 140"/>
                  <a:gd name="T39" fmla="*/ 3 h 141"/>
                  <a:gd name="T40" fmla="*/ 89 w 140"/>
                  <a:gd name="T41" fmla="*/ 6 h 141"/>
                  <a:gd name="T42" fmla="*/ 86 w 140"/>
                  <a:gd name="T43" fmla="*/ 16 h 141"/>
                  <a:gd name="T44" fmla="*/ 69 w 140"/>
                  <a:gd name="T45" fmla="*/ 14 h 141"/>
                  <a:gd name="T46" fmla="*/ 11 w 140"/>
                  <a:gd name="T47" fmla="*/ 72 h 141"/>
                  <a:gd name="T48" fmla="*/ 69 w 140"/>
                  <a:gd name="T49" fmla="*/ 130 h 141"/>
                  <a:gd name="T50" fmla="*/ 127 w 140"/>
                  <a:gd name="T51" fmla="*/ 72 h 141"/>
                  <a:gd name="T52" fmla="*/ 124 w 140"/>
                  <a:gd name="T53" fmla="*/ 55 h 141"/>
                  <a:gd name="T54" fmla="*/ 69 w 140"/>
                  <a:gd name="T55" fmla="*/ 52 h 141"/>
                  <a:gd name="T56" fmla="*/ 90 w 140"/>
                  <a:gd name="T57" fmla="*/ 43 h 141"/>
                  <a:gd name="T58" fmla="*/ 43 w 140"/>
                  <a:gd name="T59" fmla="*/ 46 h 141"/>
                  <a:gd name="T60" fmla="*/ 43 w 140"/>
                  <a:gd name="T61" fmla="*/ 46 h 141"/>
                  <a:gd name="T62" fmla="*/ 43 w 140"/>
                  <a:gd name="T63" fmla="*/ 98 h 141"/>
                  <a:gd name="T64" fmla="*/ 94 w 140"/>
                  <a:gd name="T65" fmla="*/ 98 h 141"/>
                  <a:gd name="T66" fmla="*/ 105 w 140"/>
                  <a:gd name="T67" fmla="*/ 72 h 141"/>
                  <a:gd name="T68" fmla="*/ 86 w 140"/>
                  <a:gd name="T69" fmla="*/ 62 h 141"/>
                  <a:gd name="T70" fmla="*/ 83 w 140"/>
                  <a:gd name="T71" fmla="*/ 86 h 141"/>
                  <a:gd name="T72" fmla="*/ 69 w 140"/>
                  <a:gd name="T73" fmla="*/ 92 h 141"/>
                  <a:gd name="T74" fmla="*/ 55 w 140"/>
                  <a:gd name="T75" fmla="*/ 86 h 141"/>
                  <a:gd name="T76" fmla="*/ 55 w 140"/>
                  <a:gd name="T77" fmla="*/ 58 h 141"/>
                  <a:gd name="T78" fmla="*/ 69 w 140"/>
                  <a:gd name="T79" fmla="*/ 52 h 141"/>
                  <a:gd name="T80" fmla="*/ 73 w 140"/>
                  <a:gd name="T81" fmla="*/ 60 h 141"/>
                  <a:gd name="T82" fmla="*/ 60 w 140"/>
                  <a:gd name="T83" fmla="*/ 63 h 141"/>
                  <a:gd name="T84" fmla="*/ 56 w 140"/>
                  <a:gd name="T85" fmla="*/ 72 h 141"/>
                  <a:gd name="T86" fmla="*/ 69 w 140"/>
                  <a:gd name="T87" fmla="*/ 85 h 141"/>
                  <a:gd name="T88" fmla="*/ 78 w 140"/>
                  <a:gd name="T89" fmla="*/ 81 h 141"/>
                  <a:gd name="T90" fmla="*/ 81 w 140"/>
                  <a:gd name="T91" fmla="*/ 68 h 141"/>
                  <a:gd name="T92" fmla="*/ 65 w 140"/>
                  <a:gd name="T93" fmla="*/ 76 h 141"/>
                  <a:gd name="T94" fmla="*/ 73 w 140"/>
                  <a:gd name="T95" fmla="*/ 60 h 141"/>
                  <a:gd name="T96" fmla="*/ 117 w 140"/>
                  <a:gd name="T97" fmla="*/ 10 h 141"/>
                  <a:gd name="T98" fmla="*/ 106 w 140"/>
                  <a:gd name="T99" fmla="*/ 30 h 141"/>
                  <a:gd name="T100" fmla="*/ 117 w 140"/>
                  <a:gd name="T101" fmla="*/ 10 h 141"/>
                  <a:gd name="T102" fmla="*/ 123 w 140"/>
                  <a:gd name="T103" fmla="*/ 22 h 141"/>
                  <a:gd name="T104" fmla="*/ 118 w 140"/>
                  <a:gd name="T105" fmla="*/ 37 h 141"/>
                  <a:gd name="T106" fmla="*/ 123 w 140"/>
                  <a:gd name="T107" fmla="*/ 2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0" h="141">
                    <a:moveTo>
                      <a:pt x="98" y="20"/>
                    </a:moveTo>
                    <a:cubicBezTo>
                      <a:pt x="116" y="2"/>
                      <a:pt x="116" y="2"/>
                      <a:pt x="116" y="2"/>
                    </a:cubicBezTo>
                    <a:cubicBezTo>
                      <a:pt x="118" y="0"/>
                      <a:pt x="120" y="0"/>
                      <a:pt x="121" y="2"/>
                    </a:cubicBezTo>
                    <a:cubicBezTo>
                      <a:pt x="121" y="2"/>
                      <a:pt x="122" y="3"/>
                      <a:pt x="122" y="3"/>
                    </a:cubicBezTo>
                    <a:cubicBezTo>
                      <a:pt x="122" y="3"/>
                      <a:pt x="122" y="3"/>
                      <a:pt x="122" y="3"/>
                    </a:cubicBezTo>
                    <a:cubicBezTo>
                      <a:pt x="122" y="3"/>
                      <a:pt x="122" y="3"/>
                      <a:pt x="122" y="3"/>
                    </a:cubicBezTo>
                    <a:cubicBezTo>
                      <a:pt x="125" y="16"/>
                      <a:pt x="125" y="16"/>
                      <a:pt x="125" y="16"/>
                    </a:cubicBezTo>
                    <a:cubicBezTo>
                      <a:pt x="138" y="19"/>
                      <a:pt x="138" y="19"/>
                      <a:pt x="138" y="19"/>
                    </a:cubicBezTo>
                    <a:cubicBezTo>
                      <a:pt x="138" y="19"/>
                      <a:pt x="138" y="19"/>
                      <a:pt x="138" y="19"/>
                    </a:cubicBezTo>
                    <a:cubicBezTo>
                      <a:pt x="138" y="19"/>
                      <a:pt x="138" y="19"/>
                      <a:pt x="138" y="19"/>
                    </a:cubicBezTo>
                    <a:cubicBezTo>
                      <a:pt x="138" y="19"/>
                      <a:pt x="139" y="19"/>
                      <a:pt x="139" y="20"/>
                    </a:cubicBezTo>
                    <a:cubicBezTo>
                      <a:pt x="140" y="21"/>
                      <a:pt x="140" y="23"/>
                      <a:pt x="139" y="25"/>
                    </a:cubicBezTo>
                    <a:cubicBezTo>
                      <a:pt x="121" y="43"/>
                      <a:pt x="121" y="43"/>
                      <a:pt x="121" y="43"/>
                    </a:cubicBezTo>
                    <a:cubicBezTo>
                      <a:pt x="120" y="43"/>
                      <a:pt x="119" y="44"/>
                      <a:pt x="118" y="43"/>
                    </a:cubicBezTo>
                    <a:cubicBezTo>
                      <a:pt x="108" y="41"/>
                      <a:pt x="108" y="41"/>
                      <a:pt x="108" y="41"/>
                    </a:cubicBezTo>
                    <a:cubicBezTo>
                      <a:pt x="103" y="46"/>
                      <a:pt x="103" y="46"/>
                      <a:pt x="103" y="46"/>
                    </a:cubicBezTo>
                    <a:cubicBezTo>
                      <a:pt x="108" y="53"/>
                      <a:pt x="112" y="62"/>
                      <a:pt x="112" y="72"/>
                    </a:cubicBezTo>
                    <a:cubicBezTo>
                      <a:pt x="112" y="84"/>
                      <a:pt x="107" y="95"/>
                      <a:pt x="99" y="102"/>
                    </a:cubicBezTo>
                    <a:cubicBezTo>
                      <a:pt x="99" y="102"/>
                      <a:pt x="99" y="102"/>
                      <a:pt x="99" y="102"/>
                    </a:cubicBezTo>
                    <a:cubicBezTo>
                      <a:pt x="91" y="110"/>
                      <a:pt x="81" y="115"/>
                      <a:pt x="69" y="115"/>
                    </a:cubicBezTo>
                    <a:cubicBezTo>
                      <a:pt x="57" y="115"/>
                      <a:pt x="46" y="110"/>
                      <a:pt x="39" y="102"/>
                    </a:cubicBezTo>
                    <a:cubicBezTo>
                      <a:pt x="31" y="95"/>
                      <a:pt x="26" y="84"/>
                      <a:pt x="26" y="72"/>
                    </a:cubicBezTo>
                    <a:cubicBezTo>
                      <a:pt x="26" y="60"/>
                      <a:pt x="31" y="50"/>
                      <a:pt x="39" y="42"/>
                    </a:cubicBezTo>
                    <a:cubicBezTo>
                      <a:pt x="46" y="34"/>
                      <a:pt x="57" y="29"/>
                      <a:pt x="69" y="29"/>
                    </a:cubicBezTo>
                    <a:cubicBezTo>
                      <a:pt x="79" y="29"/>
                      <a:pt x="88" y="33"/>
                      <a:pt x="95" y="38"/>
                    </a:cubicBezTo>
                    <a:cubicBezTo>
                      <a:pt x="100" y="33"/>
                      <a:pt x="100" y="33"/>
                      <a:pt x="100" y="33"/>
                    </a:cubicBezTo>
                    <a:cubicBezTo>
                      <a:pt x="98" y="23"/>
                      <a:pt x="98" y="23"/>
                      <a:pt x="98" y="23"/>
                    </a:cubicBezTo>
                    <a:cubicBezTo>
                      <a:pt x="97" y="22"/>
                      <a:pt x="98" y="21"/>
                      <a:pt x="98" y="20"/>
                    </a:cubicBezTo>
                    <a:close/>
                    <a:moveTo>
                      <a:pt x="124" y="55"/>
                    </a:moveTo>
                    <a:cubicBezTo>
                      <a:pt x="124" y="55"/>
                      <a:pt x="124" y="55"/>
                      <a:pt x="124" y="55"/>
                    </a:cubicBezTo>
                    <a:cubicBezTo>
                      <a:pt x="124" y="52"/>
                      <a:pt x="125" y="49"/>
                      <a:pt x="128" y="48"/>
                    </a:cubicBezTo>
                    <a:cubicBezTo>
                      <a:pt x="131" y="47"/>
                      <a:pt x="134" y="49"/>
                      <a:pt x="135" y="52"/>
                    </a:cubicBezTo>
                    <a:cubicBezTo>
                      <a:pt x="136" y="55"/>
                      <a:pt x="137" y="58"/>
                      <a:pt x="137" y="62"/>
                    </a:cubicBezTo>
                    <a:cubicBezTo>
                      <a:pt x="138" y="65"/>
                      <a:pt x="138" y="69"/>
                      <a:pt x="138" y="72"/>
                    </a:cubicBezTo>
                    <a:cubicBezTo>
                      <a:pt x="138" y="91"/>
                      <a:pt x="130" y="108"/>
                      <a:pt x="118" y="121"/>
                    </a:cubicBezTo>
                    <a:cubicBezTo>
                      <a:pt x="105" y="133"/>
                      <a:pt x="88" y="141"/>
                      <a:pt x="69" y="141"/>
                    </a:cubicBezTo>
                    <a:cubicBezTo>
                      <a:pt x="50" y="141"/>
                      <a:pt x="33" y="133"/>
                      <a:pt x="20" y="121"/>
                    </a:cubicBezTo>
                    <a:cubicBezTo>
                      <a:pt x="8" y="108"/>
                      <a:pt x="0" y="91"/>
                      <a:pt x="0" y="72"/>
                    </a:cubicBezTo>
                    <a:cubicBezTo>
                      <a:pt x="0" y="53"/>
                      <a:pt x="8" y="36"/>
                      <a:pt x="20" y="23"/>
                    </a:cubicBezTo>
                    <a:cubicBezTo>
                      <a:pt x="33" y="11"/>
                      <a:pt x="50" y="3"/>
                      <a:pt x="69" y="3"/>
                    </a:cubicBezTo>
                    <a:cubicBezTo>
                      <a:pt x="72" y="3"/>
                      <a:pt x="76" y="3"/>
                      <a:pt x="79" y="4"/>
                    </a:cubicBezTo>
                    <a:cubicBezTo>
                      <a:pt x="82" y="4"/>
                      <a:pt x="86" y="5"/>
                      <a:pt x="89" y="6"/>
                    </a:cubicBezTo>
                    <a:cubicBezTo>
                      <a:pt x="92" y="7"/>
                      <a:pt x="93" y="10"/>
                      <a:pt x="93" y="13"/>
                    </a:cubicBezTo>
                    <a:cubicBezTo>
                      <a:pt x="92" y="16"/>
                      <a:pt x="89" y="17"/>
                      <a:pt x="86" y="16"/>
                    </a:cubicBezTo>
                    <a:cubicBezTo>
                      <a:pt x="83" y="16"/>
                      <a:pt x="80" y="15"/>
                      <a:pt x="77" y="15"/>
                    </a:cubicBezTo>
                    <a:cubicBezTo>
                      <a:pt x="75" y="14"/>
                      <a:pt x="72" y="14"/>
                      <a:pt x="69" y="14"/>
                    </a:cubicBezTo>
                    <a:cubicBezTo>
                      <a:pt x="53" y="14"/>
                      <a:pt x="38" y="21"/>
                      <a:pt x="28" y="31"/>
                    </a:cubicBezTo>
                    <a:cubicBezTo>
                      <a:pt x="17" y="42"/>
                      <a:pt x="11" y="56"/>
                      <a:pt x="11" y="72"/>
                    </a:cubicBezTo>
                    <a:cubicBezTo>
                      <a:pt x="11" y="88"/>
                      <a:pt x="17" y="103"/>
                      <a:pt x="28" y="113"/>
                    </a:cubicBezTo>
                    <a:cubicBezTo>
                      <a:pt x="38" y="124"/>
                      <a:pt x="53" y="130"/>
                      <a:pt x="69" y="130"/>
                    </a:cubicBezTo>
                    <a:cubicBezTo>
                      <a:pt x="85" y="130"/>
                      <a:pt x="99" y="124"/>
                      <a:pt x="110" y="113"/>
                    </a:cubicBezTo>
                    <a:cubicBezTo>
                      <a:pt x="120" y="103"/>
                      <a:pt x="127" y="88"/>
                      <a:pt x="127" y="72"/>
                    </a:cubicBezTo>
                    <a:cubicBezTo>
                      <a:pt x="127" y="69"/>
                      <a:pt x="127" y="66"/>
                      <a:pt x="126" y="64"/>
                    </a:cubicBezTo>
                    <a:cubicBezTo>
                      <a:pt x="126" y="61"/>
                      <a:pt x="125" y="58"/>
                      <a:pt x="124" y="55"/>
                    </a:cubicBezTo>
                    <a:close/>
                    <a:moveTo>
                      <a:pt x="69" y="52"/>
                    </a:moveTo>
                    <a:cubicBezTo>
                      <a:pt x="69" y="52"/>
                      <a:pt x="69" y="52"/>
                      <a:pt x="69" y="52"/>
                    </a:cubicBezTo>
                    <a:cubicBezTo>
                      <a:pt x="72" y="52"/>
                      <a:pt x="76" y="53"/>
                      <a:pt x="78" y="55"/>
                    </a:cubicBezTo>
                    <a:cubicBezTo>
                      <a:pt x="90" y="43"/>
                      <a:pt x="90" y="43"/>
                      <a:pt x="90" y="43"/>
                    </a:cubicBezTo>
                    <a:cubicBezTo>
                      <a:pt x="84" y="38"/>
                      <a:pt x="77" y="36"/>
                      <a:pt x="69" y="36"/>
                    </a:cubicBezTo>
                    <a:cubicBezTo>
                      <a:pt x="59" y="36"/>
                      <a:pt x="50" y="40"/>
                      <a:pt x="43" y="46"/>
                    </a:cubicBezTo>
                    <a:cubicBezTo>
                      <a:pt x="43" y="46"/>
                      <a:pt x="43" y="46"/>
                      <a:pt x="43" y="46"/>
                    </a:cubicBezTo>
                    <a:cubicBezTo>
                      <a:pt x="43" y="46"/>
                      <a:pt x="43" y="46"/>
                      <a:pt x="43" y="46"/>
                    </a:cubicBezTo>
                    <a:cubicBezTo>
                      <a:pt x="37" y="53"/>
                      <a:pt x="33" y="62"/>
                      <a:pt x="33" y="72"/>
                    </a:cubicBezTo>
                    <a:cubicBezTo>
                      <a:pt x="33" y="82"/>
                      <a:pt x="37" y="91"/>
                      <a:pt x="43" y="98"/>
                    </a:cubicBezTo>
                    <a:cubicBezTo>
                      <a:pt x="50" y="104"/>
                      <a:pt x="59" y="108"/>
                      <a:pt x="69" y="108"/>
                    </a:cubicBezTo>
                    <a:cubicBezTo>
                      <a:pt x="79" y="108"/>
                      <a:pt x="88" y="104"/>
                      <a:pt x="94" y="98"/>
                    </a:cubicBezTo>
                    <a:cubicBezTo>
                      <a:pt x="95" y="98"/>
                      <a:pt x="95" y="98"/>
                      <a:pt x="95" y="98"/>
                    </a:cubicBezTo>
                    <a:cubicBezTo>
                      <a:pt x="101" y="91"/>
                      <a:pt x="105" y="82"/>
                      <a:pt x="105" y="72"/>
                    </a:cubicBezTo>
                    <a:cubicBezTo>
                      <a:pt x="105" y="64"/>
                      <a:pt x="103" y="57"/>
                      <a:pt x="98" y="51"/>
                    </a:cubicBezTo>
                    <a:cubicBezTo>
                      <a:pt x="86" y="62"/>
                      <a:pt x="86" y="62"/>
                      <a:pt x="86" y="62"/>
                    </a:cubicBezTo>
                    <a:cubicBezTo>
                      <a:pt x="88" y="65"/>
                      <a:pt x="89" y="69"/>
                      <a:pt x="89" y="72"/>
                    </a:cubicBezTo>
                    <a:cubicBezTo>
                      <a:pt x="89" y="77"/>
                      <a:pt x="86" y="82"/>
                      <a:pt x="83" y="86"/>
                    </a:cubicBezTo>
                    <a:cubicBezTo>
                      <a:pt x="83" y="86"/>
                      <a:pt x="83" y="86"/>
                      <a:pt x="83" y="86"/>
                    </a:cubicBezTo>
                    <a:cubicBezTo>
                      <a:pt x="79" y="90"/>
                      <a:pt x="74" y="92"/>
                      <a:pt x="69" y="92"/>
                    </a:cubicBezTo>
                    <a:cubicBezTo>
                      <a:pt x="63" y="92"/>
                      <a:pt x="59" y="90"/>
                      <a:pt x="55" y="86"/>
                    </a:cubicBezTo>
                    <a:cubicBezTo>
                      <a:pt x="55" y="86"/>
                      <a:pt x="55" y="86"/>
                      <a:pt x="55" y="86"/>
                    </a:cubicBezTo>
                    <a:cubicBezTo>
                      <a:pt x="51" y="82"/>
                      <a:pt x="49" y="78"/>
                      <a:pt x="49" y="72"/>
                    </a:cubicBezTo>
                    <a:cubicBezTo>
                      <a:pt x="49" y="67"/>
                      <a:pt x="51" y="62"/>
                      <a:pt x="55" y="58"/>
                    </a:cubicBezTo>
                    <a:cubicBezTo>
                      <a:pt x="55" y="58"/>
                      <a:pt x="55" y="58"/>
                      <a:pt x="55" y="58"/>
                    </a:cubicBezTo>
                    <a:cubicBezTo>
                      <a:pt x="59" y="55"/>
                      <a:pt x="63" y="52"/>
                      <a:pt x="69" y="52"/>
                    </a:cubicBezTo>
                    <a:close/>
                    <a:moveTo>
                      <a:pt x="73" y="60"/>
                    </a:moveTo>
                    <a:cubicBezTo>
                      <a:pt x="73" y="60"/>
                      <a:pt x="73" y="60"/>
                      <a:pt x="73" y="60"/>
                    </a:cubicBezTo>
                    <a:cubicBezTo>
                      <a:pt x="72" y="59"/>
                      <a:pt x="71" y="59"/>
                      <a:pt x="69" y="59"/>
                    </a:cubicBezTo>
                    <a:cubicBezTo>
                      <a:pt x="65" y="59"/>
                      <a:pt x="62" y="60"/>
                      <a:pt x="60" y="63"/>
                    </a:cubicBezTo>
                    <a:cubicBezTo>
                      <a:pt x="60" y="63"/>
                      <a:pt x="60" y="63"/>
                      <a:pt x="60" y="63"/>
                    </a:cubicBezTo>
                    <a:cubicBezTo>
                      <a:pt x="57" y="65"/>
                      <a:pt x="56" y="68"/>
                      <a:pt x="56" y="72"/>
                    </a:cubicBezTo>
                    <a:cubicBezTo>
                      <a:pt x="56" y="76"/>
                      <a:pt x="57" y="79"/>
                      <a:pt x="60" y="81"/>
                    </a:cubicBezTo>
                    <a:cubicBezTo>
                      <a:pt x="62" y="84"/>
                      <a:pt x="65" y="85"/>
                      <a:pt x="69" y="85"/>
                    </a:cubicBezTo>
                    <a:cubicBezTo>
                      <a:pt x="73" y="85"/>
                      <a:pt x="76" y="84"/>
                      <a:pt x="78" y="81"/>
                    </a:cubicBezTo>
                    <a:cubicBezTo>
                      <a:pt x="78" y="81"/>
                      <a:pt x="78" y="81"/>
                      <a:pt x="78" y="81"/>
                    </a:cubicBezTo>
                    <a:cubicBezTo>
                      <a:pt x="81" y="79"/>
                      <a:pt x="82" y="76"/>
                      <a:pt x="82" y="72"/>
                    </a:cubicBezTo>
                    <a:cubicBezTo>
                      <a:pt x="82" y="70"/>
                      <a:pt x="82" y="69"/>
                      <a:pt x="81" y="68"/>
                    </a:cubicBezTo>
                    <a:cubicBezTo>
                      <a:pt x="73" y="76"/>
                      <a:pt x="73" y="76"/>
                      <a:pt x="73" y="76"/>
                    </a:cubicBezTo>
                    <a:cubicBezTo>
                      <a:pt x="71" y="78"/>
                      <a:pt x="67" y="78"/>
                      <a:pt x="65" y="76"/>
                    </a:cubicBezTo>
                    <a:cubicBezTo>
                      <a:pt x="63" y="74"/>
                      <a:pt x="63" y="70"/>
                      <a:pt x="65" y="68"/>
                    </a:cubicBezTo>
                    <a:cubicBezTo>
                      <a:pt x="73" y="60"/>
                      <a:pt x="73" y="60"/>
                      <a:pt x="73" y="60"/>
                    </a:cubicBezTo>
                    <a:close/>
                    <a:moveTo>
                      <a:pt x="117" y="10"/>
                    </a:moveTo>
                    <a:cubicBezTo>
                      <a:pt x="117" y="10"/>
                      <a:pt x="117" y="10"/>
                      <a:pt x="117" y="10"/>
                    </a:cubicBezTo>
                    <a:cubicBezTo>
                      <a:pt x="104" y="23"/>
                      <a:pt x="104" y="23"/>
                      <a:pt x="104" y="23"/>
                    </a:cubicBezTo>
                    <a:cubicBezTo>
                      <a:pt x="106" y="30"/>
                      <a:pt x="106" y="30"/>
                      <a:pt x="106" y="30"/>
                    </a:cubicBezTo>
                    <a:cubicBezTo>
                      <a:pt x="119" y="17"/>
                      <a:pt x="119" y="17"/>
                      <a:pt x="119" y="17"/>
                    </a:cubicBezTo>
                    <a:cubicBezTo>
                      <a:pt x="117" y="10"/>
                      <a:pt x="117" y="10"/>
                      <a:pt x="117" y="10"/>
                    </a:cubicBezTo>
                    <a:close/>
                    <a:moveTo>
                      <a:pt x="123" y="22"/>
                    </a:moveTo>
                    <a:cubicBezTo>
                      <a:pt x="123" y="22"/>
                      <a:pt x="123" y="22"/>
                      <a:pt x="123" y="22"/>
                    </a:cubicBezTo>
                    <a:cubicBezTo>
                      <a:pt x="111" y="35"/>
                      <a:pt x="111" y="35"/>
                      <a:pt x="111" y="35"/>
                    </a:cubicBezTo>
                    <a:cubicBezTo>
                      <a:pt x="118" y="37"/>
                      <a:pt x="118" y="37"/>
                      <a:pt x="118" y="37"/>
                    </a:cubicBezTo>
                    <a:cubicBezTo>
                      <a:pt x="131" y="24"/>
                      <a:pt x="131" y="24"/>
                      <a:pt x="131" y="24"/>
                    </a:cubicBezTo>
                    <a:cubicBezTo>
                      <a:pt x="123" y="22"/>
                      <a:pt x="123" y="22"/>
                      <a:pt x="123" y="22"/>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3600"/>
              </a:p>
            </p:txBody>
          </p:sp>
        </p:grpSp>
      </p:grpSp>
      <p:sp>
        <p:nvSpPr>
          <p:cNvPr id="31" name="TextBox 9"/>
          <p:cNvSpPr txBox="1"/>
          <p:nvPr/>
        </p:nvSpPr>
        <p:spPr>
          <a:xfrm>
            <a:off x="7021826" y="1782467"/>
            <a:ext cx="4151015" cy="4676581"/>
          </a:xfrm>
          <a:prstGeom prst="rect">
            <a:avLst/>
          </a:prstGeom>
          <a:noFill/>
        </p:spPr>
        <p:txBody>
          <a:bodyPr wrap="square" lIns="0" tIns="0" rIns="91420" bIns="0" numCol="2" spcCol="274258" rtlCol="0">
            <a:noAutofit/>
          </a:bodyPr>
          <a:lstStyle/>
          <a:p>
            <a:pPr algn="just"/>
            <a:r>
              <a:rPr lang="zh-CN" altLang="en-US" sz="1400" dirty="0">
                <a:solidFill>
                  <a:schemeClr val="bg1">
                    <a:lumMod val="50000"/>
                  </a:schemeClr>
                </a:solidFill>
                <a:latin typeface="+mn-ea"/>
                <a:cs typeface="Calibri"/>
              </a:rPr>
              <a:t>相关并符合整体语言风格，语言描述尽量简洁生动。尽量将每页幻灯片的字数控制在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字以内，据统计每页幻灯片的最好控制在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分钟之内。此处添加详细文本描述，建议与标题相关并符合整体语言风格，语言描述尽量简洁生动。</a:t>
            </a:r>
            <a:endParaRPr lang="en-US" altLang="zh-CN" sz="1400" dirty="0">
              <a:solidFill>
                <a:schemeClr val="bg1">
                  <a:lumMod val="50000"/>
                </a:schemeClr>
              </a:solidFill>
              <a:latin typeface="+mn-ea"/>
              <a:cs typeface="Calibri"/>
            </a:endParaRPr>
          </a:p>
          <a:p>
            <a:pPr algn="just"/>
            <a:endParaRPr lang="en-US" altLang="zh-CN" sz="1400" dirty="0">
              <a:solidFill>
                <a:schemeClr val="bg1">
                  <a:lumMod val="50000"/>
                </a:schemeClr>
              </a:solidFill>
              <a:latin typeface="+mn-ea"/>
              <a:cs typeface="Calibri"/>
            </a:endParaRPr>
          </a:p>
          <a:p>
            <a:pPr algn="just"/>
            <a:r>
              <a:rPr lang="zh-CN" altLang="en-US" sz="1400" dirty="0">
                <a:solidFill>
                  <a:schemeClr val="bg1">
                    <a:lumMod val="50000"/>
                  </a:schemeClr>
                </a:solidFill>
                <a:latin typeface="+mn-ea"/>
                <a:cs typeface="Calibri"/>
              </a:rPr>
              <a:t>此处添加详细文本描述，建议与标题相关并符合整体语言风格，语言描述尽量简洁生动。</a:t>
            </a:r>
            <a:endParaRPr lang="en-US" altLang="zh-CN" sz="1400" dirty="0">
              <a:solidFill>
                <a:schemeClr val="bg1">
                  <a:lumMod val="50000"/>
                </a:schemeClr>
              </a:solidFill>
              <a:latin typeface="+mn-ea"/>
              <a:cs typeface="Calibri"/>
            </a:endParaRPr>
          </a:p>
          <a:p>
            <a:pPr algn="just"/>
            <a:r>
              <a:rPr lang="zh-CN" altLang="en-US" sz="1400" dirty="0">
                <a:solidFill>
                  <a:schemeClr val="bg1">
                    <a:lumMod val="50000"/>
                  </a:schemeClr>
                </a:solidFill>
                <a:latin typeface="+mn-ea"/>
                <a:cs typeface="Calibri"/>
              </a:rPr>
              <a:t>此处添加详细文本描述，建议与标题相关并符合整体语言风格，语言描述尽量简洁生动。尽量将每页幻灯片的字数控制在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分钟之内。此处添加详细文本描述，建议与标题相关并符合整体语言风格，语言描述尽量简洁生动。</a:t>
            </a:r>
            <a:endParaRPr lang="en-US" altLang="zh-CN" sz="1400" dirty="0">
              <a:solidFill>
                <a:schemeClr val="bg1">
                  <a:lumMod val="50000"/>
                </a:schemeClr>
              </a:solidFill>
              <a:latin typeface="+mn-ea"/>
              <a:cs typeface="Calibri"/>
            </a:endParaRPr>
          </a:p>
          <a:p>
            <a:pPr algn="just"/>
            <a:endParaRPr lang="en-US" altLang="zh-CN" sz="1400" dirty="0">
              <a:solidFill>
                <a:schemeClr val="bg1">
                  <a:lumMod val="50000"/>
                </a:schemeClr>
              </a:solidFill>
              <a:latin typeface="+mn-ea"/>
              <a:cs typeface="Calibri"/>
            </a:endParaRPr>
          </a:p>
          <a:p>
            <a:pPr algn="just"/>
            <a:r>
              <a:rPr lang="zh-CN" altLang="en-US" sz="1400" dirty="0">
                <a:solidFill>
                  <a:schemeClr val="bg1">
                    <a:lumMod val="50000"/>
                  </a:schemeClr>
                </a:solidFill>
                <a:latin typeface="+mn-ea"/>
                <a:cs typeface="Calibri"/>
              </a:rPr>
              <a:t>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字以内，据统计每页幻灯片的最好控制在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分钟之内。此处添加详细文本描述，建议与标题尽量将每页幻灯片的字数控制在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字以内，据统计每页幻灯片的最好控制在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分钟之内。此处添加详细文本描述，建议与标题</a:t>
            </a:r>
          </a:p>
          <a:p>
            <a:pPr algn="just"/>
            <a:r>
              <a:rPr lang="zh-CN" altLang="en-US" sz="1400" dirty="0">
                <a:solidFill>
                  <a:schemeClr val="bg1">
                    <a:lumMod val="50000"/>
                  </a:schemeClr>
                </a:solidFill>
                <a:latin typeface="+mn-ea"/>
                <a:cs typeface="Calibri"/>
              </a:rPr>
              <a:t>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字以内，据统计每页幻灯片的最好控制在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a:t>
            </a:r>
          </a:p>
        </p:txBody>
      </p:sp>
    </p:spTree>
    <p:extLst>
      <p:ext uri="{BB962C8B-B14F-4D97-AF65-F5344CB8AC3E}">
        <p14:creationId xmlns:p14="http://schemas.microsoft.com/office/powerpoint/2010/main" val="1393585241"/>
      </p:ext>
    </p:extLst>
  </p:cSld>
  <p:clrMapOvr>
    <a:masterClrMapping/>
  </p:clrMapOvr>
  <p:transition spd="slow" advTm="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grpId="0"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1000"/>
                                        <p:tgtEl>
                                          <p:spTgt spid="31"/>
                                        </p:tgtEl>
                                      </p:cBhvr>
                                    </p:animEffect>
                                    <p:anim calcmode="lin" valueType="num">
                                      <p:cBhvr>
                                        <p:cTn id="14" dur="1000" fill="hold"/>
                                        <p:tgtEl>
                                          <p:spTgt spid="31"/>
                                        </p:tgtEl>
                                        <p:attrNameLst>
                                          <p:attrName>ppt_x</p:attrName>
                                        </p:attrNameLst>
                                      </p:cBhvr>
                                      <p:tavLst>
                                        <p:tav tm="0">
                                          <p:val>
                                            <p:strVal val="#ppt_x"/>
                                          </p:val>
                                        </p:tav>
                                        <p:tav tm="100000">
                                          <p:val>
                                            <p:strVal val="#ppt_x"/>
                                          </p:val>
                                        </p:tav>
                                      </p:tavLst>
                                    </p:anim>
                                    <p:anim calcmode="lin" valueType="num">
                                      <p:cBhvr>
                                        <p:cTn id="15" dur="1000" fill="hold"/>
                                        <p:tgtEl>
                                          <p:spTgt spid="31"/>
                                        </p:tgtEl>
                                        <p:attrNameLst>
                                          <p:attrName>ppt_y</p:attrName>
                                        </p:attrNameLst>
                                      </p:cBhvr>
                                      <p:tavLst>
                                        <p:tav tm="0">
                                          <p:val>
                                            <p:strVal val="#ppt_y+.1"/>
                                          </p:val>
                                        </p:tav>
                                        <p:tav tm="100000">
                                          <p:val>
                                            <p:strVal val="#ppt_y"/>
                                          </p:val>
                                        </p:tav>
                                      </p:tavLst>
                                    </p:anim>
                                  </p:childTnLst>
                                </p:cTn>
                              </p:par>
                            </p:childTnLst>
                          </p:cTn>
                        </p:par>
                        <p:par>
                          <p:cTn id="16" fill="hold">
                            <p:stCondLst>
                              <p:cond delay="1750"/>
                            </p:stCondLst>
                            <p:childTnLst>
                              <p:par>
                                <p:cTn id="17" presetID="42" presetClass="entr" presetSubtype="0"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1000"/>
                                        <p:tgtEl>
                                          <p:spTgt spid="22"/>
                                        </p:tgtEl>
                                      </p:cBhvr>
                                    </p:animEffect>
                                    <p:anim calcmode="lin" valueType="num">
                                      <p:cBhvr>
                                        <p:cTn id="20" dur="1000" fill="hold"/>
                                        <p:tgtEl>
                                          <p:spTgt spid="22"/>
                                        </p:tgtEl>
                                        <p:attrNameLst>
                                          <p:attrName>ppt_x</p:attrName>
                                        </p:attrNameLst>
                                      </p:cBhvr>
                                      <p:tavLst>
                                        <p:tav tm="0">
                                          <p:val>
                                            <p:strVal val="#ppt_x"/>
                                          </p:val>
                                        </p:tav>
                                        <p:tav tm="100000">
                                          <p:val>
                                            <p:strVal val="#ppt_x"/>
                                          </p:val>
                                        </p:tav>
                                      </p:tavLst>
                                    </p:anim>
                                    <p:anim calcmode="lin" valueType="num">
                                      <p:cBhvr>
                                        <p:cTn id="2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22" name="组合 21"/>
          <p:cNvGrpSpPr/>
          <p:nvPr/>
        </p:nvGrpSpPr>
        <p:grpSpPr>
          <a:xfrm flipH="1">
            <a:off x="590661" y="1679907"/>
            <a:ext cx="11089471" cy="4870450"/>
            <a:chOff x="609600" y="1123950"/>
            <a:chExt cx="7912893" cy="3475310"/>
          </a:xfrm>
        </p:grpSpPr>
        <p:sp>
          <p:nvSpPr>
            <p:cNvPr id="23" name="Freeform 5"/>
            <p:cNvSpPr>
              <a:spLocks noEditPoints="1"/>
            </p:cNvSpPr>
            <p:nvPr/>
          </p:nvSpPr>
          <p:spPr bwMode="auto">
            <a:xfrm>
              <a:off x="1930400" y="2871063"/>
              <a:ext cx="417513" cy="1263650"/>
            </a:xfrm>
            <a:custGeom>
              <a:avLst/>
              <a:gdLst>
                <a:gd name="T0" fmla="*/ 118 w 168"/>
                <a:gd name="T1" fmla="*/ 41 h 508"/>
                <a:gd name="T2" fmla="*/ 108 w 168"/>
                <a:gd name="T3" fmla="*/ 73 h 508"/>
                <a:gd name="T4" fmla="*/ 84 w 168"/>
                <a:gd name="T5" fmla="*/ 86 h 508"/>
                <a:gd name="T6" fmla="*/ 59 w 168"/>
                <a:gd name="T7" fmla="*/ 73 h 508"/>
                <a:gd name="T8" fmla="*/ 49 w 168"/>
                <a:gd name="T9" fmla="*/ 41 h 508"/>
                <a:gd name="T10" fmla="*/ 59 w 168"/>
                <a:gd name="T11" fmla="*/ 12 h 508"/>
                <a:gd name="T12" fmla="*/ 84 w 168"/>
                <a:gd name="T13" fmla="*/ 0 h 508"/>
                <a:gd name="T14" fmla="*/ 108 w 168"/>
                <a:gd name="T15" fmla="*/ 12 h 508"/>
                <a:gd name="T16" fmla="*/ 118 w 168"/>
                <a:gd name="T17" fmla="*/ 41 h 508"/>
                <a:gd name="T18" fmla="*/ 168 w 168"/>
                <a:gd name="T19" fmla="*/ 290 h 508"/>
                <a:gd name="T20" fmla="*/ 152 w 168"/>
                <a:gd name="T21" fmla="*/ 311 h 508"/>
                <a:gd name="T22" fmla="*/ 136 w 168"/>
                <a:gd name="T23" fmla="*/ 290 h 508"/>
                <a:gd name="T24" fmla="*/ 136 w 168"/>
                <a:gd name="T25" fmla="*/ 150 h 508"/>
                <a:gd name="T26" fmla="*/ 128 w 168"/>
                <a:gd name="T27" fmla="*/ 150 h 508"/>
                <a:gd name="T28" fmla="*/ 128 w 168"/>
                <a:gd name="T29" fmla="*/ 487 h 508"/>
                <a:gd name="T30" fmla="*/ 109 w 168"/>
                <a:gd name="T31" fmla="*/ 508 h 508"/>
                <a:gd name="T32" fmla="*/ 89 w 168"/>
                <a:gd name="T33" fmla="*/ 487 h 508"/>
                <a:gd name="T34" fmla="*/ 89 w 168"/>
                <a:gd name="T35" fmla="*/ 288 h 508"/>
                <a:gd name="T36" fmla="*/ 79 w 168"/>
                <a:gd name="T37" fmla="*/ 288 h 508"/>
                <a:gd name="T38" fmla="*/ 79 w 168"/>
                <a:gd name="T39" fmla="*/ 487 h 508"/>
                <a:gd name="T40" fmla="*/ 59 w 168"/>
                <a:gd name="T41" fmla="*/ 508 h 508"/>
                <a:gd name="T42" fmla="*/ 40 w 168"/>
                <a:gd name="T43" fmla="*/ 487 h 508"/>
                <a:gd name="T44" fmla="*/ 40 w 168"/>
                <a:gd name="T45" fmla="*/ 150 h 508"/>
                <a:gd name="T46" fmla="*/ 32 w 168"/>
                <a:gd name="T47" fmla="*/ 150 h 508"/>
                <a:gd name="T48" fmla="*/ 32 w 168"/>
                <a:gd name="T49" fmla="*/ 290 h 508"/>
                <a:gd name="T50" fmla="*/ 16 w 168"/>
                <a:gd name="T51" fmla="*/ 311 h 508"/>
                <a:gd name="T52" fmla="*/ 0 w 168"/>
                <a:gd name="T53" fmla="*/ 290 h 508"/>
                <a:gd name="T54" fmla="*/ 0 w 168"/>
                <a:gd name="T55" fmla="*/ 130 h 508"/>
                <a:gd name="T56" fmla="*/ 44 w 168"/>
                <a:gd name="T57" fmla="*/ 91 h 508"/>
                <a:gd name="T58" fmla="*/ 125 w 168"/>
                <a:gd name="T59" fmla="*/ 91 h 508"/>
                <a:gd name="T60" fmla="*/ 168 w 168"/>
                <a:gd name="T61" fmla="*/ 130 h 508"/>
                <a:gd name="T62" fmla="*/ 168 w 168"/>
                <a:gd name="T63" fmla="*/ 290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508">
                  <a:moveTo>
                    <a:pt x="118" y="41"/>
                  </a:moveTo>
                  <a:cubicBezTo>
                    <a:pt x="118" y="53"/>
                    <a:pt x="115" y="63"/>
                    <a:pt x="108" y="73"/>
                  </a:cubicBezTo>
                  <a:cubicBezTo>
                    <a:pt x="101" y="82"/>
                    <a:pt x="93" y="86"/>
                    <a:pt x="84" y="86"/>
                  </a:cubicBezTo>
                  <a:cubicBezTo>
                    <a:pt x="74" y="86"/>
                    <a:pt x="66" y="82"/>
                    <a:pt x="59" y="73"/>
                  </a:cubicBezTo>
                  <a:cubicBezTo>
                    <a:pt x="52" y="63"/>
                    <a:pt x="49" y="53"/>
                    <a:pt x="49" y="41"/>
                  </a:cubicBezTo>
                  <a:cubicBezTo>
                    <a:pt x="49" y="30"/>
                    <a:pt x="52" y="20"/>
                    <a:pt x="59" y="12"/>
                  </a:cubicBezTo>
                  <a:cubicBezTo>
                    <a:pt x="66" y="4"/>
                    <a:pt x="74" y="0"/>
                    <a:pt x="84" y="0"/>
                  </a:cubicBezTo>
                  <a:cubicBezTo>
                    <a:pt x="93" y="0"/>
                    <a:pt x="101" y="4"/>
                    <a:pt x="108" y="12"/>
                  </a:cubicBezTo>
                  <a:cubicBezTo>
                    <a:pt x="115" y="20"/>
                    <a:pt x="118" y="30"/>
                    <a:pt x="118" y="41"/>
                  </a:cubicBezTo>
                  <a:close/>
                  <a:moveTo>
                    <a:pt x="168" y="290"/>
                  </a:moveTo>
                  <a:cubicBezTo>
                    <a:pt x="168" y="304"/>
                    <a:pt x="163" y="311"/>
                    <a:pt x="152" y="311"/>
                  </a:cubicBezTo>
                  <a:cubicBezTo>
                    <a:pt x="141" y="311"/>
                    <a:pt x="136" y="304"/>
                    <a:pt x="136" y="290"/>
                  </a:cubicBezTo>
                  <a:cubicBezTo>
                    <a:pt x="136" y="150"/>
                    <a:pt x="136" y="150"/>
                    <a:pt x="136" y="150"/>
                  </a:cubicBezTo>
                  <a:cubicBezTo>
                    <a:pt x="128" y="150"/>
                    <a:pt x="128" y="150"/>
                    <a:pt x="128" y="150"/>
                  </a:cubicBezTo>
                  <a:cubicBezTo>
                    <a:pt x="128" y="487"/>
                    <a:pt x="128" y="487"/>
                    <a:pt x="128" y="487"/>
                  </a:cubicBezTo>
                  <a:cubicBezTo>
                    <a:pt x="128" y="501"/>
                    <a:pt x="122" y="508"/>
                    <a:pt x="109" y="508"/>
                  </a:cubicBezTo>
                  <a:cubicBezTo>
                    <a:pt x="96" y="508"/>
                    <a:pt x="89" y="501"/>
                    <a:pt x="89" y="487"/>
                  </a:cubicBezTo>
                  <a:cubicBezTo>
                    <a:pt x="89" y="288"/>
                    <a:pt x="89" y="288"/>
                    <a:pt x="89" y="288"/>
                  </a:cubicBezTo>
                  <a:cubicBezTo>
                    <a:pt x="79" y="288"/>
                    <a:pt x="79" y="288"/>
                    <a:pt x="79" y="288"/>
                  </a:cubicBezTo>
                  <a:cubicBezTo>
                    <a:pt x="79" y="487"/>
                    <a:pt x="79" y="487"/>
                    <a:pt x="79" y="487"/>
                  </a:cubicBezTo>
                  <a:cubicBezTo>
                    <a:pt x="79" y="501"/>
                    <a:pt x="72" y="508"/>
                    <a:pt x="59" y="508"/>
                  </a:cubicBezTo>
                  <a:cubicBezTo>
                    <a:pt x="46" y="508"/>
                    <a:pt x="40" y="501"/>
                    <a:pt x="40" y="487"/>
                  </a:cubicBezTo>
                  <a:cubicBezTo>
                    <a:pt x="40" y="150"/>
                    <a:pt x="40" y="150"/>
                    <a:pt x="40" y="150"/>
                  </a:cubicBezTo>
                  <a:cubicBezTo>
                    <a:pt x="32" y="150"/>
                    <a:pt x="32" y="150"/>
                    <a:pt x="32" y="150"/>
                  </a:cubicBezTo>
                  <a:cubicBezTo>
                    <a:pt x="32" y="290"/>
                    <a:pt x="32" y="290"/>
                    <a:pt x="32" y="290"/>
                  </a:cubicBezTo>
                  <a:cubicBezTo>
                    <a:pt x="32" y="304"/>
                    <a:pt x="27" y="311"/>
                    <a:pt x="16" y="311"/>
                  </a:cubicBezTo>
                  <a:cubicBezTo>
                    <a:pt x="5" y="311"/>
                    <a:pt x="0" y="304"/>
                    <a:pt x="0" y="290"/>
                  </a:cubicBezTo>
                  <a:cubicBezTo>
                    <a:pt x="0" y="130"/>
                    <a:pt x="0" y="130"/>
                    <a:pt x="0" y="130"/>
                  </a:cubicBezTo>
                  <a:cubicBezTo>
                    <a:pt x="0" y="104"/>
                    <a:pt x="15" y="91"/>
                    <a:pt x="44" y="91"/>
                  </a:cubicBezTo>
                  <a:cubicBezTo>
                    <a:pt x="125" y="91"/>
                    <a:pt x="125" y="91"/>
                    <a:pt x="125" y="91"/>
                  </a:cubicBezTo>
                  <a:cubicBezTo>
                    <a:pt x="153" y="91"/>
                    <a:pt x="168" y="104"/>
                    <a:pt x="168" y="130"/>
                  </a:cubicBezTo>
                  <a:lnTo>
                    <a:pt x="168" y="290"/>
                  </a:lnTo>
                  <a:close/>
                </a:path>
              </a:pathLst>
            </a:custGeom>
            <a:solidFill>
              <a:srgbClr val="051564"/>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24" name="Freeform 6"/>
            <p:cNvSpPr>
              <a:spLocks noEditPoints="1"/>
            </p:cNvSpPr>
            <p:nvPr/>
          </p:nvSpPr>
          <p:spPr bwMode="auto">
            <a:xfrm>
              <a:off x="2382838" y="2390051"/>
              <a:ext cx="317500" cy="963613"/>
            </a:xfrm>
            <a:custGeom>
              <a:avLst/>
              <a:gdLst>
                <a:gd name="T0" fmla="*/ 90 w 128"/>
                <a:gd name="T1" fmla="*/ 32 h 388"/>
                <a:gd name="T2" fmla="*/ 82 w 128"/>
                <a:gd name="T3" fmla="*/ 56 h 388"/>
                <a:gd name="T4" fmla="*/ 63 w 128"/>
                <a:gd name="T5" fmla="*/ 66 h 388"/>
                <a:gd name="T6" fmla="*/ 45 w 128"/>
                <a:gd name="T7" fmla="*/ 56 h 388"/>
                <a:gd name="T8" fmla="*/ 37 w 128"/>
                <a:gd name="T9" fmla="*/ 32 h 388"/>
                <a:gd name="T10" fmla="*/ 45 w 128"/>
                <a:gd name="T11" fmla="*/ 9 h 388"/>
                <a:gd name="T12" fmla="*/ 63 w 128"/>
                <a:gd name="T13" fmla="*/ 0 h 388"/>
                <a:gd name="T14" fmla="*/ 82 w 128"/>
                <a:gd name="T15" fmla="*/ 9 h 388"/>
                <a:gd name="T16" fmla="*/ 90 w 128"/>
                <a:gd name="T17" fmla="*/ 32 h 388"/>
                <a:gd name="T18" fmla="*/ 128 w 128"/>
                <a:gd name="T19" fmla="*/ 222 h 388"/>
                <a:gd name="T20" fmla="*/ 116 w 128"/>
                <a:gd name="T21" fmla="*/ 238 h 388"/>
                <a:gd name="T22" fmla="*/ 103 w 128"/>
                <a:gd name="T23" fmla="*/ 222 h 388"/>
                <a:gd name="T24" fmla="*/ 103 w 128"/>
                <a:gd name="T25" fmla="*/ 115 h 388"/>
                <a:gd name="T26" fmla="*/ 97 w 128"/>
                <a:gd name="T27" fmla="*/ 115 h 388"/>
                <a:gd name="T28" fmla="*/ 97 w 128"/>
                <a:gd name="T29" fmla="*/ 372 h 388"/>
                <a:gd name="T30" fmla="*/ 82 w 128"/>
                <a:gd name="T31" fmla="*/ 388 h 388"/>
                <a:gd name="T32" fmla="*/ 68 w 128"/>
                <a:gd name="T33" fmla="*/ 372 h 388"/>
                <a:gd name="T34" fmla="*/ 68 w 128"/>
                <a:gd name="T35" fmla="*/ 220 h 388"/>
                <a:gd name="T36" fmla="*/ 60 w 128"/>
                <a:gd name="T37" fmla="*/ 220 h 388"/>
                <a:gd name="T38" fmla="*/ 60 w 128"/>
                <a:gd name="T39" fmla="*/ 372 h 388"/>
                <a:gd name="T40" fmla="*/ 45 w 128"/>
                <a:gd name="T41" fmla="*/ 388 h 388"/>
                <a:gd name="T42" fmla="*/ 30 w 128"/>
                <a:gd name="T43" fmla="*/ 372 h 388"/>
                <a:gd name="T44" fmla="*/ 30 w 128"/>
                <a:gd name="T45" fmla="*/ 115 h 388"/>
                <a:gd name="T46" fmla="*/ 24 w 128"/>
                <a:gd name="T47" fmla="*/ 115 h 388"/>
                <a:gd name="T48" fmla="*/ 24 w 128"/>
                <a:gd name="T49" fmla="*/ 222 h 388"/>
                <a:gd name="T50" fmla="*/ 12 w 128"/>
                <a:gd name="T51" fmla="*/ 238 h 388"/>
                <a:gd name="T52" fmla="*/ 0 w 128"/>
                <a:gd name="T53" fmla="*/ 222 h 388"/>
                <a:gd name="T54" fmla="*/ 0 w 128"/>
                <a:gd name="T55" fmla="*/ 99 h 388"/>
                <a:gd name="T56" fmla="*/ 33 w 128"/>
                <a:gd name="T57" fmla="*/ 70 h 388"/>
                <a:gd name="T58" fmla="*/ 95 w 128"/>
                <a:gd name="T59" fmla="*/ 70 h 388"/>
                <a:gd name="T60" fmla="*/ 128 w 128"/>
                <a:gd name="T61" fmla="*/ 99 h 388"/>
                <a:gd name="T62" fmla="*/ 128 w 128"/>
                <a:gd name="T63" fmla="*/ 222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 h="388">
                  <a:moveTo>
                    <a:pt x="90" y="32"/>
                  </a:moveTo>
                  <a:cubicBezTo>
                    <a:pt x="90" y="41"/>
                    <a:pt x="87" y="49"/>
                    <a:pt x="82" y="56"/>
                  </a:cubicBezTo>
                  <a:cubicBezTo>
                    <a:pt x="77" y="63"/>
                    <a:pt x="71" y="66"/>
                    <a:pt x="63" y="66"/>
                  </a:cubicBezTo>
                  <a:cubicBezTo>
                    <a:pt x="56" y="66"/>
                    <a:pt x="50" y="63"/>
                    <a:pt x="45" y="56"/>
                  </a:cubicBezTo>
                  <a:cubicBezTo>
                    <a:pt x="40" y="49"/>
                    <a:pt x="37" y="41"/>
                    <a:pt x="37" y="32"/>
                  </a:cubicBezTo>
                  <a:cubicBezTo>
                    <a:pt x="37" y="23"/>
                    <a:pt x="40" y="16"/>
                    <a:pt x="45" y="9"/>
                  </a:cubicBezTo>
                  <a:cubicBezTo>
                    <a:pt x="50" y="3"/>
                    <a:pt x="56" y="0"/>
                    <a:pt x="63" y="0"/>
                  </a:cubicBezTo>
                  <a:cubicBezTo>
                    <a:pt x="71" y="0"/>
                    <a:pt x="77" y="3"/>
                    <a:pt x="82" y="9"/>
                  </a:cubicBezTo>
                  <a:cubicBezTo>
                    <a:pt x="87" y="16"/>
                    <a:pt x="90" y="23"/>
                    <a:pt x="90" y="32"/>
                  </a:cubicBezTo>
                  <a:close/>
                  <a:moveTo>
                    <a:pt x="128" y="222"/>
                  </a:moveTo>
                  <a:cubicBezTo>
                    <a:pt x="128" y="232"/>
                    <a:pt x="124" y="238"/>
                    <a:pt x="116" y="238"/>
                  </a:cubicBezTo>
                  <a:cubicBezTo>
                    <a:pt x="107" y="238"/>
                    <a:pt x="103" y="232"/>
                    <a:pt x="103" y="222"/>
                  </a:cubicBezTo>
                  <a:cubicBezTo>
                    <a:pt x="103" y="115"/>
                    <a:pt x="103" y="115"/>
                    <a:pt x="103" y="115"/>
                  </a:cubicBezTo>
                  <a:cubicBezTo>
                    <a:pt x="97" y="115"/>
                    <a:pt x="97" y="115"/>
                    <a:pt x="97" y="115"/>
                  </a:cubicBezTo>
                  <a:cubicBezTo>
                    <a:pt x="97" y="372"/>
                    <a:pt x="97" y="372"/>
                    <a:pt x="97" y="372"/>
                  </a:cubicBezTo>
                  <a:cubicBezTo>
                    <a:pt x="97" y="383"/>
                    <a:pt x="92" y="388"/>
                    <a:pt x="82" y="388"/>
                  </a:cubicBezTo>
                  <a:cubicBezTo>
                    <a:pt x="72" y="388"/>
                    <a:pt x="68" y="383"/>
                    <a:pt x="68" y="372"/>
                  </a:cubicBezTo>
                  <a:cubicBezTo>
                    <a:pt x="68" y="220"/>
                    <a:pt x="68" y="220"/>
                    <a:pt x="68" y="220"/>
                  </a:cubicBezTo>
                  <a:cubicBezTo>
                    <a:pt x="60" y="220"/>
                    <a:pt x="60" y="220"/>
                    <a:pt x="60" y="220"/>
                  </a:cubicBezTo>
                  <a:cubicBezTo>
                    <a:pt x="60" y="372"/>
                    <a:pt x="60" y="372"/>
                    <a:pt x="60" y="372"/>
                  </a:cubicBezTo>
                  <a:cubicBezTo>
                    <a:pt x="60" y="383"/>
                    <a:pt x="55" y="388"/>
                    <a:pt x="45" y="388"/>
                  </a:cubicBezTo>
                  <a:cubicBezTo>
                    <a:pt x="35" y="388"/>
                    <a:pt x="30" y="383"/>
                    <a:pt x="30" y="372"/>
                  </a:cubicBezTo>
                  <a:cubicBezTo>
                    <a:pt x="30" y="115"/>
                    <a:pt x="30" y="115"/>
                    <a:pt x="30" y="115"/>
                  </a:cubicBezTo>
                  <a:cubicBezTo>
                    <a:pt x="24" y="115"/>
                    <a:pt x="24" y="115"/>
                    <a:pt x="24" y="115"/>
                  </a:cubicBezTo>
                  <a:cubicBezTo>
                    <a:pt x="24" y="222"/>
                    <a:pt x="24" y="222"/>
                    <a:pt x="24" y="222"/>
                  </a:cubicBezTo>
                  <a:cubicBezTo>
                    <a:pt x="24" y="232"/>
                    <a:pt x="20" y="238"/>
                    <a:pt x="12" y="238"/>
                  </a:cubicBezTo>
                  <a:cubicBezTo>
                    <a:pt x="4" y="238"/>
                    <a:pt x="0" y="232"/>
                    <a:pt x="0" y="222"/>
                  </a:cubicBezTo>
                  <a:cubicBezTo>
                    <a:pt x="0" y="99"/>
                    <a:pt x="0" y="99"/>
                    <a:pt x="0" y="99"/>
                  </a:cubicBezTo>
                  <a:cubicBezTo>
                    <a:pt x="0" y="79"/>
                    <a:pt x="11" y="70"/>
                    <a:pt x="33" y="70"/>
                  </a:cubicBezTo>
                  <a:cubicBezTo>
                    <a:pt x="95" y="70"/>
                    <a:pt x="95" y="70"/>
                    <a:pt x="95" y="70"/>
                  </a:cubicBezTo>
                  <a:cubicBezTo>
                    <a:pt x="117" y="70"/>
                    <a:pt x="128" y="79"/>
                    <a:pt x="128" y="99"/>
                  </a:cubicBezTo>
                  <a:lnTo>
                    <a:pt x="128" y="222"/>
                  </a:lnTo>
                  <a:close/>
                </a:path>
              </a:pathLst>
            </a:custGeom>
            <a:solidFill>
              <a:srgbClr val="0824AA"/>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26" name="Freeform 7"/>
            <p:cNvSpPr>
              <a:spLocks noEditPoints="1"/>
            </p:cNvSpPr>
            <p:nvPr/>
          </p:nvSpPr>
          <p:spPr bwMode="auto">
            <a:xfrm>
              <a:off x="1560513" y="2390051"/>
              <a:ext cx="317500" cy="963613"/>
            </a:xfrm>
            <a:custGeom>
              <a:avLst/>
              <a:gdLst>
                <a:gd name="T0" fmla="*/ 90 w 128"/>
                <a:gd name="T1" fmla="*/ 32 h 388"/>
                <a:gd name="T2" fmla="*/ 82 w 128"/>
                <a:gd name="T3" fmla="*/ 56 h 388"/>
                <a:gd name="T4" fmla="*/ 64 w 128"/>
                <a:gd name="T5" fmla="*/ 66 h 388"/>
                <a:gd name="T6" fmla="*/ 45 w 128"/>
                <a:gd name="T7" fmla="*/ 56 h 388"/>
                <a:gd name="T8" fmla="*/ 37 w 128"/>
                <a:gd name="T9" fmla="*/ 32 h 388"/>
                <a:gd name="T10" fmla="*/ 45 w 128"/>
                <a:gd name="T11" fmla="*/ 9 h 388"/>
                <a:gd name="T12" fmla="*/ 64 w 128"/>
                <a:gd name="T13" fmla="*/ 0 h 388"/>
                <a:gd name="T14" fmla="*/ 82 w 128"/>
                <a:gd name="T15" fmla="*/ 9 h 388"/>
                <a:gd name="T16" fmla="*/ 90 w 128"/>
                <a:gd name="T17" fmla="*/ 32 h 388"/>
                <a:gd name="T18" fmla="*/ 128 w 128"/>
                <a:gd name="T19" fmla="*/ 222 h 388"/>
                <a:gd name="T20" fmla="*/ 116 w 128"/>
                <a:gd name="T21" fmla="*/ 238 h 388"/>
                <a:gd name="T22" fmla="*/ 104 w 128"/>
                <a:gd name="T23" fmla="*/ 222 h 388"/>
                <a:gd name="T24" fmla="*/ 104 w 128"/>
                <a:gd name="T25" fmla="*/ 115 h 388"/>
                <a:gd name="T26" fmla="*/ 98 w 128"/>
                <a:gd name="T27" fmla="*/ 115 h 388"/>
                <a:gd name="T28" fmla="*/ 98 w 128"/>
                <a:gd name="T29" fmla="*/ 372 h 388"/>
                <a:gd name="T30" fmla="*/ 83 w 128"/>
                <a:gd name="T31" fmla="*/ 388 h 388"/>
                <a:gd name="T32" fmla="*/ 68 w 128"/>
                <a:gd name="T33" fmla="*/ 372 h 388"/>
                <a:gd name="T34" fmla="*/ 68 w 128"/>
                <a:gd name="T35" fmla="*/ 220 h 388"/>
                <a:gd name="T36" fmla="*/ 60 w 128"/>
                <a:gd name="T37" fmla="*/ 220 h 388"/>
                <a:gd name="T38" fmla="*/ 60 w 128"/>
                <a:gd name="T39" fmla="*/ 372 h 388"/>
                <a:gd name="T40" fmla="*/ 45 w 128"/>
                <a:gd name="T41" fmla="*/ 388 h 388"/>
                <a:gd name="T42" fmla="*/ 30 w 128"/>
                <a:gd name="T43" fmla="*/ 372 h 388"/>
                <a:gd name="T44" fmla="*/ 30 w 128"/>
                <a:gd name="T45" fmla="*/ 115 h 388"/>
                <a:gd name="T46" fmla="*/ 24 w 128"/>
                <a:gd name="T47" fmla="*/ 115 h 388"/>
                <a:gd name="T48" fmla="*/ 24 w 128"/>
                <a:gd name="T49" fmla="*/ 222 h 388"/>
                <a:gd name="T50" fmla="*/ 12 w 128"/>
                <a:gd name="T51" fmla="*/ 238 h 388"/>
                <a:gd name="T52" fmla="*/ 0 w 128"/>
                <a:gd name="T53" fmla="*/ 222 h 388"/>
                <a:gd name="T54" fmla="*/ 0 w 128"/>
                <a:gd name="T55" fmla="*/ 99 h 388"/>
                <a:gd name="T56" fmla="*/ 33 w 128"/>
                <a:gd name="T57" fmla="*/ 70 h 388"/>
                <a:gd name="T58" fmla="*/ 95 w 128"/>
                <a:gd name="T59" fmla="*/ 70 h 388"/>
                <a:gd name="T60" fmla="*/ 128 w 128"/>
                <a:gd name="T61" fmla="*/ 99 h 388"/>
                <a:gd name="T62" fmla="*/ 128 w 128"/>
                <a:gd name="T63" fmla="*/ 222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 h="388">
                  <a:moveTo>
                    <a:pt x="90" y="32"/>
                  </a:moveTo>
                  <a:cubicBezTo>
                    <a:pt x="90" y="41"/>
                    <a:pt x="88" y="49"/>
                    <a:pt x="82" y="56"/>
                  </a:cubicBezTo>
                  <a:cubicBezTo>
                    <a:pt x="77" y="63"/>
                    <a:pt x="71" y="66"/>
                    <a:pt x="64" y="66"/>
                  </a:cubicBezTo>
                  <a:cubicBezTo>
                    <a:pt x="57" y="66"/>
                    <a:pt x="50" y="63"/>
                    <a:pt x="45" y="56"/>
                  </a:cubicBezTo>
                  <a:cubicBezTo>
                    <a:pt x="40" y="49"/>
                    <a:pt x="37" y="41"/>
                    <a:pt x="37" y="32"/>
                  </a:cubicBezTo>
                  <a:cubicBezTo>
                    <a:pt x="37" y="23"/>
                    <a:pt x="40" y="16"/>
                    <a:pt x="45" y="9"/>
                  </a:cubicBezTo>
                  <a:cubicBezTo>
                    <a:pt x="50" y="3"/>
                    <a:pt x="56" y="0"/>
                    <a:pt x="64" y="0"/>
                  </a:cubicBezTo>
                  <a:cubicBezTo>
                    <a:pt x="71" y="0"/>
                    <a:pt x="77" y="3"/>
                    <a:pt x="82" y="9"/>
                  </a:cubicBezTo>
                  <a:cubicBezTo>
                    <a:pt x="88" y="16"/>
                    <a:pt x="90" y="23"/>
                    <a:pt x="90" y="32"/>
                  </a:cubicBezTo>
                  <a:close/>
                  <a:moveTo>
                    <a:pt x="128" y="222"/>
                  </a:moveTo>
                  <a:cubicBezTo>
                    <a:pt x="128" y="232"/>
                    <a:pt x="124" y="238"/>
                    <a:pt x="116" y="238"/>
                  </a:cubicBezTo>
                  <a:cubicBezTo>
                    <a:pt x="108" y="238"/>
                    <a:pt x="104" y="232"/>
                    <a:pt x="104" y="222"/>
                  </a:cubicBezTo>
                  <a:cubicBezTo>
                    <a:pt x="104" y="115"/>
                    <a:pt x="104" y="115"/>
                    <a:pt x="104" y="115"/>
                  </a:cubicBezTo>
                  <a:cubicBezTo>
                    <a:pt x="98" y="115"/>
                    <a:pt x="98" y="115"/>
                    <a:pt x="98" y="115"/>
                  </a:cubicBezTo>
                  <a:cubicBezTo>
                    <a:pt x="98" y="372"/>
                    <a:pt x="98" y="372"/>
                    <a:pt x="98" y="372"/>
                  </a:cubicBezTo>
                  <a:cubicBezTo>
                    <a:pt x="98" y="383"/>
                    <a:pt x="93" y="388"/>
                    <a:pt x="83" y="388"/>
                  </a:cubicBezTo>
                  <a:cubicBezTo>
                    <a:pt x="73" y="388"/>
                    <a:pt x="68" y="383"/>
                    <a:pt x="68" y="372"/>
                  </a:cubicBezTo>
                  <a:cubicBezTo>
                    <a:pt x="68" y="220"/>
                    <a:pt x="68" y="220"/>
                    <a:pt x="68" y="220"/>
                  </a:cubicBezTo>
                  <a:cubicBezTo>
                    <a:pt x="60" y="220"/>
                    <a:pt x="60" y="220"/>
                    <a:pt x="60" y="220"/>
                  </a:cubicBezTo>
                  <a:cubicBezTo>
                    <a:pt x="60" y="372"/>
                    <a:pt x="60" y="372"/>
                    <a:pt x="60" y="372"/>
                  </a:cubicBezTo>
                  <a:cubicBezTo>
                    <a:pt x="60" y="383"/>
                    <a:pt x="55" y="388"/>
                    <a:pt x="45" y="388"/>
                  </a:cubicBezTo>
                  <a:cubicBezTo>
                    <a:pt x="35" y="388"/>
                    <a:pt x="30" y="383"/>
                    <a:pt x="30" y="372"/>
                  </a:cubicBezTo>
                  <a:cubicBezTo>
                    <a:pt x="30" y="115"/>
                    <a:pt x="30" y="115"/>
                    <a:pt x="30" y="115"/>
                  </a:cubicBezTo>
                  <a:cubicBezTo>
                    <a:pt x="24" y="115"/>
                    <a:pt x="24" y="115"/>
                    <a:pt x="24" y="115"/>
                  </a:cubicBezTo>
                  <a:cubicBezTo>
                    <a:pt x="24" y="222"/>
                    <a:pt x="24" y="222"/>
                    <a:pt x="24" y="222"/>
                  </a:cubicBezTo>
                  <a:cubicBezTo>
                    <a:pt x="24" y="232"/>
                    <a:pt x="20" y="238"/>
                    <a:pt x="12" y="238"/>
                  </a:cubicBezTo>
                  <a:cubicBezTo>
                    <a:pt x="4" y="238"/>
                    <a:pt x="0" y="232"/>
                    <a:pt x="0" y="222"/>
                  </a:cubicBezTo>
                  <a:cubicBezTo>
                    <a:pt x="0" y="99"/>
                    <a:pt x="0" y="99"/>
                    <a:pt x="0" y="99"/>
                  </a:cubicBezTo>
                  <a:cubicBezTo>
                    <a:pt x="0" y="79"/>
                    <a:pt x="11" y="70"/>
                    <a:pt x="33" y="70"/>
                  </a:cubicBezTo>
                  <a:cubicBezTo>
                    <a:pt x="95" y="70"/>
                    <a:pt x="95" y="70"/>
                    <a:pt x="95" y="70"/>
                  </a:cubicBezTo>
                  <a:cubicBezTo>
                    <a:pt x="117" y="70"/>
                    <a:pt x="128" y="79"/>
                    <a:pt x="128" y="99"/>
                  </a:cubicBezTo>
                  <a:lnTo>
                    <a:pt x="128" y="222"/>
                  </a:lnTo>
                  <a:close/>
                </a:path>
              </a:pathLst>
            </a:custGeom>
            <a:solidFill>
              <a:srgbClr val="0824AA"/>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27" name="Freeform 8"/>
            <p:cNvSpPr>
              <a:spLocks noEditPoints="1"/>
            </p:cNvSpPr>
            <p:nvPr/>
          </p:nvSpPr>
          <p:spPr bwMode="auto">
            <a:xfrm>
              <a:off x="2027238" y="2082076"/>
              <a:ext cx="242888" cy="738188"/>
            </a:xfrm>
            <a:custGeom>
              <a:avLst/>
              <a:gdLst>
                <a:gd name="T0" fmla="*/ 69 w 98"/>
                <a:gd name="T1" fmla="*/ 24 h 297"/>
                <a:gd name="T2" fmla="*/ 63 w 98"/>
                <a:gd name="T3" fmla="*/ 43 h 297"/>
                <a:gd name="T4" fmla="*/ 49 w 98"/>
                <a:gd name="T5" fmla="*/ 51 h 297"/>
                <a:gd name="T6" fmla="*/ 35 w 98"/>
                <a:gd name="T7" fmla="*/ 43 h 297"/>
                <a:gd name="T8" fmla="*/ 29 w 98"/>
                <a:gd name="T9" fmla="*/ 24 h 297"/>
                <a:gd name="T10" fmla="*/ 34 w 98"/>
                <a:gd name="T11" fmla="*/ 7 h 297"/>
                <a:gd name="T12" fmla="*/ 49 w 98"/>
                <a:gd name="T13" fmla="*/ 0 h 297"/>
                <a:gd name="T14" fmla="*/ 63 w 98"/>
                <a:gd name="T15" fmla="*/ 7 h 297"/>
                <a:gd name="T16" fmla="*/ 69 w 98"/>
                <a:gd name="T17" fmla="*/ 24 h 297"/>
                <a:gd name="T18" fmla="*/ 98 w 98"/>
                <a:gd name="T19" fmla="*/ 169 h 297"/>
                <a:gd name="T20" fmla="*/ 89 w 98"/>
                <a:gd name="T21" fmla="*/ 182 h 297"/>
                <a:gd name="T22" fmla="*/ 79 w 98"/>
                <a:gd name="T23" fmla="*/ 169 h 297"/>
                <a:gd name="T24" fmla="*/ 79 w 98"/>
                <a:gd name="T25" fmla="*/ 88 h 297"/>
                <a:gd name="T26" fmla="*/ 75 w 98"/>
                <a:gd name="T27" fmla="*/ 88 h 297"/>
                <a:gd name="T28" fmla="*/ 75 w 98"/>
                <a:gd name="T29" fmla="*/ 284 h 297"/>
                <a:gd name="T30" fmla="*/ 63 w 98"/>
                <a:gd name="T31" fmla="*/ 297 h 297"/>
                <a:gd name="T32" fmla="*/ 52 w 98"/>
                <a:gd name="T33" fmla="*/ 284 h 297"/>
                <a:gd name="T34" fmla="*/ 52 w 98"/>
                <a:gd name="T35" fmla="*/ 168 h 297"/>
                <a:gd name="T36" fmla="*/ 46 w 98"/>
                <a:gd name="T37" fmla="*/ 168 h 297"/>
                <a:gd name="T38" fmla="*/ 46 w 98"/>
                <a:gd name="T39" fmla="*/ 284 h 297"/>
                <a:gd name="T40" fmla="*/ 35 w 98"/>
                <a:gd name="T41" fmla="*/ 297 h 297"/>
                <a:gd name="T42" fmla="*/ 23 w 98"/>
                <a:gd name="T43" fmla="*/ 284 h 297"/>
                <a:gd name="T44" fmla="*/ 23 w 98"/>
                <a:gd name="T45" fmla="*/ 88 h 297"/>
                <a:gd name="T46" fmla="*/ 19 w 98"/>
                <a:gd name="T47" fmla="*/ 88 h 297"/>
                <a:gd name="T48" fmla="*/ 19 w 98"/>
                <a:gd name="T49" fmla="*/ 169 h 297"/>
                <a:gd name="T50" fmla="*/ 9 w 98"/>
                <a:gd name="T51" fmla="*/ 182 h 297"/>
                <a:gd name="T52" fmla="*/ 0 w 98"/>
                <a:gd name="T53" fmla="*/ 169 h 297"/>
                <a:gd name="T54" fmla="*/ 0 w 98"/>
                <a:gd name="T55" fmla="*/ 76 h 297"/>
                <a:gd name="T56" fmla="*/ 25 w 98"/>
                <a:gd name="T57" fmla="*/ 53 h 297"/>
                <a:gd name="T58" fmla="*/ 73 w 98"/>
                <a:gd name="T59" fmla="*/ 53 h 297"/>
                <a:gd name="T60" fmla="*/ 98 w 98"/>
                <a:gd name="T61" fmla="*/ 76 h 297"/>
                <a:gd name="T62" fmla="*/ 98 w 98"/>
                <a:gd name="T63" fmla="*/ 169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8" h="297">
                  <a:moveTo>
                    <a:pt x="69" y="24"/>
                  </a:moveTo>
                  <a:cubicBezTo>
                    <a:pt x="69" y="31"/>
                    <a:pt x="67" y="37"/>
                    <a:pt x="63" y="43"/>
                  </a:cubicBezTo>
                  <a:cubicBezTo>
                    <a:pt x="59" y="48"/>
                    <a:pt x="54" y="51"/>
                    <a:pt x="49" y="51"/>
                  </a:cubicBezTo>
                  <a:cubicBezTo>
                    <a:pt x="43" y="51"/>
                    <a:pt x="39" y="48"/>
                    <a:pt x="35" y="43"/>
                  </a:cubicBezTo>
                  <a:cubicBezTo>
                    <a:pt x="31" y="37"/>
                    <a:pt x="29" y="31"/>
                    <a:pt x="29" y="24"/>
                  </a:cubicBezTo>
                  <a:cubicBezTo>
                    <a:pt x="29" y="18"/>
                    <a:pt x="31" y="12"/>
                    <a:pt x="34" y="7"/>
                  </a:cubicBezTo>
                  <a:cubicBezTo>
                    <a:pt x="38" y="3"/>
                    <a:pt x="43" y="0"/>
                    <a:pt x="49" y="0"/>
                  </a:cubicBezTo>
                  <a:cubicBezTo>
                    <a:pt x="54" y="0"/>
                    <a:pt x="59" y="3"/>
                    <a:pt x="63" y="7"/>
                  </a:cubicBezTo>
                  <a:cubicBezTo>
                    <a:pt x="67" y="12"/>
                    <a:pt x="69" y="18"/>
                    <a:pt x="69" y="24"/>
                  </a:cubicBezTo>
                  <a:close/>
                  <a:moveTo>
                    <a:pt x="98" y="169"/>
                  </a:moveTo>
                  <a:cubicBezTo>
                    <a:pt x="98" y="178"/>
                    <a:pt x="95" y="182"/>
                    <a:pt x="89" y="182"/>
                  </a:cubicBezTo>
                  <a:cubicBezTo>
                    <a:pt x="82" y="182"/>
                    <a:pt x="79" y="178"/>
                    <a:pt x="79" y="169"/>
                  </a:cubicBezTo>
                  <a:cubicBezTo>
                    <a:pt x="79" y="88"/>
                    <a:pt x="79" y="88"/>
                    <a:pt x="79" y="88"/>
                  </a:cubicBezTo>
                  <a:cubicBezTo>
                    <a:pt x="75" y="88"/>
                    <a:pt x="75" y="88"/>
                    <a:pt x="75" y="88"/>
                  </a:cubicBezTo>
                  <a:cubicBezTo>
                    <a:pt x="75" y="284"/>
                    <a:pt x="75" y="284"/>
                    <a:pt x="75" y="284"/>
                  </a:cubicBezTo>
                  <a:cubicBezTo>
                    <a:pt x="75" y="292"/>
                    <a:pt x="71" y="297"/>
                    <a:pt x="63" y="297"/>
                  </a:cubicBezTo>
                  <a:cubicBezTo>
                    <a:pt x="56" y="297"/>
                    <a:pt x="52" y="292"/>
                    <a:pt x="52" y="284"/>
                  </a:cubicBezTo>
                  <a:cubicBezTo>
                    <a:pt x="52" y="168"/>
                    <a:pt x="52" y="168"/>
                    <a:pt x="52" y="168"/>
                  </a:cubicBezTo>
                  <a:cubicBezTo>
                    <a:pt x="46" y="168"/>
                    <a:pt x="46" y="168"/>
                    <a:pt x="46" y="168"/>
                  </a:cubicBezTo>
                  <a:cubicBezTo>
                    <a:pt x="46" y="284"/>
                    <a:pt x="46" y="284"/>
                    <a:pt x="46" y="284"/>
                  </a:cubicBezTo>
                  <a:cubicBezTo>
                    <a:pt x="46" y="292"/>
                    <a:pt x="42" y="297"/>
                    <a:pt x="35" y="297"/>
                  </a:cubicBezTo>
                  <a:cubicBezTo>
                    <a:pt x="27" y="297"/>
                    <a:pt x="23" y="292"/>
                    <a:pt x="23" y="284"/>
                  </a:cubicBezTo>
                  <a:cubicBezTo>
                    <a:pt x="23" y="88"/>
                    <a:pt x="23" y="88"/>
                    <a:pt x="23" y="88"/>
                  </a:cubicBezTo>
                  <a:cubicBezTo>
                    <a:pt x="19" y="88"/>
                    <a:pt x="19" y="88"/>
                    <a:pt x="19" y="88"/>
                  </a:cubicBezTo>
                  <a:cubicBezTo>
                    <a:pt x="19" y="169"/>
                    <a:pt x="19" y="169"/>
                    <a:pt x="19" y="169"/>
                  </a:cubicBezTo>
                  <a:cubicBezTo>
                    <a:pt x="19" y="178"/>
                    <a:pt x="16" y="182"/>
                    <a:pt x="9" y="182"/>
                  </a:cubicBezTo>
                  <a:cubicBezTo>
                    <a:pt x="3" y="182"/>
                    <a:pt x="0" y="178"/>
                    <a:pt x="0" y="169"/>
                  </a:cubicBezTo>
                  <a:cubicBezTo>
                    <a:pt x="0" y="76"/>
                    <a:pt x="0" y="76"/>
                    <a:pt x="0" y="76"/>
                  </a:cubicBezTo>
                  <a:cubicBezTo>
                    <a:pt x="0" y="61"/>
                    <a:pt x="9" y="53"/>
                    <a:pt x="25" y="53"/>
                  </a:cubicBezTo>
                  <a:cubicBezTo>
                    <a:pt x="73" y="53"/>
                    <a:pt x="73" y="53"/>
                    <a:pt x="73" y="53"/>
                  </a:cubicBezTo>
                  <a:cubicBezTo>
                    <a:pt x="90" y="53"/>
                    <a:pt x="98" y="61"/>
                    <a:pt x="98" y="76"/>
                  </a:cubicBezTo>
                  <a:lnTo>
                    <a:pt x="98" y="169"/>
                  </a:lnTo>
                  <a:close/>
                </a:path>
              </a:pathLst>
            </a:custGeom>
            <a:solidFill>
              <a:srgbClr val="051564"/>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28" name="Freeform 9"/>
            <p:cNvSpPr>
              <a:spLocks noEditPoints="1"/>
            </p:cNvSpPr>
            <p:nvPr/>
          </p:nvSpPr>
          <p:spPr bwMode="auto">
            <a:xfrm>
              <a:off x="2752725" y="2082076"/>
              <a:ext cx="242888" cy="738188"/>
            </a:xfrm>
            <a:custGeom>
              <a:avLst/>
              <a:gdLst>
                <a:gd name="T0" fmla="*/ 69 w 98"/>
                <a:gd name="T1" fmla="*/ 24 h 297"/>
                <a:gd name="T2" fmla="*/ 63 w 98"/>
                <a:gd name="T3" fmla="*/ 43 h 297"/>
                <a:gd name="T4" fmla="*/ 49 w 98"/>
                <a:gd name="T5" fmla="*/ 51 h 297"/>
                <a:gd name="T6" fmla="*/ 35 w 98"/>
                <a:gd name="T7" fmla="*/ 43 h 297"/>
                <a:gd name="T8" fmla="*/ 29 w 98"/>
                <a:gd name="T9" fmla="*/ 24 h 297"/>
                <a:gd name="T10" fmla="*/ 35 w 98"/>
                <a:gd name="T11" fmla="*/ 7 h 297"/>
                <a:gd name="T12" fmla="*/ 49 w 98"/>
                <a:gd name="T13" fmla="*/ 0 h 297"/>
                <a:gd name="T14" fmla="*/ 63 w 98"/>
                <a:gd name="T15" fmla="*/ 7 h 297"/>
                <a:gd name="T16" fmla="*/ 69 w 98"/>
                <a:gd name="T17" fmla="*/ 24 h 297"/>
                <a:gd name="T18" fmla="*/ 98 w 98"/>
                <a:gd name="T19" fmla="*/ 169 h 297"/>
                <a:gd name="T20" fmla="*/ 89 w 98"/>
                <a:gd name="T21" fmla="*/ 182 h 297"/>
                <a:gd name="T22" fmla="*/ 80 w 98"/>
                <a:gd name="T23" fmla="*/ 169 h 297"/>
                <a:gd name="T24" fmla="*/ 80 w 98"/>
                <a:gd name="T25" fmla="*/ 88 h 297"/>
                <a:gd name="T26" fmla="*/ 75 w 98"/>
                <a:gd name="T27" fmla="*/ 88 h 297"/>
                <a:gd name="T28" fmla="*/ 75 w 98"/>
                <a:gd name="T29" fmla="*/ 284 h 297"/>
                <a:gd name="T30" fmla="*/ 64 w 98"/>
                <a:gd name="T31" fmla="*/ 297 h 297"/>
                <a:gd name="T32" fmla="*/ 52 w 98"/>
                <a:gd name="T33" fmla="*/ 284 h 297"/>
                <a:gd name="T34" fmla="*/ 52 w 98"/>
                <a:gd name="T35" fmla="*/ 168 h 297"/>
                <a:gd name="T36" fmla="*/ 46 w 98"/>
                <a:gd name="T37" fmla="*/ 168 h 297"/>
                <a:gd name="T38" fmla="*/ 46 w 98"/>
                <a:gd name="T39" fmla="*/ 284 h 297"/>
                <a:gd name="T40" fmla="*/ 35 w 98"/>
                <a:gd name="T41" fmla="*/ 297 h 297"/>
                <a:gd name="T42" fmla="*/ 24 w 98"/>
                <a:gd name="T43" fmla="*/ 284 h 297"/>
                <a:gd name="T44" fmla="*/ 24 w 98"/>
                <a:gd name="T45" fmla="*/ 88 h 297"/>
                <a:gd name="T46" fmla="*/ 19 w 98"/>
                <a:gd name="T47" fmla="*/ 88 h 297"/>
                <a:gd name="T48" fmla="*/ 19 w 98"/>
                <a:gd name="T49" fmla="*/ 169 h 297"/>
                <a:gd name="T50" fmla="*/ 10 w 98"/>
                <a:gd name="T51" fmla="*/ 182 h 297"/>
                <a:gd name="T52" fmla="*/ 0 w 98"/>
                <a:gd name="T53" fmla="*/ 169 h 297"/>
                <a:gd name="T54" fmla="*/ 0 w 98"/>
                <a:gd name="T55" fmla="*/ 76 h 297"/>
                <a:gd name="T56" fmla="*/ 26 w 98"/>
                <a:gd name="T57" fmla="*/ 53 h 297"/>
                <a:gd name="T58" fmla="*/ 73 w 98"/>
                <a:gd name="T59" fmla="*/ 53 h 297"/>
                <a:gd name="T60" fmla="*/ 98 w 98"/>
                <a:gd name="T61" fmla="*/ 76 h 297"/>
                <a:gd name="T62" fmla="*/ 98 w 98"/>
                <a:gd name="T63" fmla="*/ 169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8" h="297">
                  <a:moveTo>
                    <a:pt x="69" y="24"/>
                  </a:moveTo>
                  <a:cubicBezTo>
                    <a:pt x="69" y="31"/>
                    <a:pt x="67" y="37"/>
                    <a:pt x="63" y="43"/>
                  </a:cubicBezTo>
                  <a:cubicBezTo>
                    <a:pt x="59" y="48"/>
                    <a:pt x="55" y="51"/>
                    <a:pt x="49" y="51"/>
                  </a:cubicBezTo>
                  <a:cubicBezTo>
                    <a:pt x="44" y="51"/>
                    <a:pt x="39" y="48"/>
                    <a:pt x="35" y="43"/>
                  </a:cubicBezTo>
                  <a:cubicBezTo>
                    <a:pt x="31" y="37"/>
                    <a:pt x="29" y="31"/>
                    <a:pt x="29" y="24"/>
                  </a:cubicBezTo>
                  <a:cubicBezTo>
                    <a:pt x="29" y="18"/>
                    <a:pt x="31" y="12"/>
                    <a:pt x="35" y="7"/>
                  </a:cubicBezTo>
                  <a:cubicBezTo>
                    <a:pt x="39" y="3"/>
                    <a:pt x="44" y="0"/>
                    <a:pt x="49" y="0"/>
                  </a:cubicBezTo>
                  <a:cubicBezTo>
                    <a:pt x="55" y="0"/>
                    <a:pt x="59" y="3"/>
                    <a:pt x="63" y="7"/>
                  </a:cubicBezTo>
                  <a:cubicBezTo>
                    <a:pt x="67" y="12"/>
                    <a:pt x="69" y="18"/>
                    <a:pt x="69" y="24"/>
                  </a:cubicBezTo>
                  <a:close/>
                  <a:moveTo>
                    <a:pt x="98" y="169"/>
                  </a:moveTo>
                  <a:cubicBezTo>
                    <a:pt x="98" y="178"/>
                    <a:pt x="95" y="182"/>
                    <a:pt x="89" y="182"/>
                  </a:cubicBezTo>
                  <a:cubicBezTo>
                    <a:pt x="83" y="182"/>
                    <a:pt x="80" y="178"/>
                    <a:pt x="80" y="169"/>
                  </a:cubicBezTo>
                  <a:cubicBezTo>
                    <a:pt x="80" y="88"/>
                    <a:pt x="80" y="88"/>
                    <a:pt x="80" y="88"/>
                  </a:cubicBezTo>
                  <a:cubicBezTo>
                    <a:pt x="75" y="88"/>
                    <a:pt x="75" y="88"/>
                    <a:pt x="75" y="88"/>
                  </a:cubicBezTo>
                  <a:cubicBezTo>
                    <a:pt x="75" y="284"/>
                    <a:pt x="75" y="284"/>
                    <a:pt x="75" y="284"/>
                  </a:cubicBezTo>
                  <a:cubicBezTo>
                    <a:pt x="75" y="292"/>
                    <a:pt x="71" y="297"/>
                    <a:pt x="64" y="297"/>
                  </a:cubicBezTo>
                  <a:cubicBezTo>
                    <a:pt x="56" y="297"/>
                    <a:pt x="52" y="292"/>
                    <a:pt x="52" y="284"/>
                  </a:cubicBezTo>
                  <a:cubicBezTo>
                    <a:pt x="52" y="168"/>
                    <a:pt x="52" y="168"/>
                    <a:pt x="52" y="168"/>
                  </a:cubicBezTo>
                  <a:cubicBezTo>
                    <a:pt x="46" y="168"/>
                    <a:pt x="46" y="168"/>
                    <a:pt x="46" y="168"/>
                  </a:cubicBezTo>
                  <a:cubicBezTo>
                    <a:pt x="46" y="284"/>
                    <a:pt x="46" y="284"/>
                    <a:pt x="46" y="284"/>
                  </a:cubicBezTo>
                  <a:cubicBezTo>
                    <a:pt x="46" y="292"/>
                    <a:pt x="43" y="297"/>
                    <a:pt x="35" y="297"/>
                  </a:cubicBezTo>
                  <a:cubicBezTo>
                    <a:pt x="27" y="297"/>
                    <a:pt x="24" y="292"/>
                    <a:pt x="24" y="284"/>
                  </a:cubicBezTo>
                  <a:cubicBezTo>
                    <a:pt x="24" y="88"/>
                    <a:pt x="24" y="88"/>
                    <a:pt x="24" y="88"/>
                  </a:cubicBezTo>
                  <a:cubicBezTo>
                    <a:pt x="19" y="88"/>
                    <a:pt x="19" y="88"/>
                    <a:pt x="19" y="88"/>
                  </a:cubicBezTo>
                  <a:cubicBezTo>
                    <a:pt x="19" y="169"/>
                    <a:pt x="19" y="169"/>
                    <a:pt x="19" y="169"/>
                  </a:cubicBezTo>
                  <a:cubicBezTo>
                    <a:pt x="19" y="178"/>
                    <a:pt x="16" y="182"/>
                    <a:pt x="10" y="182"/>
                  </a:cubicBezTo>
                  <a:cubicBezTo>
                    <a:pt x="3" y="182"/>
                    <a:pt x="0" y="178"/>
                    <a:pt x="0" y="169"/>
                  </a:cubicBezTo>
                  <a:cubicBezTo>
                    <a:pt x="0" y="76"/>
                    <a:pt x="0" y="76"/>
                    <a:pt x="0" y="76"/>
                  </a:cubicBezTo>
                  <a:cubicBezTo>
                    <a:pt x="0" y="61"/>
                    <a:pt x="9" y="53"/>
                    <a:pt x="26" y="53"/>
                  </a:cubicBezTo>
                  <a:cubicBezTo>
                    <a:pt x="73" y="53"/>
                    <a:pt x="73" y="53"/>
                    <a:pt x="73" y="53"/>
                  </a:cubicBezTo>
                  <a:cubicBezTo>
                    <a:pt x="90" y="53"/>
                    <a:pt x="98" y="61"/>
                    <a:pt x="98" y="76"/>
                  </a:cubicBezTo>
                  <a:lnTo>
                    <a:pt x="98" y="169"/>
                  </a:lnTo>
                  <a:close/>
                </a:path>
              </a:pathLst>
            </a:custGeom>
            <a:solidFill>
              <a:srgbClr val="0824AA"/>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29" name="Freeform 10"/>
            <p:cNvSpPr>
              <a:spLocks noEditPoints="1"/>
            </p:cNvSpPr>
            <p:nvPr/>
          </p:nvSpPr>
          <p:spPr bwMode="auto">
            <a:xfrm>
              <a:off x="1312863" y="2082076"/>
              <a:ext cx="242888" cy="738188"/>
            </a:xfrm>
            <a:custGeom>
              <a:avLst/>
              <a:gdLst>
                <a:gd name="T0" fmla="*/ 69 w 98"/>
                <a:gd name="T1" fmla="*/ 24 h 297"/>
                <a:gd name="T2" fmla="*/ 63 w 98"/>
                <a:gd name="T3" fmla="*/ 43 h 297"/>
                <a:gd name="T4" fmla="*/ 48 w 98"/>
                <a:gd name="T5" fmla="*/ 51 h 297"/>
                <a:gd name="T6" fmla="*/ 34 w 98"/>
                <a:gd name="T7" fmla="*/ 43 h 297"/>
                <a:gd name="T8" fmla="*/ 28 w 98"/>
                <a:gd name="T9" fmla="*/ 24 h 297"/>
                <a:gd name="T10" fmla="*/ 34 w 98"/>
                <a:gd name="T11" fmla="*/ 7 h 297"/>
                <a:gd name="T12" fmla="*/ 48 w 98"/>
                <a:gd name="T13" fmla="*/ 0 h 297"/>
                <a:gd name="T14" fmla="*/ 63 w 98"/>
                <a:gd name="T15" fmla="*/ 7 h 297"/>
                <a:gd name="T16" fmla="*/ 69 w 98"/>
                <a:gd name="T17" fmla="*/ 24 h 297"/>
                <a:gd name="T18" fmla="*/ 98 w 98"/>
                <a:gd name="T19" fmla="*/ 169 h 297"/>
                <a:gd name="T20" fmla="*/ 88 w 98"/>
                <a:gd name="T21" fmla="*/ 182 h 297"/>
                <a:gd name="T22" fmla="*/ 79 w 98"/>
                <a:gd name="T23" fmla="*/ 169 h 297"/>
                <a:gd name="T24" fmla="*/ 79 w 98"/>
                <a:gd name="T25" fmla="*/ 88 h 297"/>
                <a:gd name="T26" fmla="*/ 74 w 98"/>
                <a:gd name="T27" fmla="*/ 88 h 297"/>
                <a:gd name="T28" fmla="*/ 74 w 98"/>
                <a:gd name="T29" fmla="*/ 284 h 297"/>
                <a:gd name="T30" fmla="*/ 63 w 98"/>
                <a:gd name="T31" fmla="*/ 297 h 297"/>
                <a:gd name="T32" fmla="*/ 52 w 98"/>
                <a:gd name="T33" fmla="*/ 284 h 297"/>
                <a:gd name="T34" fmla="*/ 52 w 98"/>
                <a:gd name="T35" fmla="*/ 168 h 297"/>
                <a:gd name="T36" fmla="*/ 46 w 98"/>
                <a:gd name="T37" fmla="*/ 168 h 297"/>
                <a:gd name="T38" fmla="*/ 46 w 98"/>
                <a:gd name="T39" fmla="*/ 284 h 297"/>
                <a:gd name="T40" fmla="*/ 34 w 98"/>
                <a:gd name="T41" fmla="*/ 297 h 297"/>
                <a:gd name="T42" fmla="*/ 23 w 98"/>
                <a:gd name="T43" fmla="*/ 284 h 297"/>
                <a:gd name="T44" fmla="*/ 23 w 98"/>
                <a:gd name="T45" fmla="*/ 88 h 297"/>
                <a:gd name="T46" fmla="*/ 18 w 98"/>
                <a:gd name="T47" fmla="*/ 88 h 297"/>
                <a:gd name="T48" fmla="*/ 18 w 98"/>
                <a:gd name="T49" fmla="*/ 169 h 297"/>
                <a:gd name="T50" fmla="*/ 9 w 98"/>
                <a:gd name="T51" fmla="*/ 182 h 297"/>
                <a:gd name="T52" fmla="*/ 0 w 98"/>
                <a:gd name="T53" fmla="*/ 169 h 297"/>
                <a:gd name="T54" fmla="*/ 0 w 98"/>
                <a:gd name="T55" fmla="*/ 76 h 297"/>
                <a:gd name="T56" fmla="*/ 25 w 98"/>
                <a:gd name="T57" fmla="*/ 53 h 297"/>
                <a:gd name="T58" fmla="*/ 72 w 98"/>
                <a:gd name="T59" fmla="*/ 53 h 297"/>
                <a:gd name="T60" fmla="*/ 98 w 98"/>
                <a:gd name="T61" fmla="*/ 76 h 297"/>
                <a:gd name="T62" fmla="*/ 98 w 98"/>
                <a:gd name="T63" fmla="*/ 169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8" h="297">
                  <a:moveTo>
                    <a:pt x="69" y="24"/>
                  </a:moveTo>
                  <a:cubicBezTo>
                    <a:pt x="69" y="31"/>
                    <a:pt x="67" y="37"/>
                    <a:pt x="63" y="43"/>
                  </a:cubicBezTo>
                  <a:cubicBezTo>
                    <a:pt x="59" y="48"/>
                    <a:pt x="54" y="51"/>
                    <a:pt x="48" y="51"/>
                  </a:cubicBezTo>
                  <a:cubicBezTo>
                    <a:pt x="43" y="51"/>
                    <a:pt x="38" y="48"/>
                    <a:pt x="34" y="43"/>
                  </a:cubicBezTo>
                  <a:cubicBezTo>
                    <a:pt x="30" y="37"/>
                    <a:pt x="28" y="31"/>
                    <a:pt x="28" y="24"/>
                  </a:cubicBezTo>
                  <a:cubicBezTo>
                    <a:pt x="28" y="18"/>
                    <a:pt x="30" y="12"/>
                    <a:pt x="34" y="7"/>
                  </a:cubicBezTo>
                  <a:cubicBezTo>
                    <a:pt x="38" y="3"/>
                    <a:pt x="43" y="0"/>
                    <a:pt x="48" y="0"/>
                  </a:cubicBezTo>
                  <a:cubicBezTo>
                    <a:pt x="54" y="0"/>
                    <a:pt x="59" y="3"/>
                    <a:pt x="63" y="7"/>
                  </a:cubicBezTo>
                  <a:cubicBezTo>
                    <a:pt x="67" y="12"/>
                    <a:pt x="69" y="18"/>
                    <a:pt x="69" y="24"/>
                  </a:cubicBezTo>
                  <a:close/>
                  <a:moveTo>
                    <a:pt x="98" y="169"/>
                  </a:moveTo>
                  <a:cubicBezTo>
                    <a:pt x="98" y="178"/>
                    <a:pt x="95" y="182"/>
                    <a:pt x="88" y="182"/>
                  </a:cubicBezTo>
                  <a:cubicBezTo>
                    <a:pt x="82" y="182"/>
                    <a:pt x="79" y="178"/>
                    <a:pt x="79" y="169"/>
                  </a:cubicBezTo>
                  <a:cubicBezTo>
                    <a:pt x="79" y="88"/>
                    <a:pt x="79" y="88"/>
                    <a:pt x="79" y="88"/>
                  </a:cubicBezTo>
                  <a:cubicBezTo>
                    <a:pt x="74" y="88"/>
                    <a:pt x="74" y="88"/>
                    <a:pt x="74" y="88"/>
                  </a:cubicBezTo>
                  <a:cubicBezTo>
                    <a:pt x="74" y="284"/>
                    <a:pt x="74" y="284"/>
                    <a:pt x="74" y="284"/>
                  </a:cubicBezTo>
                  <a:cubicBezTo>
                    <a:pt x="74" y="292"/>
                    <a:pt x="71" y="297"/>
                    <a:pt x="63" y="297"/>
                  </a:cubicBezTo>
                  <a:cubicBezTo>
                    <a:pt x="55" y="297"/>
                    <a:pt x="52" y="292"/>
                    <a:pt x="52" y="284"/>
                  </a:cubicBezTo>
                  <a:cubicBezTo>
                    <a:pt x="52" y="168"/>
                    <a:pt x="52" y="168"/>
                    <a:pt x="52" y="168"/>
                  </a:cubicBezTo>
                  <a:cubicBezTo>
                    <a:pt x="46" y="168"/>
                    <a:pt x="46" y="168"/>
                    <a:pt x="46" y="168"/>
                  </a:cubicBezTo>
                  <a:cubicBezTo>
                    <a:pt x="46" y="284"/>
                    <a:pt x="46" y="284"/>
                    <a:pt x="46" y="284"/>
                  </a:cubicBezTo>
                  <a:cubicBezTo>
                    <a:pt x="46" y="292"/>
                    <a:pt x="42" y="297"/>
                    <a:pt x="34" y="297"/>
                  </a:cubicBezTo>
                  <a:cubicBezTo>
                    <a:pt x="27" y="297"/>
                    <a:pt x="23" y="292"/>
                    <a:pt x="23" y="284"/>
                  </a:cubicBezTo>
                  <a:cubicBezTo>
                    <a:pt x="23" y="88"/>
                    <a:pt x="23" y="88"/>
                    <a:pt x="23" y="88"/>
                  </a:cubicBezTo>
                  <a:cubicBezTo>
                    <a:pt x="18" y="88"/>
                    <a:pt x="18" y="88"/>
                    <a:pt x="18" y="88"/>
                  </a:cubicBezTo>
                  <a:cubicBezTo>
                    <a:pt x="18" y="169"/>
                    <a:pt x="18" y="169"/>
                    <a:pt x="18" y="169"/>
                  </a:cubicBezTo>
                  <a:cubicBezTo>
                    <a:pt x="18" y="178"/>
                    <a:pt x="15" y="182"/>
                    <a:pt x="9" y="182"/>
                  </a:cubicBezTo>
                  <a:cubicBezTo>
                    <a:pt x="3" y="182"/>
                    <a:pt x="0" y="178"/>
                    <a:pt x="0" y="169"/>
                  </a:cubicBezTo>
                  <a:cubicBezTo>
                    <a:pt x="0" y="76"/>
                    <a:pt x="0" y="76"/>
                    <a:pt x="0" y="76"/>
                  </a:cubicBezTo>
                  <a:cubicBezTo>
                    <a:pt x="0" y="61"/>
                    <a:pt x="8" y="53"/>
                    <a:pt x="25" y="53"/>
                  </a:cubicBezTo>
                  <a:cubicBezTo>
                    <a:pt x="72" y="53"/>
                    <a:pt x="72" y="53"/>
                    <a:pt x="72" y="53"/>
                  </a:cubicBezTo>
                  <a:cubicBezTo>
                    <a:pt x="89" y="53"/>
                    <a:pt x="98" y="61"/>
                    <a:pt x="98" y="76"/>
                  </a:cubicBezTo>
                  <a:lnTo>
                    <a:pt x="98" y="169"/>
                  </a:lnTo>
                  <a:close/>
                </a:path>
              </a:pathLst>
            </a:custGeom>
            <a:solidFill>
              <a:srgbClr val="051564"/>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30" name="Freeform 11"/>
            <p:cNvSpPr>
              <a:spLocks noEditPoints="1"/>
            </p:cNvSpPr>
            <p:nvPr/>
          </p:nvSpPr>
          <p:spPr bwMode="auto">
            <a:xfrm>
              <a:off x="1781175" y="1761401"/>
              <a:ext cx="203200" cy="617538"/>
            </a:xfrm>
            <a:custGeom>
              <a:avLst/>
              <a:gdLst>
                <a:gd name="T0" fmla="*/ 57 w 82"/>
                <a:gd name="T1" fmla="*/ 20 h 249"/>
                <a:gd name="T2" fmla="*/ 52 w 82"/>
                <a:gd name="T3" fmla="*/ 36 h 249"/>
                <a:gd name="T4" fmla="*/ 40 w 82"/>
                <a:gd name="T5" fmla="*/ 42 h 249"/>
                <a:gd name="T6" fmla="*/ 29 w 82"/>
                <a:gd name="T7" fmla="*/ 36 h 249"/>
                <a:gd name="T8" fmla="*/ 24 w 82"/>
                <a:gd name="T9" fmla="*/ 20 h 249"/>
                <a:gd name="T10" fmla="*/ 28 w 82"/>
                <a:gd name="T11" fmla="*/ 6 h 249"/>
                <a:gd name="T12" fmla="*/ 40 w 82"/>
                <a:gd name="T13" fmla="*/ 0 h 249"/>
                <a:gd name="T14" fmla="*/ 52 w 82"/>
                <a:gd name="T15" fmla="*/ 6 h 249"/>
                <a:gd name="T16" fmla="*/ 57 w 82"/>
                <a:gd name="T17" fmla="*/ 20 h 249"/>
                <a:gd name="T18" fmla="*/ 82 w 82"/>
                <a:gd name="T19" fmla="*/ 142 h 249"/>
                <a:gd name="T20" fmla="*/ 74 w 82"/>
                <a:gd name="T21" fmla="*/ 152 h 249"/>
                <a:gd name="T22" fmla="*/ 66 w 82"/>
                <a:gd name="T23" fmla="*/ 142 h 249"/>
                <a:gd name="T24" fmla="*/ 66 w 82"/>
                <a:gd name="T25" fmla="*/ 74 h 249"/>
                <a:gd name="T26" fmla="*/ 62 w 82"/>
                <a:gd name="T27" fmla="*/ 74 h 249"/>
                <a:gd name="T28" fmla="*/ 62 w 82"/>
                <a:gd name="T29" fmla="*/ 239 h 249"/>
                <a:gd name="T30" fmla="*/ 53 w 82"/>
                <a:gd name="T31" fmla="*/ 249 h 249"/>
                <a:gd name="T32" fmla="*/ 43 w 82"/>
                <a:gd name="T33" fmla="*/ 239 h 249"/>
                <a:gd name="T34" fmla="*/ 43 w 82"/>
                <a:gd name="T35" fmla="*/ 141 h 249"/>
                <a:gd name="T36" fmla="*/ 38 w 82"/>
                <a:gd name="T37" fmla="*/ 141 h 249"/>
                <a:gd name="T38" fmla="*/ 38 w 82"/>
                <a:gd name="T39" fmla="*/ 239 h 249"/>
                <a:gd name="T40" fmla="*/ 29 w 82"/>
                <a:gd name="T41" fmla="*/ 249 h 249"/>
                <a:gd name="T42" fmla="*/ 19 w 82"/>
                <a:gd name="T43" fmla="*/ 239 h 249"/>
                <a:gd name="T44" fmla="*/ 19 w 82"/>
                <a:gd name="T45" fmla="*/ 74 h 249"/>
                <a:gd name="T46" fmla="*/ 15 w 82"/>
                <a:gd name="T47" fmla="*/ 74 h 249"/>
                <a:gd name="T48" fmla="*/ 15 w 82"/>
                <a:gd name="T49" fmla="*/ 142 h 249"/>
                <a:gd name="T50" fmla="*/ 7 w 82"/>
                <a:gd name="T51" fmla="*/ 152 h 249"/>
                <a:gd name="T52" fmla="*/ 0 w 82"/>
                <a:gd name="T53" fmla="*/ 142 h 249"/>
                <a:gd name="T54" fmla="*/ 0 w 82"/>
                <a:gd name="T55" fmla="*/ 64 h 249"/>
                <a:gd name="T56" fmla="*/ 21 w 82"/>
                <a:gd name="T57" fmla="*/ 45 h 249"/>
                <a:gd name="T58" fmla="*/ 61 w 82"/>
                <a:gd name="T59" fmla="*/ 45 h 249"/>
                <a:gd name="T60" fmla="*/ 82 w 82"/>
                <a:gd name="T61" fmla="*/ 64 h 249"/>
                <a:gd name="T62" fmla="*/ 82 w 82"/>
                <a:gd name="T63" fmla="*/ 14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2" h="249">
                  <a:moveTo>
                    <a:pt x="57" y="20"/>
                  </a:moveTo>
                  <a:cubicBezTo>
                    <a:pt x="57" y="26"/>
                    <a:pt x="56" y="31"/>
                    <a:pt x="52" y="36"/>
                  </a:cubicBezTo>
                  <a:cubicBezTo>
                    <a:pt x="49" y="40"/>
                    <a:pt x="45" y="42"/>
                    <a:pt x="40" y="42"/>
                  </a:cubicBezTo>
                  <a:cubicBezTo>
                    <a:pt x="36" y="42"/>
                    <a:pt x="32" y="40"/>
                    <a:pt x="29" y="36"/>
                  </a:cubicBezTo>
                  <a:cubicBezTo>
                    <a:pt x="25" y="31"/>
                    <a:pt x="24" y="26"/>
                    <a:pt x="24" y="20"/>
                  </a:cubicBezTo>
                  <a:cubicBezTo>
                    <a:pt x="24" y="15"/>
                    <a:pt x="25" y="10"/>
                    <a:pt x="28" y="6"/>
                  </a:cubicBezTo>
                  <a:cubicBezTo>
                    <a:pt x="32" y="2"/>
                    <a:pt x="36" y="0"/>
                    <a:pt x="40" y="0"/>
                  </a:cubicBezTo>
                  <a:cubicBezTo>
                    <a:pt x="45" y="0"/>
                    <a:pt x="49" y="2"/>
                    <a:pt x="52" y="6"/>
                  </a:cubicBezTo>
                  <a:cubicBezTo>
                    <a:pt x="56" y="10"/>
                    <a:pt x="57" y="15"/>
                    <a:pt x="57" y="20"/>
                  </a:cubicBezTo>
                  <a:close/>
                  <a:moveTo>
                    <a:pt x="82" y="142"/>
                  </a:moveTo>
                  <a:cubicBezTo>
                    <a:pt x="82" y="149"/>
                    <a:pt x="79" y="152"/>
                    <a:pt x="74" y="152"/>
                  </a:cubicBezTo>
                  <a:cubicBezTo>
                    <a:pt x="69" y="152"/>
                    <a:pt x="66" y="149"/>
                    <a:pt x="66" y="142"/>
                  </a:cubicBezTo>
                  <a:cubicBezTo>
                    <a:pt x="66" y="74"/>
                    <a:pt x="66" y="74"/>
                    <a:pt x="66" y="74"/>
                  </a:cubicBezTo>
                  <a:cubicBezTo>
                    <a:pt x="62" y="74"/>
                    <a:pt x="62" y="74"/>
                    <a:pt x="62" y="74"/>
                  </a:cubicBezTo>
                  <a:cubicBezTo>
                    <a:pt x="62" y="239"/>
                    <a:pt x="62" y="239"/>
                    <a:pt x="62" y="239"/>
                  </a:cubicBezTo>
                  <a:cubicBezTo>
                    <a:pt x="62" y="245"/>
                    <a:pt x="59" y="249"/>
                    <a:pt x="53" y="249"/>
                  </a:cubicBezTo>
                  <a:cubicBezTo>
                    <a:pt x="46" y="249"/>
                    <a:pt x="43" y="245"/>
                    <a:pt x="43" y="239"/>
                  </a:cubicBezTo>
                  <a:cubicBezTo>
                    <a:pt x="43" y="141"/>
                    <a:pt x="43" y="141"/>
                    <a:pt x="43" y="141"/>
                  </a:cubicBezTo>
                  <a:cubicBezTo>
                    <a:pt x="38" y="141"/>
                    <a:pt x="38" y="141"/>
                    <a:pt x="38" y="141"/>
                  </a:cubicBezTo>
                  <a:cubicBezTo>
                    <a:pt x="38" y="239"/>
                    <a:pt x="38" y="239"/>
                    <a:pt x="38" y="239"/>
                  </a:cubicBezTo>
                  <a:cubicBezTo>
                    <a:pt x="38" y="245"/>
                    <a:pt x="35" y="249"/>
                    <a:pt x="29" y="249"/>
                  </a:cubicBezTo>
                  <a:cubicBezTo>
                    <a:pt x="22" y="249"/>
                    <a:pt x="19" y="245"/>
                    <a:pt x="19" y="239"/>
                  </a:cubicBezTo>
                  <a:cubicBezTo>
                    <a:pt x="19" y="74"/>
                    <a:pt x="19" y="74"/>
                    <a:pt x="19" y="74"/>
                  </a:cubicBezTo>
                  <a:cubicBezTo>
                    <a:pt x="15" y="74"/>
                    <a:pt x="15" y="74"/>
                    <a:pt x="15" y="74"/>
                  </a:cubicBezTo>
                  <a:cubicBezTo>
                    <a:pt x="15" y="142"/>
                    <a:pt x="15" y="142"/>
                    <a:pt x="15" y="142"/>
                  </a:cubicBezTo>
                  <a:cubicBezTo>
                    <a:pt x="15" y="149"/>
                    <a:pt x="13" y="152"/>
                    <a:pt x="7" y="152"/>
                  </a:cubicBezTo>
                  <a:cubicBezTo>
                    <a:pt x="2" y="152"/>
                    <a:pt x="0" y="149"/>
                    <a:pt x="0" y="142"/>
                  </a:cubicBezTo>
                  <a:cubicBezTo>
                    <a:pt x="0" y="64"/>
                    <a:pt x="0" y="64"/>
                    <a:pt x="0" y="64"/>
                  </a:cubicBezTo>
                  <a:cubicBezTo>
                    <a:pt x="0" y="51"/>
                    <a:pt x="7" y="45"/>
                    <a:pt x="21" y="45"/>
                  </a:cubicBezTo>
                  <a:cubicBezTo>
                    <a:pt x="61" y="45"/>
                    <a:pt x="61" y="45"/>
                    <a:pt x="61" y="45"/>
                  </a:cubicBezTo>
                  <a:cubicBezTo>
                    <a:pt x="75" y="45"/>
                    <a:pt x="82" y="51"/>
                    <a:pt x="82" y="64"/>
                  </a:cubicBezTo>
                  <a:lnTo>
                    <a:pt x="82" y="142"/>
                  </a:lnTo>
                  <a:close/>
                </a:path>
              </a:pathLst>
            </a:custGeom>
            <a:solidFill>
              <a:srgbClr val="0824AA"/>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31" name="Freeform 12"/>
            <p:cNvSpPr>
              <a:spLocks noEditPoints="1"/>
            </p:cNvSpPr>
            <p:nvPr/>
          </p:nvSpPr>
          <p:spPr bwMode="auto">
            <a:xfrm>
              <a:off x="2395538" y="1761401"/>
              <a:ext cx="203200" cy="617538"/>
            </a:xfrm>
            <a:custGeom>
              <a:avLst/>
              <a:gdLst>
                <a:gd name="T0" fmla="*/ 57 w 82"/>
                <a:gd name="T1" fmla="*/ 20 h 249"/>
                <a:gd name="T2" fmla="*/ 52 w 82"/>
                <a:gd name="T3" fmla="*/ 36 h 249"/>
                <a:gd name="T4" fmla="*/ 40 w 82"/>
                <a:gd name="T5" fmla="*/ 42 h 249"/>
                <a:gd name="T6" fmla="*/ 29 w 82"/>
                <a:gd name="T7" fmla="*/ 36 h 249"/>
                <a:gd name="T8" fmla="*/ 24 w 82"/>
                <a:gd name="T9" fmla="*/ 20 h 249"/>
                <a:gd name="T10" fmla="*/ 28 w 82"/>
                <a:gd name="T11" fmla="*/ 6 h 249"/>
                <a:gd name="T12" fmla="*/ 40 w 82"/>
                <a:gd name="T13" fmla="*/ 0 h 249"/>
                <a:gd name="T14" fmla="*/ 52 w 82"/>
                <a:gd name="T15" fmla="*/ 6 h 249"/>
                <a:gd name="T16" fmla="*/ 57 w 82"/>
                <a:gd name="T17" fmla="*/ 20 h 249"/>
                <a:gd name="T18" fmla="*/ 82 w 82"/>
                <a:gd name="T19" fmla="*/ 142 h 249"/>
                <a:gd name="T20" fmla="*/ 74 w 82"/>
                <a:gd name="T21" fmla="*/ 152 h 249"/>
                <a:gd name="T22" fmla="*/ 66 w 82"/>
                <a:gd name="T23" fmla="*/ 142 h 249"/>
                <a:gd name="T24" fmla="*/ 66 w 82"/>
                <a:gd name="T25" fmla="*/ 74 h 249"/>
                <a:gd name="T26" fmla="*/ 62 w 82"/>
                <a:gd name="T27" fmla="*/ 74 h 249"/>
                <a:gd name="T28" fmla="*/ 62 w 82"/>
                <a:gd name="T29" fmla="*/ 239 h 249"/>
                <a:gd name="T30" fmla="*/ 53 w 82"/>
                <a:gd name="T31" fmla="*/ 249 h 249"/>
                <a:gd name="T32" fmla="*/ 43 w 82"/>
                <a:gd name="T33" fmla="*/ 239 h 249"/>
                <a:gd name="T34" fmla="*/ 43 w 82"/>
                <a:gd name="T35" fmla="*/ 141 h 249"/>
                <a:gd name="T36" fmla="*/ 38 w 82"/>
                <a:gd name="T37" fmla="*/ 141 h 249"/>
                <a:gd name="T38" fmla="*/ 38 w 82"/>
                <a:gd name="T39" fmla="*/ 239 h 249"/>
                <a:gd name="T40" fmla="*/ 29 w 82"/>
                <a:gd name="T41" fmla="*/ 249 h 249"/>
                <a:gd name="T42" fmla="*/ 19 w 82"/>
                <a:gd name="T43" fmla="*/ 239 h 249"/>
                <a:gd name="T44" fmla="*/ 19 w 82"/>
                <a:gd name="T45" fmla="*/ 74 h 249"/>
                <a:gd name="T46" fmla="*/ 15 w 82"/>
                <a:gd name="T47" fmla="*/ 74 h 249"/>
                <a:gd name="T48" fmla="*/ 15 w 82"/>
                <a:gd name="T49" fmla="*/ 142 h 249"/>
                <a:gd name="T50" fmla="*/ 7 w 82"/>
                <a:gd name="T51" fmla="*/ 152 h 249"/>
                <a:gd name="T52" fmla="*/ 0 w 82"/>
                <a:gd name="T53" fmla="*/ 142 h 249"/>
                <a:gd name="T54" fmla="*/ 0 w 82"/>
                <a:gd name="T55" fmla="*/ 64 h 249"/>
                <a:gd name="T56" fmla="*/ 21 w 82"/>
                <a:gd name="T57" fmla="*/ 45 h 249"/>
                <a:gd name="T58" fmla="*/ 60 w 82"/>
                <a:gd name="T59" fmla="*/ 45 h 249"/>
                <a:gd name="T60" fmla="*/ 82 w 82"/>
                <a:gd name="T61" fmla="*/ 64 h 249"/>
                <a:gd name="T62" fmla="*/ 82 w 82"/>
                <a:gd name="T63" fmla="*/ 14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2" h="249">
                  <a:moveTo>
                    <a:pt x="57" y="20"/>
                  </a:moveTo>
                  <a:cubicBezTo>
                    <a:pt x="57" y="26"/>
                    <a:pt x="56" y="31"/>
                    <a:pt x="52" y="36"/>
                  </a:cubicBezTo>
                  <a:cubicBezTo>
                    <a:pt x="49" y="40"/>
                    <a:pt x="45" y="42"/>
                    <a:pt x="40" y="42"/>
                  </a:cubicBezTo>
                  <a:cubicBezTo>
                    <a:pt x="36" y="42"/>
                    <a:pt x="32" y="40"/>
                    <a:pt x="29" y="36"/>
                  </a:cubicBezTo>
                  <a:cubicBezTo>
                    <a:pt x="25" y="31"/>
                    <a:pt x="24" y="26"/>
                    <a:pt x="24" y="20"/>
                  </a:cubicBezTo>
                  <a:cubicBezTo>
                    <a:pt x="24" y="15"/>
                    <a:pt x="25" y="10"/>
                    <a:pt x="28" y="6"/>
                  </a:cubicBezTo>
                  <a:cubicBezTo>
                    <a:pt x="32" y="2"/>
                    <a:pt x="36" y="0"/>
                    <a:pt x="40" y="0"/>
                  </a:cubicBezTo>
                  <a:cubicBezTo>
                    <a:pt x="45" y="0"/>
                    <a:pt x="49" y="2"/>
                    <a:pt x="52" y="6"/>
                  </a:cubicBezTo>
                  <a:cubicBezTo>
                    <a:pt x="56" y="10"/>
                    <a:pt x="57" y="15"/>
                    <a:pt x="57" y="20"/>
                  </a:cubicBezTo>
                  <a:close/>
                  <a:moveTo>
                    <a:pt x="82" y="142"/>
                  </a:moveTo>
                  <a:cubicBezTo>
                    <a:pt x="82" y="149"/>
                    <a:pt x="79" y="152"/>
                    <a:pt x="74" y="152"/>
                  </a:cubicBezTo>
                  <a:cubicBezTo>
                    <a:pt x="69" y="152"/>
                    <a:pt x="66" y="149"/>
                    <a:pt x="66" y="142"/>
                  </a:cubicBezTo>
                  <a:cubicBezTo>
                    <a:pt x="66" y="74"/>
                    <a:pt x="66" y="74"/>
                    <a:pt x="66" y="74"/>
                  </a:cubicBezTo>
                  <a:cubicBezTo>
                    <a:pt x="62" y="74"/>
                    <a:pt x="62" y="74"/>
                    <a:pt x="62" y="74"/>
                  </a:cubicBezTo>
                  <a:cubicBezTo>
                    <a:pt x="62" y="239"/>
                    <a:pt x="62" y="239"/>
                    <a:pt x="62" y="239"/>
                  </a:cubicBezTo>
                  <a:cubicBezTo>
                    <a:pt x="62" y="245"/>
                    <a:pt x="59" y="249"/>
                    <a:pt x="53" y="249"/>
                  </a:cubicBezTo>
                  <a:cubicBezTo>
                    <a:pt x="46" y="249"/>
                    <a:pt x="43" y="245"/>
                    <a:pt x="43" y="239"/>
                  </a:cubicBezTo>
                  <a:cubicBezTo>
                    <a:pt x="43" y="141"/>
                    <a:pt x="43" y="141"/>
                    <a:pt x="43" y="141"/>
                  </a:cubicBezTo>
                  <a:cubicBezTo>
                    <a:pt x="38" y="141"/>
                    <a:pt x="38" y="141"/>
                    <a:pt x="38" y="141"/>
                  </a:cubicBezTo>
                  <a:cubicBezTo>
                    <a:pt x="38" y="239"/>
                    <a:pt x="38" y="239"/>
                    <a:pt x="38" y="239"/>
                  </a:cubicBezTo>
                  <a:cubicBezTo>
                    <a:pt x="38" y="245"/>
                    <a:pt x="35" y="249"/>
                    <a:pt x="29" y="249"/>
                  </a:cubicBezTo>
                  <a:cubicBezTo>
                    <a:pt x="22" y="249"/>
                    <a:pt x="19" y="245"/>
                    <a:pt x="19" y="239"/>
                  </a:cubicBezTo>
                  <a:cubicBezTo>
                    <a:pt x="19" y="74"/>
                    <a:pt x="19" y="74"/>
                    <a:pt x="19" y="74"/>
                  </a:cubicBezTo>
                  <a:cubicBezTo>
                    <a:pt x="15" y="74"/>
                    <a:pt x="15" y="74"/>
                    <a:pt x="15" y="74"/>
                  </a:cubicBezTo>
                  <a:cubicBezTo>
                    <a:pt x="15" y="142"/>
                    <a:pt x="15" y="142"/>
                    <a:pt x="15" y="142"/>
                  </a:cubicBezTo>
                  <a:cubicBezTo>
                    <a:pt x="15" y="149"/>
                    <a:pt x="12" y="152"/>
                    <a:pt x="7" y="152"/>
                  </a:cubicBezTo>
                  <a:cubicBezTo>
                    <a:pt x="2" y="152"/>
                    <a:pt x="0" y="149"/>
                    <a:pt x="0" y="142"/>
                  </a:cubicBezTo>
                  <a:cubicBezTo>
                    <a:pt x="0" y="64"/>
                    <a:pt x="0" y="64"/>
                    <a:pt x="0" y="64"/>
                  </a:cubicBezTo>
                  <a:cubicBezTo>
                    <a:pt x="0" y="51"/>
                    <a:pt x="7" y="45"/>
                    <a:pt x="21" y="45"/>
                  </a:cubicBezTo>
                  <a:cubicBezTo>
                    <a:pt x="60" y="45"/>
                    <a:pt x="60" y="45"/>
                    <a:pt x="60" y="45"/>
                  </a:cubicBezTo>
                  <a:cubicBezTo>
                    <a:pt x="75" y="45"/>
                    <a:pt x="82" y="51"/>
                    <a:pt x="82" y="64"/>
                  </a:cubicBezTo>
                  <a:lnTo>
                    <a:pt x="82" y="142"/>
                  </a:lnTo>
                  <a:close/>
                </a:path>
              </a:pathLst>
            </a:custGeom>
            <a:solidFill>
              <a:srgbClr val="0824AA"/>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32" name="Freeform 13"/>
            <p:cNvSpPr>
              <a:spLocks noEditPoints="1"/>
            </p:cNvSpPr>
            <p:nvPr/>
          </p:nvSpPr>
          <p:spPr bwMode="auto">
            <a:xfrm>
              <a:off x="1055688" y="1761401"/>
              <a:ext cx="204788" cy="617538"/>
            </a:xfrm>
            <a:custGeom>
              <a:avLst/>
              <a:gdLst>
                <a:gd name="T0" fmla="*/ 58 w 82"/>
                <a:gd name="T1" fmla="*/ 20 h 249"/>
                <a:gd name="T2" fmla="*/ 53 w 82"/>
                <a:gd name="T3" fmla="*/ 36 h 249"/>
                <a:gd name="T4" fmla="*/ 41 w 82"/>
                <a:gd name="T5" fmla="*/ 42 h 249"/>
                <a:gd name="T6" fmla="*/ 29 w 82"/>
                <a:gd name="T7" fmla="*/ 36 h 249"/>
                <a:gd name="T8" fmla="*/ 24 w 82"/>
                <a:gd name="T9" fmla="*/ 20 h 249"/>
                <a:gd name="T10" fmla="*/ 29 w 82"/>
                <a:gd name="T11" fmla="*/ 6 h 249"/>
                <a:gd name="T12" fmla="*/ 41 w 82"/>
                <a:gd name="T13" fmla="*/ 0 h 249"/>
                <a:gd name="T14" fmla="*/ 53 w 82"/>
                <a:gd name="T15" fmla="*/ 6 h 249"/>
                <a:gd name="T16" fmla="*/ 58 w 82"/>
                <a:gd name="T17" fmla="*/ 20 h 249"/>
                <a:gd name="T18" fmla="*/ 82 w 82"/>
                <a:gd name="T19" fmla="*/ 142 h 249"/>
                <a:gd name="T20" fmla="*/ 75 w 82"/>
                <a:gd name="T21" fmla="*/ 152 h 249"/>
                <a:gd name="T22" fmla="*/ 67 w 82"/>
                <a:gd name="T23" fmla="*/ 142 h 249"/>
                <a:gd name="T24" fmla="*/ 67 w 82"/>
                <a:gd name="T25" fmla="*/ 74 h 249"/>
                <a:gd name="T26" fmla="*/ 63 w 82"/>
                <a:gd name="T27" fmla="*/ 74 h 249"/>
                <a:gd name="T28" fmla="*/ 63 w 82"/>
                <a:gd name="T29" fmla="*/ 239 h 249"/>
                <a:gd name="T30" fmla="*/ 53 w 82"/>
                <a:gd name="T31" fmla="*/ 249 h 249"/>
                <a:gd name="T32" fmla="*/ 44 w 82"/>
                <a:gd name="T33" fmla="*/ 239 h 249"/>
                <a:gd name="T34" fmla="*/ 44 w 82"/>
                <a:gd name="T35" fmla="*/ 141 h 249"/>
                <a:gd name="T36" fmla="*/ 39 w 82"/>
                <a:gd name="T37" fmla="*/ 141 h 249"/>
                <a:gd name="T38" fmla="*/ 39 w 82"/>
                <a:gd name="T39" fmla="*/ 239 h 249"/>
                <a:gd name="T40" fmla="*/ 29 w 82"/>
                <a:gd name="T41" fmla="*/ 249 h 249"/>
                <a:gd name="T42" fmla="*/ 20 w 82"/>
                <a:gd name="T43" fmla="*/ 239 h 249"/>
                <a:gd name="T44" fmla="*/ 20 w 82"/>
                <a:gd name="T45" fmla="*/ 74 h 249"/>
                <a:gd name="T46" fmla="*/ 16 w 82"/>
                <a:gd name="T47" fmla="*/ 74 h 249"/>
                <a:gd name="T48" fmla="*/ 16 w 82"/>
                <a:gd name="T49" fmla="*/ 142 h 249"/>
                <a:gd name="T50" fmla="*/ 8 w 82"/>
                <a:gd name="T51" fmla="*/ 152 h 249"/>
                <a:gd name="T52" fmla="*/ 0 w 82"/>
                <a:gd name="T53" fmla="*/ 142 h 249"/>
                <a:gd name="T54" fmla="*/ 0 w 82"/>
                <a:gd name="T55" fmla="*/ 64 h 249"/>
                <a:gd name="T56" fmla="*/ 22 w 82"/>
                <a:gd name="T57" fmla="*/ 45 h 249"/>
                <a:gd name="T58" fmla="*/ 61 w 82"/>
                <a:gd name="T59" fmla="*/ 45 h 249"/>
                <a:gd name="T60" fmla="*/ 82 w 82"/>
                <a:gd name="T61" fmla="*/ 64 h 249"/>
                <a:gd name="T62" fmla="*/ 82 w 82"/>
                <a:gd name="T63" fmla="*/ 14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2" h="249">
                  <a:moveTo>
                    <a:pt x="58" y="20"/>
                  </a:moveTo>
                  <a:cubicBezTo>
                    <a:pt x="58" y="26"/>
                    <a:pt x="56" y="31"/>
                    <a:pt x="53" y="36"/>
                  </a:cubicBezTo>
                  <a:cubicBezTo>
                    <a:pt x="50" y="40"/>
                    <a:pt x="46" y="42"/>
                    <a:pt x="41" y="42"/>
                  </a:cubicBezTo>
                  <a:cubicBezTo>
                    <a:pt x="36" y="42"/>
                    <a:pt x="32" y="40"/>
                    <a:pt x="29" y="36"/>
                  </a:cubicBezTo>
                  <a:cubicBezTo>
                    <a:pt x="26" y="31"/>
                    <a:pt x="24" y="26"/>
                    <a:pt x="24" y="20"/>
                  </a:cubicBezTo>
                  <a:cubicBezTo>
                    <a:pt x="24" y="15"/>
                    <a:pt x="26" y="10"/>
                    <a:pt x="29" y="6"/>
                  </a:cubicBezTo>
                  <a:cubicBezTo>
                    <a:pt x="32" y="2"/>
                    <a:pt x="36" y="0"/>
                    <a:pt x="41" y="0"/>
                  </a:cubicBezTo>
                  <a:cubicBezTo>
                    <a:pt x="46" y="0"/>
                    <a:pt x="50" y="2"/>
                    <a:pt x="53" y="6"/>
                  </a:cubicBezTo>
                  <a:cubicBezTo>
                    <a:pt x="56" y="10"/>
                    <a:pt x="58" y="15"/>
                    <a:pt x="58" y="20"/>
                  </a:cubicBezTo>
                  <a:close/>
                  <a:moveTo>
                    <a:pt x="82" y="142"/>
                  </a:moveTo>
                  <a:cubicBezTo>
                    <a:pt x="82" y="149"/>
                    <a:pt x="80" y="152"/>
                    <a:pt x="75" y="152"/>
                  </a:cubicBezTo>
                  <a:cubicBezTo>
                    <a:pt x="69" y="152"/>
                    <a:pt x="67" y="149"/>
                    <a:pt x="67" y="142"/>
                  </a:cubicBezTo>
                  <a:cubicBezTo>
                    <a:pt x="67" y="74"/>
                    <a:pt x="67" y="74"/>
                    <a:pt x="67" y="74"/>
                  </a:cubicBezTo>
                  <a:cubicBezTo>
                    <a:pt x="63" y="74"/>
                    <a:pt x="63" y="74"/>
                    <a:pt x="63" y="74"/>
                  </a:cubicBezTo>
                  <a:cubicBezTo>
                    <a:pt x="63" y="239"/>
                    <a:pt x="63" y="239"/>
                    <a:pt x="63" y="239"/>
                  </a:cubicBezTo>
                  <a:cubicBezTo>
                    <a:pt x="63" y="245"/>
                    <a:pt x="60" y="249"/>
                    <a:pt x="53" y="249"/>
                  </a:cubicBezTo>
                  <a:cubicBezTo>
                    <a:pt x="47" y="249"/>
                    <a:pt x="44" y="245"/>
                    <a:pt x="44" y="239"/>
                  </a:cubicBezTo>
                  <a:cubicBezTo>
                    <a:pt x="44" y="141"/>
                    <a:pt x="44" y="141"/>
                    <a:pt x="44" y="141"/>
                  </a:cubicBezTo>
                  <a:cubicBezTo>
                    <a:pt x="39" y="141"/>
                    <a:pt x="39" y="141"/>
                    <a:pt x="39" y="141"/>
                  </a:cubicBezTo>
                  <a:cubicBezTo>
                    <a:pt x="39" y="239"/>
                    <a:pt x="39" y="239"/>
                    <a:pt x="39" y="239"/>
                  </a:cubicBezTo>
                  <a:cubicBezTo>
                    <a:pt x="39" y="245"/>
                    <a:pt x="36" y="249"/>
                    <a:pt x="29" y="249"/>
                  </a:cubicBezTo>
                  <a:cubicBezTo>
                    <a:pt x="23" y="249"/>
                    <a:pt x="20" y="245"/>
                    <a:pt x="20" y="239"/>
                  </a:cubicBezTo>
                  <a:cubicBezTo>
                    <a:pt x="20" y="74"/>
                    <a:pt x="20" y="74"/>
                    <a:pt x="20" y="74"/>
                  </a:cubicBezTo>
                  <a:cubicBezTo>
                    <a:pt x="16" y="74"/>
                    <a:pt x="16" y="74"/>
                    <a:pt x="16" y="74"/>
                  </a:cubicBezTo>
                  <a:cubicBezTo>
                    <a:pt x="16" y="142"/>
                    <a:pt x="16" y="142"/>
                    <a:pt x="16" y="142"/>
                  </a:cubicBezTo>
                  <a:cubicBezTo>
                    <a:pt x="16" y="149"/>
                    <a:pt x="13" y="152"/>
                    <a:pt x="8" y="152"/>
                  </a:cubicBezTo>
                  <a:cubicBezTo>
                    <a:pt x="3" y="152"/>
                    <a:pt x="0" y="149"/>
                    <a:pt x="0" y="142"/>
                  </a:cubicBezTo>
                  <a:cubicBezTo>
                    <a:pt x="0" y="64"/>
                    <a:pt x="0" y="64"/>
                    <a:pt x="0" y="64"/>
                  </a:cubicBezTo>
                  <a:cubicBezTo>
                    <a:pt x="0" y="51"/>
                    <a:pt x="7" y="45"/>
                    <a:pt x="22" y="45"/>
                  </a:cubicBezTo>
                  <a:cubicBezTo>
                    <a:pt x="61" y="45"/>
                    <a:pt x="61" y="45"/>
                    <a:pt x="61" y="45"/>
                  </a:cubicBezTo>
                  <a:cubicBezTo>
                    <a:pt x="75" y="45"/>
                    <a:pt x="82" y="51"/>
                    <a:pt x="82" y="64"/>
                  </a:cubicBezTo>
                  <a:lnTo>
                    <a:pt x="82" y="142"/>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33" name="Freeform 14"/>
            <p:cNvSpPr>
              <a:spLocks noEditPoints="1"/>
            </p:cNvSpPr>
            <p:nvPr/>
          </p:nvSpPr>
          <p:spPr bwMode="auto">
            <a:xfrm>
              <a:off x="3017838" y="1761401"/>
              <a:ext cx="203200" cy="617538"/>
            </a:xfrm>
            <a:custGeom>
              <a:avLst/>
              <a:gdLst>
                <a:gd name="T0" fmla="*/ 57 w 82"/>
                <a:gd name="T1" fmla="*/ 20 h 249"/>
                <a:gd name="T2" fmla="*/ 52 w 82"/>
                <a:gd name="T3" fmla="*/ 36 h 249"/>
                <a:gd name="T4" fmla="*/ 40 w 82"/>
                <a:gd name="T5" fmla="*/ 42 h 249"/>
                <a:gd name="T6" fmla="*/ 29 w 82"/>
                <a:gd name="T7" fmla="*/ 36 h 249"/>
                <a:gd name="T8" fmla="*/ 24 w 82"/>
                <a:gd name="T9" fmla="*/ 20 h 249"/>
                <a:gd name="T10" fmla="*/ 28 w 82"/>
                <a:gd name="T11" fmla="*/ 6 h 249"/>
                <a:gd name="T12" fmla="*/ 40 w 82"/>
                <a:gd name="T13" fmla="*/ 0 h 249"/>
                <a:gd name="T14" fmla="*/ 52 w 82"/>
                <a:gd name="T15" fmla="*/ 6 h 249"/>
                <a:gd name="T16" fmla="*/ 57 w 82"/>
                <a:gd name="T17" fmla="*/ 20 h 249"/>
                <a:gd name="T18" fmla="*/ 82 w 82"/>
                <a:gd name="T19" fmla="*/ 142 h 249"/>
                <a:gd name="T20" fmla="*/ 74 w 82"/>
                <a:gd name="T21" fmla="*/ 152 h 249"/>
                <a:gd name="T22" fmla="*/ 66 w 82"/>
                <a:gd name="T23" fmla="*/ 142 h 249"/>
                <a:gd name="T24" fmla="*/ 66 w 82"/>
                <a:gd name="T25" fmla="*/ 74 h 249"/>
                <a:gd name="T26" fmla="*/ 62 w 82"/>
                <a:gd name="T27" fmla="*/ 74 h 249"/>
                <a:gd name="T28" fmla="*/ 62 w 82"/>
                <a:gd name="T29" fmla="*/ 239 h 249"/>
                <a:gd name="T30" fmla="*/ 53 w 82"/>
                <a:gd name="T31" fmla="*/ 249 h 249"/>
                <a:gd name="T32" fmla="*/ 43 w 82"/>
                <a:gd name="T33" fmla="*/ 239 h 249"/>
                <a:gd name="T34" fmla="*/ 43 w 82"/>
                <a:gd name="T35" fmla="*/ 141 h 249"/>
                <a:gd name="T36" fmla="*/ 38 w 82"/>
                <a:gd name="T37" fmla="*/ 141 h 249"/>
                <a:gd name="T38" fmla="*/ 38 w 82"/>
                <a:gd name="T39" fmla="*/ 239 h 249"/>
                <a:gd name="T40" fmla="*/ 29 w 82"/>
                <a:gd name="T41" fmla="*/ 249 h 249"/>
                <a:gd name="T42" fmla="*/ 19 w 82"/>
                <a:gd name="T43" fmla="*/ 239 h 249"/>
                <a:gd name="T44" fmla="*/ 19 w 82"/>
                <a:gd name="T45" fmla="*/ 74 h 249"/>
                <a:gd name="T46" fmla="*/ 15 w 82"/>
                <a:gd name="T47" fmla="*/ 74 h 249"/>
                <a:gd name="T48" fmla="*/ 15 w 82"/>
                <a:gd name="T49" fmla="*/ 142 h 249"/>
                <a:gd name="T50" fmla="*/ 7 w 82"/>
                <a:gd name="T51" fmla="*/ 152 h 249"/>
                <a:gd name="T52" fmla="*/ 0 w 82"/>
                <a:gd name="T53" fmla="*/ 142 h 249"/>
                <a:gd name="T54" fmla="*/ 0 w 82"/>
                <a:gd name="T55" fmla="*/ 64 h 249"/>
                <a:gd name="T56" fmla="*/ 21 w 82"/>
                <a:gd name="T57" fmla="*/ 45 h 249"/>
                <a:gd name="T58" fmla="*/ 61 w 82"/>
                <a:gd name="T59" fmla="*/ 45 h 249"/>
                <a:gd name="T60" fmla="*/ 82 w 82"/>
                <a:gd name="T61" fmla="*/ 64 h 249"/>
                <a:gd name="T62" fmla="*/ 82 w 82"/>
                <a:gd name="T63" fmla="*/ 14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2" h="249">
                  <a:moveTo>
                    <a:pt x="57" y="20"/>
                  </a:moveTo>
                  <a:cubicBezTo>
                    <a:pt x="57" y="26"/>
                    <a:pt x="56" y="31"/>
                    <a:pt x="52" y="36"/>
                  </a:cubicBezTo>
                  <a:cubicBezTo>
                    <a:pt x="49" y="40"/>
                    <a:pt x="45" y="42"/>
                    <a:pt x="40" y="42"/>
                  </a:cubicBezTo>
                  <a:cubicBezTo>
                    <a:pt x="36" y="42"/>
                    <a:pt x="32" y="40"/>
                    <a:pt x="29" y="36"/>
                  </a:cubicBezTo>
                  <a:cubicBezTo>
                    <a:pt x="25" y="31"/>
                    <a:pt x="24" y="26"/>
                    <a:pt x="24" y="20"/>
                  </a:cubicBezTo>
                  <a:cubicBezTo>
                    <a:pt x="24" y="15"/>
                    <a:pt x="25" y="10"/>
                    <a:pt x="28" y="6"/>
                  </a:cubicBezTo>
                  <a:cubicBezTo>
                    <a:pt x="32" y="2"/>
                    <a:pt x="36" y="0"/>
                    <a:pt x="40" y="0"/>
                  </a:cubicBezTo>
                  <a:cubicBezTo>
                    <a:pt x="45" y="0"/>
                    <a:pt x="49" y="2"/>
                    <a:pt x="52" y="6"/>
                  </a:cubicBezTo>
                  <a:cubicBezTo>
                    <a:pt x="56" y="10"/>
                    <a:pt x="57" y="15"/>
                    <a:pt x="57" y="20"/>
                  </a:cubicBezTo>
                  <a:close/>
                  <a:moveTo>
                    <a:pt x="82" y="142"/>
                  </a:moveTo>
                  <a:cubicBezTo>
                    <a:pt x="82" y="149"/>
                    <a:pt x="79" y="152"/>
                    <a:pt x="74" y="152"/>
                  </a:cubicBezTo>
                  <a:cubicBezTo>
                    <a:pt x="69" y="152"/>
                    <a:pt x="66" y="149"/>
                    <a:pt x="66" y="142"/>
                  </a:cubicBezTo>
                  <a:cubicBezTo>
                    <a:pt x="66" y="74"/>
                    <a:pt x="66" y="74"/>
                    <a:pt x="66" y="74"/>
                  </a:cubicBezTo>
                  <a:cubicBezTo>
                    <a:pt x="62" y="74"/>
                    <a:pt x="62" y="74"/>
                    <a:pt x="62" y="74"/>
                  </a:cubicBezTo>
                  <a:cubicBezTo>
                    <a:pt x="62" y="239"/>
                    <a:pt x="62" y="239"/>
                    <a:pt x="62" y="239"/>
                  </a:cubicBezTo>
                  <a:cubicBezTo>
                    <a:pt x="62" y="245"/>
                    <a:pt x="59" y="249"/>
                    <a:pt x="53" y="249"/>
                  </a:cubicBezTo>
                  <a:cubicBezTo>
                    <a:pt x="46" y="249"/>
                    <a:pt x="43" y="245"/>
                    <a:pt x="43" y="239"/>
                  </a:cubicBezTo>
                  <a:cubicBezTo>
                    <a:pt x="43" y="141"/>
                    <a:pt x="43" y="141"/>
                    <a:pt x="43" y="141"/>
                  </a:cubicBezTo>
                  <a:cubicBezTo>
                    <a:pt x="38" y="141"/>
                    <a:pt x="38" y="141"/>
                    <a:pt x="38" y="141"/>
                  </a:cubicBezTo>
                  <a:cubicBezTo>
                    <a:pt x="38" y="239"/>
                    <a:pt x="38" y="239"/>
                    <a:pt x="38" y="239"/>
                  </a:cubicBezTo>
                  <a:cubicBezTo>
                    <a:pt x="38" y="245"/>
                    <a:pt x="35" y="249"/>
                    <a:pt x="29" y="249"/>
                  </a:cubicBezTo>
                  <a:cubicBezTo>
                    <a:pt x="22" y="249"/>
                    <a:pt x="19" y="245"/>
                    <a:pt x="19" y="239"/>
                  </a:cubicBezTo>
                  <a:cubicBezTo>
                    <a:pt x="19" y="74"/>
                    <a:pt x="19" y="74"/>
                    <a:pt x="19" y="74"/>
                  </a:cubicBezTo>
                  <a:cubicBezTo>
                    <a:pt x="15" y="74"/>
                    <a:pt x="15" y="74"/>
                    <a:pt x="15" y="74"/>
                  </a:cubicBezTo>
                  <a:cubicBezTo>
                    <a:pt x="15" y="142"/>
                    <a:pt x="15" y="142"/>
                    <a:pt x="15" y="142"/>
                  </a:cubicBezTo>
                  <a:cubicBezTo>
                    <a:pt x="15" y="149"/>
                    <a:pt x="13" y="152"/>
                    <a:pt x="7" y="152"/>
                  </a:cubicBezTo>
                  <a:cubicBezTo>
                    <a:pt x="2" y="152"/>
                    <a:pt x="0" y="149"/>
                    <a:pt x="0" y="142"/>
                  </a:cubicBezTo>
                  <a:cubicBezTo>
                    <a:pt x="0" y="64"/>
                    <a:pt x="0" y="64"/>
                    <a:pt x="0" y="64"/>
                  </a:cubicBezTo>
                  <a:cubicBezTo>
                    <a:pt x="0" y="51"/>
                    <a:pt x="7" y="45"/>
                    <a:pt x="21" y="45"/>
                  </a:cubicBezTo>
                  <a:cubicBezTo>
                    <a:pt x="61" y="45"/>
                    <a:pt x="61" y="45"/>
                    <a:pt x="61" y="45"/>
                  </a:cubicBezTo>
                  <a:cubicBezTo>
                    <a:pt x="75" y="45"/>
                    <a:pt x="82" y="51"/>
                    <a:pt x="82" y="64"/>
                  </a:cubicBezTo>
                  <a:lnTo>
                    <a:pt x="82" y="142"/>
                  </a:lnTo>
                  <a:close/>
                </a:path>
              </a:pathLst>
            </a:custGeom>
            <a:solidFill>
              <a:srgbClr val="051564"/>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34" name="Freeform 15"/>
            <p:cNvSpPr>
              <a:spLocks noEditPoints="1"/>
            </p:cNvSpPr>
            <p:nvPr/>
          </p:nvSpPr>
          <p:spPr bwMode="auto">
            <a:xfrm>
              <a:off x="2065338" y="1497876"/>
              <a:ext cx="165100" cy="503238"/>
            </a:xfrm>
            <a:custGeom>
              <a:avLst/>
              <a:gdLst>
                <a:gd name="T0" fmla="*/ 47 w 67"/>
                <a:gd name="T1" fmla="*/ 17 h 203"/>
                <a:gd name="T2" fmla="*/ 43 w 67"/>
                <a:gd name="T3" fmla="*/ 29 h 203"/>
                <a:gd name="T4" fmla="*/ 34 w 67"/>
                <a:gd name="T5" fmla="*/ 35 h 203"/>
                <a:gd name="T6" fmla="*/ 24 w 67"/>
                <a:gd name="T7" fmla="*/ 29 h 203"/>
                <a:gd name="T8" fmla="*/ 20 w 67"/>
                <a:gd name="T9" fmla="*/ 17 h 203"/>
                <a:gd name="T10" fmla="*/ 24 w 67"/>
                <a:gd name="T11" fmla="*/ 5 h 203"/>
                <a:gd name="T12" fmla="*/ 34 w 67"/>
                <a:gd name="T13" fmla="*/ 0 h 203"/>
                <a:gd name="T14" fmla="*/ 43 w 67"/>
                <a:gd name="T15" fmla="*/ 5 h 203"/>
                <a:gd name="T16" fmla="*/ 47 w 67"/>
                <a:gd name="T17" fmla="*/ 17 h 203"/>
                <a:gd name="T18" fmla="*/ 67 w 67"/>
                <a:gd name="T19" fmla="*/ 116 h 203"/>
                <a:gd name="T20" fmla="*/ 61 w 67"/>
                <a:gd name="T21" fmla="*/ 124 h 203"/>
                <a:gd name="T22" fmla="*/ 54 w 67"/>
                <a:gd name="T23" fmla="*/ 116 h 203"/>
                <a:gd name="T24" fmla="*/ 54 w 67"/>
                <a:gd name="T25" fmla="*/ 60 h 203"/>
                <a:gd name="T26" fmla="*/ 51 w 67"/>
                <a:gd name="T27" fmla="*/ 60 h 203"/>
                <a:gd name="T28" fmla="*/ 51 w 67"/>
                <a:gd name="T29" fmla="*/ 194 h 203"/>
                <a:gd name="T30" fmla="*/ 43 w 67"/>
                <a:gd name="T31" fmla="*/ 203 h 203"/>
                <a:gd name="T32" fmla="*/ 36 w 67"/>
                <a:gd name="T33" fmla="*/ 194 h 203"/>
                <a:gd name="T34" fmla="*/ 36 w 67"/>
                <a:gd name="T35" fmla="*/ 115 h 203"/>
                <a:gd name="T36" fmla="*/ 32 w 67"/>
                <a:gd name="T37" fmla="*/ 115 h 203"/>
                <a:gd name="T38" fmla="*/ 32 w 67"/>
                <a:gd name="T39" fmla="*/ 194 h 203"/>
                <a:gd name="T40" fmla="*/ 24 w 67"/>
                <a:gd name="T41" fmla="*/ 203 h 203"/>
                <a:gd name="T42" fmla="*/ 16 w 67"/>
                <a:gd name="T43" fmla="*/ 194 h 203"/>
                <a:gd name="T44" fmla="*/ 16 w 67"/>
                <a:gd name="T45" fmla="*/ 60 h 203"/>
                <a:gd name="T46" fmla="*/ 13 w 67"/>
                <a:gd name="T47" fmla="*/ 60 h 203"/>
                <a:gd name="T48" fmla="*/ 13 w 67"/>
                <a:gd name="T49" fmla="*/ 116 h 203"/>
                <a:gd name="T50" fmla="*/ 7 w 67"/>
                <a:gd name="T51" fmla="*/ 124 h 203"/>
                <a:gd name="T52" fmla="*/ 0 w 67"/>
                <a:gd name="T53" fmla="*/ 116 h 203"/>
                <a:gd name="T54" fmla="*/ 0 w 67"/>
                <a:gd name="T55" fmla="*/ 52 h 203"/>
                <a:gd name="T56" fmla="*/ 18 w 67"/>
                <a:gd name="T57" fmla="*/ 36 h 203"/>
                <a:gd name="T58" fmla="*/ 50 w 67"/>
                <a:gd name="T59" fmla="*/ 36 h 203"/>
                <a:gd name="T60" fmla="*/ 67 w 67"/>
                <a:gd name="T61" fmla="*/ 52 h 203"/>
                <a:gd name="T62" fmla="*/ 67 w 67"/>
                <a:gd name="T63" fmla="*/ 11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 h="203">
                  <a:moveTo>
                    <a:pt x="47" y="17"/>
                  </a:moveTo>
                  <a:cubicBezTo>
                    <a:pt x="47" y="21"/>
                    <a:pt x="46" y="26"/>
                    <a:pt x="43" y="29"/>
                  </a:cubicBezTo>
                  <a:cubicBezTo>
                    <a:pt x="41" y="33"/>
                    <a:pt x="37" y="35"/>
                    <a:pt x="34" y="35"/>
                  </a:cubicBezTo>
                  <a:cubicBezTo>
                    <a:pt x="30" y="35"/>
                    <a:pt x="27" y="33"/>
                    <a:pt x="24" y="29"/>
                  </a:cubicBezTo>
                  <a:cubicBezTo>
                    <a:pt x="21" y="26"/>
                    <a:pt x="20" y="21"/>
                    <a:pt x="20" y="17"/>
                  </a:cubicBezTo>
                  <a:cubicBezTo>
                    <a:pt x="20" y="12"/>
                    <a:pt x="21" y="8"/>
                    <a:pt x="24" y="5"/>
                  </a:cubicBezTo>
                  <a:cubicBezTo>
                    <a:pt x="26" y="2"/>
                    <a:pt x="30" y="0"/>
                    <a:pt x="34" y="0"/>
                  </a:cubicBezTo>
                  <a:cubicBezTo>
                    <a:pt x="37" y="0"/>
                    <a:pt x="41" y="2"/>
                    <a:pt x="43" y="5"/>
                  </a:cubicBezTo>
                  <a:cubicBezTo>
                    <a:pt x="46" y="8"/>
                    <a:pt x="47" y="12"/>
                    <a:pt x="47" y="17"/>
                  </a:cubicBezTo>
                  <a:close/>
                  <a:moveTo>
                    <a:pt x="67" y="116"/>
                  </a:moveTo>
                  <a:cubicBezTo>
                    <a:pt x="67" y="121"/>
                    <a:pt x="65" y="124"/>
                    <a:pt x="61" y="124"/>
                  </a:cubicBezTo>
                  <a:cubicBezTo>
                    <a:pt x="57" y="124"/>
                    <a:pt x="54" y="121"/>
                    <a:pt x="54" y="116"/>
                  </a:cubicBezTo>
                  <a:cubicBezTo>
                    <a:pt x="54" y="60"/>
                    <a:pt x="54" y="60"/>
                    <a:pt x="54" y="60"/>
                  </a:cubicBezTo>
                  <a:cubicBezTo>
                    <a:pt x="51" y="60"/>
                    <a:pt x="51" y="60"/>
                    <a:pt x="51" y="60"/>
                  </a:cubicBezTo>
                  <a:cubicBezTo>
                    <a:pt x="51" y="194"/>
                    <a:pt x="51" y="194"/>
                    <a:pt x="51" y="194"/>
                  </a:cubicBezTo>
                  <a:cubicBezTo>
                    <a:pt x="51" y="200"/>
                    <a:pt x="49" y="203"/>
                    <a:pt x="43" y="203"/>
                  </a:cubicBezTo>
                  <a:cubicBezTo>
                    <a:pt x="38" y="203"/>
                    <a:pt x="36" y="200"/>
                    <a:pt x="36" y="194"/>
                  </a:cubicBezTo>
                  <a:cubicBezTo>
                    <a:pt x="36" y="115"/>
                    <a:pt x="36" y="115"/>
                    <a:pt x="36" y="115"/>
                  </a:cubicBezTo>
                  <a:cubicBezTo>
                    <a:pt x="32" y="115"/>
                    <a:pt x="32" y="115"/>
                    <a:pt x="32" y="115"/>
                  </a:cubicBezTo>
                  <a:cubicBezTo>
                    <a:pt x="32" y="194"/>
                    <a:pt x="32" y="194"/>
                    <a:pt x="32" y="194"/>
                  </a:cubicBezTo>
                  <a:cubicBezTo>
                    <a:pt x="32" y="200"/>
                    <a:pt x="29" y="203"/>
                    <a:pt x="24" y="203"/>
                  </a:cubicBezTo>
                  <a:cubicBezTo>
                    <a:pt x="19" y="203"/>
                    <a:pt x="16" y="200"/>
                    <a:pt x="16" y="194"/>
                  </a:cubicBezTo>
                  <a:cubicBezTo>
                    <a:pt x="16" y="60"/>
                    <a:pt x="16" y="60"/>
                    <a:pt x="16" y="60"/>
                  </a:cubicBezTo>
                  <a:cubicBezTo>
                    <a:pt x="13" y="60"/>
                    <a:pt x="13" y="60"/>
                    <a:pt x="13" y="60"/>
                  </a:cubicBezTo>
                  <a:cubicBezTo>
                    <a:pt x="13" y="116"/>
                    <a:pt x="13" y="116"/>
                    <a:pt x="13" y="116"/>
                  </a:cubicBezTo>
                  <a:cubicBezTo>
                    <a:pt x="13" y="121"/>
                    <a:pt x="11" y="124"/>
                    <a:pt x="7" y="124"/>
                  </a:cubicBezTo>
                  <a:cubicBezTo>
                    <a:pt x="2" y="124"/>
                    <a:pt x="0" y="121"/>
                    <a:pt x="0" y="116"/>
                  </a:cubicBezTo>
                  <a:cubicBezTo>
                    <a:pt x="0" y="52"/>
                    <a:pt x="0" y="52"/>
                    <a:pt x="0" y="52"/>
                  </a:cubicBezTo>
                  <a:cubicBezTo>
                    <a:pt x="0" y="42"/>
                    <a:pt x="6" y="36"/>
                    <a:pt x="18" y="36"/>
                  </a:cubicBezTo>
                  <a:cubicBezTo>
                    <a:pt x="50" y="36"/>
                    <a:pt x="50" y="36"/>
                    <a:pt x="50" y="36"/>
                  </a:cubicBezTo>
                  <a:cubicBezTo>
                    <a:pt x="61" y="36"/>
                    <a:pt x="67" y="42"/>
                    <a:pt x="67" y="52"/>
                  </a:cubicBezTo>
                  <a:lnTo>
                    <a:pt x="67" y="116"/>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35" name="Freeform 16"/>
            <p:cNvSpPr>
              <a:spLocks noEditPoints="1"/>
            </p:cNvSpPr>
            <p:nvPr/>
          </p:nvSpPr>
          <p:spPr bwMode="auto">
            <a:xfrm>
              <a:off x="2674938" y="1497876"/>
              <a:ext cx="166688" cy="503238"/>
            </a:xfrm>
            <a:custGeom>
              <a:avLst/>
              <a:gdLst>
                <a:gd name="T0" fmla="*/ 47 w 67"/>
                <a:gd name="T1" fmla="*/ 17 h 203"/>
                <a:gd name="T2" fmla="*/ 43 w 67"/>
                <a:gd name="T3" fmla="*/ 29 h 203"/>
                <a:gd name="T4" fmla="*/ 34 w 67"/>
                <a:gd name="T5" fmla="*/ 35 h 203"/>
                <a:gd name="T6" fmla="*/ 24 w 67"/>
                <a:gd name="T7" fmla="*/ 29 h 203"/>
                <a:gd name="T8" fmla="*/ 20 w 67"/>
                <a:gd name="T9" fmla="*/ 17 h 203"/>
                <a:gd name="T10" fmla="*/ 24 w 67"/>
                <a:gd name="T11" fmla="*/ 5 h 203"/>
                <a:gd name="T12" fmla="*/ 34 w 67"/>
                <a:gd name="T13" fmla="*/ 0 h 203"/>
                <a:gd name="T14" fmla="*/ 43 w 67"/>
                <a:gd name="T15" fmla="*/ 5 h 203"/>
                <a:gd name="T16" fmla="*/ 47 w 67"/>
                <a:gd name="T17" fmla="*/ 17 h 203"/>
                <a:gd name="T18" fmla="*/ 67 w 67"/>
                <a:gd name="T19" fmla="*/ 116 h 203"/>
                <a:gd name="T20" fmla="*/ 61 w 67"/>
                <a:gd name="T21" fmla="*/ 124 h 203"/>
                <a:gd name="T22" fmla="*/ 54 w 67"/>
                <a:gd name="T23" fmla="*/ 116 h 203"/>
                <a:gd name="T24" fmla="*/ 54 w 67"/>
                <a:gd name="T25" fmla="*/ 60 h 203"/>
                <a:gd name="T26" fmla="*/ 51 w 67"/>
                <a:gd name="T27" fmla="*/ 60 h 203"/>
                <a:gd name="T28" fmla="*/ 51 w 67"/>
                <a:gd name="T29" fmla="*/ 194 h 203"/>
                <a:gd name="T30" fmla="*/ 43 w 67"/>
                <a:gd name="T31" fmla="*/ 203 h 203"/>
                <a:gd name="T32" fmla="*/ 36 w 67"/>
                <a:gd name="T33" fmla="*/ 194 h 203"/>
                <a:gd name="T34" fmla="*/ 36 w 67"/>
                <a:gd name="T35" fmla="*/ 115 h 203"/>
                <a:gd name="T36" fmla="*/ 32 w 67"/>
                <a:gd name="T37" fmla="*/ 115 h 203"/>
                <a:gd name="T38" fmla="*/ 32 w 67"/>
                <a:gd name="T39" fmla="*/ 194 h 203"/>
                <a:gd name="T40" fmla="*/ 24 w 67"/>
                <a:gd name="T41" fmla="*/ 203 h 203"/>
                <a:gd name="T42" fmla="*/ 16 w 67"/>
                <a:gd name="T43" fmla="*/ 194 h 203"/>
                <a:gd name="T44" fmla="*/ 16 w 67"/>
                <a:gd name="T45" fmla="*/ 60 h 203"/>
                <a:gd name="T46" fmla="*/ 13 w 67"/>
                <a:gd name="T47" fmla="*/ 60 h 203"/>
                <a:gd name="T48" fmla="*/ 13 w 67"/>
                <a:gd name="T49" fmla="*/ 116 h 203"/>
                <a:gd name="T50" fmla="*/ 7 w 67"/>
                <a:gd name="T51" fmla="*/ 124 h 203"/>
                <a:gd name="T52" fmla="*/ 0 w 67"/>
                <a:gd name="T53" fmla="*/ 116 h 203"/>
                <a:gd name="T54" fmla="*/ 0 w 67"/>
                <a:gd name="T55" fmla="*/ 52 h 203"/>
                <a:gd name="T56" fmla="*/ 18 w 67"/>
                <a:gd name="T57" fmla="*/ 36 h 203"/>
                <a:gd name="T58" fmla="*/ 50 w 67"/>
                <a:gd name="T59" fmla="*/ 36 h 203"/>
                <a:gd name="T60" fmla="*/ 67 w 67"/>
                <a:gd name="T61" fmla="*/ 52 h 203"/>
                <a:gd name="T62" fmla="*/ 67 w 67"/>
                <a:gd name="T63" fmla="*/ 11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 h="203">
                  <a:moveTo>
                    <a:pt x="47" y="17"/>
                  </a:moveTo>
                  <a:cubicBezTo>
                    <a:pt x="47" y="21"/>
                    <a:pt x="46" y="26"/>
                    <a:pt x="43" y="29"/>
                  </a:cubicBezTo>
                  <a:cubicBezTo>
                    <a:pt x="41" y="33"/>
                    <a:pt x="37" y="35"/>
                    <a:pt x="34" y="35"/>
                  </a:cubicBezTo>
                  <a:cubicBezTo>
                    <a:pt x="30" y="35"/>
                    <a:pt x="27" y="33"/>
                    <a:pt x="24" y="29"/>
                  </a:cubicBezTo>
                  <a:cubicBezTo>
                    <a:pt x="21" y="26"/>
                    <a:pt x="20" y="21"/>
                    <a:pt x="20" y="17"/>
                  </a:cubicBezTo>
                  <a:cubicBezTo>
                    <a:pt x="20" y="12"/>
                    <a:pt x="21" y="8"/>
                    <a:pt x="24" y="5"/>
                  </a:cubicBezTo>
                  <a:cubicBezTo>
                    <a:pt x="26" y="2"/>
                    <a:pt x="30" y="0"/>
                    <a:pt x="34" y="0"/>
                  </a:cubicBezTo>
                  <a:cubicBezTo>
                    <a:pt x="37" y="0"/>
                    <a:pt x="41" y="2"/>
                    <a:pt x="43" y="5"/>
                  </a:cubicBezTo>
                  <a:cubicBezTo>
                    <a:pt x="46" y="8"/>
                    <a:pt x="47" y="12"/>
                    <a:pt x="47" y="17"/>
                  </a:cubicBezTo>
                  <a:close/>
                  <a:moveTo>
                    <a:pt x="67" y="116"/>
                  </a:moveTo>
                  <a:cubicBezTo>
                    <a:pt x="67" y="121"/>
                    <a:pt x="65" y="124"/>
                    <a:pt x="61" y="124"/>
                  </a:cubicBezTo>
                  <a:cubicBezTo>
                    <a:pt x="57" y="124"/>
                    <a:pt x="54" y="121"/>
                    <a:pt x="54" y="116"/>
                  </a:cubicBezTo>
                  <a:cubicBezTo>
                    <a:pt x="54" y="60"/>
                    <a:pt x="54" y="60"/>
                    <a:pt x="54" y="60"/>
                  </a:cubicBezTo>
                  <a:cubicBezTo>
                    <a:pt x="51" y="60"/>
                    <a:pt x="51" y="60"/>
                    <a:pt x="51" y="60"/>
                  </a:cubicBezTo>
                  <a:cubicBezTo>
                    <a:pt x="51" y="194"/>
                    <a:pt x="51" y="194"/>
                    <a:pt x="51" y="194"/>
                  </a:cubicBezTo>
                  <a:cubicBezTo>
                    <a:pt x="51" y="200"/>
                    <a:pt x="49" y="203"/>
                    <a:pt x="43" y="203"/>
                  </a:cubicBezTo>
                  <a:cubicBezTo>
                    <a:pt x="38" y="203"/>
                    <a:pt x="36" y="200"/>
                    <a:pt x="36" y="194"/>
                  </a:cubicBezTo>
                  <a:cubicBezTo>
                    <a:pt x="36" y="115"/>
                    <a:pt x="36" y="115"/>
                    <a:pt x="36" y="115"/>
                  </a:cubicBezTo>
                  <a:cubicBezTo>
                    <a:pt x="32" y="115"/>
                    <a:pt x="32" y="115"/>
                    <a:pt x="32" y="115"/>
                  </a:cubicBezTo>
                  <a:cubicBezTo>
                    <a:pt x="32" y="194"/>
                    <a:pt x="32" y="194"/>
                    <a:pt x="32" y="194"/>
                  </a:cubicBezTo>
                  <a:cubicBezTo>
                    <a:pt x="32" y="200"/>
                    <a:pt x="29" y="203"/>
                    <a:pt x="24" y="203"/>
                  </a:cubicBezTo>
                  <a:cubicBezTo>
                    <a:pt x="19" y="203"/>
                    <a:pt x="16" y="200"/>
                    <a:pt x="16" y="194"/>
                  </a:cubicBezTo>
                  <a:cubicBezTo>
                    <a:pt x="16" y="60"/>
                    <a:pt x="16" y="60"/>
                    <a:pt x="16" y="60"/>
                  </a:cubicBezTo>
                  <a:cubicBezTo>
                    <a:pt x="13" y="60"/>
                    <a:pt x="13" y="60"/>
                    <a:pt x="13" y="60"/>
                  </a:cubicBezTo>
                  <a:cubicBezTo>
                    <a:pt x="13" y="116"/>
                    <a:pt x="13" y="116"/>
                    <a:pt x="13" y="116"/>
                  </a:cubicBezTo>
                  <a:cubicBezTo>
                    <a:pt x="13" y="121"/>
                    <a:pt x="11" y="124"/>
                    <a:pt x="7" y="124"/>
                  </a:cubicBezTo>
                  <a:cubicBezTo>
                    <a:pt x="2" y="124"/>
                    <a:pt x="0" y="121"/>
                    <a:pt x="0" y="116"/>
                  </a:cubicBezTo>
                  <a:cubicBezTo>
                    <a:pt x="0" y="52"/>
                    <a:pt x="0" y="52"/>
                    <a:pt x="0" y="52"/>
                  </a:cubicBezTo>
                  <a:cubicBezTo>
                    <a:pt x="0" y="42"/>
                    <a:pt x="6" y="36"/>
                    <a:pt x="18" y="36"/>
                  </a:cubicBezTo>
                  <a:cubicBezTo>
                    <a:pt x="50" y="36"/>
                    <a:pt x="50" y="36"/>
                    <a:pt x="50" y="36"/>
                  </a:cubicBezTo>
                  <a:cubicBezTo>
                    <a:pt x="61" y="36"/>
                    <a:pt x="67" y="42"/>
                    <a:pt x="67" y="52"/>
                  </a:cubicBezTo>
                  <a:lnTo>
                    <a:pt x="67" y="116"/>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36" name="Freeform 17"/>
            <p:cNvSpPr>
              <a:spLocks noEditPoints="1"/>
            </p:cNvSpPr>
            <p:nvPr/>
          </p:nvSpPr>
          <p:spPr bwMode="auto">
            <a:xfrm>
              <a:off x="3276600" y="1497876"/>
              <a:ext cx="166688" cy="503238"/>
            </a:xfrm>
            <a:custGeom>
              <a:avLst/>
              <a:gdLst>
                <a:gd name="T0" fmla="*/ 47 w 67"/>
                <a:gd name="T1" fmla="*/ 17 h 203"/>
                <a:gd name="T2" fmla="*/ 43 w 67"/>
                <a:gd name="T3" fmla="*/ 29 h 203"/>
                <a:gd name="T4" fmla="*/ 34 w 67"/>
                <a:gd name="T5" fmla="*/ 35 h 203"/>
                <a:gd name="T6" fmla="*/ 24 w 67"/>
                <a:gd name="T7" fmla="*/ 29 h 203"/>
                <a:gd name="T8" fmla="*/ 20 w 67"/>
                <a:gd name="T9" fmla="*/ 17 h 203"/>
                <a:gd name="T10" fmla="*/ 24 w 67"/>
                <a:gd name="T11" fmla="*/ 5 h 203"/>
                <a:gd name="T12" fmla="*/ 34 w 67"/>
                <a:gd name="T13" fmla="*/ 0 h 203"/>
                <a:gd name="T14" fmla="*/ 43 w 67"/>
                <a:gd name="T15" fmla="*/ 5 h 203"/>
                <a:gd name="T16" fmla="*/ 47 w 67"/>
                <a:gd name="T17" fmla="*/ 17 h 203"/>
                <a:gd name="T18" fmla="*/ 67 w 67"/>
                <a:gd name="T19" fmla="*/ 116 h 203"/>
                <a:gd name="T20" fmla="*/ 61 w 67"/>
                <a:gd name="T21" fmla="*/ 124 h 203"/>
                <a:gd name="T22" fmla="*/ 54 w 67"/>
                <a:gd name="T23" fmla="*/ 116 h 203"/>
                <a:gd name="T24" fmla="*/ 54 w 67"/>
                <a:gd name="T25" fmla="*/ 60 h 203"/>
                <a:gd name="T26" fmla="*/ 51 w 67"/>
                <a:gd name="T27" fmla="*/ 60 h 203"/>
                <a:gd name="T28" fmla="*/ 51 w 67"/>
                <a:gd name="T29" fmla="*/ 194 h 203"/>
                <a:gd name="T30" fmla="*/ 43 w 67"/>
                <a:gd name="T31" fmla="*/ 203 h 203"/>
                <a:gd name="T32" fmla="*/ 36 w 67"/>
                <a:gd name="T33" fmla="*/ 194 h 203"/>
                <a:gd name="T34" fmla="*/ 36 w 67"/>
                <a:gd name="T35" fmla="*/ 115 h 203"/>
                <a:gd name="T36" fmla="*/ 32 w 67"/>
                <a:gd name="T37" fmla="*/ 115 h 203"/>
                <a:gd name="T38" fmla="*/ 32 w 67"/>
                <a:gd name="T39" fmla="*/ 194 h 203"/>
                <a:gd name="T40" fmla="*/ 24 w 67"/>
                <a:gd name="T41" fmla="*/ 203 h 203"/>
                <a:gd name="T42" fmla="*/ 16 w 67"/>
                <a:gd name="T43" fmla="*/ 194 h 203"/>
                <a:gd name="T44" fmla="*/ 16 w 67"/>
                <a:gd name="T45" fmla="*/ 60 h 203"/>
                <a:gd name="T46" fmla="*/ 13 w 67"/>
                <a:gd name="T47" fmla="*/ 60 h 203"/>
                <a:gd name="T48" fmla="*/ 13 w 67"/>
                <a:gd name="T49" fmla="*/ 116 h 203"/>
                <a:gd name="T50" fmla="*/ 7 w 67"/>
                <a:gd name="T51" fmla="*/ 124 h 203"/>
                <a:gd name="T52" fmla="*/ 0 w 67"/>
                <a:gd name="T53" fmla="*/ 116 h 203"/>
                <a:gd name="T54" fmla="*/ 0 w 67"/>
                <a:gd name="T55" fmla="*/ 52 h 203"/>
                <a:gd name="T56" fmla="*/ 18 w 67"/>
                <a:gd name="T57" fmla="*/ 36 h 203"/>
                <a:gd name="T58" fmla="*/ 50 w 67"/>
                <a:gd name="T59" fmla="*/ 36 h 203"/>
                <a:gd name="T60" fmla="*/ 67 w 67"/>
                <a:gd name="T61" fmla="*/ 52 h 203"/>
                <a:gd name="T62" fmla="*/ 67 w 67"/>
                <a:gd name="T63" fmla="*/ 11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 h="203">
                  <a:moveTo>
                    <a:pt x="47" y="17"/>
                  </a:moveTo>
                  <a:cubicBezTo>
                    <a:pt x="47" y="21"/>
                    <a:pt x="46" y="26"/>
                    <a:pt x="43" y="29"/>
                  </a:cubicBezTo>
                  <a:cubicBezTo>
                    <a:pt x="41" y="33"/>
                    <a:pt x="37" y="35"/>
                    <a:pt x="34" y="35"/>
                  </a:cubicBezTo>
                  <a:cubicBezTo>
                    <a:pt x="30" y="35"/>
                    <a:pt x="27" y="33"/>
                    <a:pt x="24" y="29"/>
                  </a:cubicBezTo>
                  <a:cubicBezTo>
                    <a:pt x="21" y="26"/>
                    <a:pt x="20" y="21"/>
                    <a:pt x="20" y="17"/>
                  </a:cubicBezTo>
                  <a:cubicBezTo>
                    <a:pt x="20" y="12"/>
                    <a:pt x="21" y="8"/>
                    <a:pt x="24" y="5"/>
                  </a:cubicBezTo>
                  <a:cubicBezTo>
                    <a:pt x="26" y="2"/>
                    <a:pt x="30" y="0"/>
                    <a:pt x="34" y="0"/>
                  </a:cubicBezTo>
                  <a:cubicBezTo>
                    <a:pt x="37" y="0"/>
                    <a:pt x="41" y="2"/>
                    <a:pt x="43" y="5"/>
                  </a:cubicBezTo>
                  <a:cubicBezTo>
                    <a:pt x="46" y="8"/>
                    <a:pt x="47" y="12"/>
                    <a:pt x="47" y="17"/>
                  </a:cubicBezTo>
                  <a:close/>
                  <a:moveTo>
                    <a:pt x="67" y="116"/>
                  </a:moveTo>
                  <a:cubicBezTo>
                    <a:pt x="67" y="121"/>
                    <a:pt x="65" y="124"/>
                    <a:pt x="61" y="124"/>
                  </a:cubicBezTo>
                  <a:cubicBezTo>
                    <a:pt x="57" y="124"/>
                    <a:pt x="54" y="121"/>
                    <a:pt x="54" y="116"/>
                  </a:cubicBezTo>
                  <a:cubicBezTo>
                    <a:pt x="54" y="60"/>
                    <a:pt x="54" y="60"/>
                    <a:pt x="54" y="60"/>
                  </a:cubicBezTo>
                  <a:cubicBezTo>
                    <a:pt x="51" y="60"/>
                    <a:pt x="51" y="60"/>
                    <a:pt x="51" y="60"/>
                  </a:cubicBezTo>
                  <a:cubicBezTo>
                    <a:pt x="51" y="194"/>
                    <a:pt x="51" y="194"/>
                    <a:pt x="51" y="194"/>
                  </a:cubicBezTo>
                  <a:cubicBezTo>
                    <a:pt x="51" y="200"/>
                    <a:pt x="49" y="203"/>
                    <a:pt x="43" y="203"/>
                  </a:cubicBezTo>
                  <a:cubicBezTo>
                    <a:pt x="38" y="203"/>
                    <a:pt x="36" y="200"/>
                    <a:pt x="36" y="194"/>
                  </a:cubicBezTo>
                  <a:cubicBezTo>
                    <a:pt x="36" y="115"/>
                    <a:pt x="36" y="115"/>
                    <a:pt x="36" y="115"/>
                  </a:cubicBezTo>
                  <a:cubicBezTo>
                    <a:pt x="32" y="115"/>
                    <a:pt x="32" y="115"/>
                    <a:pt x="32" y="115"/>
                  </a:cubicBezTo>
                  <a:cubicBezTo>
                    <a:pt x="32" y="194"/>
                    <a:pt x="32" y="194"/>
                    <a:pt x="32" y="194"/>
                  </a:cubicBezTo>
                  <a:cubicBezTo>
                    <a:pt x="32" y="200"/>
                    <a:pt x="29" y="203"/>
                    <a:pt x="24" y="203"/>
                  </a:cubicBezTo>
                  <a:cubicBezTo>
                    <a:pt x="19" y="203"/>
                    <a:pt x="16" y="200"/>
                    <a:pt x="16" y="194"/>
                  </a:cubicBezTo>
                  <a:cubicBezTo>
                    <a:pt x="16" y="60"/>
                    <a:pt x="16" y="60"/>
                    <a:pt x="16" y="60"/>
                  </a:cubicBezTo>
                  <a:cubicBezTo>
                    <a:pt x="13" y="60"/>
                    <a:pt x="13" y="60"/>
                    <a:pt x="13" y="60"/>
                  </a:cubicBezTo>
                  <a:cubicBezTo>
                    <a:pt x="13" y="116"/>
                    <a:pt x="13" y="116"/>
                    <a:pt x="13" y="116"/>
                  </a:cubicBezTo>
                  <a:cubicBezTo>
                    <a:pt x="13" y="121"/>
                    <a:pt x="11" y="124"/>
                    <a:pt x="7" y="124"/>
                  </a:cubicBezTo>
                  <a:cubicBezTo>
                    <a:pt x="2" y="124"/>
                    <a:pt x="0" y="121"/>
                    <a:pt x="0" y="116"/>
                  </a:cubicBezTo>
                  <a:cubicBezTo>
                    <a:pt x="0" y="52"/>
                    <a:pt x="0" y="52"/>
                    <a:pt x="0" y="52"/>
                  </a:cubicBezTo>
                  <a:cubicBezTo>
                    <a:pt x="0" y="42"/>
                    <a:pt x="6" y="36"/>
                    <a:pt x="18" y="36"/>
                  </a:cubicBezTo>
                  <a:cubicBezTo>
                    <a:pt x="50" y="36"/>
                    <a:pt x="50" y="36"/>
                    <a:pt x="50" y="36"/>
                  </a:cubicBezTo>
                  <a:cubicBezTo>
                    <a:pt x="61" y="36"/>
                    <a:pt x="67" y="42"/>
                    <a:pt x="67" y="52"/>
                  </a:cubicBezTo>
                  <a:lnTo>
                    <a:pt x="67" y="116"/>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37" name="Freeform 18"/>
            <p:cNvSpPr>
              <a:spLocks noEditPoints="1"/>
            </p:cNvSpPr>
            <p:nvPr/>
          </p:nvSpPr>
          <p:spPr bwMode="auto">
            <a:xfrm>
              <a:off x="1446213" y="1497876"/>
              <a:ext cx="166688" cy="503238"/>
            </a:xfrm>
            <a:custGeom>
              <a:avLst/>
              <a:gdLst>
                <a:gd name="T0" fmla="*/ 47 w 67"/>
                <a:gd name="T1" fmla="*/ 17 h 203"/>
                <a:gd name="T2" fmla="*/ 43 w 67"/>
                <a:gd name="T3" fmla="*/ 29 h 203"/>
                <a:gd name="T4" fmla="*/ 33 w 67"/>
                <a:gd name="T5" fmla="*/ 35 h 203"/>
                <a:gd name="T6" fmla="*/ 24 w 67"/>
                <a:gd name="T7" fmla="*/ 29 h 203"/>
                <a:gd name="T8" fmla="*/ 20 w 67"/>
                <a:gd name="T9" fmla="*/ 17 h 203"/>
                <a:gd name="T10" fmla="*/ 24 w 67"/>
                <a:gd name="T11" fmla="*/ 5 h 203"/>
                <a:gd name="T12" fmla="*/ 33 w 67"/>
                <a:gd name="T13" fmla="*/ 0 h 203"/>
                <a:gd name="T14" fmla="*/ 43 w 67"/>
                <a:gd name="T15" fmla="*/ 5 h 203"/>
                <a:gd name="T16" fmla="*/ 47 w 67"/>
                <a:gd name="T17" fmla="*/ 17 h 203"/>
                <a:gd name="T18" fmla="*/ 67 w 67"/>
                <a:gd name="T19" fmla="*/ 116 h 203"/>
                <a:gd name="T20" fmla="*/ 60 w 67"/>
                <a:gd name="T21" fmla="*/ 124 h 203"/>
                <a:gd name="T22" fmla="*/ 54 w 67"/>
                <a:gd name="T23" fmla="*/ 116 h 203"/>
                <a:gd name="T24" fmla="*/ 54 w 67"/>
                <a:gd name="T25" fmla="*/ 60 h 203"/>
                <a:gd name="T26" fmla="*/ 51 w 67"/>
                <a:gd name="T27" fmla="*/ 60 h 203"/>
                <a:gd name="T28" fmla="*/ 51 w 67"/>
                <a:gd name="T29" fmla="*/ 194 h 203"/>
                <a:gd name="T30" fmla="*/ 43 w 67"/>
                <a:gd name="T31" fmla="*/ 203 h 203"/>
                <a:gd name="T32" fmla="*/ 36 w 67"/>
                <a:gd name="T33" fmla="*/ 194 h 203"/>
                <a:gd name="T34" fmla="*/ 36 w 67"/>
                <a:gd name="T35" fmla="*/ 115 h 203"/>
                <a:gd name="T36" fmla="*/ 31 w 67"/>
                <a:gd name="T37" fmla="*/ 115 h 203"/>
                <a:gd name="T38" fmla="*/ 31 w 67"/>
                <a:gd name="T39" fmla="*/ 194 h 203"/>
                <a:gd name="T40" fmla="*/ 24 w 67"/>
                <a:gd name="T41" fmla="*/ 203 h 203"/>
                <a:gd name="T42" fmla="*/ 16 w 67"/>
                <a:gd name="T43" fmla="*/ 194 h 203"/>
                <a:gd name="T44" fmla="*/ 16 w 67"/>
                <a:gd name="T45" fmla="*/ 60 h 203"/>
                <a:gd name="T46" fmla="*/ 13 w 67"/>
                <a:gd name="T47" fmla="*/ 60 h 203"/>
                <a:gd name="T48" fmla="*/ 13 w 67"/>
                <a:gd name="T49" fmla="*/ 116 h 203"/>
                <a:gd name="T50" fmla="*/ 6 w 67"/>
                <a:gd name="T51" fmla="*/ 124 h 203"/>
                <a:gd name="T52" fmla="*/ 0 w 67"/>
                <a:gd name="T53" fmla="*/ 116 h 203"/>
                <a:gd name="T54" fmla="*/ 0 w 67"/>
                <a:gd name="T55" fmla="*/ 52 h 203"/>
                <a:gd name="T56" fmla="*/ 17 w 67"/>
                <a:gd name="T57" fmla="*/ 36 h 203"/>
                <a:gd name="T58" fmla="*/ 50 w 67"/>
                <a:gd name="T59" fmla="*/ 36 h 203"/>
                <a:gd name="T60" fmla="*/ 67 w 67"/>
                <a:gd name="T61" fmla="*/ 52 h 203"/>
                <a:gd name="T62" fmla="*/ 67 w 67"/>
                <a:gd name="T63" fmla="*/ 11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 h="203">
                  <a:moveTo>
                    <a:pt x="47" y="17"/>
                  </a:moveTo>
                  <a:cubicBezTo>
                    <a:pt x="47" y="21"/>
                    <a:pt x="46" y="26"/>
                    <a:pt x="43" y="29"/>
                  </a:cubicBezTo>
                  <a:cubicBezTo>
                    <a:pt x="40" y="33"/>
                    <a:pt x="37" y="35"/>
                    <a:pt x="33" y="35"/>
                  </a:cubicBezTo>
                  <a:cubicBezTo>
                    <a:pt x="30" y="35"/>
                    <a:pt x="26" y="33"/>
                    <a:pt x="24" y="29"/>
                  </a:cubicBezTo>
                  <a:cubicBezTo>
                    <a:pt x="21" y="26"/>
                    <a:pt x="20" y="21"/>
                    <a:pt x="20" y="17"/>
                  </a:cubicBezTo>
                  <a:cubicBezTo>
                    <a:pt x="20" y="12"/>
                    <a:pt x="21" y="8"/>
                    <a:pt x="24" y="5"/>
                  </a:cubicBezTo>
                  <a:cubicBezTo>
                    <a:pt x="26" y="2"/>
                    <a:pt x="29" y="0"/>
                    <a:pt x="33" y="0"/>
                  </a:cubicBezTo>
                  <a:cubicBezTo>
                    <a:pt x="37" y="0"/>
                    <a:pt x="40" y="2"/>
                    <a:pt x="43" y="5"/>
                  </a:cubicBezTo>
                  <a:cubicBezTo>
                    <a:pt x="46" y="8"/>
                    <a:pt x="47" y="12"/>
                    <a:pt x="47" y="17"/>
                  </a:cubicBezTo>
                  <a:close/>
                  <a:moveTo>
                    <a:pt x="67" y="116"/>
                  </a:moveTo>
                  <a:cubicBezTo>
                    <a:pt x="67" y="121"/>
                    <a:pt x="65" y="124"/>
                    <a:pt x="60" y="124"/>
                  </a:cubicBezTo>
                  <a:cubicBezTo>
                    <a:pt x="56" y="124"/>
                    <a:pt x="54" y="121"/>
                    <a:pt x="54" y="116"/>
                  </a:cubicBezTo>
                  <a:cubicBezTo>
                    <a:pt x="54" y="60"/>
                    <a:pt x="54" y="60"/>
                    <a:pt x="54" y="60"/>
                  </a:cubicBezTo>
                  <a:cubicBezTo>
                    <a:pt x="51" y="60"/>
                    <a:pt x="51" y="60"/>
                    <a:pt x="51" y="60"/>
                  </a:cubicBezTo>
                  <a:cubicBezTo>
                    <a:pt x="51" y="194"/>
                    <a:pt x="51" y="194"/>
                    <a:pt x="51" y="194"/>
                  </a:cubicBezTo>
                  <a:cubicBezTo>
                    <a:pt x="51" y="200"/>
                    <a:pt x="48" y="203"/>
                    <a:pt x="43" y="203"/>
                  </a:cubicBezTo>
                  <a:cubicBezTo>
                    <a:pt x="38" y="203"/>
                    <a:pt x="36" y="200"/>
                    <a:pt x="36" y="194"/>
                  </a:cubicBezTo>
                  <a:cubicBezTo>
                    <a:pt x="36" y="115"/>
                    <a:pt x="36" y="115"/>
                    <a:pt x="36" y="115"/>
                  </a:cubicBezTo>
                  <a:cubicBezTo>
                    <a:pt x="31" y="115"/>
                    <a:pt x="31" y="115"/>
                    <a:pt x="31" y="115"/>
                  </a:cubicBezTo>
                  <a:cubicBezTo>
                    <a:pt x="31" y="194"/>
                    <a:pt x="31" y="194"/>
                    <a:pt x="31" y="194"/>
                  </a:cubicBezTo>
                  <a:cubicBezTo>
                    <a:pt x="31" y="200"/>
                    <a:pt x="29" y="203"/>
                    <a:pt x="24" y="203"/>
                  </a:cubicBezTo>
                  <a:cubicBezTo>
                    <a:pt x="18" y="203"/>
                    <a:pt x="16" y="200"/>
                    <a:pt x="16" y="194"/>
                  </a:cubicBezTo>
                  <a:cubicBezTo>
                    <a:pt x="16" y="60"/>
                    <a:pt x="16" y="60"/>
                    <a:pt x="16" y="60"/>
                  </a:cubicBezTo>
                  <a:cubicBezTo>
                    <a:pt x="13" y="60"/>
                    <a:pt x="13" y="60"/>
                    <a:pt x="13" y="60"/>
                  </a:cubicBezTo>
                  <a:cubicBezTo>
                    <a:pt x="13" y="116"/>
                    <a:pt x="13" y="116"/>
                    <a:pt x="13" y="116"/>
                  </a:cubicBezTo>
                  <a:cubicBezTo>
                    <a:pt x="13" y="121"/>
                    <a:pt x="11" y="124"/>
                    <a:pt x="6" y="124"/>
                  </a:cubicBezTo>
                  <a:cubicBezTo>
                    <a:pt x="2" y="124"/>
                    <a:pt x="0" y="121"/>
                    <a:pt x="0" y="116"/>
                  </a:cubicBezTo>
                  <a:cubicBezTo>
                    <a:pt x="0" y="52"/>
                    <a:pt x="0" y="52"/>
                    <a:pt x="0" y="52"/>
                  </a:cubicBezTo>
                  <a:cubicBezTo>
                    <a:pt x="0" y="42"/>
                    <a:pt x="6" y="36"/>
                    <a:pt x="17" y="36"/>
                  </a:cubicBezTo>
                  <a:cubicBezTo>
                    <a:pt x="50" y="36"/>
                    <a:pt x="50" y="36"/>
                    <a:pt x="50" y="36"/>
                  </a:cubicBezTo>
                  <a:cubicBezTo>
                    <a:pt x="61" y="36"/>
                    <a:pt x="67" y="42"/>
                    <a:pt x="67" y="52"/>
                  </a:cubicBezTo>
                  <a:lnTo>
                    <a:pt x="67" y="116"/>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38" name="Freeform 19"/>
            <p:cNvSpPr>
              <a:spLocks noEditPoints="1"/>
            </p:cNvSpPr>
            <p:nvPr/>
          </p:nvSpPr>
          <p:spPr bwMode="auto">
            <a:xfrm>
              <a:off x="844550" y="1497876"/>
              <a:ext cx="166688" cy="503238"/>
            </a:xfrm>
            <a:custGeom>
              <a:avLst/>
              <a:gdLst>
                <a:gd name="T0" fmla="*/ 47 w 67"/>
                <a:gd name="T1" fmla="*/ 17 h 203"/>
                <a:gd name="T2" fmla="*/ 43 w 67"/>
                <a:gd name="T3" fmla="*/ 29 h 203"/>
                <a:gd name="T4" fmla="*/ 34 w 67"/>
                <a:gd name="T5" fmla="*/ 35 h 203"/>
                <a:gd name="T6" fmla="*/ 24 w 67"/>
                <a:gd name="T7" fmla="*/ 29 h 203"/>
                <a:gd name="T8" fmla="*/ 20 w 67"/>
                <a:gd name="T9" fmla="*/ 17 h 203"/>
                <a:gd name="T10" fmla="*/ 24 w 67"/>
                <a:gd name="T11" fmla="*/ 5 h 203"/>
                <a:gd name="T12" fmla="*/ 34 w 67"/>
                <a:gd name="T13" fmla="*/ 0 h 203"/>
                <a:gd name="T14" fmla="*/ 43 w 67"/>
                <a:gd name="T15" fmla="*/ 5 h 203"/>
                <a:gd name="T16" fmla="*/ 47 w 67"/>
                <a:gd name="T17" fmla="*/ 17 h 203"/>
                <a:gd name="T18" fmla="*/ 67 w 67"/>
                <a:gd name="T19" fmla="*/ 116 h 203"/>
                <a:gd name="T20" fmla="*/ 61 w 67"/>
                <a:gd name="T21" fmla="*/ 124 h 203"/>
                <a:gd name="T22" fmla="*/ 55 w 67"/>
                <a:gd name="T23" fmla="*/ 116 h 203"/>
                <a:gd name="T24" fmla="*/ 55 w 67"/>
                <a:gd name="T25" fmla="*/ 60 h 203"/>
                <a:gd name="T26" fmla="*/ 51 w 67"/>
                <a:gd name="T27" fmla="*/ 60 h 203"/>
                <a:gd name="T28" fmla="*/ 51 w 67"/>
                <a:gd name="T29" fmla="*/ 194 h 203"/>
                <a:gd name="T30" fmla="*/ 44 w 67"/>
                <a:gd name="T31" fmla="*/ 203 h 203"/>
                <a:gd name="T32" fmla="*/ 36 w 67"/>
                <a:gd name="T33" fmla="*/ 194 h 203"/>
                <a:gd name="T34" fmla="*/ 36 w 67"/>
                <a:gd name="T35" fmla="*/ 115 h 203"/>
                <a:gd name="T36" fmla="*/ 32 w 67"/>
                <a:gd name="T37" fmla="*/ 115 h 203"/>
                <a:gd name="T38" fmla="*/ 32 w 67"/>
                <a:gd name="T39" fmla="*/ 194 h 203"/>
                <a:gd name="T40" fmla="*/ 24 w 67"/>
                <a:gd name="T41" fmla="*/ 203 h 203"/>
                <a:gd name="T42" fmla="*/ 16 w 67"/>
                <a:gd name="T43" fmla="*/ 194 h 203"/>
                <a:gd name="T44" fmla="*/ 16 w 67"/>
                <a:gd name="T45" fmla="*/ 60 h 203"/>
                <a:gd name="T46" fmla="*/ 13 w 67"/>
                <a:gd name="T47" fmla="*/ 60 h 203"/>
                <a:gd name="T48" fmla="*/ 13 w 67"/>
                <a:gd name="T49" fmla="*/ 116 h 203"/>
                <a:gd name="T50" fmla="*/ 7 w 67"/>
                <a:gd name="T51" fmla="*/ 124 h 203"/>
                <a:gd name="T52" fmla="*/ 0 w 67"/>
                <a:gd name="T53" fmla="*/ 116 h 203"/>
                <a:gd name="T54" fmla="*/ 0 w 67"/>
                <a:gd name="T55" fmla="*/ 52 h 203"/>
                <a:gd name="T56" fmla="*/ 18 w 67"/>
                <a:gd name="T57" fmla="*/ 36 h 203"/>
                <a:gd name="T58" fmla="*/ 50 w 67"/>
                <a:gd name="T59" fmla="*/ 36 h 203"/>
                <a:gd name="T60" fmla="*/ 67 w 67"/>
                <a:gd name="T61" fmla="*/ 52 h 203"/>
                <a:gd name="T62" fmla="*/ 67 w 67"/>
                <a:gd name="T63" fmla="*/ 11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 h="203">
                  <a:moveTo>
                    <a:pt x="47" y="17"/>
                  </a:moveTo>
                  <a:cubicBezTo>
                    <a:pt x="47" y="21"/>
                    <a:pt x="46" y="26"/>
                    <a:pt x="43" y="29"/>
                  </a:cubicBezTo>
                  <a:cubicBezTo>
                    <a:pt x="41" y="33"/>
                    <a:pt x="37" y="35"/>
                    <a:pt x="34" y="35"/>
                  </a:cubicBezTo>
                  <a:cubicBezTo>
                    <a:pt x="30" y="35"/>
                    <a:pt x="27" y="33"/>
                    <a:pt x="24" y="29"/>
                  </a:cubicBezTo>
                  <a:cubicBezTo>
                    <a:pt x="21" y="26"/>
                    <a:pt x="20" y="21"/>
                    <a:pt x="20" y="17"/>
                  </a:cubicBezTo>
                  <a:cubicBezTo>
                    <a:pt x="20" y="12"/>
                    <a:pt x="21" y="8"/>
                    <a:pt x="24" y="5"/>
                  </a:cubicBezTo>
                  <a:cubicBezTo>
                    <a:pt x="26" y="2"/>
                    <a:pt x="30" y="0"/>
                    <a:pt x="34" y="0"/>
                  </a:cubicBezTo>
                  <a:cubicBezTo>
                    <a:pt x="37" y="0"/>
                    <a:pt x="41" y="2"/>
                    <a:pt x="43" y="5"/>
                  </a:cubicBezTo>
                  <a:cubicBezTo>
                    <a:pt x="46" y="8"/>
                    <a:pt x="47" y="12"/>
                    <a:pt x="47" y="17"/>
                  </a:cubicBezTo>
                  <a:close/>
                  <a:moveTo>
                    <a:pt x="67" y="116"/>
                  </a:moveTo>
                  <a:cubicBezTo>
                    <a:pt x="67" y="121"/>
                    <a:pt x="65" y="124"/>
                    <a:pt x="61" y="124"/>
                  </a:cubicBezTo>
                  <a:cubicBezTo>
                    <a:pt x="57" y="124"/>
                    <a:pt x="55" y="121"/>
                    <a:pt x="55" y="116"/>
                  </a:cubicBezTo>
                  <a:cubicBezTo>
                    <a:pt x="55" y="60"/>
                    <a:pt x="55" y="60"/>
                    <a:pt x="55" y="60"/>
                  </a:cubicBezTo>
                  <a:cubicBezTo>
                    <a:pt x="51" y="60"/>
                    <a:pt x="51" y="60"/>
                    <a:pt x="51" y="60"/>
                  </a:cubicBezTo>
                  <a:cubicBezTo>
                    <a:pt x="51" y="194"/>
                    <a:pt x="51" y="194"/>
                    <a:pt x="51" y="194"/>
                  </a:cubicBezTo>
                  <a:cubicBezTo>
                    <a:pt x="51" y="200"/>
                    <a:pt x="49" y="203"/>
                    <a:pt x="44" y="203"/>
                  </a:cubicBezTo>
                  <a:cubicBezTo>
                    <a:pt x="38" y="203"/>
                    <a:pt x="36" y="200"/>
                    <a:pt x="36" y="194"/>
                  </a:cubicBezTo>
                  <a:cubicBezTo>
                    <a:pt x="36" y="115"/>
                    <a:pt x="36" y="115"/>
                    <a:pt x="36" y="115"/>
                  </a:cubicBezTo>
                  <a:cubicBezTo>
                    <a:pt x="32" y="115"/>
                    <a:pt x="32" y="115"/>
                    <a:pt x="32" y="115"/>
                  </a:cubicBezTo>
                  <a:cubicBezTo>
                    <a:pt x="32" y="194"/>
                    <a:pt x="32" y="194"/>
                    <a:pt x="32" y="194"/>
                  </a:cubicBezTo>
                  <a:cubicBezTo>
                    <a:pt x="32" y="200"/>
                    <a:pt x="29" y="203"/>
                    <a:pt x="24" y="203"/>
                  </a:cubicBezTo>
                  <a:cubicBezTo>
                    <a:pt x="19" y="203"/>
                    <a:pt x="16" y="200"/>
                    <a:pt x="16" y="194"/>
                  </a:cubicBezTo>
                  <a:cubicBezTo>
                    <a:pt x="16" y="60"/>
                    <a:pt x="16" y="60"/>
                    <a:pt x="16" y="60"/>
                  </a:cubicBezTo>
                  <a:cubicBezTo>
                    <a:pt x="13" y="60"/>
                    <a:pt x="13" y="60"/>
                    <a:pt x="13" y="60"/>
                  </a:cubicBezTo>
                  <a:cubicBezTo>
                    <a:pt x="13" y="116"/>
                    <a:pt x="13" y="116"/>
                    <a:pt x="13" y="116"/>
                  </a:cubicBezTo>
                  <a:cubicBezTo>
                    <a:pt x="13" y="121"/>
                    <a:pt x="11" y="124"/>
                    <a:pt x="7" y="124"/>
                  </a:cubicBezTo>
                  <a:cubicBezTo>
                    <a:pt x="2" y="124"/>
                    <a:pt x="0" y="121"/>
                    <a:pt x="0" y="116"/>
                  </a:cubicBezTo>
                  <a:cubicBezTo>
                    <a:pt x="0" y="52"/>
                    <a:pt x="0" y="52"/>
                    <a:pt x="0" y="52"/>
                  </a:cubicBezTo>
                  <a:cubicBezTo>
                    <a:pt x="0" y="42"/>
                    <a:pt x="6" y="36"/>
                    <a:pt x="18" y="36"/>
                  </a:cubicBezTo>
                  <a:cubicBezTo>
                    <a:pt x="50" y="36"/>
                    <a:pt x="50" y="36"/>
                    <a:pt x="50" y="36"/>
                  </a:cubicBezTo>
                  <a:cubicBezTo>
                    <a:pt x="61" y="36"/>
                    <a:pt x="67" y="42"/>
                    <a:pt x="67" y="52"/>
                  </a:cubicBezTo>
                  <a:lnTo>
                    <a:pt x="67" y="116"/>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39" name="Freeform 20"/>
            <p:cNvSpPr>
              <a:spLocks noEditPoints="1"/>
            </p:cNvSpPr>
            <p:nvPr/>
          </p:nvSpPr>
          <p:spPr bwMode="auto">
            <a:xfrm>
              <a:off x="609600" y="1267688"/>
              <a:ext cx="153988" cy="469900"/>
            </a:xfrm>
            <a:custGeom>
              <a:avLst/>
              <a:gdLst>
                <a:gd name="T0" fmla="*/ 44 w 62"/>
                <a:gd name="T1" fmla="*/ 15 h 189"/>
                <a:gd name="T2" fmla="*/ 40 w 62"/>
                <a:gd name="T3" fmla="*/ 27 h 189"/>
                <a:gd name="T4" fmla="*/ 31 w 62"/>
                <a:gd name="T5" fmla="*/ 32 h 189"/>
                <a:gd name="T6" fmla="*/ 22 w 62"/>
                <a:gd name="T7" fmla="*/ 27 h 189"/>
                <a:gd name="T8" fmla="*/ 18 w 62"/>
                <a:gd name="T9" fmla="*/ 15 h 189"/>
                <a:gd name="T10" fmla="*/ 22 w 62"/>
                <a:gd name="T11" fmla="*/ 4 h 189"/>
                <a:gd name="T12" fmla="*/ 31 w 62"/>
                <a:gd name="T13" fmla="*/ 0 h 189"/>
                <a:gd name="T14" fmla="*/ 40 w 62"/>
                <a:gd name="T15" fmla="*/ 4 h 189"/>
                <a:gd name="T16" fmla="*/ 44 w 62"/>
                <a:gd name="T17" fmla="*/ 15 h 189"/>
                <a:gd name="T18" fmla="*/ 62 w 62"/>
                <a:gd name="T19" fmla="*/ 108 h 189"/>
                <a:gd name="T20" fmla="*/ 56 w 62"/>
                <a:gd name="T21" fmla="*/ 116 h 189"/>
                <a:gd name="T22" fmla="*/ 51 w 62"/>
                <a:gd name="T23" fmla="*/ 108 h 189"/>
                <a:gd name="T24" fmla="*/ 51 w 62"/>
                <a:gd name="T25" fmla="*/ 56 h 189"/>
                <a:gd name="T26" fmla="*/ 48 w 62"/>
                <a:gd name="T27" fmla="*/ 56 h 189"/>
                <a:gd name="T28" fmla="*/ 48 w 62"/>
                <a:gd name="T29" fmla="*/ 181 h 189"/>
                <a:gd name="T30" fmla="*/ 40 w 62"/>
                <a:gd name="T31" fmla="*/ 189 h 189"/>
                <a:gd name="T32" fmla="*/ 33 w 62"/>
                <a:gd name="T33" fmla="*/ 181 h 189"/>
                <a:gd name="T34" fmla="*/ 33 w 62"/>
                <a:gd name="T35" fmla="*/ 107 h 189"/>
                <a:gd name="T36" fmla="*/ 29 w 62"/>
                <a:gd name="T37" fmla="*/ 107 h 189"/>
                <a:gd name="T38" fmla="*/ 29 w 62"/>
                <a:gd name="T39" fmla="*/ 181 h 189"/>
                <a:gd name="T40" fmla="*/ 22 w 62"/>
                <a:gd name="T41" fmla="*/ 189 h 189"/>
                <a:gd name="T42" fmla="*/ 15 w 62"/>
                <a:gd name="T43" fmla="*/ 181 h 189"/>
                <a:gd name="T44" fmla="*/ 15 w 62"/>
                <a:gd name="T45" fmla="*/ 56 h 189"/>
                <a:gd name="T46" fmla="*/ 12 w 62"/>
                <a:gd name="T47" fmla="*/ 56 h 189"/>
                <a:gd name="T48" fmla="*/ 12 w 62"/>
                <a:gd name="T49" fmla="*/ 108 h 189"/>
                <a:gd name="T50" fmla="*/ 6 w 62"/>
                <a:gd name="T51" fmla="*/ 116 h 189"/>
                <a:gd name="T52" fmla="*/ 0 w 62"/>
                <a:gd name="T53" fmla="*/ 108 h 189"/>
                <a:gd name="T54" fmla="*/ 0 w 62"/>
                <a:gd name="T55" fmla="*/ 48 h 189"/>
                <a:gd name="T56" fmla="*/ 16 w 62"/>
                <a:gd name="T57" fmla="*/ 33 h 189"/>
                <a:gd name="T58" fmla="*/ 46 w 62"/>
                <a:gd name="T59" fmla="*/ 33 h 189"/>
                <a:gd name="T60" fmla="*/ 62 w 62"/>
                <a:gd name="T61" fmla="*/ 48 h 189"/>
                <a:gd name="T62" fmla="*/ 62 w 62"/>
                <a:gd name="T63" fmla="*/ 10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2" h="189">
                  <a:moveTo>
                    <a:pt x="44" y="15"/>
                  </a:moveTo>
                  <a:cubicBezTo>
                    <a:pt x="44" y="19"/>
                    <a:pt x="43" y="23"/>
                    <a:pt x="40" y="27"/>
                  </a:cubicBezTo>
                  <a:cubicBezTo>
                    <a:pt x="37" y="30"/>
                    <a:pt x="35" y="32"/>
                    <a:pt x="31" y="32"/>
                  </a:cubicBezTo>
                  <a:cubicBezTo>
                    <a:pt x="27" y="32"/>
                    <a:pt x="24" y="30"/>
                    <a:pt x="22" y="27"/>
                  </a:cubicBezTo>
                  <a:cubicBezTo>
                    <a:pt x="19" y="23"/>
                    <a:pt x="18" y="19"/>
                    <a:pt x="18" y="15"/>
                  </a:cubicBezTo>
                  <a:cubicBezTo>
                    <a:pt x="18" y="11"/>
                    <a:pt x="19" y="7"/>
                    <a:pt x="22" y="4"/>
                  </a:cubicBezTo>
                  <a:cubicBezTo>
                    <a:pt x="24" y="1"/>
                    <a:pt x="27" y="0"/>
                    <a:pt x="31" y="0"/>
                  </a:cubicBezTo>
                  <a:cubicBezTo>
                    <a:pt x="35" y="0"/>
                    <a:pt x="37" y="1"/>
                    <a:pt x="40" y="4"/>
                  </a:cubicBezTo>
                  <a:cubicBezTo>
                    <a:pt x="43" y="7"/>
                    <a:pt x="44" y="11"/>
                    <a:pt x="44" y="15"/>
                  </a:cubicBezTo>
                  <a:close/>
                  <a:moveTo>
                    <a:pt x="62" y="108"/>
                  </a:moveTo>
                  <a:cubicBezTo>
                    <a:pt x="62" y="113"/>
                    <a:pt x="60" y="116"/>
                    <a:pt x="56" y="116"/>
                  </a:cubicBezTo>
                  <a:cubicBezTo>
                    <a:pt x="52" y="116"/>
                    <a:pt x="51" y="113"/>
                    <a:pt x="51" y="108"/>
                  </a:cubicBezTo>
                  <a:cubicBezTo>
                    <a:pt x="51" y="56"/>
                    <a:pt x="51" y="56"/>
                    <a:pt x="51" y="56"/>
                  </a:cubicBezTo>
                  <a:cubicBezTo>
                    <a:pt x="48" y="56"/>
                    <a:pt x="48" y="56"/>
                    <a:pt x="48" y="56"/>
                  </a:cubicBezTo>
                  <a:cubicBezTo>
                    <a:pt x="48" y="181"/>
                    <a:pt x="48" y="181"/>
                    <a:pt x="48" y="181"/>
                  </a:cubicBezTo>
                  <a:cubicBezTo>
                    <a:pt x="48" y="186"/>
                    <a:pt x="45" y="189"/>
                    <a:pt x="40" y="189"/>
                  </a:cubicBezTo>
                  <a:cubicBezTo>
                    <a:pt x="35" y="189"/>
                    <a:pt x="33" y="186"/>
                    <a:pt x="33" y="181"/>
                  </a:cubicBezTo>
                  <a:cubicBezTo>
                    <a:pt x="33" y="107"/>
                    <a:pt x="33" y="107"/>
                    <a:pt x="33" y="107"/>
                  </a:cubicBezTo>
                  <a:cubicBezTo>
                    <a:pt x="29" y="107"/>
                    <a:pt x="29" y="107"/>
                    <a:pt x="29" y="107"/>
                  </a:cubicBezTo>
                  <a:cubicBezTo>
                    <a:pt x="29" y="181"/>
                    <a:pt x="29" y="181"/>
                    <a:pt x="29" y="181"/>
                  </a:cubicBezTo>
                  <a:cubicBezTo>
                    <a:pt x="29" y="186"/>
                    <a:pt x="27" y="189"/>
                    <a:pt x="22" y="189"/>
                  </a:cubicBezTo>
                  <a:cubicBezTo>
                    <a:pt x="17" y="189"/>
                    <a:pt x="15" y="186"/>
                    <a:pt x="15" y="181"/>
                  </a:cubicBezTo>
                  <a:cubicBezTo>
                    <a:pt x="15" y="56"/>
                    <a:pt x="15" y="56"/>
                    <a:pt x="15" y="56"/>
                  </a:cubicBezTo>
                  <a:cubicBezTo>
                    <a:pt x="12" y="56"/>
                    <a:pt x="12" y="56"/>
                    <a:pt x="12" y="56"/>
                  </a:cubicBezTo>
                  <a:cubicBezTo>
                    <a:pt x="12" y="108"/>
                    <a:pt x="12" y="108"/>
                    <a:pt x="12" y="108"/>
                  </a:cubicBezTo>
                  <a:cubicBezTo>
                    <a:pt x="12" y="113"/>
                    <a:pt x="10" y="116"/>
                    <a:pt x="6" y="116"/>
                  </a:cubicBezTo>
                  <a:cubicBezTo>
                    <a:pt x="2" y="116"/>
                    <a:pt x="0" y="113"/>
                    <a:pt x="0" y="108"/>
                  </a:cubicBezTo>
                  <a:cubicBezTo>
                    <a:pt x="0" y="48"/>
                    <a:pt x="0" y="48"/>
                    <a:pt x="0" y="48"/>
                  </a:cubicBezTo>
                  <a:cubicBezTo>
                    <a:pt x="0" y="38"/>
                    <a:pt x="5" y="33"/>
                    <a:pt x="16" y="33"/>
                  </a:cubicBezTo>
                  <a:cubicBezTo>
                    <a:pt x="46" y="33"/>
                    <a:pt x="46" y="33"/>
                    <a:pt x="46" y="33"/>
                  </a:cubicBezTo>
                  <a:cubicBezTo>
                    <a:pt x="57" y="33"/>
                    <a:pt x="62" y="38"/>
                    <a:pt x="62" y="48"/>
                  </a:cubicBezTo>
                  <a:lnTo>
                    <a:pt x="62" y="108"/>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40" name="Freeform 21"/>
            <p:cNvSpPr>
              <a:spLocks noEditPoints="1"/>
            </p:cNvSpPr>
            <p:nvPr/>
          </p:nvSpPr>
          <p:spPr bwMode="auto">
            <a:xfrm>
              <a:off x="1195388" y="1267688"/>
              <a:ext cx="157163" cy="469900"/>
            </a:xfrm>
            <a:custGeom>
              <a:avLst/>
              <a:gdLst>
                <a:gd name="T0" fmla="*/ 45 w 63"/>
                <a:gd name="T1" fmla="*/ 15 h 189"/>
                <a:gd name="T2" fmla="*/ 41 w 63"/>
                <a:gd name="T3" fmla="*/ 27 h 189"/>
                <a:gd name="T4" fmla="*/ 32 w 63"/>
                <a:gd name="T5" fmla="*/ 32 h 189"/>
                <a:gd name="T6" fmla="*/ 23 w 63"/>
                <a:gd name="T7" fmla="*/ 27 h 189"/>
                <a:gd name="T8" fmla="*/ 19 w 63"/>
                <a:gd name="T9" fmla="*/ 15 h 189"/>
                <a:gd name="T10" fmla="*/ 22 w 63"/>
                <a:gd name="T11" fmla="*/ 4 h 189"/>
                <a:gd name="T12" fmla="*/ 32 w 63"/>
                <a:gd name="T13" fmla="*/ 0 h 189"/>
                <a:gd name="T14" fmla="*/ 41 w 63"/>
                <a:gd name="T15" fmla="*/ 4 h 189"/>
                <a:gd name="T16" fmla="*/ 45 w 63"/>
                <a:gd name="T17" fmla="*/ 15 h 189"/>
                <a:gd name="T18" fmla="*/ 63 w 63"/>
                <a:gd name="T19" fmla="*/ 108 h 189"/>
                <a:gd name="T20" fmla="*/ 57 w 63"/>
                <a:gd name="T21" fmla="*/ 116 h 189"/>
                <a:gd name="T22" fmla="*/ 51 w 63"/>
                <a:gd name="T23" fmla="*/ 108 h 189"/>
                <a:gd name="T24" fmla="*/ 51 w 63"/>
                <a:gd name="T25" fmla="*/ 56 h 189"/>
                <a:gd name="T26" fmla="*/ 48 w 63"/>
                <a:gd name="T27" fmla="*/ 56 h 189"/>
                <a:gd name="T28" fmla="*/ 48 w 63"/>
                <a:gd name="T29" fmla="*/ 181 h 189"/>
                <a:gd name="T30" fmla="*/ 41 w 63"/>
                <a:gd name="T31" fmla="*/ 189 h 189"/>
                <a:gd name="T32" fmla="*/ 34 w 63"/>
                <a:gd name="T33" fmla="*/ 181 h 189"/>
                <a:gd name="T34" fmla="*/ 34 w 63"/>
                <a:gd name="T35" fmla="*/ 107 h 189"/>
                <a:gd name="T36" fmla="*/ 30 w 63"/>
                <a:gd name="T37" fmla="*/ 107 h 189"/>
                <a:gd name="T38" fmla="*/ 30 w 63"/>
                <a:gd name="T39" fmla="*/ 181 h 189"/>
                <a:gd name="T40" fmla="*/ 23 w 63"/>
                <a:gd name="T41" fmla="*/ 189 h 189"/>
                <a:gd name="T42" fmla="*/ 15 w 63"/>
                <a:gd name="T43" fmla="*/ 181 h 189"/>
                <a:gd name="T44" fmla="*/ 15 w 63"/>
                <a:gd name="T45" fmla="*/ 56 h 189"/>
                <a:gd name="T46" fmla="*/ 12 w 63"/>
                <a:gd name="T47" fmla="*/ 56 h 189"/>
                <a:gd name="T48" fmla="*/ 12 w 63"/>
                <a:gd name="T49" fmla="*/ 108 h 189"/>
                <a:gd name="T50" fmla="*/ 6 w 63"/>
                <a:gd name="T51" fmla="*/ 116 h 189"/>
                <a:gd name="T52" fmla="*/ 0 w 63"/>
                <a:gd name="T53" fmla="*/ 108 h 189"/>
                <a:gd name="T54" fmla="*/ 0 w 63"/>
                <a:gd name="T55" fmla="*/ 48 h 189"/>
                <a:gd name="T56" fmla="*/ 17 w 63"/>
                <a:gd name="T57" fmla="*/ 33 h 189"/>
                <a:gd name="T58" fmla="*/ 47 w 63"/>
                <a:gd name="T59" fmla="*/ 33 h 189"/>
                <a:gd name="T60" fmla="*/ 63 w 63"/>
                <a:gd name="T61" fmla="*/ 48 h 189"/>
                <a:gd name="T62" fmla="*/ 63 w 63"/>
                <a:gd name="T63" fmla="*/ 10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 h="189">
                  <a:moveTo>
                    <a:pt x="45" y="15"/>
                  </a:moveTo>
                  <a:cubicBezTo>
                    <a:pt x="45" y="19"/>
                    <a:pt x="43" y="23"/>
                    <a:pt x="41" y="27"/>
                  </a:cubicBezTo>
                  <a:cubicBezTo>
                    <a:pt x="38" y="30"/>
                    <a:pt x="35" y="32"/>
                    <a:pt x="32" y="32"/>
                  </a:cubicBezTo>
                  <a:cubicBezTo>
                    <a:pt x="28" y="32"/>
                    <a:pt x="25" y="30"/>
                    <a:pt x="23" y="27"/>
                  </a:cubicBezTo>
                  <a:cubicBezTo>
                    <a:pt x="20" y="23"/>
                    <a:pt x="19" y="19"/>
                    <a:pt x="19" y="15"/>
                  </a:cubicBezTo>
                  <a:cubicBezTo>
                    <a:pt x="19" y="11"/>
                    <a:pt x="20" y="7"/>
                    <a:pt x="22" y="4"/>
                  </a:cubicBezTo>
                  <a:cubicBezTo>
                    <a:pt x="25" y="1"/>
                    <a:pt x="28" y="0"/>
                    <a:pt x="32" y="0"/>
                  </a:cubicBezTo>
                  <a:cubicBezTo>
                    <a:pt x="35" y="0"/>
                    <a:pt x="38" y="1"/>
                    <a:pt x="41" y="4"/>
                  </a:cubicBezTo>
                  <a:cubicBezTo>
                    <a:pt x="43" y="7"/>
                    <a:pt x="45" y="11"/>
                    <a:pt x="45" y="15"/>
                  </a:cubicBezTo>
                  <a:close/>
                  <a:moveTo>
                    <a:pt x="63" y="108"/>
                  </a:moveTo>
                  <a:cubicBezTo>
                    <a:pt x="63" y="113"/>
                    <a:pt x="61" y="116"/>
                    <a:pt x="57" y="116"/>
                  </a:cubicBezTo>
                  <a:cubicBezTo>
                    <a:pt x="53" y="116"/>
                    <a:pt x="51" y="113"/>
                    <a:pt x="51" y="108"/>
                  </a:cubicBezTo>
                  <a:cubicBezTo>
                    <a:pt x="51" y="56"/>
                    <a:pt x="51" y="56"/>
                    <a:pt x="51" y="56"/>
                  </a:cubicBezTo>
                  <a:cubicBezTo>
                    <a:pt x="48" y="56"/>
                    <a:pt x="48" y="56"/>
                    <a:pt x="48" y="56"/>
                  </a:cubicBezTo>
                  <a:cubicBezTo>
                    <a:pt x="48" y="181"/>
                    <a:pt x="48" y="181"/>
                    <a:pt x="48" y="181"/>
                  </a:cubicBezTo>
                  <a:cubicBezTo>
                    <a:pt x="48" y="186"/>
                    <a:pt x="46" y="189"/>
                    <a:pt x="41" y="189"/>
                  </a:cubicBezTo>
                  <a:cubicBezTo>
                    <a:pt x="36" y="189"/>
                    <a:pt x="34" y="186"/>
                    <a:pt x="34" y="181"/>
                  </a:cubicBezTo>
                  <a:cubicBezTo>
                    <a:pt x="34" y="107"/>
                    <a:pt x="34" y="107"/>
                    <a:pt x="34" y="107"/>
                  </a:cubicBezTo>
                  <a:cubicBezTo>
                    <a:pt x="30" y="107"/>
                    <a:pt x="30" y="107"/>
                    <a:pt x="30" y="107"/>
                  </a:cubicBezTo>
                  <a:cubicBezTo>
                    <a:pt x="30" y="181"/>
                    <a:pt x="30" y="181"/>
                    <a:pt x="30" y="181"/>
                  </a:cubicBezTo>
                  <a:cubicBezTo>
                    <a:pt x="30" y="186"/>
                    <a:pt x="27" y="189"/>
                    <a:pt x="23" y="189"/>
                  </a:cubicBezTo>
                  <a:cubicBezTo>
                    <a:pt x="18" y="189"/>
                    <a:pt x="15" y="186"/>
                    <a:pt x="15" y="181"/>
                  </a:cubicBezTo>
                  <a:cubicBezTo>
                    <a:pt x="15" y="56"/>
                    <a:pt x="15" y="56"/>
                    <a:pt x="15" y="56"/>
                  </a:cubicBezTo>
                  <a:cubicBezTo>
                    <a:pt x="12" y="56"/>
                    <a:pt x="12" y="56"/>
                    <a:pt x="12" y="56"/>
                  </a:cubicBezTo>
                  <a:cubicBezTo>
                    <a:pt x="12" y="108"/>
                    <a:pt x="12" y="108"/>
                    <a:pt x="12" y="108"/>
                  </a:cubicBezTo>
                  <a:cubicBezTo>
                    <a:pt x="12" y="113"/>
                    <a:pt x="10" y="116"/>
                    <a:pt x="6" y="116"/>
                  </a:cubicBezTo>
                  <a:cubicBezTo>
                    <a:pt x="2" y="116"/>
                    <a:pt x="0" y="113"/>
                    <a:pt x="0" y="108"/>
                  </a:cubicBezTo>
                  <a:cubicBezTo>
                    <a:pt x="0" y="48"/>
                    <a:pt x="0" y="48"/>
                    <a:pt x="0" y="48"/>
                  </a:cubicBezTo>
                  <a:cubicBezTo>
                    <a:pt x="0" y="38"/>
                    <a:pt x="6" y="33"/>
                    <a:pt x="17" y="33"/>
                  </a:cubicBezTo>
                  <a:cubicBezTo>
                    <a:pt x="47" y="33"/>
                    <a:pt x="47" y="33"/>
                    <a:pt x="47" y="33"/>
                  </a:cubicBezTo>
                  <a:cubicBezTo>
                    <a:pt x="58" y="33"/>
                    <a:pt x="63" y="38"/>
                    <a:pt x="63" y="48"/>
                  </a:cubicBezTo>
                  <a:lnTo>
                    <a:pt x="63" y="108"/>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41" name="Freeform 22"/>
            <p:cNvSpPr>
              <a:spLocks noEditPoints="1"/>
            </p:cNvSpPr>
            <p:nvPr/>
          </p:nvSpPr>
          <p:spPr bwMode="auto">
            <a:xfrm>
              <a:off x="1790700" y="1267688"/>
              <a:ext cx="157163" cy="469900"/>
            </a:xfrm>
            <a:custGeom>
              <a:avLst/>
              <a:gdLst>
                <a:gd name="T0" fmla="*/ 44 w 63"/>
                <a:gd name="T1" fmla="*/ 15 h 189"/>
                <a:gd name="T2" fmla="*/ 41 w 63"/>
                <a:gd name="T3" fmla="*/ 27 h 189"/>
                <a:gd name="T4" fmla="*/ 32 w 63"/>
                <a:gd name="T5" fmla="*/ 32 h 189"/>
                <a:gd name="T6" fmla="*/ 22 w 63"/>
                <a:gd name="T7" fmla="*/ 27 h 189"/>
                <a:gd name="T8" fmla="*/ 19 w 63"/>
                <a:gd name="T9" fmla="*/ 15 h 189"/>
                <a:gd name="T10" fmla="*/ 22 w 63"/>
                <a:gd name="T11" fmla="*/ 4 h 189"/>
                <a:gd name="T12" fmla="*/ 32 w 63"/>
                <a:gd name="T13" fmla="*/ 0 h 189"/>
                <a:gd name="T14" fmla="*/ 41 w 63"/>
                <a:gd name="T15" fmla="*/ 4 h 189"/>
                <a:gd name="T16" fmla="*/ 44 w 63"/>
                <a:gd name="T17" fmla="*/ 15 h 189"/>
                <a:gd name="T18" fmla="*/ 63 w 63"/>
                <a:gd name="T19" fmla="*/ 108 h 189"/>
                <a:gd name="T20" fmla="*/ 57 w 63"/>
                <a:gd name="T21" fmla="*/ 116 h 189"/>
                <a:gd name="T22" fmla="*/ 51 w 63"/>
                <a:gd name="T23" fmla="*/ 108 h 189"/>
                <a:gd name="T24" fmla="*/ 51 w 63"/>
                <a:gd name="T25" fmla="*/ 56 h 189"/>
                <a:gd name="T26" fmla="*/ 48 w 63"/>
                <a:gd name="T27" fmla="*/ 56 h 189"/>
                <a:gd name="T28" fmla="*/ 48 w 63"/>
                <a:gd name="T29" fmla="*/ 181 h 189"/>
                <a:gd name="T30" fmla="*/ 41 w 63"/>
                <a:gd name="T31" fmla="*/ 189 h 189"/>
                <a:gd name="T32" fmla="*/ 34 w 63"/>
                <a:gd name="T33" fmla="*/ 181 h 189"/>
                <a:gd name="T34" fmla="*/ 34 w 63"/>
                <a:gd name="T35" fmla="*/ 107 h 189"/>
                <a:gd name="T36" fmla="*/ 30 w 63"/>
                <a:gd name="T37" fmla="*/ 107 h 189"/>
                <a:gd name="T38" fmla="*/ 30 w 63"/>
                <a:gd name="T39" fmla="*/ 181 h 189"/>
                <a:gd name="T40" fmla="*/ 22 w 63"/>
                <a:gd name="T41" fmla="*/ 189 h 189"/>
                <a:gd name="T42" fmla="*/ 15 w 63"/>
                <a:gd name="T43" fmla="*/ 181 h 189"/>
                <a:gd name="T44" fmla="*/ 15 w 63"/>
                <a:gd name="T45" fmla="*/ 56 h 189"/>
                <a:gd name="T46" fmla="*/ 12 w 63"/>
                <a:gd name="T47" fmla="*/ 56 h 189"/>
                <a:gd name="T48" fmla="*/ 12 w 63"/>
                <a:gd name="T49" fmla="*/ 108 h 189"/>
                <a:gd name="T50" fmla="*/ 6 w 63"/>
                <a:gd name="T51" fmla="*/ 116 h 189"/>
                <a:gd name="T52" fmla="*/ 0 w 63"/>
                <a:gd name="T53" fmla="*/ 108 h 189"/>
                <a:gd name="T54" fmla="*/ 0 w 63"/>
                <a:gd name="T55" fmla="*/ 48 h 189"/>
                <a:gd name="T56" fmla="*/ 17 w 63"/>
                <a:gd name="T57" fmla="*/ 33 h 189"/>
                <a:gd name="T58" fmla="*/ 47 w 63"/>
                <a:gd name="T59" fmla="*/ 33 h 189"/>
                <a:gd name="T60" fmla="*/ 63 w 63"/>
                <a:gd name="T61" fmla="*/ 48 h 189"/>
                <a:gd name="T62" fmla="*/ 63 w 63"/>
                <a:gd name="T63" fmla="*/ 10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 h="189">
                  <a:moveTo>
                    <a:pt x="44" y="15"/>
                  </a:moveTo>
                  <a:cubicBezTo>
                    <a:pt x="44" y="19"/>
                    <a:pt x="43" y="23"/>
                    <a:pt x="41" y="27"/>
                  </a:cubicBezTo>
                  <a:cubicBezTo>
                    <a:pt x="38" y="30"/>
                    <a:pt x="35" y="32"/>
                    <a:pt x="32" y="32"/>
                  </a:cubicBezTo>
                  <a:cubicBezTo>
                    <a:pt x="28" y="32"/>
                    <a:pt x="25" y="30"/>
                    <a:pt x="22" y="27"/>
                  </a:cubicBezTo>
                  <a:cubicBezTo>
                    <a:pt x="20" y="23"/>
                    <a:pt x="19" y="19"/>
                    <a:pt x="19" y="15"/>
                  </a:cubicBezTo>
                  <a:cubicBezTo>
                    <a:pt x="19" y="11"/>
                    <a:pt x="20" y="7"/>
                    <a:pt x="22" y="4"/>
                  </a:cubicBezTo>
                  <a:cubicBezTo>
                    <a:pt x="25" y="1"/>
                    <a:pt x="28" y="0"/>
                    <a:pt x="32" y="0"/>
                  </a:cubicBezTo>
                  <a:cubicBezTo>
                    <a:pt x="35" y="0"/>
                    <a:pt x="38" y="1"/>
                    <a:pt x="41" y="4"/>
                  </a:cubicBezTo>
                  <a:cubicBezTo>
                    <a:pt x="43" y="7"/>
                    <a:pt x="44" y="11"/>
                    <a:pt x="44" y="15"/>
                  </a:cubicBezTo>
                  <a:close/>
                  <a:moveTo>
                    <a:pt x="63" y="108"/>
                  </a:moveTo>
                  <a:cubicBezTo>
                    <a:pt x="63" y="113"/>
                    <a:pt x="61" y="116"/>
                    <a:pt x="57" y="116"/>
                  </a:cubicBezTo>
                  <a:cubicBezTo>
                    <a:pt x="53" y="116"/>
                    <a:pt x="51" y="113"/>
                    <a:pt x="51" y="108"/>
                  </a:cubicBezTo>
                  <a:cubicBezTo>
                    <a:pt x="51" y="56"/>
                    <a:pt x="51" y="56"/>
                    <a:pt x="51" y="56"/>
                  </a:cubicBezTo>
                  <a:cubicBezTo>
                    <a:pt x="48" y="56"/>
                    <a:pt x="48" y="56"/>
                    <a:pt x="48" y="56"/>
                  </a:cubicBezTo>
                  <a:cubicBezTo>
                    <a:pt x="48" y="181"/>
                    <a:pt x="48" y="181"/>
                    <a:pt x="48" y="181"/>
                  </a:cubicBezTo>
                  <a:cubicBezTo>
                    <a:pt x="48" y="186"/>
                    <a:pt x="46" y="189"/>
                    <a:pt x="41" y="189"/>
                  </a:cubicBezTo>
                  <a:cubicBezTo>
                    <a:pt x="36" y="189"/>
                    <a:pt x="34" y="186"/>
                    <a:pt x="34" y="181"/>
                  </a:cubicBezTo>
                  <a:cubicBezTo>
                    <a:pt x="34" y="107"/>
                    <a:pt x="34" y="107"/>
                    <a:pt x="34" y="107"/>
                  </a:cubicBezTo>
                  <a:cubicBezTo>
                    <a:pt x="30" y="107"/>
                    <a:pt x="30" y="107"/>
                    <a:pt x="30" y="107"/>
                  </a:cubicBezTo>
                  <a:cubicBezTo>
                    <a:pt x="30" y="181"/>
                    <a:pt x="30" y="181"/>
                    <a:pt x="30" y="181"/>
                  </a:cubicBezTo>
                  <a:cubicBezTo>
                    <a:pt x="30" y="186"/>
                    <a:pt x="27" y="189"/>
                    <a:pt x="22" y="189"/>
                  </a:cubicBezTo>
                  <a:cubicBezTo>
                    <a:pt x="18" y="189"/>
                    <a:pt x="15" y="186"/>
                    <a:pt x="15" y="181"/>
                  </a:cubicBezTo>
                  <a:cubicBezTo>
                    <a:pt x="15" y="56"/>
                    <a:pt x="15" y="56"/>
                    <a:pt x="15" y="56"/>
                  </a:cubicBezTo>
                  <a:cubicBezTo>
                    <a:pt x="12" y="56"/>
                    <a:pt x="12" y="56"/>
                    <a:pt x="12" y="56"/>
                  </a:cubicBezTo>
                  <a:cubicBezTo>
                    <a:pt x="12" y="108"/>
                    <a:pt x="12" y="108"/>
                    <a:pt x="12" y="108"/>
                  </a:cubicBezTo>
                  <a:cubicBezTo>
                    <a:pt x="12" y="113"/>
                    <a:pt x="10" y="116"/>
                    <a:pt x="6" y="116"/>
                  </a:cubicBezTo>
                  <a:cubicBezTo>
                    <a:pt x="2" y="116"/>
                    <a:pt x="0" y="113"/>
                    <a:pt x="0" y="108"/>
                  </a:cubicBezTo>
                  <a:cubicBezTo>
                    <a:pt x="0" y="48"/>
                    <a:pt x="0" y="48"/>
                    <a:pt x="0" y="48"/>
                  </a:cubicBezTo>
                  <a:cubicBezTo>
                    <a:pt x="0" y="38"/>
                    <a:pt x="6" y="33"/>
                    <a:pt x="17" y="33"/>
                  </a:cubicBezTo>
                  <a:cubicBezTo>
                    <a:pt x="47" y="33"/>
                    <a:pt x="47" y="33"/>
                    <a:pt x="47" y="33"/>
                  </a:cubicBezTo>
                  <a:cubicBezTo>
                    <a:pt x="58" y="33"/>
                    <a:pt x="63" y="38"/>
                    <a:pt x="63" y="48"/>
                  </a:cubicBezTo>
                  <a:lnTo>
                    <a:pt x="63" y="108"/>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42" name="Freeform 23"/>
            <p:cNvSpPr>
              <a:spLocks noEditPoints="1"/>
            </p:cNvSpPr>
            <p:nvPr/>
          </p:nvSpPr>
          <p:spPr bwMode="auto">
            <a:xfrm>
              <a:off x="2360613" y="1267688"/>
              <a:ext cx="155575" cy="469900"/>
            </a:xfrm>
            <a:custGeom>
              <a:avLst/>
              <a:gdLst>
                <a:gd name="T0" fmla="*/ 44 w 63"/>
                <a:gd name="T1" fmla="*/ 15 h 189"/>
                <a:gd name="T2" fmla="*/ 41 w 63"/>
                <a:gd name="T3" fmla="*/ 27 h 189"/>
                <a:gd name="T4" fmla="*/ 31 w 63"/>
                <a:gd name="T5" fmla="*/ 32 h 189"/>
                <a:gd name="T6" fmla="*/ 22 w 63"/>
                <a:gd name="T7" fmla="*/ 27 h 189"/>
                <a:gd name="T8" fmla="*/ 19 w 63"/>
                <a:gd name="T9" fmla="*/ 15 h 189"/>
                <a:gd name="T10" fmla="*/ 22 w 63"/>
                <a:gd name="T11" fmla="*/ 4 h 189"/>
                <a:gd name="T12" fmla="*/ 31 w 63"/>
                <a:gd name="T13" fmla="*/ 0 h 189"/>
                <a:gd name="T14" fmla="*/ 41 w 63"/>
                <a:gd name="T15" fmla="*/ 4 h 189"/>
                <a:gd name="T16" fmla="*/ 44 w 63"/>
                <a:gd name="T17" fmla="*/ 15 h 189"/>
                <a:gd name="T18" fmla="*/ 63 w 63"/>
                <a:gd name="T19" fmla="*/ 108 h 189"/>
                <a:gd name="T20" fmla="*/ 57 w 63"/>
                <a:gd name="T21" fmla="*/ 116 h 189"/>
                <a:gd name="T22" fmla="*/ 51 w 63"/>
                <a:gd name="T23" fmla="*/ 108 h 189"/>
                <a:gd name="T24" fmla="*/ 51 w 63"/>
                <a:gd name="T25" fmla="*/ 56 h 189"/>
                <a:gd name="T26" fmla="*/ 48 w 63"/>
                <a:gd name="T27" fmla="*/ 56 h 189"/>
                <a:gd name="T28" fmla="*/ 48 w 63"/>
                <a:gd name="T29" fmla="*/ 181 h 189"/>
                <a:gd name="T30" fmla="*/ 41 w 63"/>
                <a:gd name="T31" fmla="*/ 189 h 189"/>
                <a:gd name="T32" fmla="*/ 33 w 63"/>
                <a:gd name="T33" fmla="*/ 181 h 189"/>
                <a:gd name="T34" fmla="*/ 33 w 63"/>
                <a:gd name="T35" fmla="*/ 107 h 189"/>
                <a:gd name="T36" fmla="*/ 30 w 63"/>
                <a:gd name="T37" fmla="*/ 107 h 189"/>
                <a:gd name="T38" fmla="*/ 30 w 63"/>
                <a:gd name="T39" fmla="*/ 181 h 189"/>
                <a:gd name="T40" fmla="*/ 22 w 63"/>
                <a:gd name="T41" fmla="*/ 189 h 189"/>
                <a:gd name="T42" fmla="*/ 15 w 63"/>
                <a:gd name="T43" fmla="*/ 181 h 189"/>
                <a:gd name="T44" fmla="*/ 15 w 63"/>
                <a:gd name="T45" fmla="*/ 56 h 189"/>
                <a:gd name="T46" fmla="*/ 12 w 63"/>
                <a:gd name="T47" fmla="*/ 56 h 189"/>
                <a:gd name="T48" fmla="*/ 12 w 63"/>
                <a:gd name="T49" fmla="*/ 108 h 189"/>
                <a:gd name="T50" fmla="*/ 6 w 63"/>
                <a:gd name="T51" fmla="*/ 116 h 189"/>
                <a:gd name="T52" fmla="*/ 0 w 63"/>
                <a:gd name="T53" fmla="*/ 108 h 189"/>
                <a:gd name="T54" fmla="*/ 0 w 63"/>
                <a:gd name="T55" fmla="*/ 48 h 189"/>
                <a:gd name="T56" fmla="*/ 17 w 63"/>
                <a:gd name="T57" fmla="*/ 33 h 189"/>
                <a:gd name="T58" fmla="*/ 47 w 63"/>
                <a:gd name="T59" fmla="*/ 33 h 189"/>
                <a:gd name="T60" fmla="*/ 63 w 63"/>
                <a:gd name="T61" fmla="*/ 48 h 189"/>
                <a:gd name="T62" fmla="*/ 63 w 63"/>
                <a:gd name="T63" fmla="*/ 10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 h="189">
                  <a:moveTo>
                    <a:pt x="44" y="15"/>
                  </a:moveTo>
                  <a:cubicBezTo>
                    <a:pt x="44" y="19"/>
                    <a:pt x="43" y="23"/>
                    <a:pt x="41" y="27"/>
                  </a:cubicBezTo>
                  <a:cubicBezTo>
                    <a:pt x="38" y="30"/>
                    <a:pt x="35" y="32"/>
                    <a:pt x="31" y="32"/>
                  </a:cubicBezTo>
                  <a:cubicBezTo>
                    <a:pt x="28" y="32"/>
                    <a:pt x="25" y="30"/>
                    <a:pt x="22" y="27"/>
                  </a:cubicBezTo>
                  <a:cubicBezTo>
                    <a:pt x="20" y="23"/>
                    <a:pt x="19" y="19"/>
                    <a:pt x="19" y="15"/>
                  </a:cubicBezTo>
                  <a:cubicBezTo>
                    <a:pt x="19" y="11"/>
                    <a:pt x="20" y="7"/>
                    <a:pt x="22" y="4"/>
                  </a:cubicBezTo>
                  <a:cubicBezTo>
                    <a:pt x="25" y="1"/>
                    <a:pt x="28" y="0"/>
                    <a:pt x="31" y="0"/>
                  </a:cubicBezTo>
                  <a:cubicBezTo>
                    <a:pt x="35" y="0"/>
                    <a:pt x="38" y="1"/>
                    <a:pt x="41" y="4"/>
                  </a:cubicBezTo>
                  <a:cubicBezTo>
                    <a:pt x="43" y="7"/>
                    <a:pt x="44" y="11"/>
                    <a:pt x="44" y="15"/>
                  </a:cubicBezTo>
                  <a:close/>
                  <a:moveTo>
                    <a:pt x="63" y="108"/>
                  </a:moveTo>
                  <a:cubicBezTo>
                    <a:pt x="63" y="113"/>
                    <a:pt x="61" y="116"/>
                    <a:pt x="57" y="116"/>
                  </a:cubicBezTo>
                  <a:cubicBezTo>
                    <a:pt x="53" y="116"/>
                    <a:pt x="51" y="113"/>
                    <a:pt x="51" y="108"/>
                  </a:cubicBezTo>
                  <a:cubicBezTo>
                    <a:pt x="51" y="56"/>
                    <a:pt x="51" y="56"/>
                    <a:pt x="51" y="56"/>
                  </a:cubicBezTo>
                  <a:cubicBezTo>
                    <a:pt x="48" y="56"/>
                    <a:pt x="48" y="56"/>
                    <a:pt x="48" y="56"/>
                  </a:cubicBezTo>
                  <a:cubicBezTo>
                    <a:pt x="48" y="181"/>
                    <a:pt x="48" y="181"/>
                    <a:pt x="48" y="181"/>
                  </a:cubicBezTo>
                  <a:cubicBezTo>
                    <a:pt x="48" y="186"/>
                    <a:pt x="46" y="189"/>
                    <a:pt x="41" y="189"/>
                  </a:cubicBezTo>
                  <a:cubicBezTo>
                    <a:pt x="36" y="189"/>
                    <a:pt x="33" y="186"/>
                    <a:pt x="33" y="181"/>
                  </a:cubicBezTo>
                  <a:cubicBezTo>
                    <a:pt x="33" y="107"/>
                    <a:pt x="33" y="107"/>
                    <a:pt x="33" y="107"/>
                  </a:cubicBezTo>
                  <a:cubicBezTo>
                    <a:pt x="30" y="107"/>
                    <a:pt x="30" y="107"/>
                    <a:pt x="30" y="107"/>
                  </a:cubicBezTo>
                  <a:cubicBezTo>
                    <a:pt x="30" y="181"/>
                    <a:pt x="30" y="181"/>
                    <a:pt x="30" y="181"/>
                  </a:cubicBezTo>
                  <a:cubicBezTo>
                    <a:pt x="30" y="186"/>
                    <a:pt x="27" y="189"/>
                    <a:pt x="22" y="189"/>
                  </a:cubicBezTo>
                  <a:cubicBezTo>
                    <a:pt x="17" y="189"/>
                    <a:pt x="15" y="186"/>
                    <a:pt x="15" y="181"/>
                  </a:cubicBezTo>
                  <a:cubicBezTo>
                    <a:pt x="15" y="56"/>
                    <a:pt x="15" y="56"/>
                    <a:pt x="15" y="56"/>
                  </a:cubicBezTo>
                  <a:cubicBezTo>
                    <a:pt x="12" y="56"/>
                    <a:pt x="12" y="56"/>
                    <a:pt x="12" y="56"/>
                  </a:cubicBezTo>
                  <a:cubicBezTo>
                    <a:pt x="12" y="108"/>
                    <a:pt x="12" y="108"/>
                    <a:pt x="12" y="108"/>
                  </a:cubicBezTo>
                  <a:cubicBezTo>
                    <a:pt x="12" y="113"/>
                    <a:pt x="10" y="116"/>
                    <a:pt x="6" y="116"/>
                  </a:cubicBezTo>
                  <a:cubicBezTo>
                    <a:pt x="2" y="116"/>
                    <a:pt x="0" y="113"/>
                    <a:pt x="0" y="108"/>
                  </a:cubicBezTo>
                  <a:cubicBezTo>
                    <a:pt x="0" y="48"/>
                    <a:pt x="0" y="48"/>
                    <a:pt x="0" y="48"/>
                  </a:cubicBezTo>
                  <a:cubicBezTo>
                    <a:pt x="0" y="38"/>
                    <a:pt x="6" y="33"/>
                    <a:pt x="17" y="33"/>
                  </a:cubicBezTo>
                  <a:cubicBezTo>
                    <a:pt x="47" y="33"/>
                    <a:pt x="47" y="33"/>
                    <a:pt x="47" y="33"/>
                  </a:cubicBezTo>
                  <a:cubicBezTo>
                    <a:pt x="57" y="33"/>
                    <a:pt x="63" y="38"/>
                    <a:pt x="63" y="48"/>
                  </a:cubicBezTo>
                  <a:lnTo>
                    <a:pt x="63" y="108"/>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43" name="Freeform 24"/>
            <p:cNvSpPr>
              <a:spLocks noEditPoints="1"/>
            </p:cNvSpPr>
            <p:nvPr/>
          </p:nvSpPr>
          <p:spPr bwMode="auto">
            <a:xfrm>
              <a:off x="2947988" y="1267688"/>
              <a:ext cx="157163" cy="469900"/>
            </a:xfrm>
            <a:custGeom>
              <a:avLst/>
              <a:gdLst>
                <a:gd name="T0" fmla="*/ 44 w 63"/>
                <a:gd name="T1" fmla="*/ 15 h 189"/>
                <a:gd name="T2" fmla="*/ 40 w 63"/>
                <a:gd name="T3" fmla="*/ 27 h 189"/>
                <a:gd name="T4" fmla="*/ 31 w 63"/>
                <a:gd name="T5" fmla="*/ 32 h 189"/>
                <a:gd name="T6" fmla="*/ 22 w 63"/>
                <a:gd name="T7" fmla="*/ 27 h 189"/>
                <a:gd name="T8" fmla="*/ 18 w 63"/>
                <a:gd name="T9" fmla="*/ 15 h 189"/>
                <a:gd name="T10" fmla="*/ 22 w 63"/>
                <a:gd name="T11" fmla="*/ 4 h 189"/>
                <a:gd name="T12" fmla="*/ 31 w 63"/>
                <a:gd name="T13" fmla="*/ 0 h 189"/>
                <a:gd name="T14" fmla="*/ 40 w 63"/>
                <a:gd name="T15" fmla="*/ 4 h 189"/>
                <a:gd name="T16" fmla="*/ 44 w 63"/>
                <a:gd name="T17" fmla="*/ 15 h 189"/>
                <a:gd name="T18" fmla="*/ 63 w 63"/>
                <a:gd name="T19" fmla="*/ 108 h 189"/>
                <a:gd name="T20" fmla="*/ 57 w 63"/>
                <a:gd name="T21" fmla="*/ 116 h 189"/>
                <a:gd name="T22" fmla="*/ 51 w 63"/>
                <a:gd name="T23" fmla="*/ 108 h 189"/>
                <a:gd name="T24" fmla="*/ 51 w 63"/>
                <a:gd name="T25" fmla="*/ 56 h 189"/>
                <a:gd name="T26" fmla="*/ 48 w 63"/>
                <a:gd name="T27" fmla="*/ 56 h 189"/>
                <a:gd name="T28" fmla="*/ 48 w 63"/>
                <a:gd name="T29" fmla="*/ 181 h 189"/>
                <a:gd name="T30" fmla="*/ 41 w 63"/>
                <a:gd name="T31" fmla="*/ 189 h 189"/>
                <a:gd name="T32" fmla="*/ 33 w 63"/>
                <a:gd name="T33" fmla="*/ 181 h 189"/>
                <a:gd name="T34" fmla="*/ 33 w 63"/>
                <a:gd name="T35" fmla="*/ 107 h 189"/>
                <a:gd name="T36" fmla="*/ 30 w 63"/>
                <a:gd name="T37" fmla="*/ 107 h 189"/>
                <a:gd name="T38" fmla="*/ 30 w 63"/>
                <a:gd name="T39" fmla="*/ 181 h 189"/>
                <a:gd name="T40" fmla="*/ 22 w 63"/>
                <a:gd name="T41" fmla="*/ 189 h 189"/>
                <a:gd name="T42" fmla="*/ 15 w 63"/>
                <a:gd name="T43" fmla="*/ 181 h 189"/>
                <a:gd name="T44" fmla="*/ 15 w 63"/>
                <a:gd name="T45" fmla="*/ 56 h 189"/>
                <a:gd name="T46" fmla="*/ 12 w 63"/>
                <a:gd name="T47" fmla="*/ 56 h 189"/>
                <a:gd name="T48" fmla="*/ 12 w 63"/>
                <a:gd name="T49" fmla="*/ 108 h 189"/>
                <a:gd name="T50" fmla="*/ 6 w 63"/>
                <a:gd name="T51" fmla="*/ 116 h 189"/>
                <a:gd name="T52" fmla="*/ 0 w 63"/>
                <a:gd name="T53" fmla="*/ 108 h 189"/>
                <a:gd name="T54" fmla="*/ 0 w 63"/>
                <a:gd name="T55" fmla="*/ 48 h 189"/>
                <a:gd name="T56" fmla="*/ 16 w 63"/>
                <a:gd name="T57" fmla="*/ 33 h 189"/>
                <a:gd name="T58" fmla="*/ 47 w 63"/>
                <a:gd name="T59" fmla="*/ 33 h 189"/>
                <a:gd name="T60" fmla="*/ 63 w 63"/>
                <a:gd name="T61" fmla="*/ 48 h 189"/>
                <a:gd name="T62" fmla="*/ 63 w 63"/>
                <a:gd name="T63" fmla="*/ 10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 h="189">
                  <a:moveTo>
                    <a:pt x="44" y="15"/>
                  </a:moveTo>
                  <a:cubicBezTo>
                    <a:pt x="44" y="19"/>
                    <a:pt x="43" y="23"/>
                    <a:pt x="40" y="27"/>
                  </a:cubicBezTo>
                  <a:cubicBezTo>
                    <a:pt x="38" y="30"/>
                    <a:pt x="35" y="32"/>
                    <a:pt x="31" y="32"/>
                  </a:cubicBezTo>
                  <a:cubicBezTo>
                    <a:pt x="28" y="32"/>
                    <a:pt x="25" y="30"/>
                    <a:pt x="22" y="27"/>
                  </a:cubicBezTo>
                  <a:cubicBezTo>
                    <a:pt x="20" y="23"/>
                    <a:pt x="18" y="19"/>
                    <a:pt x="18" y="15"/>
                  </a:cubicBezTo>
                  <a:cubicBezTo>
                    <a:pt x="18" y="11"/>
                    <a:pt x="20" y="7"/>
                    <a:pt x="22" y="4"/>
                  </a:cubicBezTo>
                  <a:cubicBezTo>
                    <a:pt x="25" y="1"/>
                    <a:pt x="28" y="0"/>
                    <a:pt x="31" y="0"/>
                  </a:cubicBezTo>
                  <a:cubicBezTo>
                    <a:pt x="35" y="0"/>
                    <a:pt x="38" y="1"/>
                    <a:pt x="40" y="4"/>
                  </a:cubicBezTo>
                  <a:cubicBezTo>
                    <a:pt x="43" y="7"/>
                    <a:pt x="44" y="11"/>
                    <a:pt x="44" y="15"/>
                  </a:cubicBezTo>
                  <a:close/>
                  <a:moveTo>
                    <a:pt x="63" y="108"/>
                  </a:moveTo>
                  <a:cubicBezTo>
                    <a:pt x="63" y="113"/>
                    <a:pt x="61" y="116"/>
                    <a:pt x="57" y="116"/>
                  </a:cubicBezTo>
                  <a:cubicBezTo>
                    <a:pt x="53" y="116"/>
                    <a:pt x="51" y="113"/>
                    <a:pt x="51" y="108"/>
                  </a:cubicBezTo>
                  <a:cubicBezTo>
                    <a:pt x="51" y="56"/>
                    <a:pt x="51" y="56"/>
                    <a:pt x="51" y="56"/>
                  </a:cubicBezTo>
                  <a:cubicBezTo>
                    <a:pt x="48" y="56"/>
                    <a:pt x="48" y="56"/>
                    <a:pt x="48" y="56"/>
                  </a:cubicBezTo>
                  <a:cubicBezTo>
                    <a:pt x="48" y="181"/>
                    <a:pt x="48" y="181"/>
                    <a:pt x="48" y="181"/>
                  </a:cubicBezTo>
                  <a:cubicBezTo>
                    <a:pt x="48" y="186"/>
                    <a:pt x="46" y="189"/>
                    <a:pt x="41" y="189"/>
                  </a:cubicBezTo>
                  <a:cubicBezTo>
                    <a:pt x="36" y="189"/>
                    <a:pt x="33" y="186"/>
                    <a:pt x="33" y="181"/>
                  </a:cubicBezTo>
                  <a:cubicBezTo>
                    <a:pt x="33" y="107"/>
                    <a:pt x="33" y="107"/>
                    <a:pt x="33" y="107"/>
                  </a:cubicBezTo>
                  <a:cubicBezTo>
                    <a:pt x="30" y="107"/>
                    <a:pt x="30" y="107"/>
                    <a:pt x="30" y="107"/>
                  </a:cubicBezTo>
                  <a:cubicBezTo>
                    <a:pt x="30" y="181"/>
                    <a:pt x="30" y="181"/>
                    <a:pt x="30" y="181"/>
                  </a:cubicBezTo>
                  <a:cubicBezTo>
                    <a:pt x="30" y="186"/>
                    <a:pt x="27" y="189"/>
                    <a:pt x="22" y="189"/>
                  </a:cubicBezTo>
                  <a:cubicBezTo>
                    <a:pt x="17" y="189"/>
                    <a:pt x="15" y="186"/>
                    <a:pt x="15" y="181"/>
                  </a:cubicBezTo>
                  <a:cubicBezTo>
                    <a:pt x="15" y="56"/>
                    <a:pt x="15" y="56"/>
                    <a:pt x="15" y="56"/>
                  </a:cubicBezTo>
                  <a:cubicBezTo>
                    <a:pt x="12" y="56"/>
                    <a:pt x="12" y="56"/>
                    <a:pt x="12" y="56"/>
                  </a:cubicBezTo>
                  <a:cubicBezTo>
                    <a:pt x="12" y="108"/>
                    <a:pt x="12" y="108"/>
                    <a:pt x="12" y="108"/>
                  </a:cubicBezTo>
                  <a:cubicBezTo>
                    <a:pt x="12" y="113"/>
                    <a:pt x="10" y="116"/>
                    <a:pt x="6" y="116"/>
                  </a:cubicBezTo>
                  <a:cubicBezTo>
                    <a:pt x="2" y="116"/>
                    <a:pt x="0" y="113"/>
                    <a:pt x="0" y="108"/>
                  </a:cubicBezTo>
                  <a:cubicBezTo>
                    <a:pt x="0" y="48"/>
                    <a:pt x="0" y="48"/>
                    <a:pt x="0" y="48"/>
                  </a:cubicBezTo>
                  <a:cubicBezTo>
                    <a:pt x="0" y="38"/>
                    <a:pt x="6" y="33"/>
                    <a:pt x="16" y="33"/>
                  </a:cubicBezTo>
                  <a:cubicBezTo>
                    <a:pt x="47" y="33"/>
                    <a:pt x="47" y="33"/>
                    <a:pt x="47" y="33"/>
                  </a:cubicBezTo>
                  <a:cubicBezTo>
                    <a:pt x="57" y="33"/>
                    <a:pt x="63" y="38"/>
                    <a:pt x="63" y="48"/>
                  </a:cubicBezTo>
                  <a:lnTo>
                    <a:pt x="63" y="108"/>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44" name="Freeform 25"/>
            <p:cNvSpPr>
              <a:spLocks noEditPoints="1"/>
            </p:cNvSpPr>
            <p:nvPr/>
          </p:nvSpPr>
          <p:spPr bwMode="auto">
            <a:xfrm>
              <a:off x="3532188" y="1267688"/>
              <a:ext cx="157163" cy="469900"/>
            </a:xfrm>
            <a:custGeom>
              <a:avLst/>
              <a:gdLst>
                <a:gd name="T0" fmla="*/ 45 w 63"/>
                <a:gd name="T1" fmla="*/ 15 h 189"/>
                <a:gd name="T2" fmla="*/ 41 w 63"/>
                <a:gd name="T3" fmla="*/ 27 h 189"/>
                <a:gd name="T4" fmla="*/ 32 w 63"/>
                <a:gd name="T5" fmla="*/ 32 h 189"/>
                <a:gd name="T6" fmla="*/ 22 w 63"/>
                <a:gd name="T7" fmla="*/ 27 h 189"/>
                <a:gd name="T8" fmla="*/ 19 w 63"/>
                <a:gd name="T9" fmla="*/ 15 h 189"/>
                <a:gd name="T10" fmla="*/ 22 w 63"/>
                <a:gd name="T11" fmla="*/ 4 h 189"/>
                <a:gd name="T12" fmla="*/ 32 w 63"/>
                <a:gd name="T13" fmla="*/ 0 h 189"/>
                <a:gd name="T14" fmla="*/ 41 w 63"/>
                <a:gd name="T15" fmla="*/ 4 h 189"/>
                <a:gd name="T16" fmla="*/ 45 w 63"/>
                <a:gd name="T17" fmla="*/ 15 h 189"/>
                <a:gd name="T18" fmla="*/ 63 w 63"/>
                <a:gd name="T19" fmla="*/ 108 h 189"/>
                <a:gd name="T20" fmla="*/ 57 w 63"/>
                <a:gd name="T21" fmla="*/ 116 h 189"/>
                <a:gd name="T22" fmla="*/ 51 w 63"/>
                <a:gd name="T23" fmla="*/ 108 h 189"/>
                <a:gd name="T24" fmla="*/ 51 w 63"/>
                <a:gd name="T25" fmla="*/ 56 h 189"/>
                <a:gd name="T26" fmla="*/ 48 w 63"/>
                <a:gd name="T27" fmla="*/ 56 h 189"/>
                <a:gd name="T28" fmla="*/ 48 w 63"/>
                <a:gd name="T29" fmla="*/ 181 h 189"/>
                <a:gd name="T30" fmla="*/ 41 w 63"/>
                <a:gd name="T31" fmla="*/ 189 h 189"/>
                <a:gd name="T32" fmla="*/ 34 w 63"/>
                <a:gd name="T33" fmla="*/ 181 h 189"/>
                <a:gd name="T34" fmla="*/ 34 w 63"/>
                <a:gd name="T35" fmla="*/ 107 h 189"/>
                <a:gd name="T36" fmla="*/ 30 w 63"/>
                <a:gd name="T37" fmla="*/ 107 h 189"/>
                <a:gd name="T38" fmla="*/ 30 w 63"/>
                <a:gd name="T39" fmla="*/ 181 h 189"/>
                <a:gd name="T40" fmla="*/ 22 w 63"/>
                <a:gd name="T41" fmla="*/ 189 h 189"/>
                <a:gd name="T42" fmla="*/ 15 w 63"/>
                <a:gd name="T43" fmla="*/ 181 h 189"/>
                <a:gd name="T44" fmla="*/ 15 w 63"/>
                <a:gd name="T45" fmla="*/ 56 h 189"/>
                <a:gd name="T46" fmla="*/ 12 w 63"/>
                <a:gd name="T47" fmla="*/ 56 h 189"/>
                <a:gd name="T48" fmla="*/ 12 w 63"/>
                <a:gd name="T49" fmla="*/ 108 h 189"/>
                <a:gd name="T50" fmla="*/ 6 w 63"/>
                <a:gd name="T51" fmla="*/ 116 h 189"/>
                <a:gd name="T52" fmla="*/ 0 w 63"/>
                <a:gd name="T53" fmla="*/ 108 h 189"/>
                <a:gd name="T54" fmla="*/ 0 w 63"/>
                <a:gd name="T55" fmla="*/ 48 h 189"/>
                <a:gd name="T56" fmla="*/ 17 w 63"/>
                <a:gd name="T57" fmla="*/ 33 h 189"/>
                <a:gd name="T58" fmla="*/ 47 w 63"/>
                <a:gd name="T59" fmla="*/ 33 h 189"/>
                <a:gd name="T60" fmla="*/ 63 w 63"/>
                <a:gd name="T61" fmla="*/ 48 h 189"/>
                <a:gd name="T62" fmla="*/ 63 w 63"/>
                <a:gd name="T63" fmla="*/ 10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 h="189">
                  <a:moveTo>
                    <a:pt x="45" y="15"/>
                  </a:moveTo>
                  <a:cubicBezTo>
                    <a:pt x="45" y="19"/>
                    <a:pt x="43" y="23"/>
                    <a:pt x="41" y="27"/>
                  </a:cubicBezTo>
                  <a:cubicBezTo>
                    <a:pt x="38" y="30"/>
                    <a:pt x="35" y="32"/>
                    <a:pt x="32" y="32"/>
                  </a:cubicBezTo>
                  <a:cubicBezTo>
                    <a:pt x="28" y="32"/>
                    <a:pt x="25" y="30"/>
                    <a:pt x="22" y="27"/>
                  </a:cubicBezTo>
                  <a:cubicBezTo>
                    <a:pt x="20" y="23"/>
                    <a:pt x="19" y="19"/>
                    <a:pt x="19" y="15"/>
                  </a:cubicBezTo>
                  <a:cubicBezTo>
                    <a:pt x="19" y="11"/>
                    <a:pt x="20" y="7"/>
                    <a:pt x="22" y="4"/>
                  </a:cubicBezTo>
                  <a:cubicBezTo>
                    <a:pt x="25" y="1"/>
                    <a:pt x="28" y="0"/>
                    <a:pt x="32" y="0"/>
                  </a:cubicBezTo>
                  <a:cubicBezTo>
                    <a:pt x="35" y="0"/>
                    <a:pt x="38" y="1"/>
                    <a:pt x="41" y="4"/>
                  </a:cubicBezTo>
                  <a:cubicBezTo>
                    <a:pt x="43" y="7"/>
                    <a:pt x="45" y="11"/>
                    <a:pt x="45" y="15"/>
                  </a:cubicBezTo>
                  <a:close/>
                  <a:moveTo>
                    <a:pt x="63" y="108"/>
                  </a:moveTo>
                  <a:cubicBezTo>
                    <a:pt x="63" y="113"/>
                    <a:pt x="61" y="116"/>
                    <a:pt x="57" y="116"/>
                  </a:cubicBezTo>
                  <a:cubicBezTo>
                    <a:pt x="53" y="116"/>
                    <a:pt x="51" y="113"/>
                    <a:pt x="51" y="108"/>
                  </a:cubicBezTo>
                  <a:cubicBezTo>
                    <a:pt x="51" y="56"/>
                    <a:pt x="51" y="56"/>
                    <a:pt x="51" y="56"/>
                  </a:cubicBezTo>
                  <a:cubicBezTo>
                    <a:pt x="48" y="56"/>
                    <a:pt x="48" y="56"/>
                    <a:pt x="48" y="56"/>
                  </a:cubicBezTo>
                  <a:cubicBezTo>
                    <a:pt x="48" y="181"/>
                    <a:pt x="48" y="181"/>
                    <a:pt x="48" y="181"/>
                  </a:cubicBezTo>
                  <a:cubicBezTo>
                    <a:pt x="48" y="186"/>
                    <a:pt x="46" y="189"/>
                    <a:pt x="41" y="189"/>
                  </a:cubicBezTo>
                  <a:cubicBezTo>
                    <a:pt x="36" y="189"/>
                    <a:pt x="34" y="186"/>
                    <a:pt x="34" y="181"/>
                  </a:cubicBezTo>
                  <a:cubicBezTo>
                    <a:pt x="34" y="107"/>
                    <a:pt x="34" y="107"/>
                    <a:pt x="34" y="107"/>
                  </a:cubicBezTo>
                  <a:cubicBezTo>
                    <a:pt x="30" y="107"/>
                    <a:pt x="30" y="107"/>
                    <a:pt x="30" y="107"/>
                  </a:cubicBezTo>
                  <a:cubicBezTo>
                    <a:pt x="30" y="181"/>
                    <a:pt x="30" y="181"/>
                    <a:pt x="30" y="181"/>
                  </a:cubicBezTo>
                  <a:cubicBezTo>
                    <a:pt x="30" y="186"/>
                    <a:pt x="27" y="189"/>
                    <a:pt x="22" y="189"/>
                  </a:cubicBezTo>
                  <a:cubicBezTo>
                    <a:pt x="18" y="189"/>
                    <a:pt x="15" y="186"/>
                    <a:pt x="15" y="181"/>
                  </a:cubicBezTo>
                  <a:cubicBezTo>
                    <a:pt x="15" y="56"/>
                    <a:pt x="15" y="56"/>
                    <a:pt x="15" y="56"/>
                  </a:cubicBezTo>
                  <a:cubicBezTo>
                    <a:pt x="12" y="56"/>
                    <a:pt x="12" y="56"/>
                    <a:pt x="12" y="56"/>
                  </a:cubicBezTo>
                  <a:cubicBezTo>
                    <a:pt x="12" y="108"/>
                    <a:pt x="12" y="108"/>
                    <a:pt x="12" y="108"/>
                  </a:cubicBezTo>
                  <a:cubicBezTo>
                    <a:pt x="12" y="113"/>
                    <a:pt x="10" y="116"/>
                    <a:pt x="6" y="116"/>
                  </a:cubicBezTo>
                  <a:cubicBezTo>
                    <a:pt x="2" y="116"/>
                    <a:pt x="0" y="113"/>
                    <a:pt x="0" y="108"/>
                  </a:cubicBezTo>
                  <a:cubicBezTo>
                    <a:pt x="0" y="48"/>
                    <a:pt x="0" y="48"/>
                    <a:pt x="0" y="48"/>
                  </a:cubicBezTo>
                  <a:cubicBezTo>
                    <a:pt x="0" y="38"/>
                    <a:pt x="6" y="33"/>
                    <a:pt x="17" y="33"/>
                  </a:cubicBezTo>
                  <a:cubicBezTo>
                    <a:pt x="47" y="33"/>
                    <a:pt x="47" y="33"/>
                    <a:pt x="47" y="33"/>
                  </a:cubicBezTo>
                  <a:cubicBezTo>
                    <a:pt x="58" y="33"/>
                    <a:pt x="63" y="38"/>
                    <a:pt x="63" y="48"/>
                  </a:cubicBezTo>
                  <a:lnTo>
                    <a:pt x="63" y="108"/>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45" name="Text Box 10"/>
            <p:cNvSpPr txBox="1">
              <a:spLocks noChangeArrowheads="1"/>
            </p:cNvSpPr>
            <p:nvPr/>
          </p:nvSpPr>
          <p:spPr bwMode="auto">
            <a:xfrm>
              <a:off x="4102893" y="1924913"/>
              <a:ext cx="1905000" cy="1202387"/>
            </a:xfrm>
            <a:prstGeom prst="rect">
              <a:avLst/>
            </a:prstGeom>
            <a:noFill/>
            <a:ln w="9525">
              <a:noFill/>
              <a:miter lim="800000"/>
              <a:headEnd/>
              <a:tailEnd/>
            </a:ln>
          </p:spPr>
          <p:txBody>
            <a:bodyPr wrap="square" lIns="45720" tIns="22860" rIns="45720" bIns="22860">
              <a:spAutoFit/>
            </a:bodyPr>
            <a:lstStyle/>
            <a:p>
              <a:pPr defTabSz="1088232"/>
              <a:r>
                <a:rPr lang="en-US" b="1">
                  <a:solidFill>
                    <a:schemeClr val="bg1">
                      <a:lumMod val="50000"/>
                    </a:schemeClr>
                  </a:solidFill>
                  <a:latin typeface="Open Sans" pitchFamily="34" charset="0"/>
                  <a:ea typeface="Open Sans" pitchFamily="34" charset="0"/>
                  <a:cs typeface="Open Sans" pitchFamily="34" charset="0"/>
                </a:rPr>
                <a:t>Marketing </a:t>
              </a:r>
            </a:p>
            <a:p>
              <a:pPr defTabSz="1088232"/>
              <a:r>
                <a:rPr lang="en-US" b="1">
                  <a:solidFill>
                    <a:schemeClr val="bg1">
                      <a:lumMod val="50000"/>
                    </a:schemeClr>
                  </a:solidFill>
                  <a:latin typeface="Open Sans" pitchFamily="34" charset="0"/>
                  <a:ea typeface="Open Sans" pitchFamily="34" charset="0"/>
                  <a:cs typeface="Open Sans" pitchFamily="34" charset="0"/>
                </a:rPr>
                <a:t>Growth</a:t>
              </a:r>
            </a:p>
            <a:p>
              <a:pPr defTabSz="1088232"/>
              <a:endParaRPr lang="en-US" sz="1050" b="1">
                <a:solidFill>
                  <a:schemeClr val="bg1">
                    <a:lumMod val="50000"/>
                  </a:schemeClr>
                </a:solidFill>
                <a:latin typeface="Open Sans" pitchFamily="34" charset="0"/>
                <a:ea typeface="Open Sans" pitchFamily="34" charset="0"/>
                <a:cs typeface="Open Sans" pitchFamily="34" charset="0"/>
              </a:endParaRPr>
            </a:p>
            <a:p>
              <a:pPr defTabSz="1088232"/>
              <a:r>
                <a:rPr lang="en-US" sz="1200">
                  <a:solidFill>
                    <a:schemeClr val="bg1">
                      <a:lumMod val="50000"/>
                    </a:schemeClr>
                  </a:solidFill>
                  <a:latin typeface="Open Sans" pitchFamily="34" charset="0"/>
                  <a:ea typeface="Open Sans" pitchFamily="34" charset="0"/>
                  <a:cs typeface="Open Sans" pitchFamily="34" charset="0"/>
                </a:rPr>
                <a:t>Nullam eu tempor purus. Nunc a leo magna, sit amet consequat risus. leo magna, sit amet. Nullam eu tempor purus. Nunc a leo magna, sit amet consequat risus. </a:t>
              </a:r>
            </a:p>
          </p:txBody>
        </p:sp>
        <p:sp>
          <p:nvSpPr>
            <p:cNvPr id="46" name="Text Box 10"/>
            <p:cNvSpPr txBox="1">
              <a:spLocks noChangeArrowheads="1"/>
            </p:cNvSpPr>
            <p:nvPr/>
          </p:nvSpPr>
          <p:spPr bwMode="auto">
            <a:xfrm>
              <a:off x="4026693" y="1123950"/>
              <a:ext cx="1828800" cy="757668"/>
            </a:xfrm>
            <a:prstGeom prst="rect">
              <a:avLst/>
            </a:prstGeom>
            <a:noFill/>
            <a:ln w="9525">
              <a:noFill/>
              <a:miter lim="800000"/>
              <a:headEnd/>
              <a:tailEnd/>
            </a:ln>
          </p:spPr>
          <p:txBody>
            <a:bodyPr wrap="square" lIns="45720" tIns="22860" rIns="45720" bIns="22860">
              <a:spAutoFit/>
            </a:bodyPr>
            <a:lstStyle/>
            <a:p>
              <a:pPr defTabSz="1088232"/>
              <a:r>
                <a:rPr lang="en-US" sz="6600" b="1" dirty="0">
                  <a:solidFill>
                    <a:schemeClr val="bg1">
                      <a:lumMod val="50000"/>
                    </a:schemeClr>
                  </a:solidFill>
                  <a:latin typeface="Open Sans" pitchFamily="34" charset="0"/>
                  <a:ea typeface="Open Sans" pitchFamily="34" charset="0"/>
                  <a:cs typeface="Open Sans" pitchFamily="34" charset="0"/>
                </a:rPr>
                <a:t>69%</a:t>
              </a:r>
              <a:endParaRPr lang="en-US" sz="4800" dirty="0">
                <a:solidFill>
                  <a:schemeClr val="bg1">
                    <a:lumMod val="50000"/>
                  </a:schemeClr>
                </a:solidFill>
                <a:latin typeface="Open Sans" pitchFamily="34" charset="0"/>
                <a:ea typeface="Open Sans" pitchFamily="34" charset="0"/>
                <a:cs typeface="Open Sans" pitchFamily="34" charset="0"/>
              </a:endParaRPr>
            </a:p>
          </p:txBody>
        </p:sp>
        <p:sp>
          <p:nvSpPr>
            <p:cNvPr id="47" name="Right Brace 31"/>
            <p:cNvSpPr/>
            <p:nvPr/>
          </p:nvSpPr>
          <p:spPr>
            <a:xfrm>
              <a:off x="6160293" y="1267687"/>
              <a:ext cx="152400" cy="3324225"/>
            </a:xfrm>
            <a:prstGeom prst="rightBrac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p:sp>
          <p:nvSpPr>
            <p:cNvPr id="48" name="Text Box 10"/>
            <p:cNvSpPr txBox="1">
              <a:spLocks noChangeArrowheads="1"/>
            </p:cNvSpPr>
            <p:nvPr/>
          </p:nvSpPr>
          <p:spPr bwMode="auto">
            <a:xfrm>
              <a:off x="4102893" y="3742298"/>
              <a:ext cx="1905000" cy="735707"/>
            </a:xfrm>
            <a:prstGeom prst="rect">
              <a:avLst/>
            </a:prstGeom>
            <a:noFill/>
            <a:ln w="9525">
              <a:noFill/>
              <a:miter lim="800000"/>
              <a:headEnd/>
              <a:tailEnd/>
            </a:ln>
          </p:spPr>
          <p:txBody>
            <a:bodyPr wrap="square" lIns="45720" tIns="22860" rIns="45720" bIns="22860">
              <a:spAutoFit/>
            </a:bodyPr>
            <a:lstStyle/>
            <a:p>
              <a:pPr defTabSz="1088232"/>
              <a:r>
                <a:rPr lang="en-US" sz="1600" i="1">
                  <a:solidFill>
                    <a:schemeClr val="bg1">
                      <a:lumMod val="50000"/>
                    </a:schemeClr>
                  </a:solidFill>
                  <a:latin typeface="Open Sans" pitchFamily="34" charset="0"/>
                  <a:ea typeface="Open Sans" pitchFamily="34" charset="0"/>
                  <a:cs typeface="Open Sans" pitchFamily="34" charset="0"/>
                </a:rPr>
                <a:t>Nullam eu tempor purus. Nunc a leo magna, sit amet consequat risus. Nullam eu tempor purus. </a:t>
              </a:r>
            </a:p>
          </p:txBody>
        </p:sp>
        <p:cxnSp>
          <p:nvCxnSpPr>
            <p:cNvPr id="49" name="Straight Connector 33"/>
            <p:cNvCxnSpPr/>
            <p:nvPr/>
          </p:nvCxnSpPr>
          <p:spPr>
            <a:xfrm>
              <a:off x="4179093" y="3622417"/>
              <a:ext cx="18288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0" name="Rounded Rectangle 37"/>
            <p:cNvSpPr/>
            <p:nvPr/>
          </p:nvSpPr>
          <p:spPr>
            <a:xfrm>
              <a:off x="6541293" y="1265305"/>
              <a:ext cx="1981200" cy="1035637"/>
            </a:xfrm>
            <a:prstGeom prst="roundRect">
              <a:avLst>
                <a:gd name="adj" fmla="val 5186"/>
              </a:avLst>
            </a:prstGeom>
            <a:solidFill>
              <a:srgbClr val="0824AA"/>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1" name="Text Box 10"/>
            <p:cNvSpPr txBox="1">
              <a:spLocks noChangeArrowheads="1"/>
            </p:cNvSpPr>
            <p:nvPr/>
          </p:nvSpPr>
          <p:spPr bwMode="auto">
            <a:xfrm>
              <a:off x="6693693" y="1206673"/>
              <a:ext cx="1719579" cy="779630"/>
            </a:xfrm>
            <a:prstGeom prst="rect">
              <a:avLst/>
            </a:prstGeom>
            <a:noFill/>
            <a:ln w="9525">
              <a:noFill/>
              <a:miter lim="800000"/>
              <a:headEnd/>
              <a:tailEnd/>
            </a:ln>
          </p:spPr>
          <p:txBody>
            <a:bodyPr wrap="square" lIns="45720" tIns="22860" rIns="45720" bIns="22860">
              <a:spAutoFit/>
            </a:bodyPr>
            <a:lstStyle/>
            <a:p>
              <a:pPr defTabSz="1088232">
                <a:lnSpc>
                  <a:spcPct val="200000"/>
                </a:lnSpc>
              </a:pPr>
              <a:r>
                <a:rPr lang="en-US" sz="1600" b="1" dirty="0">
                  <a:solidFill>
                    <a:schemeClr val="bg1"/>
                  </a:solidFill>
                  <a:latin typeface="Open Sans" pitchFamily="34" charset="0"/>
                  <a:ea typeface="Open Sans" pitchFamily="34" charset="0"/>
                  <a:cs typeface="Open Sans" pitchFamily="34" charset="0"/>
                </a:rPr>
                <a:t>Fair Value</a:t>
              </a:r>
            </a:p>
            <a:p>
              <a:pPr defTabSz="1088232"/>
              <a:r>
                <a:rPr lang="en-US" sz="1200" dirty="0" err="1">
                  <a:solidFill>
                    <a:schemeClr val="bg1"/>
                  </a:solidFill>
                  <a:latin typeface="Open Sans" pitchFamily="34" charset="0"/>
                  <a:ea typeface="Open Sans" pitchFamily="34" charset="0"/>
                  <a:cs typeface="Open Sans" pitchFamily="34" charset="0"/>
                </a:rPr>
                <a:t>Nullam</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eu</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tempor</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purus</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Nunc</a:t>
              </a:r>
              <a:r>
                <a:rPr lang="en-US" sz="1200" dirty="0">
                  <a:solidFill>
                    <a:schemeClr val="bg1"/>
                  </a:solidFill>
                  <a:latin typeface="Open Sans" pitchFamily="34" charset="0"/>
                  <a:ea typeface="Open Sans" pitchFamily="34" charset="0"/>
                  <a:cs typeface="Open Sans" pitchFamily="34" charset="0"/>
                </a:rPr>
                <a:t> a </a:t>
              </a:r>
              <a:r>
                <a:rPr lang="en-US" sz="1200" dirty="0" err="1">
                  <a:solidFill>
                    <a:schemeClr val="bg1"/>
                  </a:solidFill>
                  <a:latin typeface="Open Sans" pitchFamily="34" charset="0"/>
                  <a:ea typeface="Open Sans" pitchFamily="34" charset="0"/>
                  <a:cs typeface="Open Sans" pitchFamily="34" charset="0"/>
                </a:rPr>
                <a:t>leo</a:t>
              </a:r>
              <a:r>
                <a:rPr lang="en-US" sz="1200" dirty="0">
                  <a:solidFill>
                    <a:schemeClr val="bg1"/>
                  </a:solidFill>
                  <a:latin typeface="Open Sans" pitchFamily="34" charset="0"/>
                  <a:ea typeface="Open Sans" pitchFamily="34" charset="0"/>
                  <a:cs typeface="Open Sans" pitchFamily="34" charset="0"/>
                </a:rPr>
                <a:t> magna, sit </a:t>
              </a:r>
              <a:r>
                <a:rPr lang="en-US" sz="1200" dirty="0" err="1">
                  <a:solidFill>
                    <a:schemeClr val="bg1"/>
                  </a:solidFill>
                  <a:latin typeface="Open Sans" pitchFamily="34" charset="0"/>
                  <a:ea typeface="Open Sans" pitchFamily="34" charset="0"/>
                  <a:cs typeface="Open Sans" pitchFamily="34" charset="0"/>
                </a:rPr>
                <a:t>amet</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consequat</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risus</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Nunc</a:t>
              </a:r>
              <a:r>
                <a:rPr lang="en-US" sz="1200" dirty="0">
                  <a:solidFill>
                    <a:schemeClr val="bg1"/>
                  </a:solidFill>
                  <a:latin typeface="Open Sans" pitchFamily="34" charset="0"/>
                  <a:ea typeface="Open Sans" pitchFamily="34" charset="0"/>
                  <a:cs typeface="Open Sans" pitchFamily="34" charset="0"/>
                </a:rPr>
                <a:t> a </a:t>
              </a:r>
              <a:r>
                <a:rPr lang="en-US" sz="1200" dirty="0" err="1">
                  <a:solidFill>
                    <a:schemeClr val="bg1"/>
                  </a:solidFill>
                  <a:latin typeface="Open Sans" pitchFamily="34" charset="0"/>
                  <a:ea typeface="Open Sans" pitchFamily="34" charset="0"/>
                  <a:cs typeface="Open Sans" pitchFamily="34" charset="0"/>
                </a:rPr>
                <a:t>leo</a:t>
              </a:r>
              <a:r>
                <a:rPr lang="en-US" sz="1200" dirty="0">
                  <a:solidFill>
                    <a:schemeClr val="bg1"/>
                  </a:solidFill>
                  <a:latin typeface="Open Sans" pitchFamily="34" charset="0"/>
                  <a:ea typeface="Open Sans" pitchFamily="34" charset="0"/>
                  <a:cs typeface="Open Sans" pitchFamily="34" charset="0"/>
                </a:rPr>
                <a:t> magna.</a:t>
              </a:r>
            </a:p>
          </p:txBody>
        </p:sp>
        <p:sp>
          <p:nvSpPr>
            <p:cNvPr id="52" name="Rounded Rectangle 45"/>
            <p:cNvSpPr/>
            <p:nvPr/>
          </p:nvSpPr>
          <p:spPr>
            <a:xfrm>
              <a:off x="6541293" y="2413276"/>
              <a:ext cx="1981200" cy="1035637"/>
            </a:xfrm>
            <a:prstGeom prst="roundRect">
              <a:avLst>
                <a:gd name="adj" fmla="val 5186"/>
              </a:avLst>
            </a:prstGeom>
            <a:solidFill>
              <a:srgbClr val="051564"/>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3" name="Text Box 10"/>
            <p:cNvSpPr txBox="1">
              <a:spLocks noChangeArrowheads="1"/>
            </p:cNvSpPr>
            <p:nvPr/>
          </p:nvSpPr>
          <p:spPr bwMode="auto">
            <a:xfrm>
              <a:off x="6693693" y="2354644"/>
              <a:ext cx="1719579" cy="779630"/>
            </a:xfrm>
            <a:prstGeom prst="rect">
              <a:avLst/>
            </a:prstGeom>
            <a:noFill/>
            <a:ln w="9525">
              <a:noFill/>
              <a:miter lim="800000"/>
              <a:headEnd/>
              <a:tailEnd/>
            </a:ln>
          </p:spPr>
          <p:txBody>
            <a:bodyPr wrap="square" lIns="45720" tIns="22860" rIns="45720" bIns="22860">
              <a:spAutoFit/>
            </a:bodyPr>
            <a:lstStyle/>
            <a:p>
              <a:pPr defTabSz="1088232">
                <a:lnSpc>
                  <a:spcPct val="200000"/>
                </a:lnSpc>
              </a:pPr>
              <a:r>
                <a:rPr lang="en-US" sz="1600" b="1" dirty="0">
                  <a:solidFill>
                    <a:schemeClr val="bg1"/>
                  </a:solidFill>
                  <a:latin typeface="Open Sans" pitchFamily="34" charset="0"/>
                  <a:ea typeface="Open Sans" pitchFamily="34" charset="0"/>
                  <a:cs typeface="Open Sans" pitchFamily="34" charset="0"/>
                </a:rPr>
                <a:t>Growth</a:t>
              </a:r>
            </a:p>
            <a:p>
              <a:pPr defTabSz="1088232"/>
              <a:r>
                <a:rPr lang="en-US" sz="1200" dirty="0" err="1">
                  <a:solidFill>
                    <a:schemeClr val="bg1"/>
                  </a:solidFill>
                  <a:latin typeface="Open Sans" pitchFamily="34" charset="0"/>
                  <a:ea typeface="Open Sans" pitchFamily="34" charset="0"/>
                  <a:cs typeface="Open Sans" pitchFamily="34" charset="0"/>
                </a:rPr>
                <a:t>Nullam</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eu</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tempor</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purus</a:t>
              </a:r>
              <a:r>
                <a:rPr lang="en-US" sz="1200" dirty="0">
                  <a:solidFill>
                    <a:schemeClr val="bg1"/>
                  </a:solidFill>
                  <a:latin typeface="Open Sans" pitchFamily="34" charset="0"/>
                  <a:ea typeface="Open Sans" pitchFamily="34" charset="0"/>
                  <a:cs typeface="Open Sans" pitchFamily="34" charset="0"/>
                </a:rPr>
                <a:t>. Nunc a </a:t>
              </a:r>
              <a:r>
                <a:rPr lang="en-US" sz="1200" dirty="0" err="1">
                  <a:solidFill>
                    <a:schemeClr val="bg1"/>
                  </a:solidFill>
                  <a:latin typeface="Open Sans" pitchFamily="34" charset="0"/>
                  <a:ea typeface="Open Sans" pitchFamily="34" charset="0"/>
                  <a:cs typeface="Open Sans" pitchFamily="34" charset="0"/>
                </a:rPr>
                <a:t>leo</a:t>
              </a:r>
              <a:r>
                <a:rPr lang="en-US" sz="1200" dirty="0">
                  <a:solidFill>
                    <a:schemeClr val="bg1"/>
                  </a:solidFill>
                  <a:latin typeface="Open Sans" pitchFamily="34" charset="0"/>
                  <a:ea typeface="Open Sans" pitchFamily="34" charset="0"/>
                  <a:cs typeface="Open Sans" pitchFamily="34" charset="0"/>
                </a:rPr>
                <a:t> magna, sit </a:t>
              </a:r>
              <a:r>
                <a:rPr lang="en-US" sz="1200" dirty="0" err="1">
                  <a:solidFill>
                    <a:schemeClr val="bg1"/>
                  </a:solidFill>
                  <a:latin typeface="Open Sans" pitchFamily="34" charset="0"/>
                  <a:ea typeface="Open Sans" pitchFamily="34" charset="0"/>
                  <a:cs typeface="Open Sans" pitchFamily="34" charset="0"/>
                </a:rPr>
                <a:t>amet</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consequat</a:t>
              </a:r>
              <a:r>
                <a:rPr lang="en-US" sz="1200" dirty="0">
                  <a:solidFill>
                    <a:schemeClr val="bg1"/>
                  </a:solidFill>
                  <a:latin typeface="Open Sans" pitchFamily="34" charset="0"/>
                  <a:ea typeface="Open Sans" pitchFamily="34" charset="0"/>
                  <a:cs typeface="Open Sans" pitchFamily="34" charset="0"/>
                </a:rPr>
                <a:t> </a:t>
              </a:r>
              <a:r>
                <a:rPr lang="en-US" sz="1200" dirty="0" err="1">
                  <a:solidFill>
                    <a:schemeClr val="bg1"/>
                  </a:solidFill>
                  <a:latin typeface="Open Sans" pitchFamily="34" charset="0"/>
                  <a:ea typeface="Open Sans" pitchFamily="34" charset="0"/>
                  <a:cs typeface="Open Sans" pitchFamily="34" charset="0"/>
                </a:rPr>
                <a:t>risus</a:t>
              </a:r>
              <a:r>
                <a:rPr lang="en-US" sz="1200" dirty="0">
                  <a:solidFill>
                    <a:schemeClr val="bg1"/>
                  </a:solidFill>
                  <a:latin typeface="Open Sans" pitchFamily="34" charset="0"/>
                  <a:ea typeface="Open Sans" pitchFamily="34" charset="0"/>
                  <a:cs typeface="Open Sans" pitchFamily="34" charset="0"/>
                </a:rPr>
                <a:t>. Nunc a </a:t>
              </a:r>
              <a:r>
                <a:rPr lang="en-US" sz="1200" dirty="0" err="1">
                  <a:solidFill>
                    <a:schemeClr val="bg1"/>
                  </a:solidFill>
                  <a:latin typeface="Open Sans" pitchFamily="34" charset="0"/>
                  <a:ea typeface="Open Sans" pitchFamily="34" charset="0"/>
                  <a:cs typeface="Open Sans" pitchFamily="34" charset="0"/>
                </a:rPr>
                <a:t>leo</a:t>
              </a:r>
              <a:r>
                <a:rPr lang="en-US" sz="1200" dirty="0">
                  <a:solidFill>
                    <a:schemeClr val="bg1"/>
                  </a:solidFill>
                  <a:latin typeface="Open Sans" pitchFamily="34" charset="0"/>
                  <a:ea typeface="Open Sans" pitchFamily="34" charset="0"/>
                  <a:cs typeface="Open Sans" pitchFamily="34" charset="0"/>
                </a:rPr>
                <a:t> magna.</a:t>
              </a:r>
            </a:p>
          </p:txBody>
        </p:sp>
        <p:sp>
          <p:nvSpPr>
            <p:cNvPr id="54" name="Rounded Rectangle 47"/>
            <p:cNvSpPr/>
            <p:nvPr/>
          </p:nvSpPr>
          <p:spPr>
            <a:xfrm>
              <a:off x="6541293" y="3563623"/>
              <a:ext cx="1981200" cy="1035637"/>
            </a:xfrm>
            <a:prstGeom prst="roundRect">
              <a:avLst>
                <a:gd name="adj" fmla="val 5186"/>
              </a:avLst>
            </a:prstGeom>
            <a:solidFill>
              <a:srgbClr val="0824AA"/>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5" name="Text Box 10"/>
            <p:cNvSpPr txBox="1">
              <a:spLocks noChangeArrowheads="1"/>
            </p:cNvSpPr>
            <p:nvPr/>
          </p:nvSpPr>
          <p:spPr bwMode="auto">
            <a:xfrm>
              <a:off x="6693693" y="3504991"/>
              <a:ext cx="1719579" cy="779630"/>
            </a:xfrm>
            <a:prstGeom prst="rect">
              <a:avLst/>
            </a:prstGeom>
            <a:noFill/>
            <a:ln w="9525">
              <a:noFill/>
              <a:miter lim="800000"/>
              <a:headEnd/>
              <a:tailEnd/>
            </a:ln>
          </p:spPr>
          <p:txBody>
            <a:bodyPr wrap="square" lIns="45720" tIns="22860" rIns="45720" bIns="22860">
              <a:spAutoFit/>
            </a:bodyPr>
            <a:lstStyle/>
            <a:p>
              <a:pPr defTabSz="1088232">
                <a:lnSpc>
                  <a:spcPct val="200000"/>
                </a:lnSpc>
              </a:pPr>
              <a:r>
                <a:rPr lang="en-US" sz="1600" b="1">
                  <a:solidFill>
                    <a:schemeClr val="bg1"/>
                  </a:solidFill>
                  <a:latin typeface="Open Sans" pitchFamily="34" charset="0"/>
                  <a:ea typeface="Open Sans" pitchFamily="34" charset="0"/>
                  <a:cs typeface="Open Sans" pitchFamily="34" charset="0"/>
                </a:rPr>
                <a:t>Improvisation</a:t>
              </a:r>
            </a:p>
            <a:p>
              <a:pPr defTabSz="1088232"/>
              <a:r>
                <a:rPr lang="en-US" sz="1200">
                  <a:solidFill>
                    <a:schemeClr val="bg1"/>
                  </a:solidFill>
                  <a:latin typeface="Open Sans" pitchFamily="34" charset="0"/>
                  <a:ea typeface="Open Sans" pitchFamily="34" charset="0"/>
                  <a:cs typeface="Open Sans" pitchFamily="34" charset="0"/>
                </a:rPr>
                <a:t>Nullam eu tempor purus. Nunc a leo magna, sit amet consequat risus. Nunc a leo magna.</a:t>
              </a:r>
            </a:p>
          </p:txBody>
        </p:sp>
      </p:grpSp>
    </p:spTree>
    <p:extLst>
      <p:ext uri="{BB962C8B-B14F-4D97-AF65-F5344CB8AC3E}">
        <p14:creationId xmlns:p14="http://schemas.microsoft.com/office/powerpoint/2010/main" val="2752115713"/>
      </p:ext>
    </p:extLst>
  </p:cSld>
  <p:clrMapOvr>
    <a:masterClrMapping/>
  </p:clrMapOvr>
  <p:transition spd="slow" advTm="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1000"/>
                                        <p:tgtEl>
                                          <p:spTgt spid="22"/>
                                        </p:tgtEl>
                                      </p:cBhvr>
                                    </p:animEffect>
                                    <p:anim calcmode="lin" valueType="num">
                                      <p:cBhvr>
                                        <p:cTn id="14" dur="1000" fill="hold"/>
                                        <p:tgtEl>
                                          <p:spTgt spid="22"/>
                                        </p:tgtEl>
                                        <p:attrNameLst>
                                          <p:attrName>ppt_x</p:attrName>
                                        </p:attrNameLst>
                                      </p:cBhvr>
                                      <p:tavLst>
                                        <p:tav tm="0">
                                          <p:val>
                                            <p:strVal val="#ppt_x"/>
                                          </p:val>
                                        </p:tav>
                                        <p:tav tm="100000">
                                          <p:val>
                                            <p:strVal val="#ppt_x"/>
                                          </p:val>
                                        </p:tav>
                                      </p:tavLst>
                                    </p:anim>
                                    <p:anim calcmode="lin" valueType="num">
                                      <p:cBhvr>
                                        <p:cTn id="15"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6"/>
          <p:cNvSpPr>
            <a:spLocks noChangeArrowheads="1"/>
          </p:cNvSpPr>
          <p:nvPr/>
        </p:nvSpPr>
        <p:spPr bwMode="auto">
          <a:xfrm rot="18900000">
            <a:off x="1130426" y="2203159"/>
            <a:ext cx="2554818" cy="2554818"/>
          </a:xfrm>
          <a:prstGeom prst="rect">
            <a:avLst/>
          </a:prstGeom>
          <a:noFill/>
          <a:ln w="6350">
            <a:solidFill>
              <a:srgbClr val="0824AA"/>
            </a:solidFill>
            <a:miter lim="800000"/>
            <a:headEnd/>
            <a:tailEnd/>
          </a:ln>
          <a:effectLst/>
        </p:spPr>
        <p:txBody>
          <a:bodyPr wrap="none" lIns="0" tIns="0" rIns="0" bIns="0" anchor="ctr"/>
          <a:lstStyle>
            <a:defPPr>
              <a:defRPr lang="en-US"/>
            </a:defPPr>
            <a:lvl1pPr algn="l" rtl="0" eaLnBrk="0" fontAlgn="base" hangingPunct="0">
              <a:spcBef>
                <a:spcPct val="0"/>
              </a:spcBef>
              <a:spcAft>
                <a:spcPct val="0"/>
              </a:spcAft>
              <a:defRPr sz="1300" b="1" kern="1200">
                <a:solidFill>
                  <a:srgbClr val="000000"/>
                </a:solidFill>
                <a:latin typeface="Arial" charset="0"/>
                <a:ea typeface="宋体" charset="-122"/>
                <a:cs typeface="+mn-cs"/>
              </a:defRPr>
            </a:lvl1pPr>
            <a:lvl2pPr marL="457200" algn="l" rtl="0" eaLnBrk="0" fontAlgn="base" hangingPunct="0">
              <a:spcBef>
                <a:spcPct val="0"/>
              </a:spcBef>
              <a:spcAft>
                <a:spcPct val="0"/>
              </a:spcAft>
              <a:defRPr sz="1300" b="1" kern="1200">
                <a:solidFill>
                  <a:srgbClr val="000000"/>
                </a:solidFill>
                <a:latin typeface="Arial" charset="0"/>
                <a:ea typeface="宋体" charset="-122"/>
                <a:cs typeface="+mn-cs"/>
              </a:defRPr>
            </a:lvl2pPr>
            <a:lvl3pPr marL="914400" algn="l" rtl="0" eaLnBrk="0" fontAlgn="base" hangingPunct="0">
              <a:spcBef>
                <a:spcPct val="0"/>
              </a:spcBef>
              <a:spcAft>
                <a:spcPct val="0"/>
              </a:spcAft>
              <a:defRPr sz="1300" b="1" kern="1200">
                <a:solidFill>
                  <a:srgbClr val="000000"/>
                </a:solidFill>
                <a:latin typeface="Arial" charset="0"/>
                <a:ea typeface="宋体" charset="-122"/>
                <a:cs typeface="+mn-cs"/>
              </a:defRPr>
            </a:lvl3pPr>
            <a:lvl4pPr marL="1371600" algn="l" rtl="0" eaLnBrk="0" fontAlgn="base" hangingPunct="0">
              <a:spcBef>
                <a:spcPct val="0"/>
              </a:spcBef>
              <a:spcAft>
                <a:spcPct val="0"/>
              </a:spcAft>
              <a:defRPr sz="1300" b="1" kern="1200">
                <a:solidFill>
                  <a:srgbClr val="000000"/>
                </a:solidFill>
                <a:latin typeface="Arial" charset="0"/>
                <a:ea typeface="宋体" charset="-122"/>
                <a:cs typeface="+mn-cs"/>
              </a:defRPr>
            </a:lvl4pPr>
            <a:lvl5pPr marL="1828800" algn="l" rtl="0" eaLnBrk="0" fontAlgn="base" hangingPunct="0">
              <a:spcBef>
                <a:spcPct val="0"/>
              </a:spcBef>
              <a:spcAft>
                <a:spcPct val="0"/>
              </a:spcAft>
              <a:defRPr sz="1300" b="1" kern="1200">
                <a:solidFill>
                  <a:srgbClr val="000000"/>
                </a:solidFill>
                <a:latin typeface="Arial" charset="0"/>
                <a:ea typeface="宋体" charset="-122"/>
                <a:cs typeface="+mn-cs"/>
              </a:defRPr>
            </a:lvl5pPr>
            <a:lvl6pPr marL="2286000" algn="l" defTabSz="914400" rtl="0" eaLnBrk="1" latinLnBrk="0" hangingPunct="1">
              <a:defRPr sz="1300" b="1" kern="1200">
                <a:solidFill>
                  <a:srgbClr val="000000"/>
                </a:solidFill>
                <a:latin typeface="Arial" charset="0"/>
                <a:ea typeface="宋体" charset="-122"/>
                <a:cs typeface="+mn-cs"/>
              </a:defRPr>
            </a:lvl6pPr>
            <a:lvl7pPr marL="2743200" algn="l" defTabSz="914400" rtl="0" eaLnBrk="1" latinLnBrk="0" hangingPunct="1">
              <a:defRPr sz="1300" b="1" kern="1200">
                <a:solidFill>
                  <a:srgbClr val="000000"/>
                </a:solidFill>
                <a:latin typeface="Arial" charset="0"/>
                <a:ea typeface="宋体" charset="-122"/>
                <a:cs typeface="+mn-cs"/>
              </a:defRPr>
            </a:lvl7pPr>
            <a:lvl8pPr marL="3200400" algn="l" defTabSz="914400" rtl="0" eaLnBrk="1" latinLnBrk="0" hangingPunct="1">
              <a:defRPr sz="1300" b="1" kern="1200">
                <a:solidFill>
                  <a:srgbClr val="000000"/>
                </a:solidFill>
                <a:latin typeface="Arial" charset="0"/>
                <a:ea typeface="宋体" charset="-122"/>
                <a:cs typeface="+mn-cs"/>
              </a:defRPr>
            </a:lvl8pPr>
            <a:lvl9pPr marL="3657600" algn="l" defTabSz="914400" rtl="0" eaLnBrk="1" latinLnBrk="0" hangingPunct="1">
              <a:defRPr sz="1300" b="1" kern="1200">
                <a:solidFill>
                  <a:srgbClr val="000000"/>
                </a:solidFill>
                <a:latin typeface="Arial" charset="0"/>
                <a:ea typeface="宋体" charset="-122"/>
                <a:cs typeface="+mn-cs"/>
              </a:defRPr>
            </a:lvl9pPr>
          </a:lstStyle>
          <a:p>
            <a:pPr algn="ctr" defTabSz="1146070">
              <a:lnSpc>
                <a:spcPct val="120000"/>
              </a:lnSpc>
              <a:defRPr/>
            </a:pPr>
            <a:endParaRPr lang="zh-CN" altLang="en-US" sz="160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2" name="Rectangle 7"/>
          <p:cNvSpPr>
            <a:spLocks noChangeArrowheads="1"/>
          </p:cNvSpPr>
          <p:nvPr/>
        </p:nvSpPr>
        <p:spPr bwMode="auto">
          <a:xfrm rot="18900000">
            <a:off x="4884446" y="2203159"/>
            <a:ext cx="2554818" cy="2554818"/>
          </a:xfrm>
          <a:prstGeom prst="rect">
            <a:avLst/>
          </a:prstGeom>
          <a:noFill/>
          <a:ln w="6350">
            <a:solidFill>
              <a:srgbClr val="0824AA"/>
            </a:solidFill>
            <a:miter lim="800000"/>
            <a:headEnd/>
            <a:tailEnd/>
          </a:ln>
          <a:effectLst/>
        </p:spPr>
        <p:txBody>
          <a:bodyPr wrap="none" lIns="0" tIns="0" rIns="0" bIns="0" anchor="ctr"/>
          <a:lstStyle>
            <a:defPPr>
              <a:defRPr lang="en-US"/>
            </a:defPPr>
            <a:lvl1pPr algn="l" rtl="0" eaLnBrk="0" fontAlgn="base" hangingPunct="0">
              <a:spcBef>
                <a:spcPct val="0"/>
              </a:spcBef>
              <a:spcAft>
                <a:spcPct val="0"/>
              </a:spcAft>
              <a:defRPr sz="1300" b="1" kern="1200">
                <a:solidFill>
                  <a:srgbClr val="000000"/>
                </a:solidFill>
                <a:latin typeface="Arial" charset="0"/>
                <a:ea typeface="宋体" charset="-122"/>
                <a:cs typeface="+mn-cs"/>
              </a:defRPr>
            </a:lvl1pPr>
            <a:lvl2pPr marL="457200" algn="l" rtl="0" eaLnBrk="0" fontAlgn="base" hangingPunct="0">
              <a:spcBef>
                <a:spcPct val="0"/>
              </a:spcBef>
              <a:spcAft>
                <a:spcPct val="0"/>
              </a:spcAft>
              <a:defRPr sz="1300" b="1" kern="1200">
                <a:solidFill>
                  <a:srgbClr val="000000"/>
                </a:solidFill>
                <a:latin typeface="Arial" charset="0"/>
                <a:ea typeface="宋体" charset="-122"/>
                <a:cs typeface="+mn-cs"/>
              </a:defRPr>
            </a:lvl2pPr>
            <a:lvl3pPr marL="914400" algn="l" rtl="0" eaLnBrk="0" fontAlgn="base" hangingPunct="0">
              <a:spcBef>
                <a:spcPct val="0"/>
              </a:spcBef>
              <a:spcAft>
                <a:spcPct val="0"/>
              </a:spcAft>
              <a:defRPr sz="1300" b="1" kern="1200">
                <a:solidFill>
                  <a:srgbClr val="000000"/>
                </a:solidFill>
                <a:latin typeface="Arial" charset="0"/>
                <a:ea typeface="宋体" charset="-122"/>
                <a:cs typeface="+mn-cs"/>
              </a:defRPr>
            </a:lvl3pPr>
            <a:lvl4pPr marL="1371600" algn="l" rtl="0" eaLnBrk="0" fontAlgn="base" hangingPunct="0">
              <a:spcBef>
                <a:spcPct val="0"/>
              </a:spcBef>
              <a:spcAft>
                <a:spcPct val="0"/>
              </a:spcAft>
              <a:defRPr sz="1300" b="1" kern="1200">
                <a:solidFill>
                  <a:srgbClr val="000000"/>
                </a:solidFill>
                <a:latin typeface="Arial" charset="0"/>
                <a:ea typeface="宋体" charset="-122"/>
                <a:cs typeface="+mn-cs"/>
              </a:defRPr>
            </a:lvl4pPr>
            <a:lvl5pPr marL="1828800" algn="l" rtl="0" eaLnBrk="0" fontAlgn="base" hangingPunct="0">
              <a:spcBef>
                <a:spcPct val="0"/>
              </a:spcBef>
              <a:spcAft>
                <a:spcPct val="0"/>
              </a:spcAft>
              <a:defRPr sz="1300" b="1" kern="1200">
                <a:solidFill>
                  <a:srgbClr val="000000"/>
                </a:solidFill>
                <a:latin typeface="Arial" charset="0"/>
                <a:ea typeface="宋体" charset="-122"/>
                <a:cs typeface="+mn-cs"/>
              </a:defRPr>
            </a:lvl5pPr>
            <a:lvl6pPr marL="2286000" algn="l" defTabSz="914400" rtl="0" eaLnBrk="1" latinLnBrk="0" hangingPunct="1">
              <a:defRPr sz="1300" b="1" kern="1200">
                <a:solidFill>
                  <a:srgbClr val="000000"/>
                </a:solidFill>
                <a:latin typeface="Arial" charset="0"/>
                <a:ea typeface="宋体" charset="-122"/>
                <a:cs typeface="+mn-cs"/>
              </a:defRPr>
            </a:lvl6pPr>
            <a:lvl7pPr marL="2743200" algn="l" defTabSz="914400" rtl="0" eaLnBrk="1" latinLnBrk="0" hangingPunct="1">
              <a:defRPr sz="1300" b="1" kern="1200">
                <a:solidFill>
                  <a:srgbClr val="000000"/>
                </a:solidFill>
                <a:latin typeface="Arial" charset="0"/>
                <a:ea typeface="宋体" charset="-122"/>
                <a:cs typeface="+mn-cs"/>
              </a:defRPr>
            </a:lvl7pPr>
            <a:lvl8pPr marL="3200400" algn="l" defTabSz="914400" rtl="0" eaLnBrk="1" latinLnBrk="0" hangingPunct="1">
              <a:defRPr sz="1300" b="1" kern="1200">
                <a:solidFill>
                  <a:srgbClr val="000000"/>
                </a:solidFill>
                <a:latin typeface="Arial" charset="0"/>
                <a:ea typeface="宋体" charset="-122"/>
                <a:cs typeface="+mn-cs"/>
              </a:defRPr>
            </a:lvl8pPr>
            <a:lvl9pPr marL="3657600" algn="l" defTabSz="914400" rtl="0" eaLnBrk="1" latinLnBrk="0" hangingPunct="1">
              <a:defRPr sz="1300" b="1" kern="1200">
                <a:solidFill>
                  <a:srgbClr val="000000"/>
                </a:solidFill>
                <a:latin typeface="Arial" charset="0"/>
                <a:ea typeface="宋体" charset="-122"/>
                <a:cs typeface="+mn-cs"/>
              </a:defRPr>
            </a:lvl9pPr>
          </a:lstStyle>
          <a:p>
            <a:pPr algn="ctr" defTabSz="1146070">
              <a:lnSpc>
                <a:spcPct val="120000"/>
              </a:lnSpc>
              <a:defRPr/>
            </a:pPr>
            <a:endParaRPr lang="zh-CN" altLang="en-US" sz="160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3" name="Rectangle 8"/>
          <p:cNvSpPr>
            <a:spLocks noChangeArrowheads="1"/>
          </p:cNvSpPr>
          <p:nvPr/>
        </p:nvSpPr>
        <p:spPr bwMode="auto">
          <a:xfrm rot="18900000">
            <a:off x="8603927" y="2203159"/>
            <a:ext cx="2554818" cy="2554818"/>
          </a:xfrm>
          <a:prstGeom prst="rect">
            <a:avLst/>
          </a:prstGeom>
          <a:noFill/>
          <a:ln w="6350">
            <a:solidFill>
              <a:srgbClr val="0824AA"/>
            </a:solidFill>
            <a:miter lim="800000"/>
            <a:headEnd/>
            <a:tailEnd/>
          </a:ln>
          <a:effectLst/>
        </p:spPr>
        <p:txBody>
          <a:bodyPr wrap="none" lIns="0" tIns="0" rIns="0" bIns="0" anchor="ctr"/>
          <a:lstStyle>
            <a:defPPr>
              <a:defRPr lang="en-US"/>
            </a:defPPr>
            <a:lvl1pPr algn="l" rtl="0" eaLnBrk="0" fontAlgn="base" hangingPunct="0">
              <a:spcBef>
                <a:spcPct val="0"/>
              </a:spcBef>
              <a:spcAft>
                <a:spcPct val="0"/>
              </a:spcAft>
              <a:defRPr sz="1300" b="1" kern="1200">
                <a:solidFill>
                  <a:srgbClr val="000000"/>
                </a:solidFill>
                <a:latin typeface="Arial" charset="0"/>
                <a:ea typeface="宋体" charset="-122"/>
                <a:cs typeface="+mn-cs"/>
              </a:defRPr>
            </a:lvl1pPr>
            <a:lvl2pPr marL="457200" algn="l" rtl="0" eaLnBrk="0" fontAlgn="base" hangingPunct="0">
              <a:spcBef>
                <a:spcPct val="0"/>
              </a:spcBef>
              <a:spcAft>
                <a:spcPct val="0"/>
              </a:spcAft>
              <a:defRPr sz="1300" b="1" kern="1200">
                <a:solidFill>
                  <a:srgbClr val="000000"/>
                </a:solidFill>
                <a:latin typeface="Arial" charset="0"/>
                <a:ea typeface="宋体" charset="-122"/>
                <a:cs typeface="+mn-cs"/>
              </a:defRPr>
            </a:lvl2pPr>
            <a:lvl3pPr marL="914400" algn="l" rtl="0" eaLnBrk="0" fontAlgn="base" hangingPunct="0">
              <a:spcBef>
                <a:spcPct val="0"/>
              </a:spcBef>
              <a:spcAft>
                <a:spcPct val="0"/>
              </a:spcAft>
              <a:defRPr sz="1300" b="1" kern="1200">
                <a:solidFill>
                  <a:srgbClr val="000000"/>
                </a:solidFill>
                <a:latin typeface="Arial" charset="0"/>
                <a:ea typeface="宋体" charset="-122"/>
                <a:cs typeface="+mn-cs"/>
              </a:defRPr>
            </a:lvl3pPr>
            <a:lvl4pPr marL="1371600" algn="l" rtl="0" eaLnBrk="0" fontAlgn="base" hangingPunct="0">
              <a:spcBef>
                <a:spcPct val="0"/>
              </a:spcBef>
              <a:spcAft>
                <a:spcPct val="0"/>
              </a:spcAft>
              <a:defRPr sz="1300" b="1" kern="1200">
                <a:solidFill>
                  <a:srgbClr val="000000"/>
                </a:solidFill>
                <a:latin typeface="Arial" charset="0"/>
                <a:ea typeface="宋体" charset="-122"/>
                <a:cs typeface="+mn-cs"/>
              </a:defRPr>
            </a:lvl4pPr>
            <a:lvl5pPr marL="1828800" algn="l" rtl="0" eaLnBrk="0" fontAlgn="base" hangingPunct="0">
              <a:spcBef>
                <a:spcPct val="0"/>
              </a:spcBef>
              <a:spcAft>
                <a:spcPct val="0"/>
              </a:spcAft>
              <a:defRPr sz="1300" b="1" kern="1200">
                <a:solidFill>
                  <a:srgbClr val="000000"/>
                </a:solidFill>
                <a:latin typeface="Arial" charset="0"/>
                <a:ea typeface="宋体" charset="-122"/>
                <a:cs typeface="+mn-cs"/>
              </a:defRPr>
            </a:lvl5pPr>
            <a:lvl6pPr marL="2286000" algn="l" defTabSz="914400" rtl="0" eaLnBrk="1" latinLnBrk="0" hangingPunct="1">
              <a:defRPr sz="1300" b="1" kern="1200">
                <a:solidFill>
                  <a:srgbClr val="000000"/>
                </a:solidFill>
                <a:latin typeface="Arial" charset="0"/>
                <a:ea typeface="宋体" charset="-122"/>
                <a:cs typeface="+mn-cs"/>
              </a:defRPr>
            </a:lvl6pPr>
            <a:lvl7pPr marL="2743200" algn="l" defTabSz="914400" rtl="0" eaLnBrk="1" latinLnBrk="0" hangingPunct="1">
              <a:defRPr sz="1300" b="1" kern="1200">
                <a:solidFill>
                  <a:srgbClr val="000000"/>
                </a:solidFill>
                <a:latin typeface="Arial" charset="0"/>
                <a:ea typeface="宋体" charset="-122"/>
                <a:cs typeface="+mn-cs"/>
              </a:defRPr>
            </a:lvl7pPr>
            <a:lvl8pPr marL="3200400" algn="l" defTabSz="914400" rtl="0" eaLnBrk="1" latinLnBrk="0" hangingPunct="1">
              <a:defRPr sz="1300" b="1" kern="1200">
                <a:solidFill>
                  <a:srgbClr val="000000"/>
                </a:solidFill>
                <a:latin typeface="Arial" charset="0"/>
                <a:ea typeface="宋体" charset="-122"/>
                <a:cs typeface="+mn-cs"/>
              </a:defRPr>
            </a:lvl8pPr>
            <a:lvl9pPr marL="3657600" algn="l" defTabSz="914400" rtl="0" eaLnBrk="1" latinLnBrk="0" hangingPunct="1">
              <a:defRPr sz="1300" b="1" kern="1200">
                <a:solidFill>
                  <a:srgbClr val="000000"/>
                </a:solidFill>
                <a:latin typeface="Arial" charset="0"/>
                <a:ea typeface="宋体" charset="-122"/>
                <a:cs typeface="+mn-cs"/>
              </a:defRPr>
            </a:lvl9pPr>
          </a:lstStyle>
          <a:p>
            <a:pPr algn="ctr" defTabSz="1146070">
              <a:lnSpc>
                <a:spcPct val="120000"/>
              </a:lnSpc>
              <a:defRPr/>
            </a:pPr>
            <a:endParaRPr lang="zh-CN" altLang="en-US" sz="160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22" name="组合 21"/>
          <p:cNvGrpSpPr/>
          <p:nvPr/>
        </p:nvGrpSpPr>
        <p:grpSpPr>
          <a:xfrm>
            <a:off x="922373" y="2374368"/>
            <a:ext cx="10523366" cy="3842953"/>
            <a:chOff x="2401606" y="2502236"/>
            <a:chExt cx="8193823" cy="2992241"/>
          </a:xfrm>
        </p:grpSpPr>
        <p:sp>
          <p:nvSpPr>
            <p:cNvPr id="23" name="TextBox 16"/>
            <p:cNvSpPr txBox="1"/>
            <p:nvPr/>
          </p:nvSpPr>
          <p:spPr>
            <a:xfrm>
              <a:off x="2401606" y="4976846"/>
              <a:ext cx="2414580" cy="517631"/>
            </a:xfrm>
            <a:prstGeom prst="rect">
              <a:avLst/>
            </a:prstGeom>
            <a:noFill/>
          </p:spPr>
          <p:txBody>
            <a:bodyPr wrap="square" lIns="0" tIns="0" rIns="0" bIns="0" rtlCol="0">
              <a:spAutoFit/>
            </a:bodyPr>
            <a:lstStyle/>
            <a:p>
              <a:pPr algn="just">
                <a:lnSpc>
                  <a:spcPct val="120000"/>
                </a:lnSpc>
                <a:defRPr/>
              </a:pPr>
              <a:r>
                <a:rPr lang="en-US" altLang="zh-CN" sz="12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Please replace text, click add relevant headline, modify the text content, also can copy your content to this directly.</a:t>
              </a:r>
            </a:p>
          </p:txBody>
        </p:sp>
        <p:sp>
          <p:nvSpPr>
            <p:cNvPr id="24" name="TextBox 17"/>
            <p:cNvSpPr txBox="1"/>
            <p:nvPr/>
          </p:nvSpPr>
          <p:spPr>
            <a:xfrm>
              <a:off x="5291228" y="4976846"/>
              <a:ext cx="2414580" cy="517631"/>
            </a:xfrm>
            <a:prstGeom prst="rect">
              <a:avLst/>
            </a:prstGeom>
            <a:noFill/>
          </p:spPr>
          <p:txBody>
            <a:bodyPr wrap="square" lIns="0" tIns="0" rIns="0" bIns="0" rtlCol="0">
              <a:spAutoFit/>
            </a:bodyPr>
            <a:lstStyle/>
            <a:p>
              <a:pPr algn="just">
                <a:lnSpc>
                  <a:spcPct val="120000"/>
                </a:lnSpc>
                <a:defRPr/>
              </a:pPr>
              <a:r>
                <a:rPr lang="en-US" altLang="zh-CN" sz="12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Please replace text, click add relevant headline, modify the text content, also can copy your content to this directly.</a:t>
              </a:r>
            </a:p>
          </p:txBody>
        </p:sp>
        <p:sp>
          <p:nvSpPr>
            <p:cNvPr id="26" name="TextBox 18"/>
            <p:cNvSpPr txBox="1"/>
            <p:nvPr/>
          </p:nvSpPr>
          <p:spPr>
            <a:xfrm>
              <a:off x="8180849" y="4976846"/>
              <a:ext cx="2414580" cy="517631"/>
            </a:xfrm>
            <a:prstGeom prst="rect">
              <a:avLst/>
            </a:prstGeom>
            <a:noFill/>
          </p:spPr>
          <p:txBody>
            <a:bodyPr wrap="square" lIns="0" tIns="0" rIns="0" bIns="0" rtlCol="0">
              <a:spAutoFit/>
            </a:bodyPr>
            <a:lstStyle/>
            <a:p>
              <a:pPr algn="just">
                <a:lnSpc>
                  <a:spcPct val="120000"/>
                </a:lnSpc>
                <a:defRPr/>
              </a:pPr>
              <a:r>
                <a:rPr lang="en-US" altLang="zh-CN" sz="12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Please replace text, click add relevant headline, modify the text content, also can copy your content to this directly.</a:t>
              </a:r>
            </a:p>
          </p:txBody>
        </p:sp>
        <p:grpSp>
          <p:nvGrpSpPr>
            <p:cNvPr id="27" name="组合 26"/>
            <p:cNvGrpSpPr/>
            <p:nvPr/>
          </p:nvGrpSpPr>
          <p:grpSpPr>
            <a:xfrm>
              <a:off x="2689986" y="2502236"/>
              <a:ext cx="7541747" cy="1722644"/>
              <a:chOff x="1588450" y="1682850"/>
              <a:chExt cx="6017336" cy="1374447"/>
            </a:xfrm>
          </p:grpSpPr>
          <p:sp>
            <p:nvSpPr>
              <p:cNvPr id="28" name="Rectangle 6"/>
              <p:cNvSpPr>
                <a:spLocks noChangeArrowheads="1"/>
              </p:cNvSpPr>
              <p:nvPr/>
            </p:nvSpPr>
            <p:spPr bwMode="auto">
              <a:xfrm rot="18900000">
                <a:off x="1588450" y="1682850"/>
                <a:ext cx="1374448" cy="1374447"/>
              </a:xfrm>
              <a:prstGeom prst="rect">
                <a:avLst/>
              </a:prstGeom>
              <a:blipFill dpi="0" rotWithShape="0">
                <a:blip r:embed="rId3"/>
                <a:srcRect/>
                <a:stretch>
                  <a:fillRect/>
                </a:stretch>
              </a:blipFill>
              <a:ln w="6350">
                <a:noFill/>
                <a:miter lim="800000"/>
                <a:headEnd/>
                <a:tailEnd/>
              </a:ln>
              <a:effectLst/>
            </p:spPr>
            <p:txBody>
              <a:bodyPr wrap="none" lIns="0" tIns="0" rIns="0" bIns="0" anchor="ctr"/>
              <a:lstStyle>
                <a:defPPr>
                  <a:defRPr lang="en-US"/>
                </a:defPPr>
                <a:lvl1pPr algn="l" rtl="0" eaLnBrk="0" fontAlgn="base" hangingPunct="0">
                  <a:spcBef>
                    <a:spcPct val="0"/>
                  </a:spcBef>
                  <a:spcAft>
                    <a:spcPct val="0"/>
                  </a:spcAft>
                  <a:defRPr sz="1300" b="1" kern="1200">
                    <a:solidFill>
                      <a:srgbClr val="000000"/>
                    </a:solidFill>
                    <a:latin typeface="Arial" charset="0"/>
                    <a:ea typeface="宋体" charset="-122"/>
                    <a:cs typeface="+mn-cs"/>
                  </a:defRPr>
                </a:lvl1pPr>
                <a:lvl2pPr marL="457200" algn="l" rtl="0" eaLnBrk="0" fontAlgn="base" hangingPunct="0">
                  <a:spcBef>
                    <a:spcPct val="0"/>
                  </a:spcBef>
                  <a:spcAft>
                    <a:spcPct val="0"/>
                  </a:spcAft>
                  <a:defRPr sz="1300" b="1" kern="1200">
                    <a:solidFill>
                      <a:srgbClr val="000000"/>
                    </a:solidFill>
                    <a:latin typeface="Arial" charset="0"/>
                    <a:ea typeface="宋体" charset="-122"/>
                    <a:cs typeface="+mn-cs"/>
                  </a:defRPr>
                </a:lvl2pPr>
                <a:lvl3pPr marL="914400" algn="l" rtl="0" eaLnBrk="0" fontAlgn="base" hangingPunct="0">
                  <a:spcBef>
                    <a:spcPct val="0"/>
                  </a:spcBef>
                  <a:spcAft>
                    <a:spcPct val="0"/>
                  </a:spcAft>
                  <a:defRPr sz="1300" b="1" kern="1200">
                    <a:solidFill>
                      <a:srgbClr val="000000"/>
                    </a:solidFill>
                    <a:latin typeface="Arial" charset="0"/>
                    <a:ea typeface="宋体" charset="-122"/>
                    <a:cs typeface="+mn-cs"/>
                  </a:defRPr>
                </a:lvl3pPr>
                <a:lvl4pPr marL="1371600" algn="l" rtl="0" eaLnBrk="0" fontAlgn="base" hangingPunct="0">
                  <a:spcBef>
                    <a:spcPct val="0"/>
                  </a:spcBef>
                  <a:spcAft>
                    <a:spcPct val="0"/>
                  </a:spcAft>
                  <a:defRPr sz="1300" b="1" kern="1200">
                    <a:solidFill>
                      <a:srgbClr val="000000"/>
                    </a:solidFill>
                    <a:latin typeface="Arial" charset="0"/>
                    <a:ea typeface="宋体" charset="-122"/>
                    <a:cs typeface="+mn-cs"/>
                  </a:defRPr>
                </a:lvl4pPr>
                <a:lvl5pPr marL="1828800" algn="l" rtl="0" eaLnBrk="0" fontAlgn="base" hangingPunct="0">
                  <a:spcBef>
                    <a:spcPct val="0"/>
                  </a:spcBef>
                  <a:spcAft>
                    <a:spcPct val="0"/>
                  </a:spcAft>
                  <a:defRPr sz="1300" b="1" kern="1200">
                    <a:solidFill>
                      <a:srgbClr val="000000"/>
                    </a:solidFill>
                    <a:latin typeface="Arial" charset="0"/>
                    <a:ea typeface="宋体" charset="-122"/>
                    <a:cs typeface="+mn-cs"/>
                  </a:defRPr>
                </a:lvl5pPr>
                <a:lvl6pPr marL="2286000" algn="l" defTabSz="914400" rtl="0" eaLnBrk="1" latinLnBrk="0" hangingPunct="1">
                  <a:defRPr sz="1300" b="1" kern="1200">
                    <a:solidFill>
                      <a:srgbClr val="000000"/>
                    </a:solidFill>
                    <a:latin typeface="Arial" charset="0"/>
                    <a:ea typeface="宋体" charset="-122"/>
                    <a:cs typeface="+mn-cs"/>
                  </a:defRPr>
                </a:lvl6pPr>
                <a:lvl7pPr marL="2743200" algn="l" defTabSz="914400" rtl="0" eaLnBrk="1" latinLnBrk="0" hangingPunct="1">
                  <a:defRPr sz="1300" b="1" kern="1200">
                    <a:solidFill>
                      <a:srgbClr val="000000"/>
                    </a:solidFill>
                    <a:latin typeface="Arial" charset="0"/>
                    <a:ea typeface="宋体" charset="-122"/>
                    <a:cs typeface="+mn-cs"/>
                  </a:defRPr>
                </a:lvl7pPr>
                <a:lvl8pPr marL="3200400" algn="l" defTabSz="914400" rtl="0" eaLnBrk="1" latinLnBrk="0" hangingPunct="1">
                  <a:defRPr sz="1300" b="1" kern="1200">
                    <a:solidFill>
                      <a:srgbClr val="000000"/>
                    </a:solidFill>
                    <a:latin typeface="Arial" charset="0"/>
                    <a:ea typeface="宋体" charset="-122"/>
                    <a:cs typeface="+mn-cs"/>
                  </a:defRPr>
                </a:lvl8pPr>
                <a:lvl9pPr marL="3657600" algn="l" defTabSz="914400" rtl="0" eaLnBrk="1" latinLnBrk="0" hangingPunct="1">
                  <a:defRPr sz="1300" b="1" kern="1200">
                    <a:solidFill>
                      <a:srgbClr val="000000"/>
                    </a:solidFill>
                    <a:latin typeface="Arial" charset="0"/>
                    <a:ea typeface="宋体" charset="-122"/>
                    <a:cs typeface="+mn-cs"/>
                  </a:defRPr>
                </a:lvl9pPr>
              </a:lstStyle>
              <a:p>
                <a:pPr algn="ctr" defTabSz="1146070">
                  <a:lnSpc>
                    <a:spcPct val="120000"/>
                  </a:lnSpc>
                  <a:defRPr/>
                </a:pPr>
                <a:endParaRPr lang="zh-CN" altLang="en-US" sz="160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9" name="Rectangle 7"/>
              <p:cNvSpPr>
                <a:spLocks noChangeArrowheads="1"/>
              </p:cNvSpPr>
              <p:nvPr/>
            </p:nvSpPr>
            <p:spPr bwMode="auto">
              <a:xfrm rot="18900000">
                <a:off x="3920623" y="1682850"/>
                <a:ext cx="1374447" cy="1374447"/>
              </a:xfrm>
              <a:prstGeom prst="rect">
                <a:avLst/>
              </a:prstGeom>
              <a:blipFill dpi="0" rotWithShape="0">
                <a:blip r:embed="rId4"/>
                <a:srcRect/>
                <a:stretch>
                  <a:fillRect/>
                </a:stretch>
              </a:blipFill>
              <a:ln w="6350">
                <a:noFill/>
                <a:miter lim="800000"/>
                <a:headEnd/>
                <a:tailEnd/>
              </a:ln>
              <a:effectLst/>
            </p:spPr>
            <p:txBody>
              <a:bodyPr wrap="none" lIns="0" tIns="0" rIns="0" bIns="0" anchor="ctr"/>
              <a:lstStyle>
                <a:defPPr>
                  <a:defRPr lang="en-US"/>
                </a:defPPr>
                <a:lvl1pPr algn="l" rtl="0" eaLnBrk="0" fontAlgn="base" hangingPunct="0">
                  <a:spcBef>
                    <a:spcPct val="0"/>
                  </a:spcBef>
                  <a:spcAft>
                    <a:spcPct val="0"/>
                  </a:spcAft>
                  <a:defRPr sz="1300" b="1" kern="1200">
                    <a:solidFill>
                      <a:srgbClr val="000000"/>
                    </a:solidFill>
                    <a:latin typeface="Arial" charset="0"/>
                    <a:ea typeface="宋体" charset="-122"/>
                    <a:cs typeface="+mn-cs"/>
                  </a:defRPr>
                </a:lvl1pPr>
                <a:lvl2pPr marL="457200" algn="l" rtl="0" eaLnBrk="0" fontAlgn="base" hangingPunct="0">
                  <a:spcBef>
                    <a:spcPct val="0"/>
                  </a:spcBef>
                  <a:spcAft>
                    <a:spcPct val="0"/>
                  </a:spcAft>
                  <a:defRPr sz="1300" b="1" kern="1200">
                    <a:solidFill>
                      <a:srgbClr val="000000"/>
                    </a:solidFill>
                    <a:latin typeface="Arial" charset="0"/>
                    <a:ea typeface="宋体" charset="-122"/>
                    <a:cs typeface="+mn-cs"/>
                  </a:defRPr>
                </a:lvl2pPr>
                <a:lvl3pPr marL="914400" algn="l" rtl="0" eaLnBrk="0" fontAlgn="base" hangingPunct="0">
                  <a:spcBef>
                    <a:spcPct val="0"/>
                  </a:spcBef>
                  <a:spcAft>
                    <a:spcPct val="0"/>
                  </a:spcAft>
                  <a:defRPr sz="1300" b="1" kern="1200">
                    <a:solidFill>
                      <a:srgbClr val="000000"/>
                    </a:solidFill>
                    <a:latin typeface="Arial" charset="0"/>
                    <a:ea typeface="宋体" charset="-122"/>
                    <a:cs typeface="+mn-cs"/>
                  </a:defRPr>
                </a:lvl3pPr>
                <a:lvl4pPr marL="1371600" algn="l" rtl="0" eaLnBrk="0" fontAlgn="base" hangingPunct="0">
                  <a:spcBef>
                    <a:spcPct val="0"/>
                  </a:spcBef>
                  <a:spcAft>
                    <a:spcPct val="0"/>
                  </a:spcAft>
                  <a:defRPr sz="1300" b="1" kern="1200">
                    <a:solidFill>
                      <a:srgbClr val="000000"/>
                    </a:solidFill>
                    <a:latin typeface="Arial" charset="0"/>
                    <a:ea typeface="宋体" charset="-122"/>
                    <a:cs typeface="+mn-cs"/>
                  </a:defRPr>
                </a:lvl4pPr>
                <a:lvl5pPr marL="1828800" algn="l" rtl="0" eaLnBrk="0" fontAlgn="base" hangingPunct="0">
                  <a:spcBef>
                    <a:spcPct val="0"/>
                  </a:spcBef>
                  <a:spcAft>
                    <a:spcPct val="0"/>
                  </a:spcAft>
                  <a:defRPr sz="1300" b="1" kern="1200">
                    <a:solidFill>
                      <a:srgbClr val="000000"/>
                    </a:solidFill>
                    <a:latin typeface="Arial" charset="0"/>
                    <a:ea typeface="宋体" charset="-122"/>
                    <a:cs typeface="+mn-cs"/>
                  </a:defRPr>
                </a:lvl5pPr>
                <a:lvl6pPr marL="2286000" algn="l" defTabSz="914400" rtl="0" eaLnBrk="1" latinLnBrk="0" hangingPunct="1">
                  <a:defRPr sz="1300" b="1" kern="1200">
                    <a:solidFill>
                      <a:srgbClr val="000000"/>
                    </a:solidFill>
                    <a:latin typeface="Arial" charset="0"/>
                    <a:ea typeface="宋体" charset="-122"/>
                    <a:cs typeface="+mn-cs"/>
                  </a:defRPr>
                </a:lvl6pPr>
                <a:lvl7pPr marL="2743200" algn="l" defTabSz="914400" rtl="0" eaLnBrk="1" latinLnBrk="0" hangingPunct="1">
                  <a:defRPr sz="1300" b="1" kern="1200">
                    <a:solidFill>
                      <a:srgbClr val="000000"/>
                    </a:solidFill>
                    <a:latin typeface="Arial" charset="0"/>
                    <a:ea typeface="宋体" charset="-122"/>
                    <a:cs typeface="+mn-cs"/>
                  </a:defRPr>
                </a:lvl7pPr>
                <a:lvl8pPr marL="3200400" algn="l" defTabSz="914400" rtl="0" eaLnBrk="1" latinLnBrk="0" hangingPunct="1">
                  <a:defRPr sz="1300" b="1" kern="1200">
                    <a:solidFill>
                      <a:srgbClr val="000000"/>
                    </a:solidFill>
                    <a:latin typeface="Arial" charset="0"/>
                    <a:ea typeface="宋体" charset="-122"/>
                    <a:cs typeface="+mn-cs"/>
                  </a:defRPr>
                </a:lvl8pPr>
                <a:lvl9pPr marL="3657600" algn="l" defTabSz="914400" rtl="0" eaLnBrk="1" latinLnBrk="0" hangingPunct="1">
                  <a:defRPr sz="1300" b="1" kern="1200">
                    <a:solidFill>
                      <a:srgbClr val="000000"/>
                    </a:solidFill>
                    <a:latin typeface="Arial" charset="0"/>
                    <a:ea typeface="宋体" charset="-122"/>
                    <a:cs typeface="+mn-cs"/>
                  </a:defRPr>
                </a:lvl9pPr>
              </a:lstStyle>
              <a:p>
                <a:pPr algn="ctr" defTabSz="1146070">
                  <a:lnSpc>
                    <a:spcPct val="120000"/>
                  </a:lnSpc>
                  <a:defRPr/>
                </a:pPr>
                <a:endParaRPr lang="zh-CN" altLang="en-US" sz="160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0" name="Rectangle 8"/>
              <p:cNvSpPr>
                <a:spLocks noChangeArrowheads="1"/>
              </p:cNvSpPr>
              <p:nvPr/>
            </p:nvSpPr>
            <p:spPr bwMode="auto">
              <a:xfrm rot="18900000">
                <a:off x="6231339" y="1682850"/>
                <a:ext cx="1374447" cy="1374447"/>
              </a:xfrm>
              <a:prstGeom prst="rect">
                <a:avLst/>
              </a:prstGeom>
              <a:blipFill dpi="0" rotWithShape="0">
                <a:blip r:embed="rId5"/>
                <a:srcRect/>
                <a:stretch>
                  <a:fillRect/>
                </a:stretch>
              </a:blipFill>
              <a:ln w="6350">
                <a:noFill/>
                <a:miter lim="800000"/>
                <a:headEnd/>
                <a:tailEnd/>
              </a:ln>
              <a:effectLst/>
            </p:spPr>
            <p:txBody>
              <a:bodyPr wrap="none" lIns="0" tIns="0" rIns="0" bIns="0" anchor="ctr"/>
              <a:lstStyle>
                <a:defPPr>
                  <a:defRPr lang="en-US"/>
                </a:defPPr>
                <a:lvl1pPr algn="l" rtl="0" eaLnBrk="0" fontAlgn="base" hangingPunct="0">
                  <a:spcBef>
                    <a:spcPct val="0"/>
                  </a:spcBef>
                  <a:spcAft>
                    <a:spcPct val="0"/>
                  </a:spcAft>
                  <a:defRPr sz="1300" b="1" kern="1200">
                    <a:solidFill>
                      <a:srgbClr val="000000"/>
                    </a:solidFill>
                    <a:latin typeface="Arial" charset="0"/>
                    <a:ea typeface="宋体" charset="-122"/>
                    <a:cs typeface="+mn-cs"/>
                  </a:defRPr>
                </a:lvl1pPr>
                <a:lvl2pPr marL="457200" algn="l" rtl="0" eaLnBrk="0" fontAlgn="base" hangingPunct="0">
                  <a:spcBef>
                    <a:spcPct val="0"/>
                  </a:spcBef>
                  <a:spcAft>
                    <a:spcPct val="0"/>
                  </a:spcAft>
                  <a:defRPr sz="1300" b="1" kern="1200">
                    <a:solidFill>
                      <a:srgbClr val="000000"/>
                    </a:solidFill>
                    <a:latin typeface="Arial" charset="0"/>
                    <a:ea typeface="宋体" charset="-122"/>
                    <a:cs typeface="+mn-cs"/>
                  </a:defRPr>
                </a:lvl2pPr>
                <a:lvl3pPr marL="914400" algn="l" rtl="0" eaLnBrk="0" fontAlgn="base" hangingPunct="0">
                  <a:spcBef>
                    <a:spcPct val="0"/>
                  </a:spcBef>
                  <a:spcAft>
                    <a:spcPct val="0"/>
                  </a:spcAft>
                  <a:defRPr sz="1300" b="1" kern="1200">
                    <a:solidFill>
                      <a:srgbClr val="000000"/>
                    </a:solidFill>
                    <a:latin typeface="Arial" charset="0"/>
                    <a:ea typeface="宋体" charset="-122"/>
                    <a:cs typeface="+mn-cs"/>
                  </a:defRPr>
                </a:lvl3pPr>
                <a:lvl4pPr marL="1371600" algn="l" rtl="0" eaLnBrk="0" fontAlgn="base" hangingPunct="0">
                  <a:spcBef>
                    <a:spcPct val="0"/>
                  </a:spcBef>
                  <a:spcAft>
                    <a:spcPct val="0"/>
                  </a:spcAft>
                  <a:defRPr sz="1300" b="1" kern="1200">
                    <a:solidFill>
                      <a:srgbClr val="000000"/>
                    </a:solidFill>
                    <a:latin typeface="Arial" charset="0"/>
                    <a:ea typeface="宋体" charset="-122"/>
                    <a:cs typeface="+mn-cs"/>
                  </a:defRPr>
                </a:lvl4pPr>
                <a:lvl5pPr marL="1828800" algn="l" rtl="0" eaLnBrk="0" fontAlgn="base" hangingPunct="0">
                  <a:spcBef>
                    <a:spcPct val="0"/>
                  </a:spcBef>
                  <a:spcAft>
                    <a:spcPct val="0"/>
                  </a:spcAft>
                  <a:defRPr sz="1300" b="1" kern="1200">
                    <a:solidFill>
                      <a:srgbClr val="000000"/>
                    </a:solidFill>
                    <a:latin typeface="Arial" charset="0"/>
                    <a:ea typeface="宋体" charset="-122"/>
                    <a:cs typeface="+mn-cs"/>
                  </a:defRPr>
                </a:lvl5pPr>
                <a:lvl6pPr marL="2286000" algn="l" defTabSz="914400" rtl="0" eaLnBrk="1" latinLnBrk="0" hangingPunct="1">
                  <a:defRPr sz="1300" b="1" kern="1200">
                    <a:solidFill>
                      <a:srgbClr val="000000"/>
                    </a:solidFill>
                    <a:latin typeface="Arial" charset="0"/>
                    <a:ea typeface="宋体" charset="-122"/>
                    <a:cs typeface="+mn-cs"/>
                  </a:defRPr>
                </a:lvl6pPr>
                <a:lvl7pPr marL="2743200" algn="l" defTabSz="914400" rtl="0" eaLnBrk="1" latinLnBrk="0" hangingPunct="1">
                  <a:defRPr sz="1300" b="1" kern="1200">
                    <a:solidFill>
                      <a:srgbClr val="000000"/>
                    </a:solidFill>
                    <a:latin typeface="Arial" charset="0"/>
                    <a:ea typeface="宋体" charset="-122"/>
                    <a:cs typeface="+mn-cs"/>
                  </a:defRPr>
                </a:lvl7pPr>
                <a:lvl8pPr marL="3200400" algn="l" defTabSz="914400" rtl="0" eaLnBrk="1" latinLnBrk="0" hangingPunct="1">
                  <a:defRPr sz="1300" b="1" kern="1200">
                    <a:solidFill>
                      <a:srgbClr val="000000"/>
                    </a:solidFill>
                    <a:latin typeface="Arial" charset="0"/>
                    <a:ea typeface="宋体" charset="-122"/>
                    <a:cs typeface="+mn-cs"/>
                  </a:defRPr>
                </a:lvl8pPr>
                <a:lvl9pPr marL="3657600" algn="l" defTabSz="914400" rtl="0" eaLnBrk="1" latinLnBrk="0" hangingPunct="1">
                  <a:defRPr sz="1300" b="1" kern="1200">
                    <a:solidFill>
                      <a:srgbClr val="000000"/>
                    </a:solidFill>
                    <a:latin typeface="Arial" charset="0"/>
                    <a:ea typeface="宋体" charset="-122"/>
                    <a:cs typeface="+mn-cs"/>
                  </a:defRPr>
                </a:lvl9pPr>
              </a:lstStyle>
              <a:p>
                <a:pPr algn="ctr" defTabSz="1146070">
                  <a:lnSpc>
                    <a:spcPct val="120000"/>
                  </a:lnSpc>
                  <a:defRPr/>
                </a:pPr>
                <a:endParaRPr lang="zh-CN" altLang="en-US" sz="160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spTree>
    <p:extLst>
      <p:ext uri="{BB962C8B-B14F-4D97-AF65-F5344CB8AC3E}">
        <p14:creationId xmlns:p14="http://schemas.microsoft.com/office/powerpoint/2010/main" val="4180460325"/>
      </p:ext>
    </p:extLst>
  </p:cSld>
  <p:clrMapOvr>
    <a:masterClrMapping/>
  </p:clrMapOvr>
  <p:transition spd="slow" advTm="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2000"/>
                                        <p:tgtEl>
                                          <p:spTgt spid="31"/>
                                        </p:tgtEl>
                                      </p:cBhvr>
                                    </p:animEffect>
                                    <p:anim calcmode="lin" valueType="num">
                                      <p:cBhvr>
                                        <p:cTn id="13" dur="2000" fill="hold"/>
                                        <p:tgtEl>
                                          <p:spTgt spid="31"/>
                                        </p:tgtEl>
                                        <p:attrNameLst>
                                          <p:attrName>ppt_w</p:attrName>
                                        </p:attrNameLst>
                                      </p:cBhvr>
                                      <p:tavLst>
                                        <p:tav tm="0" fmla="#ppt_w*sin(2.5*pi*$)">
                                          <p:val>
                                            <p:fltVal val="0"/>
                                          </p:val>
                                        </p:tav>
                                        <p:tav tm="100000">
                                          <p:val>
                                            <p:fltVal val="1"/>
                                          </p:val>
                                        </p:tav>
                                      </p:tavLst>
                                    </p:anim>
                                    <p:anim calcmode="lin" valueType="num">
                                      <p:cBhvr>
                                        <p:cTn id="14" dur="2000" fill="hold"/>
                                        <p:tgtEl>
                                          <p:spTgt spid="31"/>
                                        </p:tgtEl>
                                        <p:attrNameLst>
                                          <p:attrName>ppt_h</p:attrName>
                                        </p:attrNameLst>
                                      </p:cBhvr>
                                      <p:tavLst>
                                        <p:tav tm="0">
                                          <p:val>
                                            <p:strVal val="#ppt_h"/>
                                          </p:val>
                                        </p:tav>
                                        <p:tav tm="100000">
                                          <p:val>
                                            <p:strVal val="#ppt_h"/>
                                          </p:val>
                                        </p:tav>
                                      </p:tavLst>
                                    </p:anim>
                                  </p:childTnLst>
                                </p:cTn>
                              </p:par>
                              <p:par>
                                <p:cTn id="15" presetID="45"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2000"/>
                                        <p:tgtEl>
                                          <p:spTgt spid="32"/>
                                        </p:tgtEl>
                                      </p:cBhvr>
                                    </p:animEffect>
                                    <p:anim calcmode="lin" valueType="num">
                                      <p:cBhvr>
                                        <p:cTn id="18" dur="2000" fill="hold"/>
                                        <p:tgtEl>
                                          <p:spTgt spid="32"/>
                                        </p:tgtEl>
                                        <p:attrNameLst>
                                          <p:attrName>ppt_w</p:attrName>
                                        </p:attrNameLst>
                                      </p:cBhvr>
                                      <p:tavLst>
                                        <p:tav tm="0" fmla="#ppt_w*sin(2.5*pi*$)">
                                          <p:val>
                                            <p:fltVal val="0"/>
                                          </p:val>
                                        </p:tav>
                                        <p:tav tm="100000">
                                          <p:val>
                                            <p:fltVal val="1"/>
                                          </p:val>
                                        </p:tav>
                                      </p:tavLst>
                                    </p:anim>
                                    <p:anim calcmode="lin" valueType="num">
                                      <p:cBhvr>
                                        <p:cTn id="19" dur="2000" fill="hold"/>
                                        <p:tgtEl>
                                          <p:spTgt spid="32"/>
                                        </p:tgtEl>
                                        <p:attrNameLst>
                                          <p:attrName>ppt_h</p:attrName>
                                        </p:attrNameLst>
                                      </p:cBhvr>
                                      <p:tavLst>
                                        <p:tav tm="0">
                                          <p:val>
                                            <p:strVal val="#ppt_h"/>
                                          </p:val>
                                        </p:tav>
                                        <p:tav tm="100000">
                                          <p:val>
                                            <p:strVal val="#ppt_h"/>
                                          </p:val>
                                        </p:tav>
                                      </p:tavLst>
                                    </p:anim>
                                  </p:childTnLst>
                                </p:cTn>
                              </p:par>
                              <p:par>
                                <p:cTn id="20" presetID="45" presetClass="entr" presetSubtype="0"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2000"/>
                                        <p:tgtEl>
                                          <p:spTgt spid="33"/>
                                        </p:tgtEl>
                                      </p:cBhvr>
                                    </p:animEffect>
                                    <p:anim calcmode="lin" valueType="num">
                                      <p:cBhvr>
                                        <p:cTn id="23" dur="2000" fill="hold"/>
                                        <p:tgtEl>
                                          <p:spTgt spid="33"/>
                                        </p:tgtEl>
                                        <p:attrNameLst>
                                          <p:attrName>ppt_w</p:attrName>
                                        </p:attrNameLst>
                                      </p:cBhvr>
                                      <p:tavLst>
                                        <p:tav tm="0" fmla="#ppt_w*sin(2.5*pi*$)">
                                          <p:val>
                                            <p:fltVal val="0"/>
                                          </p:val>
                                        </p:tav>
                                        <p:tav tm="100000">
                                          <p:val>
                                            <p:fltVal val="1"/>
                                          </p:val>
                                        </p:tav>
                                      </p:tavLst>
                                    </p:anim>
                                    <p:anim calcmode="lin" valueType="num">
                                      <p:cBhvr>
                                        <p:cTn id="24" dur="2000" fill="hold"/>
                                        <p:tgtEl>
                                          <p:spTgt spid="33"/>
                                        </p:tgtEl>
                                        <p:attrNameLst>
                                          <p:attrName>ppt_h</p:attrName>
                                        </p:attrNameLst>
                                      </p:cBhvr>
                                      <p:tavLst>
                                        <p:tav tm="0">
                                          <p:val>
                                            <p:strVal val="#ppt_h"/>
                                          </p:val>
                                        </p:tav>
                                        <p:tav tm="100000">
                                          <p:val>
                                            <p:strVal val="#ppt_h"/>
                                          </p:val>
                                        </p:tav>
                                      </p:tavLst>
                                    </p:anim>
                                  </p:childTnLst>
                                </p:cTn>
                              </p:par>
                            </p:childTnLst>
                          </p:cTn>
                        </p:par>
                        <p:par>
                          <p:cTn id="25" fill="hold">
                            <p:stCondLst>
                              <p:cond delay="2000"/>
                            </p:stCondLst>
                            <p:childTnLst>
                              <p:par>
                                <p:cTn id="26" presetID="42" presetClass="entr" presetSubtype="0" fill="hold" nodeType="after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1000"/>
                                        <p:tgtEl>
                                          <p:spTgt spid="22"/>
                                        </p:tgtEl>
                                      </p:cBhvr>
                                    </p:animEffect>
                                    <p:anim calcmode="lin" valueType="num">
                                      <p:cBhvr>
                                        <p:cTn id="29" dur="1000" fill="hold"/>
                                        <p:tgtEl>
                                          <p:spTgt spid="22"/>
                                        </p:tgtEl>
                                        <p:attrNameLst>
                                          <p:attrName>ppt_x</p:attrName>
                                        </p:attrNameLst>
                                      </p:cBhvr>
                                      <p:tavLst>
                                        <p:tav tm="0">
                                          <p:val>
                                            <p:strVal val="#ppt_x"/>
                                          </p:val>
                                        </p:tav>
                                        <p:tav tm="100000">
                                          <p:val>
                                            <p:strVal val="#ppt_x"/>
                                          </p:val>
                                        </p:tav>
                                      </p:tavLst>
                                    </p:anim>
                                    <p:anim calcmode="lin" valueType="num">
                                      <p:cBhvr>
                                        <p:cTn id="30"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22" name="组合 21"/>
          <p:cNvGrpSpPr/>
          <p:nvPr/>
        </p:nvGrpSpPr>
        <p:grpSpPr>
          <a:xfrm>
            <a:off x="401915" y="2384626"/>
            <a:ext cx="11464200" cy="3580724"/>
            <a:chOff x="387401" y="1281562"/>
            <a:chExt cx="7300095" cy="2280109"/>
          </a:xfrm>
        </p:grpSpPr>
        <p:sp>
          <p:nvSpPr>
            <p:cNvPr id="23" name="Notched Right Arrow 3"/>
            <p:cNvSpPr/>
            <p:nvPr/>
          </p:nvSpPr>
          <p:spPr>
            <a:xfrm>
              <a:off x="412801" y="2164264"/>
              <a:ext cx="7193266" cy="127760"/>
            </a:xfrm>
            <a:prstGeom prst="notchedRightArrow">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3200" dirty="0">
                <a:latin typeface="微软雅黑" panose="020B0503020204020204" pitchFamily="34" charset="-122"/>
                <a:cs typeface="Roboto condensed"/>
              </a:endParaRPr>
            </a:p>
          </p:txBody>
        </p:sp>
        <p:sp>
          <p:nvSpPr>
            <p:cNvPr id="24" name="Teardrop 5"/>
            <p:cNvSpPr/>
            <p:nvPr/>
          </p:nvSpPr>
          <p:spPr>
            <a:xfrm rot="2700000" flipV="1">
              <a:off x="387401" y="1281562"/>
              <a:ext cx="674282" cy="674282"/>
            </a:xfrm>
            <a:prstGeom prst="teardrop">
              <a:avLst>
                <a:gd name="adj" fmla="val 103995"/>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latin typeface="微软雅黑" panose="020B0503020204020204" pitchFamily="34" charset="-122"/>
                <a:cs typeface="Roboto condensed"/>
              </a:endParaRPr>
            </a:p>
          </p:txBody>
        </p:sp>
        <p:sp>
          <p:nvSpPr>
            <p:cNvPr id="26" name="TextBox 6"/>
            <p:cNvSpPr txBox="1"/>
            <p:nvPr/>
          </p:nvSpPr>
          <p:spPr>
            <a:xfrm>
              <a:off x="445875" y="1382918"/>
              <a:ext cx="557505" cy="494504"/>
            </a:xfrm>
            <a:prstGeom prst="rect">
              <a:avLst/>
            </a:prstGeom>
            <a:noFill/>
          </p:spPr>
          <p:txBody>
            <a:bodyPr wrap="square" lIns="72000" tIns="0" rIns="72000" bIns="0" rtlCol="0" anchor="ctr">
              <a:noAutofit/>
            </a:bodyPr>
            <a:lstStyle/>
            <a:p>
              <a:pPr lvl="0" algn="ctr">
                <a:lnSpc>
                  <a:spcPts val="1000"/>
                </a:lnSpc>
              </a:pPr>
              <a:r>
                <a:rPr lang="en-US" altLang="ko-KR" sz="1400" dirty="0">
                  <a:solidFill>
                    <a:schemeClr val="bg1">
                      <a:alpha val="70000"/>
                    </a:schemeClr>
                  </a:solidFill>
                  <a:latin typeface="微软雅黑" panose="020B0503020204020204" pitchFamily="34" charset="-122"/>
                  <a:cs typeface="Roboto condensed"/>
                </a:rPr>
                <a:t> </a:t>
              </a:r>
            </a:p>
            <a:p>
              <a:pPr lvl="0" algn="ctr">
                <a:lnSpc>
                  <a:spcPts val="2000"/>
                </a:lnSpc>
              </a:pPr>
              <a:r>
                <a:rPr lang="en-US" altLang="ko-KR" sz="3600" dirty="0">
                  <a:solidFill>
                    <a:schemeClr val="bg1"/>
                  </a:solidFill>
                  <a:latin typeface="微软雅黑" panose="020B0503020204020204" pitchFamily="34" charset="-122"/>
                  <a:cs typeface="Roboto condensed"/>
                </a:rPr>
                <a:t>01</a:t>
              </a:r>
              <a:endParaRPr lang="ko-KR" altLang="en-US" sz="3600" dirty="0">
                <a:solidFill>
                  <a:schemeClr val="bg1"/>
                </a:solidFill>
                <a:latin typeface="微软雅黑" panose="020B0503020204020204" pitchFamily="34" charset="-122"/>
                <a:cs typeface="Roboto condensed"/>
              </a:endParaRPr>
            </a:p>
          </p:txBody>
        </p:sp>
        <p:sp>
          <p:nvSpPr>
            <p:cNvPr id="27" name="Oval 7"/>
            <p:cNvSpPr/>
            <p:nvPr/>
          </p:nvSpPr>
          <p:spPr>
            <a:xfrm>
              <a:off x="673742" y="2176963"/>
              <a:ext cx="101600" cy="101600"/>
            </a:xfrm>
            <a:prstGeom prst="ellipse">
              <a:avLst/>
            </a:prstGeom>
            <a:solidFill>
              <a:srgbClr val="0824AA"/>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3200" dirty="0">
                <a:latin typeface="微软雅黑" panose="020B0503020204020204" pitchFamily="34" charset="-122"/>
                <a:cs typeface="Roboto condensed"/>
              </a:endParaRPr>
            </a:p>
          </p:txBody>
        </p:sp>
        <p:sp>
          <p:nvSpPr>
            <p:cNvPr id="28" name="Teardrop 9"/>
            <p:cNvSpPr/>
            <p:nvPr/>
          </p:nvSpPr>
          <p:spPr>
            <a:xfrm rot="2700000" flipV="1">
              <a:off x="1851076" y="1281562"/>
              <a:ext cx="674282" cy="674282"/>
            </a:xfrm>
            <a:prstGeom prst="teardrop">
              <a:avLst>
                <a:gd name="adj" fmla="val 103995"/>
              </a:avLst>
            </a:prstGeom>
            <a:solidFill>
              <a:srgbClr val="0515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latin typeface="微软雅黑" panose="020B0503020204020204" pitchFamily="34" charset="-122"/>
                <a:cs typeface="Roboto condensed"/>
              </a:endParaRPr>
            </a:p>
          </p:txBody>
        </p:sp>
        <p:sp>
          <p:nvSpPr>
            <p:cNvPr id="29" name="TextBox 10"/>
            <p:cNvSpPr txBox="1"/>
            <p:nvPr/>
          </p:nvSpPr>
          <p:spPr>
            <a:xfrm>
              <a:off x="1909550" y="1382918"/>
              <a:ext cx="557505" cy="494504"/>
            </a:xfrm>
            <a:prstGeom prst="rect">
              <a:avLst/>
            </a:prstGeom>
            <a:noFill/>
          </p:spPr>
          <p:txBody>
            <a:bodyPr wrap="square" lIns="72000" tIns="0" rIns="72000" bIns="0" rtlCol="0" anchor="ctr">
              <a:noAutofit/>
            </a:bodyPr>
            <a:lstStyle/>
            <a:p>
              <a:pPr lvl="0" algn="ctr">
                <a:lnSpc>
                  <a:spcPts val="1000"/>
                </a:lnSpc>
              </a:pPr>
              <a:r>
                <a:rPr lang="en-US" altLang="ko-KR" sz="1400" dirty="0">
                  <a:solidFill>
                    <a:schemeClr val="bg1">
                      <a:alpha val="70000"/>
                    </a:schemeClr>
                  </a:solidFill>
                  <a:latin typeface="微软雅黑" panose="020B0503020204020204" pitchFamily="34" charset="-122"/>
                  <a:cs typeface="Roboto condensed"/>
                </a:rPr>
                <a:t> </a:t>
              </a:r>
            </a:p>
            <a:p>
              <a:pPr lvl="0" algn="ctr">
                <a:lnSpc>
                  <a:spcPts val="2000"/>
                </a:lnSpc>
              </a:pPr>
              <a:r>
                <a:rPr lang="en-US" altLang="ko-KR" sz="3600" dirty="0">
                  <a:solidFill>
                    <a:schemeClr val="bg1"/>
                  </a:solidFill>
                  <a:latin typeface="微软雅黑" panose="020B0503020204020204" pitchFamily="34" charset="-122"/>
                  <a:cs typeface="Roboto condensed"/>
                </a:rPr>
                <a:t>02</a:t>
              </a:r>
              <a:endParaRPr lang="ko-KR" altLang="en-US" sz="3600" dirty="0">
                <a:solidFill>
                  <a:schemeClr val="bg1"/>
                </a:solidFill>
                <a:latin typeface="微软雅黑" panose="020B0503020204020204" pitchFamily="34" charset="-122"/>
                <a:cs typeface="Roboto condensed"/>
              </a:endParaRPr>
            </a:p>
          </p:txBody>
        </p:sp>
        <p:sp>
          <p:nvSpPr>
            <p:cNvPr id="30" name="Oval 11"/>
            <p:cNvSpPr/>
            <p:nvPr/>
          </p:nvSpPr>
          <p:spPr>
            <a:xfrm>
              <a:off x="2140592" y="2176963"/>
              <a:ext cx="101600" cy="101600"/>
            </a:xfrm>
            <a:prstGeom prst="ellipse">
              <a:avLst/>
            </a:prstGeom>
            <a:solidFill>
              <a:srgbClr val="05156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3200" dirty="0">
                <a:latin typeface="微软雅黑" panose="020B0503020204020204" pitchFamily="34" charset="-122"/>
                <a:cs typeface="Roboto condensed"/>
              </a:endParaRPr>
            </a:p>
          </p:txBody>
        </p:sp>
        <p:sp>
          <p:nvSpPr>
            <p:cNvPr id="31" name="Teardrop 13"/>
            <p:cNvSpPr/>
            <p:nvPr/>
          </p:nvSpPr>
          <p:spPr>
            <a:xfrm rot="2700000" flipV="1">
              <a:off x="3314751" y="1281562"/>
              <a:ext cx="674282" cy="674282"/>
            </a:xfrm>
            <a:prstGeom prst="teardrop">
              <a:avLst>
                <a:gd name="adj" fmla="val 103995"/>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latin typeface="微软雅黑" panose="020B0503020204020204" pitchFamily="34" charset="-122"/>
                <a:cs typeface="Roboto condensed"/>
              </a:endParaRPr>
            </a:p>
          </p:txBody>
        </p:sp>
        <p:sp>
          <p:nvSpPr>
            <p:cNvPr id="32" name="TextBox 14"/>
            <p:cNvSpPr txBox="1"/>
            <p:nvPr/>
          </p:nvSpPr>
          <p:spPr>
            <a:xfrm>
              <a:off x="3373225" y="1382918"/>
              <a:ext cx="557505" cy="494504"/>
            </a:xfrm>
            <a:prstGeom prst="rect">
              <a:avLst/>
            </a:prstGeom>
            <a:noFill/>
          </p:spPr>
          <p:txBody>
            <a:bodyPr wrap="square" lIns="72000" tIns="0" rIns="72000" bIns="0" rtlCol="0" anchor="ctr">
              <a:noAutofit/>
            </a:bodyPr>
            <a:lstStyle/>
            <a:p>
              <a:pPr lvl="0" algn="ctr">
                <a:lnSpc>
                  <a:spcPts val="1000"/>
                </a:lnSpc>
              </a:pPr>
              <a:endParaRPr lang="en-US" altLang="ko-KR" sz="1400" dirty="0">
                <a:solidFill>
                  <a:schemeClr val="bg1">
                    <a:alpha val="70000"/>
                  </a:schemeClr>
                </a:solidFill>
                <a:latin typeface="微软雅黑" panose="020B0503020204020204" pitchFamily="34" charset="-122"/>
                <a:cs typeface="Roboto condensed"/>
              </a:endParaRPr>
            </a:p>
            <a:p>
              <a:pPr lvl="0" algn="ctr">
                <a:lnSpc>
                  <a:spcPts val="2000"/>
                </a:lnSpc>
              </a:pPr>
              <a:r>
                <a:rPr lang="en-US" altLang="ko-KR" sz="3600" dirty="0">
                  <a:solidFill>
                    <a:schemeClr val="bg1"/>
                  </a:solidFill>
                  <a:latin typeface="微软雅黑" panose="020B0503020204020204" pitchFamily="34" charset="-122"/>
                  <a:cs typeface="Roboto condensed"/>
                </a:rPr>
                <a:t>03</a:t>
              </a:r>
              <a:endParaRPr lang="ko-KR" altLang="en-US" sz="3600" dirty="0">
                <a:solidFill>
                  <a:schemeClr val="bg1"/>
                </a:solidFill>
                <a:latin typeface="微软雅黑" panose="020B0503020204020204" pitchFamily="34" charset="-122"/>
                <a:cs typeface="Roboto condensed"/>
              </a:endParaRPr>
            </a:p>
          </p:txBody>
        </p:sp>
        <p:sp>
          <p:nvSpPr>
            <p:cNvPr id="33" name="Oval 15"/>
            <p:cNvSpPr/>
            <p:nvPr/>
          </p:nvSpPr>
          <p:spPr>
            <a:xfrm>
              <a:off x="3601092" y="2176963"/>
              <a:ext cx="101600" cy="101600"/>
            </a:xfrm>
            <a:prstGeom prst="ellipse">
              <a:avLst/>
            </a:prstGeom>
            <a:solidFill>
              <a:srgbClr val="0824AA"/>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3200" dirty="0">
                <a:latin typeface="微软雅黑" panose="020B0503020204020204" pitchFamily="34" charset="-122"/>
                <a:cs typeface="Roboto condensed"/>
              </a:endParaRPr>
            </a:p>
          </p:txBody>
        </p:sp>
        <p:sp>
          <p:nvSpPr>
            <p:cNvPr id="34" name="Teardrop 17"/>
            <p:cNvSpPr/>
            <p:nvPr/>
          </p:nvSpPr>
          <p:spPr>
            <a:xfrm rot="2700000" flipV="1">
              <a:off x="4778426" y="1281562"/>
              <a:ext cx="674282" cy="674282"/>
            </a:xfrm>
            <a:prstGeom prst="teardrop">
              <a:avLst>
                <a:gd name="adj" fmla="val 103995"/>
              </a:avLst>
            </a:prstGeom>
            <a:solidFill>
              <a:srgbClr val="0515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latin typeface="微软雅黑" panose="020B0503020204020204" pitchFamily="34" charset="-122"/>
                <a:cs typeface="Roboto condensed"/>
              </a:endParaRPr>
            </a:p>
          </p:txBody>
        </p:sp>
        <p:sp>
          <p:nvSpPr>
            <p:cNvPr id="35" name="TextBox 18"/>
            <p:cNvSpPr txBox="1"/>
            <p:nvPr/>
          </p:nvSpPr>
          <p:spPr>
            <a:xfrm>
              <a:off x="4836900" y="1382918"/>
              <a:ext cx="557505" cy="494504"/>
            </a:xfrm>
            <a:prstGeom prst="rect">
              <a:avLst/>
            </a:prstGeom>
            <a:noFill/>
          </p:spPr>
          <p:txBody>
            <a:bodyPr wrap="square" lIns="72000" tIns="0" rIns="72000" bIns="0" rtlCol="0" anchor="ctr">
              <a:noAutofit/>
            </a:bodyPr>
            <a:lstStyle/>
            <a:p>
              <a:pPr lvl="0" algn="ctr">
                <a:lnSpc>
                  <a:spcPts val="1000"/>
                </a:lnSpc>
              </a:pPr>
              <a:endParaRPr lang="en-US" altLang="ko-KR" sz="1400" dirty="0">
                <a:solidFill>
                  <a:schemeClr val="bg1">
                    <a:alpha val="70000"/>
                  </a:schemeClr>
                </a:solidFill>
                <a:latin typeface="微软雅黑" panose="020B0503020204020204" pitchFamily="34" charset="-122"/>
                <a:cs typeface="Roboto condensed"/>
              </a:endParaRPr>
            </a:p>
            <a:p>
              <a:pPr lvl="0" algn="ctr">
                <a:lnSpc>
                  <a:spcPts val="2000"/>
                </a:lnSpc>
              </a:pPr>
              <a:r>
                <a:rPr lang="en-US" altLang="ko-KR" sz="3600" dirty="0">
                  <a:solidFill>
                    <a:schemeClr val="bg1"/>
                  </a:solidFill>
                  <a:latin typeface="微软雅黑" panose="020B0503020204020204" pitchFamily="34" charset="-122"/>
                  <a:cs typeface="Roboto condensed"/>
                </a:rPr>
                <a:t>04</a:t>
              </a:r>
              <a:endParaRPr lang="ko-KR" altLang="en-US" sz="3600" dirty="0">
                <a:solidFill>
                  <a:schemeClr val="bg1"/>
                </a:solidFill>
                <a:latin typeface="微软雅黑" panose="020B0503020204020204" pitchFamily="34" charset="-122"/>
                <a:cs typeface="Roboto condensed"/>
              </a:endParaRPr>
            </a:p>
          </p:txBody>
        </p:sp>
        <p:sp>
          <p:nvSpPr>
            <p:cNvPr id="36" name="Oval 19"/>
            <p:cNvSpPr/>
            <p:nvPr/>
          </p:nvSpPr>
          <p:spPr>
            <a:xfrm>
              <a:off x="5067942" y="2176963"/>
              <a:ext cx="101600" cy="101600"/>
            </a:xfrm>
            <a:prstGeom prst="ellipse">
              <a:avLst/>
            </a:prstGeom>
            <a:solidFill>
              <a:srgbClr val="05156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3200" dirty="0">
                <a:latin typeface="微软雅黑" panose="020B0503020204020204" pitchFamily="34" charset="-122"/>
                <a:cs typeface="Roboto condensed"/>
              </a:endParaRPr>
            </a:p>
          </p:txBody>
        </p:sp>
        <p:sp>
          <p:nvSpPr>
            <p:cNvPr id="37" name="Teardrop 21"/>
            <p:cNvSpPr/>
            <p:nvPr/>
          </p:nvSpPr>
          <p:spPr>
            <a:xfrm rot="2700000" flipV="1">
              <a:off x="6242101" y="1281562"/>
              <a:ext cx="674282" cy="674282"/>
            </a:xfrm>
            <a:prstGeom prst="teardrop">
              <a:avLst>
                <a:gd name="adj" fmla="val 103995"/>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latin typeface="微软雅黑" panose="020B0503020204020204" pitchFamily="34" charset="-122"/>
                <a:cs typeface="Roboto condensed"/>
              </a:endParaRPr>
            </a:p>
          </p:txBody>
        </p:sp>
        <p:sp>
          <p:nvSpPr>
            <p:cNvPr id="38" name="TextBox 22"/>
            <p:cNvSpPr txBox="1"/>
            <p:nvPr/>
          </p:nvSpPr>
          <p:spPr>
            <a:xfrm>
              <a:off x="6300575" y="1382918"/>
              <a:ext cx="557505" cy="494504"/>
            </a:xfrm>
            <a:prstGeom prst="rect">
              <a:avLst/>
            </a:prstGeom>
            <a:noFill/>
          </p:spPr>
          <p:txBody>
            <a:bodyPr wrap="square" lIns="72000" tIns="0" rIns="72000" bIns="0" rtlCol="0" anchor="ctr">
              <a:noAutofit/>
            </a:bodyPr>
            <a:lstStyle/>
            <a:p>
              <a:pPr lvl="0" algn="ctr">
                <a:lnSpc>
                  <a:spcPts val="1000"/>
                </a:lnSpc>
              </a:pPr>
              <a:endParaRPr lang="en-US" altLang="ko-KR" sz="1400" dirty="0">
                <a:solidFill>
                  <a:schemeClr val="bg1">
                    <a:alpha val="70000"/>
                  </a:schemeClr>
                </a:solidFill>
                <a:latin typeface="微软雅黑" panose="020B0503020204020204" pitchFamily="34" charset="-122"/>
                <a:cs typeface="Roboto condensed"/>
              </a:endParaRPr>
            </a:p>
            <a:p>
              <a:pPr lvl="0" algn="ctr">
                <a:lnSpc>
                  <a:spcPts val="2000"/>
                </a:lnSpc>
              </a:pPr>
              <a:r>
                <a:rPr lang="en-US" altLang="ko-KR" sz="3600" dirty="0">
                  <a:solidFill>
                    <a:schemeClr val="bg1"/>
                  </a:solidFill>
                  <a:latin typeface="微软雅黑" panose="020B0503020204020204" pitchFamily="34" charset="-122"/>
                  <a:cs typeface="Roboto condensed"/>
                </a:rPr>
                <a:t>05</a:t>
              </a:r>
              <a:endParaRPr lang="ko-KR" altLang="en-US" sz="3600" dirty="0">
                <a:solidFill>
                  <a:schemeClr val="bg1"/>
                </a:solidFill>
                <a:latin typeface="微软雅黑" panose="020B0503020204020204" pitchFamily="34" charset="-122"/>
                <a:cs typeface="Roboto condensed"/>
              </a:endParaRPr>
            </a:p>
          </p:txBody>
        </p:sp>
        <p:sp>
          <p:nvSpPr>
            <p:cNvPr id="39" name="Oval 23"/>
            <p:cNvSpPr/>
            <p:nvPr/>
          </p:nvSpPr>
          <p:spPr>
            <a:xfrm>
              <a:off x="6528442" y="2176963"/>
              <a:ext cx="101600" cy="101600"/>
            </a:xfrm>
            <a:prstGeom prst="ellipse">
              <a:avLst/>
            </a:prstGeom>
            <a:solidFill>
              <a:srgbClr val="0824AA"/>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3200" dirty="0">
                <a:latin typeface="微软雅黑" panose="020B0503020204020204" pitchFamily="34" charset="-122"/>
                <a:cs typeface="Roboto condensed"/>
              </a:endParaRPr>
            </a:p>
          </p:txBody>
        </p:sp>
        <p:grpSp>
          <p:nvGrpSpPr>
            <p:cNvPr id="40" name="Group 24"/>
            <p:cNvGrpSpPr/>
            <p:nvPr/>
          </p:nvGrpSpPr>
          <p:grpSpPr>
            <a:xfrm>
              <a:off x="569867" y="2404330"/>
              <a:ext cx="1262929" cy="1157341"/>
              <a:chOff x="667471" y="2995559"/>
              <a:chExt cx="1262929" cy="1157341"/>
            </a:xfrm>
          </p:grpSpPr>
          <p:sp>
            <p:nvSpPr>
              <p:cNvPr id="53" name="TextBox 25"/>
              <p:cNvSpPr txBox="1"/>
              <p:nvPr/>
            </p:nvSpPr>
            <p:spPr>
              <a:xfrm>
                <a:off x="667471" y="2995559"/>
                <a:ext cx="1156100" cy="235181"/>
              </a:xfrm>
              <a:prstGeom prst="rect">
                <a:avLst/>
              </a:prstGeom>
              <a:noFill/>
            </p:spPr>
            <p:txBody>
              <a:bodyPr wrap="square" rtlCol="0">
                <a:spAutoFit/>
              </a:bodyPr>
              <a:lstStyle/>
              <a:p>
                <a:pPr lvl="0"/>
                <a:r>
                  <a:rPr lang="zh-CN" altLang="en-US" b="1" dirty="0">
                    <a:solidFill>
                      <a:schemeClr val="bg1">
                        <a:lumMod val="50000"/>
                      </a:schemeClr>
                    </a:solidFill>
                    <a:latin typeface="微软雅黑" panose="020B0503020204020204" pitchFamily="34" charset="-122"/>
                    <a:ea typeface="微软雅黑" panose="020B0503020204020204" pitchFamily="34" charset="-122"/>
                    <a:cs typeface="Roboto condensed"/>
                  </a:rPr>
                  <a:t>加入你的标题</a:t>
                </a:r>
                <a:endParaRPr lang="ko-KR" altLang="en-US" b="1" dirty="0">
                  <a:solidFill>
                    <a:schemeClr val="bg1">
                      <a:lumMod val="50000"/>
                    </a:schemeClr>
                  </a:solidFill>
                  <a:latin typeface="微软雅黑" panose="020B0503020204020204" pitchFamily="34" charset="-122"/>
                  <a:cs typeface="Roboto condensed"/>
                </a:endParaRPr>
              </a:p>
            </p:txBody>
          </p:sp>
          <p:sp>
            <p:nvSpPr>
              <p:cNvPr id="54" name="텍스트 개체 틀 2"/>
              <p:cNvSpPr txBox="1">
                <a:spLocks/>
              </p:cNvSpPr>
              <p:nvPr/>
            </p:nvSpPr>
            <p:spPr>
              <a:xfrm>
                <a:off x="667471" y="3229080"/>
                <a:ext cx="1262929" cy="923820"/>
              </a:xfrm>
              <a:prstGeom prst="rect">
                <a:avLst/>
              </a:prstGeom>
            </p:spPr>
            <p:txBody>
              <a:bodyPr vert="horz" lIns="91440" tIns="45720" rIns="91440" bIns="45720" rtlCol="0" anchor="t">
                <a:noAutofit/>
              </a:bodyPr>
              <a:lstStyle>
                <a:lvl1pPr marL="0" indent="0" algn="ctr" defTabSz="457200" rtl="0" eaLnBrk="1" latinLnBrk="0" hangingPunct="1">
                  <a:spcBef>
                    <a:spcPct val="20000"/>
                  </a:spcBef>
                  <a:buFont typeface="Arial"/>
                  <a:buNone/>
                  <a:defRPr sz="1000" kern="1200" baseline="0">
                    <a:solidFill>
                      <a:schemeClr val="bg1">
                        <a:lumMod val="65000"/>
                      </a:schemeClr>
                    </a:solidFill>
                    <a:latin typeface="+mn-lt"/>
                    <a:ea typeface="+mn-ea"/>
                    <a:cs typeface="Rockwell"/>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lnSpc>
                    <a:spcPct val="120000"/>
                  </a:lnSpc>
                </a:pPr>
                <a:r>
                  <a:rPr lang="en-US" altLang="ko-KR" sz="1400" dirty="0">
                    <a:solidFill>
                      <a:schemeClr val="bg1">
                        <a:lumMod val="50000"/>
                      </a:schemeClr>
                    </a:solidFill>
                    <a:latin typeface="微软雅黑" panose="020B0503020204020204" pitchFamily="34" charset="-122"/>
                    <a:cs typeface="Roboto condensed"/>
                  </a:rPr>
                  <a:t>Lorem ipsum dolor sit amet, consectetur adipiscing elit. Curabitur elementum posuere pretium. </a:t>
                </a:r>
              </a:p>
            </p:txBody>
          </p:sp>
        </p:grpSp>
        <p:grpSp>
          <p:nvGrpSpPr>
            <p:cNvPr id="41" name="Group 27"/>
            <p:cNvGrpSpPr/>
            <p:nvPr/>
          </p:nvGrpSpPr>
          <p:grpSpPr>
            <a:xfrm>
              <a:off x="2033542" y="2404330"/>
              <a:ext cx="1262929" cy="1157341"/>
              <a:chOff x="667471" y="2995559"/>
              <a:chExt cx="1262929" cy="1157341"/>
            </a:xfrm>
          </p:grpSpPr>
          <p:sp>
            <p:nvSpPr>
              <p:cNvPr id="51" name="TextBox 28"/>
              <p:cNvSpPr txBox="1"/>
              <p:nvPr/>
            </p:nvSpPr>
            <p:spPr>
              <a:xfrm>
                <a:off x="667471" y="2995559"/>
                <a:ext cx="1156100" cy="235181"/>
              </a:xfrm>
              <a:prstGeom prst="rect">
                <a:avLst/>
              </a:prstGeom>
              <a:noFill/>
            </p:spPr>
            <p:txBody>
              <a:bodyPr wrap="square" rtlCol="0">
                <a:spAutoFit/>
              </a:bodyPr>
              <a:lstStyle/>
              <a:p>
                <a:pPr lvl="0"/>
                <a:r>
                  <a:rPr lang="zh-CN" altLang="en-US" b="1" dirty="0">
                    <a:solidFill>
                      <a:schemeClr val="bg1">
                        <a:lumMod val="50000"/>
                      </a:schemeClr>
                    </a:solidFill>
                    <a:latin typeface="微软雅黑" panose="020B0503020204020204" pitchFamily="34" charset="-122"/>
                    <a:ea typeface="微软雅黑" panose="020B0503020204020204" pitchFamily="34" charset="-122"/>
                    <a:cs typeface="Roboto condensed"/>
                  </a:rPr>
                  <a:t>加入你的标题</a:t>
                </a:r>
                <a:endParaRPr lang="ko-KR" altLang="en-US" b="1" dirty="0">
                  <a:solidFill>
                    <a:schemeClr val="bg1">
                      <a:lumMod val="50000"/>
                    </a:schemeClr>
                  </a:solidFill>
                  <a:latin typeface="微软雅黑" panose="020B0503020204020204" pitchFamily="34" charset="-122"/>
                  <a:cs typeface="Roboto condensed"/>
                </a:endParaRPr>
              </a:p>
            </p:txBody>
          </p:sp>
          <p:sp>
            <p:nvSpPr>
              <p:cNvPr id="52" name="텍스트 개체 틀 2"/>
              <p:cNvSpPr txBox="1">
                <a:spLocks/>
              </p:cNvSpPr>
              <p:nvPr/>
            </p:nvSpPr>
            <p:spPr>
              <a:xfrm>
                <a:off x="667471" y="3229080"/>
                <a:ext cx="1262929" cy="923820"/>
              </a:xfrm>
              <a:prstGeom prst="rect">
                <a:avLst/>
              </a:prstGeom>
            </p:spPr>
            <p:txBody>
              <a:bodyPr vert="horz" lIns="91440" tIns="45720" rIns="91440" bIns="45720" rtlCol="0" anchor="t">
                <a:noAutofit/>
              </a:bodyPr>
              <a:lstStyle>
                <a:lvl1pPr marL="0" indent="0" algn="ctr" defTabSz="457200" rtl="0" eaLnBrk="1" latinLnBrk="0" hangingPunct="1">
                  <a:spcBef>
                    <a:spcPct val="20000"/>
                  </a:spcBef>
                  <a:buFont typeface="Arial"/>
                  <a:buNone/>
                  <a:defRPr sz="1000" kern="1200" baseline="0">
                    <a:solidFill>
                      <a:schemeClr val="bg1">
                        <a:lumMod val="65000"/>
                      </a:schemeClr>
                    </a:solidFill>
                    <a:latin typeface="+mn-lt"/>
                    <a:ea typeface="+mn-ea"/>
                    <a:cs typeface="Rockwell"/>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lnSpc>
                    <a:spcPct val="120000"/>
                  </a:lnSpc>
                </a:pPr>
                <a:r>
                  <a:rPr lang="en-US" altLang="ko-KR" sz="1400" dirty="0">
                    <a:solidFill>
                      <a:schemeClr val="bg1">
                        <a:lumMod val="50000"/>
                      </a:schemeClr>
                    </a:solidFill>
                    <a:latin typeface="微软雅黑" panose="020B0503020204020204" pitchFamily="34" charset="-122"/>
                    <a:cs typeface="Roboto condensed"/>
                  </a:rPr>
                  <a:t>Lorem ipsum dolor sit amet, consectetur adipiscing elit. Curabitur elementum posuere pretium. </a:t>
                </a:r>
              </a:p>
            </p:txBody>
          </p:sp>
        </p:grpSp>
        <p:grpSp>
          <p:nvGrpSpPr>
            <p:cNvPr id="42" name="Group 30"/>
            <p:cNvGrpSpPr/>
            <p:nvPr/>
          </p:nvGrpSpPr>
          <p:grpSpPr>
            <a:xfrm>
              <a:off x="3497217" y="2404330"/>
              <a:ext cx="1262929" cy="1157341"/>
              <a:chOff x="667471" y="2995559"/>
              <a:chExt cx="1262929" cy="1157341"/>
            </a:xfrm>
          </p:grpSpPr>
          <p:sp>
            <p:nvSpPr>
              <p:cNvPr id="49" name="TextBox 31"/>
              <p:cNvSpPr txBox="1"/>
              <p:nvPr/>
            </p:nvSpPr>
            <p:spPr>
              <a:xfrm>
                <a:off x="667471" y="2995559"/>
                <a:ext cx="1156100" cy="235181"/>
              </a:xfrm>
              <a:prstGeom prst="rect">
                <a:avLst/>
              </a:prstGeom>
              <a:noFill/>
            </p:spPr>
            <p:txBody>
              <a:bodyPr wrap="square" rtlCol="0">
                <a:spAutoFit/>
              </a:bodyPr>
              <a:lstStyle/>
              <a:p>
                <a:pPr lvl="0"/>
                <a:r>
                  <a:rPr lang="zh-CN" altLang="en-US" b="1" dirty="0">
                    <a:solidFill>
                      <a:schemeClr val="bg1">
                        <a:lumMod val="50000"/>
                      </a:schemeClr>
                    </a:solidFill>
                    <a:latin typeface="微软雅黑" panose="020B0503020204020204" pitchFamily="34" charset="-122"/>
                    <a:ea typeface="微软雅黑" panose="020B0503020204020204" pitchFamily="34" charset="-122"/>
                    <a:cs typeface="Roboto condensed"/>
                  </a:rPr>
                  <a:t>加入你的标题</a:t>
                </a:r>
                <a:endParaRPr lang="ko-KR" altLang="en-US" b="1" dirty="0">
                  <a:solidFill>
                    <a:schemeClr val="bg1">
                      <a:lumMod val="50000"/>
                    </a:schemeClr>
                  </a:solidFill>
                  <a:latin typeface="微软雅黑" panose="020B0503020204020204" pitchFamily="34" charset="-122"/>
                  <a:cs typeface="Roboto condensed"/>
                </a:endParaRPr>
              </a:p>
            </p:txBody>
          </p:sp>
          <p:sp>
            <p:nvSpPr>
              <p:cNvPr id="50" name="텍스트 개체 틀 2"/>
              <p:cNvSpPr txBox="1">
                <a:spLocks/>
              </p:cNvSpPr>
              <p:nvPr/>
            </p:nvSpPr>
            <p:spPr>
              <a:xfrm>
                <a:off x="667471" y="3229080"/>
                <a:ext cx="1262929" cy="923820"/>
              </a:xfrm>
              <a:prstGeom prst="rect">
                <a:avLst/>
              </a:prstGeom>
            </p:spPr>
            <p:txBody>
              <a:bodyPr vert="horz" lIns="91440" tIns="45720" rIns="91440" bIns="45720" rtlCol="0" anchor="t">
                <a:noAutofit/>
              </a:bodyPr>
              <a:lstStyle>
                <a:lvl1pPr marL="0" indent="0" algn="ctr" defTabSz="457200" rtl="0" eaLnBrk="1" latinLnBrk="0" hangingPunct="1">
                  <a:spcBef>
                    <a:spcPct val="20000"/>
                  </a:spcBef>
                  <a:buFont typeface="Arial"/>
                  <a:buNone/>
                  <a:defRPr sz="1000" kern="1200" baseline="0">
                    <a:solidFill>
                      <a:schemeClr val="bg1">
                        <a:lumMod val="65000"/>
                      </a:schemeClr>
                    </a:solidFill>
                    <a:latin typeface="+mn-lt"/>
                    <a:ea typeface="+mn-ea"/>
                    <a:cs typeface="Rockwell"/>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lnSpc>
                    <a:spcPct val="120000"/>
                  </a:lnSpc>
                </a:pPr>
                <a:r>
                  <a:rPr lang="en-US" altLang="ko-KR" sz="1400" dirty="0">
                    <a:solidFill>
                      <a:schemeClr val="bg1">
                        <a:lumMod val="50000"/>
                      </a:schemeClr>
                    </a:solidFill>
                    <a:latin typeface="微软雅黑" panose="020B0503020204020204" pitchFamily="34" charset="-122"/>
                    <a:cs typeface="Roboto condensed"/>
                  </a:rPr>
                  <a:t>Lorem ipsum dolor sit amet, consectetur adipiscing elit. Curabitur elementum posuere pretium. </a:t>
                </a:r>
              </a:p>
            </p:txBody>
          </p:sp>
        </p:grpSp>
        <p:grpSp>
          <p:nvGrpSpPr>
            <p:cNvPr id="43" name="Group 33"/>
            <p:cNvGrpSpPr/>
            <p:nvPr/>
          </p:nvGrpSpPr>
          <p:grpSpPr>
            <a:xfrm>
              <a:off x="4960892" y="2404330"/>
              <a:ext cx="1262929" cy="1157341"/>
              <a:chOff x="667471" y="2995559"/>
              <a:chExt cx="1262929" cy="1157341"/>
            </a:xfrm>
          </p:grpSpPr>
          <p:sp>
            <p:nvSpPr>
              <p:cNvPr id="47" name="TextBox 34"/>
              <p:cNvSpPr txBox="1"/>
              <p:nvPr/>
            </p:nvSpPr>
            <p:spPr>
              <a:xfrm>
                <a:off x="667471" y="2995559"/>
                <a:ext cx="1156100" cy="235181"/>
              </a:xfrm>
              <a:prstGeom prst="rect">
                <a:avLst/>
              </a:prstGeom>
              <a:noFill/>
            </p:spPr>
            <p:txBody>
              <a:bodyPr wrap="square" rtlCol="0">
                <a:spAutoFit/>
              </a:bodyPr>
              <a:lstStyle/>
              <a:p>
                <a:pPr lvl="0"/>
                <a:r>
                  <a:rPr lang="zh-CN" altLang="en-US" b="1" dirty="0">
                    <a:solidFill>
                      <a:schemeClr val="bg1">
                        <a:lumMod val="50000"/>
                      </a:schemeClr>
                    </a:solidFill>
                    <a:latin typeface="微软雅黑" panose="020B0503020204020204" pitchFamily="34" charset="-122"/>
                    <a:ea typeface="微软雅黑" panose="020B0503020204020204" pitchFamily="34" charset="-122"/>
                    <a:cs typeface="Roboto condensed"/>
                  </a:rPr>
                  <a:t>加入你的标题</a:t>
                </a:r>
                <a:endParaRPr lang="ko-KR" altLang="en-US" b="1" dirty="0">
                  <a:solidFill>
                    <a:schemeClr val="bg1">
                      <a:lumMod val="50000"/>
                    </a:schemeClr>
                  </a:solidFill>
                  <a:latin typeface="微软雅黑" panose="020B0503020204020204" pitchFamily="34" charset="-122"/>
                  <a:cs typeface="Roboto condensed"/>
                </a:endParaRPr>
              </a:p>
            </p:txBody>
          </p:sp>
          <p:sp>
            <p:nvSpPr>
              <p:cNvPr id="48" name="텍스트 개체 틀 2"/>
              <p:cNvSpPr txBox="1">
                <a:spLocks/>
              </p:cNvSpPr>
              <p:nvPr/>
            </p:nvSpPr>
            <p:spPr>
              <a:xfrm>
                <a:off x="667471" y="3229080"/>
                <a:ext cx="1262929" cy="923820"/>
              </a:xfrm>
              <a:prstGeom prst="rect">
                <a:avLst/>
              </a:prstGeom>
            </p:spPr>
            <p:txBody>
              <a:bodyPr vert="horz" lIns="91440" tIns="45720" rIns="91440" bIns="45720" rtlCol="0" anchor="t">
                <a:noAutofit/>
              </a:bodyPr>
              <a:lstStyle>
                <a:lvl1pPr marL="0" indent="0" algn="ctr" defTabSz="457200" rtl="0" eaLnBrk="1" latinLnBrk="0" hangingPunct="1">
                  <a:spcBef>
                    <a:spcPct val="20000"/>
                  </a:spcBef>
                  <a:buFont typeface="Arial"/>
                  <a:buNone/>
                  <a:defRPr sz="1000" kern="1200" baseline="0">
                    <a:solidFill>
                      <a:schemeClr val="bg1">
                        <a:lumMod val="65000"/>
                      </a:schemeClr>
                    </a:solidFill>
                    <a:latin typeface="+mn-lt"/>
                    <a:ea typeface="+mn-ea"/>
                    <a:cs typeface="Rockwell"/>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lnSpc>
                    <a:spcPct val="120000"/>
                  </a:lnSpc>
                </a:pPr>
                <a:r>
                  <a:rPr lang="en-US" altLang="ko-KR" sz="1400" dirty="0">
                    <a:solidFill>
                      <a:schemeClr val="bg1">
                        <a:lumMod val="50000"/>
                      </a:schemeClr>
                    </a:solidFill>
                    <a:latin typeface="微软雅黑" panose="020B0503020204020204" pitchFamily="34" charset="-122"/>
                    <a:cs typeface="Roboto condensed"/>
                  </a:rPr>
                  <a:t>Lorem ipsum dolor sit amet, consectetur adipiscing elit. Curabitur elementum posuere pretium. </a:t>
                </a:r>
              </a:p>
            </p:txBody>
          </p:sp>
        </p:grpSp>
        <p:grpSp>
          <p:nvGrpSpPr>
            <p:cNvPr id="44" name="Group 36"/>
            <p:cNvGrpSpPr/>
            <p:nvPr/>
          </p:nvGrpSpPr>
          <p:grpSpPr>
            <a:xfrm>
              <a:off x="6424567" y="2404330"/>
              <a:ext cx="1262929" cy="1157341"/>
              <a:chOff x="667471" y="2995559"/>
              <a:chExt cx="1262929" cy="1157341"/>
            </a:xfrm>
          </p:grpSpPr>
          <p:sp>
            <p:nvSpPr>
              <p:cNvPr id="45" name="TextBox 37"/>
              <p:cNvSpPr txBox="1"/>
              <p:nvPr/>
            </p:nvSpPr>
            <p:spPr>
              <a:xfrm>
                <a:off x="667471" y="2995559"/>
                <a:ext cx="1156100" cy="235181"/>
              </a:xfrm>
              <a:prstGeom prst="rect">
                <a:avLst/>
              </a:prstGeom>
              <a:noFill/>
            </p:spPr>
            <p:txBody>
              <a:bodyPr wrap="square" rtlCol="0">
                <a:spAutoFit/>
              </a:bodyPr>
              <a:lstStyle/>
              <a:p>
                <a:pPr lvl="0"/>
                <a:r>
                  <a:rPr lang="zh-CN" altLang="en-US" b="1" dirty="0">
                    <a:solidFill>
                      <a:schemeClr val="bg1">
                        <a:lumMod val="50000"/>
                      </a:schemeClr>
                    </a:solidFill>
                    <a:latin typeface="微软雅黑" panose="020B0503020204020204" pitchFamily="34" charset="-122"/>
                    <a:ea typeface="微软雅黑" panose="020B0503020204020204" pitchFamily="34" charset="-122"/>
                    <a:cs typeface="Roboto condensed"/>
                  </a:rPr>
                  <a:t>加入你的标题</a:t>
                </a:r>
                <a:endParaRPr lang="ko-KR" altLang="en-US" b="1" dirty="0">
                  <a:solidFill>
                    <a:schemeClr val="bg1">
                      <a:lumMod val="50000"/>
                    </a:schemeClr>
                  </a:solidFill>
                  <a:latin typeface="微软雅黑" panose="020B0503020204020204" pitchFamily="34" charset="-122"/>
                  <a:cs typeface="Roboto condensed"/>
                </a:endParaRPr>
              </a:p>
            </p:txBody>
          </p:sp>
          <p:sp>
            <p:nvSpPr>
              <p:cNvPr id="46" name="텍스트 개체 틀 2"/>
              <p:cNvSpPr txBox="1">
                <a:spLocks/>
              </p:cNvSpPr>
              <p:nvPr/>
            </p:nvSpPr>
            <p:spPr>
              <a:xfrm>
                <a:off x="667471" y="3229080"/>
                <a:ext cx="1262929" cy="923820"/>
              </a:xfrm>
              <a:prstGeom prst="rect">
                <a:avLst/>
              </a:prstGeom>
            </p:spPr>
            <p:txBody>
              <a:bodyPr vert="horz" lIns="91440" tIns="45720" rIns="91440" bIns="45720" rtlCol="0" anchor="t">
                <a:noAutofit/>
              </a:bodyPr>
              <a:lstStyle>
                <a:lvl1pPr marL="0" indent="0" algn="ctr" defTabSz="457200" rtl="0" eaLnBrk="1" latinLnBrk="0" hangingPunct="1">
                  <a:spcBef>
                    <a:spcPct val="20000"/>
                  </a:spcBef>
                  <a:buFont typeface="Arial"/>
                  <a:buNone/>
                  <a:defRPr sz="1000" kern="1200" baseline="0">
                    <a:solidFill>
                      <a:schemeClr val="bg1">
                        <a:lumMod val="65000"/>
                      </a:schemeClr>
                    </a:solidFill>
                    <a:latin typeface="+mn-lt"/>
                    <a:ea typeface="+mn-ea"/>
                    <a:cs typeface="Rockwell"/>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lnSpc>
                    <a:spcPct val="120000"/>
                  </a:lnSpc>
                </a:pPr>
                <a:r>
                  <a:rPr lang="en-US" altLang="ko-KR" sz="1400" dirty="0">
                    <a:solidFill>
                      <a:schemeClr val="bg1">
                        <a:lumMod val="50000"/>
                      </a:schemeClr>
                    </a:solidFill>
                    <a:latin typeface="微软雅黑" panose="020B0503020204020204" pitchFamily="34" charset="-122"/>
                    <a:cs typeface="Roboto condensed"/>
                  </a:rPr>
                  <a:t>Lorem ipsum dolor sit amet, consectetur adipiscing elit. Curabitur elementum posuere pretium. </a:t>
                </a:r>
              </a:p>
            </p:txBody>
          </p:sp>
        </p:grpSp>
      </p:grpSp>
      <p:pic>
        <p:nvPicPr>
          <p:cNvPr id="4" name="图片 3">
            <a:extLst>
              <a:ext uri="{FF2B5EF4-FFF2-40B4-BE49-F238E27FC236}">
                <a16:creationId xmlns:a16="http://schemas.microsoft.com/office/drawing/2014/main" id="{F3183D08-313B-71B6-71E4-6AA287AAF1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69598" y="737261"/>
            <a:ext cx="2871680" cy="1534990"/>
          </a:xfrm>
          <a:prstGeom prst="rect">
            <a:avLst/>
          </a:prstGeom>
        </p:spPr>
      </p:pic>
    </p:spTree>
    <p:extLst>
      <p:ext uri="{BB962C8B-B14F-4D97-AF65-F5344CB8AC3E}">
        <p14:creationId xmlns:p14="http://schemas.microsoft.com/office/powerpoint/2010/main" val="2865139570"/>
      </p:ext>
    </p:extLst>
  </p:cSld>
  <p:clrMapOvr>
    <a:masterClrMapping/>
  </p:clrMapOvr>
  <p:transition spd="slow" advTm="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1000"/>
                                        <p:tgtEl>
                                          <p:spTgt spid="22"/>
                                        </p:tgtEl>
                                      </p:cBhvr>
                                    </p:animEffect>
                                    <p:anim calcmode="lin" valueType="num">
                                      <p:cBhvr>
                                        <p:cTn id="14" dur="1000" fill="hold"/>
                                        <p:tgtEl>
                                          <p:spTgt spid="22"/>
                                        </p:tgtEl>
                                        <p:attrNameLst>
                                          <p:attrName>ppt_x</p:attrName>
                                        </p:attrNameLst>
                                      </p:cBhvr>
                                      <p:tavLst>
                                        <p:tav tm="0">
                                          <p:val>
                                            <p:strVal val="#ppt_x"/>
                                          </p:val>
                                        </p:tav>
                                        <p:tav tm="100000">
                                          <p:val>
                                            <p:strVal val="#ppt_x"/>
                                          </p:val>
                                        </p:tav>
                                      </p:tavLst>
                                    </p:anim>
                                    <p:anim calcmode="lin" valueType="num">
                                      <p:cBhvr>
                                        <p:cTn id="15"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346811"/>
            <a:ext cx="12190413" cy="718654"/>
            <a:chOff x="0" y="346811"/>
            <a:chExt cx="12190413" cy="718654"/>
          </a:xfrm>
        </p:grpSpPr>
        <p:grpSp>
          <p:nvGrpSpPr>
            <p:cNvPr id="11" name="组合 10"/>
            <p:cNvGrpSpPr/>
            <p:nvPr/>
          </p:nvGrpSpPr>
          <p:grpSpPr>
            <a:xfrm>
              <a:off x="0" y="346811"/>
              <a:ext cx="8160318" cy="718654"/>
              <a:chOff x="154189" y="499464"/>
              <a:chExt cx="8160318" cy="718654"/>
            </a:xfrm>
          </p:grpSpPr>
          <p:grpSp>
            <p:nvGrpSpPr>
              <p:cNvPr id="13" name="组合 12"/>
              <p:cNvGrpSpPr/>
              <p:nvPr/>
            </p:nvGrpSpPr>
            <p:grpSpPr>
              <a:xfrm>
                <a:off x="5500132" y="499464"/>
                <a:ext cx="2814375" cy="718654"/>
                <a:chOff x="4774418" y="396102"/>
                <a:chExt cx="2814375" cy="718654"/>
              </a:xfrm>
            </p:grpSpPr>
            <p:sp>
              <p:nvSpPr>
                <p:cNvPr id="18" name="TextBox 20"/>
                <p:cNvSpPr txBox="1"/>
                <p:nvPr/>
              </p:nvSpPr>
              <p:spPr>
                <a:xfrm>
                  <a:off x="4774418" y="396102"/>
                  <a:ext cx="2814375" cy="430887"/>
                </a:xfrm>
                <a:prstGeom prst="rect">
                  <a:avLst/>
                </a:prstGeom>
                <a:noFill/>
              </p:spPr>
              <p:txBody>
                <a:bodyPr wrap="square" rtlCol="0">
                  <a:spAutoFit/>
                </a:bodyPr>
                <a:lstStyle/>
                <a:p>
                  <a:pPr algn="ctr"/>
                  <a:r>
                    <a:rPr lang="zh-CN" altLang="en-US" sz="2200" dirty="0">
                      <a:solidFill>
                        <a:schemeClr val="bg1">
                          <a:lumMod val="50000"/>
                        </a:schemeClr>
                      </a:solidFill>
                      <a:latin typeface="微软雅黑" pitchFamily="34" charset="-122"/>
                      <a:ea typeface="微软雅黑" pitchFamily="34" charset="-122"/>
                    </a:rPr>
                    <a:t>输入你的标题</a:t>
                  </a:r>
                </a:p>
              </p:txBody>
            </p:sp>
            <p:sp>
              <p:nvSpPr>
                <p:cNvPr id="19" name="TextBox 37"/>
                <p:cNvSpPr txBox="1"/>
                <p:nvPr/>
              </p:nvSpPr>
              <p:spPr>
                <a:xfrm>
                  <a:off x="4961717" y="745424"/>
                  <a:ext cx="2439777" cy="369332"/>
                </a:xfrm>
                <a:prstGeom prst="rect">
                  <a:avLst/>
                </a:prstGeom>
                <a:noFill/>
              </p:spPr>
              <p:txBody>
                <a:bodyPr wrap="square" rtlCol="0">
                  <a:spAutoFit/>
                </a:bodyPr>
                <a:lstStyle/>
                <a:p>
                  <a:pPr algn="ctr"/>
                  <a:r>
                    <a:rPr lang="en-US" altLang="zh-CN" dirty="0">
                      <a:solidFill>
                        <a:schemeClr val="bg1">
                          <a:lumMod val="50000"/>
                        </a:schemeClr>
                      </a:solidFill>
                      <a:latin typeface="微软雅黑" pitchFamily="34" charset="-122"/>
                      <a:ea typeface="微软雅黑" pitchFamily="34" charset="-122"/>
                    </a:rPr>
                    <a:t>Add your title</a:t>
                  </a:r>
                  <a:endParaRPr lang="zh-CN" altLang="en-US" dirty="0">
                    <a:solidFill>
                      <a:schemeClr val="bg1">
                        <a:lumMod val="50000"/>
                      </a:schemeClr>
                    </a:solidFill>
                    <a:latin typeface="微软雅黑" pitchFamily="34" charset="-122"/>
                    <a:ea typeface="微软雅黑" pitchFamily="34" charset="-122"/>
                  </a:endParaRPr>
                </a:p>
              </p:txBody>
            </p:sp>
          </p:grpSp>
          <p:sp>
            <p:nvSpPr>
              <p:cNvPr id="16" name="矩形 15"/>
              <p:cNvSpPr/>
              <p:nvPr/>
            </p:nvSpPr>
            <p:spPr>
              <a:xfrm>
                <a:off x="154189" y="834304"/>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grpSp>
          <p:nvGrpSpPr>
            <p:cNvPr id="9" name="组合 8"/>
            <p:cNvGrpSpPr/>
            <p:nvPr/>
          </p:nvGrpSpPr>
          <p:grpSpPr>
            <a:xfrm flipH="1">
              <a:off x="4612021" y="396853"/>
              <a:ext cx="1119237" cy="592412"/>
              <a:chOff x="4428098" y="592147"/>
              <a:chExt cx="3450476" cy="1826336"/>
            </a:xfrm>
          </p:grpSpPr>
          <p:sp>
            <p:nvSpPr>
              <p:cNvPr id="14"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5" name="矩形 24"/>
            <p:cNvSpPr/>
            <p:nvPr/>
          </p:nvSpPr>
          <p:spPr>
            <a:xfrm>
              <a:off x="7865156" y="641559"/>
              <a:ext cx="4325257" cy="45719"/>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grpSp>
      <p:sp>
        <p:nvSpPr>
          <p:cNvPr id="43" name="矩形 42"/>
          <p:cNvSpPr/>
          <p:nvPr/>
        </p:nvSpPr>
        <p:spPr>
          <a:xfrm>
            <a:off x="5128230" y="1872343"/>
            <a:ext cx="6346209" cy="2479450"/>
          </a:xfrm>
          <a:prstGeom prst="rect">
            <a:avLst/>
          </a:prstGeom>
          <a:blipFill dpi="0" rotWithShape="1">
            <a:blip r:embed="rId3"/>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7380109" y="4480607"/>
            <a:ext cx="4094329" cy="1910687"/>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5128230" y="4480607"/>
            <a:ext cx="2129051" cy="1910687"/>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7"/>
          <p:cNvSpPr>
            <a:spLocks noChangeArrowheads="1"/>
          </p:cNvSpPr>
          <p:nvPr/>
        </p:nvSpPr>
        <p:spPr bwMode="auto">
          <a:xfrm>
            <a:off x="7502943" y="5128023"/>
            <a:ext cx="3848669" cy="1103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p>
            <a:pPr>
              <a:lnSpc>
                <a:spcPct val="120000"/>
              </a:lnSpc>
              <a:spcBef>
                <a:spcPct val="0"/>
              </a:spcBef>
            </a:pPr>
            <a:r>
              <a:rPr lang="zh-CN" altLang="en-US" sz="1400" dirty="0">
                <a:solidFill>
                  <a:schemeClr val="bg1">
                    <a:lumMod val="95000"/>
                  </a:schemeClr>
                </a:solidFill>
                <a:latin typeface="微软雅黑" pitchFamily="34" charset="-122"/>
                <a:ea typeface="微软雅黑" pitchFamily="34" charset="-122"/>
                <a:sym typeface="微软雅黑" pitchFamily="34" charset="-122"/>
              </a:rPr>
              <a:t>右键点击图片选择设置图片格式可直接替换图片，在此录入上述图表的综合描述说明。您可以点击文字框输入您的描述说明，或者通过复制粘贴。</a:t>
            </a:r>
            <a:endParaRPr lang="en-US" altLang="zh-CN" sz="1400" dirty="0">
              <a:solidFill>
                <a:schemeClr val="bg1">
                  <a:lumMod val="95000"/>
                </a:schemeClr>
              </a:solidFill>
              <a:latin typeface="微软雅黑" pitchFamily="34" charset="-122"/>
              <a:ea typeface="微软雅黑" pitchFamily="34" charset="-122"/>
              <a:sym typeface="微软雅黑" pitchFamily="34" charset="-122"/>
            </a:endParaRPr>
          </a:p>
        </p:txBody>
      </p:sp>
      <p:sp>
        <p:nvSpPr>
          <p:cNvPr id="47" name="矩形 3"/>
          <p:cNvSpPr>
            <a:spLocks noChangeArrowheads="1"/>
          </p:cNvSpPr>
          <p:nvPr/>
        </p:nvSpPr>
        <p:spPr bwMode="auto">
          <a:xfrm>
            <a:off x="7502943" y="4679281"/>
            <a:ext cx="1831256" cy="40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3" tIns="34287" rIns="68573" bIns="34287">
            <a:spAutoFit/>
          </a:bodyPr>
          <a:lstStyle/>
          <a:p>
            <a:pPr>
              <a:spcBef>
                <a:spcPct val="0"/>
              </a:spcBef>
              <a:buFont typeface="Arial" charset="0"/>
              <a:buNone/>
            </a:pPr>
            <a:r>
              <a:rPr lang="zh-CN" altLang="en-US" sz="2200" b="1" dirty="0">
                <a:solidFill>
                  <a:schemeClr val="bg1">
                    <a:lumMod val="95000"/>
                  </a:schemeClr>
                </a:solidFill>
                <a:latin typeface="Arial" panose="020B0604020202020204" pitchFamily="34" charset="0"/>
                <a:ea typeface="微软雅黑" pitchFamily="34" charset="-122"/>
                <a:cs typeface="Arial" panose="020B0604020202020204" pitchFamily="34" charset="0"/>
              </a:rPr>
              <a:t>点击添加标题</a:t>
            </a:r>
          </a:p>
        </p:txBody>
      </p:sp>
      <p:sp>
        <p:nvSpPr>
          <p:cNvPr id="48" name="TextBox 9"/>
          <p:cNvSpPr txBox="1"/>
          <p:nvPr/>
        </p:nvSpPr>
        <p:spPr>
          <a:xfrm>
            <a:off x="720987" y="1875485"/>
            <a:ext cx="4151015" cy="4525318"/>
          </a:xfrm>
          <a:prstGeom prst="rect">
            <a:avLst/>
          </a:prstGeom>
          <a:noFill/>
        </p:spPr>
        <p:txBody>
          <a:bodyPr wrap="square" lIns="0" tIns="0" rIns="91420" bIns="0" numCol="2" spcCol="274258" rtlCol="0">
            <a:noAutofit/>
          </a:bodyPr>
          <a:lstStyle/>
          <a:p>
            <a:pPr algn="just"/>
            <a:r>
              <a:rPr lang="zh-CN" altLang="en-US" sz="1400" dirty="0">
                <a:solidFill>
                  <a:schemeClr val="bg1">
                    <a:lumMod val="50000"/>
                  </a:schemeClr>
                </a:solidFill>
                <a:latin typeface="+mn-ea"/>
                <a:cs typeface="Calibri"/>
              </a:rPr>
              <a:t>相关并符合整体语言风格，语言描述尽量简洁生动。尽量将每页幻灯片的字数控制在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字以内，据统计每页幻灯片的最好控制在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分钟之内。此处添加详细文本描述，建议与标题相关并符合整体语言风格，语言描述尽量简洁生动。</a:t>
            </a:r>
            <a:endParaRPr lang="en-US" altLang="zh-CN" sz="1400" dirty="0">
              <a:solidFill>
                <a:schemeClr val="bg1">
                  <a:lumMod val="50000"/>
                </a:schemeClr>
              </a:solidFill>
              <a:latin typeface="+mn-ea"/>
              <a:cs typeface="Calibri"/>
            </a:endParaRPr>
          </a:p>
          <a:p>
            <a:pPr algn="just"/>
            <a:endParaRPr lang="en-US" altLang="zh-CN" sz="1400" dirty="0">
              <a:solidFill>
                <a:schemeClr val="bg1">
                  <a:lumMod val="50000"/>
                </a:schemeClr>
              </a:solidFill>
              <a:latin typeface="+mn-ea"/>
              <a:cs typeface="Calibri"/>
            </a:endParaRPr>
          </a:p>
          <a:p>
            <a:pPr algn="just"/>
            <a:r>
              <a:rPr lang="zh-CN" altLang="en-US" sz="1400" dirty="0">
                <a:solidFill>
                  <a:schemeClr val="bg1">
                    <a:lumMod val="50000"/>
                  </a:schemeClr>
                </a:solidFill>
                <a:latin typeface="+mn-ea"/>
                <a:cs typeface="Calibri"/>
              </a:rPr>
              <a:t>此处添加详细文本描述，建议与标题相关并符合整体语言风格，语言描述尽量简洁生动。</a:t>
            </a:r>
            <a:endParaRPr lang="en-US" altLang="zh-CN" sz="1400" dirty="0">
              <a:solidFill>
                <a:schemeClr val="bg1">
                  <a:lumMod val="50000"/>
                </a:schemeClr>
              </a:solidFill>
              <a:latin typeface="+mn-ea"/>
              <a:cs typeface="Calibri"/>
            </a:endParaRPr>
          </a:p>
          <a:p>
            <a:pPr algn="just"/>
            <a:r>
              <a:rPr lang="zh-CN" altLang="en-US" sz="1400" dirty="0">
                <a:solidFill>
                  <a:schemeClr val="bg1">
                    <a:lumMod val="50000"/>
                  </a:schemeClr>
                </a:solidFill>
                <a:latin typeface="+mn-ea"/>
                <a:cs typeface="Calibri"/>
              </a:rPr>
              <a:t>此处添加详细文本描述，建议与标题相关并符合整体语言风格，语言描述尽量简洁生动。尽量将每页幻灯片的字数控制在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分钟之内。此处添加详细文本描述，建议与标题相关并符合整体语言风格，语言描述尽量简洁生动。</a:t>
            </a:r>
            <a:endParaRPr lang="en-US" altLang="zh-CN" sz="1400" dirty="0">
              <a:solidFill>
                <a:schemeClr val="bg1">
                  <a:lumMod val="50000"/>
                </a:schemeClr>
              </a:solidFill>
              <a:latin typeface="+mn-ea"/>
              <a:cs typeface="Calibri"/>
            </a:endParaRPr>
          </a:p>
          <a:p>
            <a:pPr algn="just"/>
            <a:endParaRPr lang="en-US" altLang="zh-CN" sz="1400" dirty="0">
              <a:solidFill>
                <a:schemeClr val="bg1">
                  <a:lumMod val="50000"/>
                </a:schemeClr>
              </a:solidFill>
              <a:latin typeface="+mn-ea"/>
              <a:cs typeface="Calibri"/>
            </a:endParaRPr>
          </a:p>
          <a:p>
            <a:pPr algn="just"/>
            <a:r>
              <a:rPr lang="zh-CN" altLang="en-US" sz="1400" dirty="0">
                <a:solidFill>
                  <a:schemeClr val="bg1">
                    <a:lumMod val="50000"/>
                  </a:schemeClr>
                </a:solidFill>
                <a:latin typeface="+mn-ea"/>
                <a:cs typeface="Calibri"/>
              </a:rPr>
              <a:t>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字以内，据统计每页幻灯片的最好控制在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分钟之内。此处添加详细文本描述，建议与标题尽量将每页幻灯片的字数控制在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字以内，据统计每页幻灯片的最好控制在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分钟之内。此处添加详细文本描述，建议与标题</a:t>
            </a:r>
          </a:p>
          <a:p>
            <a:pPr algn="just"/>
            <a:r>
              <a:rPr lang="zh-CN" altLang="en-US" sz="1400" dirty="0">
                <a:solidFill>
                  <a:schemeClr val="bg1">
                    <a:lumMod val="50000"/>
                  </a:schemeClr>
                </a:solidFill>
                <a:latin typeface="+mn-ea"/>
                <a:cs typeface="Calibri"/>
              </a:rPr>
              <a:t>尽量将每页幻灯片的字数控制在</a:t>
            </a:r>
            <a:r>
              <a:rPr lang="en-US" altLang="zh-CN" sz="1400" dirty="0">
                <a:solidFill>
                  <a:schemeClr val="bg1">
                    <a:lumMod val="50000"/>
                  </a:schemeClr>
                </a:solidFill>
                <a:latin typeface="+mn-ea"/>
                <a:cs typeface="Calibri"/>
              </a:rPr>
              <a:t>200</a:t>
            </a:r>
            <a:r>
              <a:rPr lang="zh-CN" altLang="en-US" sz="1400" dirty="0">
                <a:solidFill>
                  <a:schemeClr val="bg1">
                    <a:lumMod val="50000"/>
                  </a:schemeClr>
                </a:solidFill>
                <a:latin typeface="+mn-ea"/>
                <a:cs typeface="Calibri"/>
              </a:rPr>
              <a:t>字以内，据统计每页幻灯片的最好控制在</a:t>
            </a:r>
            <a:r>
              <a:rPr lang="en-US" altLang="zh-CN" sz="1400" dirty="0">
                <a:solidFill>
                  <a:schemeClr val="bg1">
                    <a:lumMod val="50000"/>
                  </a:schemeClr>
                </a:solidFill>
                <a:latin typeface="+mn-ea"/>
                <a:cs typeface="Calibri"/>
              </a:rPr>
              <a:t>5</a:t>
            </a:r>
            <a:r>
              <a:rPr lang="zh-CN" altLang="en-US" sz="1400" dirty="0">
                <a:solidFill>
                  <a:schemeClr val="bg1">
                    <a:lumMod val="50000"/>
                  </a:schemeClr>
                </a:solidFill>
                <a:latin typeface="+mn-ea"/>
                <a:cs typeface="Calibri"/>
              </a:rPr>
              <a:t>分钟之内。此处</a:t>
            </a:r>
          </a:p>
        </p:txBody>
      </p:sp>
      <p:pic>
        <p:nvPicPr>
          <p:cNvPr id="22" name="图片 21">
            <a:extLst>
              <a:ext uri="{FF2B5EF4-FFF2-40B4-BE49-F238E27FC236}">
                <a16:creationId xmlns:a16="http://schemas.microsoft.com/office/drawing/2014/main" id="{1F1A48D2-39D4-313C-41A2-82A964929A2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62628" y="5078712"/>
            <a:ext cx="2587804" cy="1383251"/>
          </a:xfrm>
          <a:prstGeom prst="rect">
            <a:avLst/>
          </a:prstGeom>
        </p:spPr>
      </p:pic>
    </p:spTree>
    <p:extLst>
      <p:ext uri="{BB962C8B-B14F-4D97-AF65-F5344CB8AC3E}">
        <p14:creationId xmlns:p14="http://schemas.microsoft.com/office/powerpoint/2010/main" val="4038213127"/>
      </p:ext>
    </p:extLst>
  </p:cSld>
  <p:clrMapOvr>
    <a:masterClrMapping/>
  </p:clrMapOvr>
  <p:transition spd="slow" advTm="1000"/>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2" presetClass="entr" presetSubtype="1" fill="hold" grpId="0" nodeType="afterEffect" p14:presetBounceEnd="46000">
                                      <p:stCondLst>
                                        <p:cond delay="0"/>
                                      </p:stCondLst>
                                      <p:childTnLst>
                                        <p:set>
                                          <p:cBhvr>
                                            <p:cTn id="12" dur="1" fill="hold">
                                              <p:stCondLst>
                                                <p:cond delay="0"/>
                                              </p:stCondLst>
                                            </p:cTn>
                                            <p:tgtEl>
                                              <p:spTgt spid="43"/>
                                            </p:tgtEl>
                                            <p:attrNameLst>
                                              <p:attrName>style.visibility</p:attrName>
                                            </p:attrNameLst>
                                          </p:cBhvr>
                                          <p:to>
                                            <p:strVal val="visible"/>
                                          </p:to>
                                        </p:set>
                                        <p:anim calcmode="lin" valueType="num" p14:bounceEnd="46000">
                                          <p:cBhvr additive="base">
                                            <p:cTn id="13" dur="500" fill="hold"/>
                                            <p:tgtEl>
                                              <p:spTgt spid="43"/>
                                            </p:tgtEl>
                                            <p:attrNameLst>
                                              <p:attrName>ppt_x</p:attrName>
                                            </p:attrNameLst>
                                          </p:cBhvr>
                                          <p:tavLst>
                                            <p:tav tm="0">
                                              <p:val>
                                                <p:strVal val="#ppt_x"/>
                                              </p:val>
                                            </p:tav>
                                            <p:tav tm="100000">
                                              <p:val>
                                                <p:strVal val="#ppt_x"/>
                                              </p:val>
                                            </p:tav>
                                          </p:tavLst>
                                        </p:anim>
                                        <p:anim calcmode="lin" valueType="num" p14:bounceEnd="46000">
                                          <p:cBhvr additive="base">
                                            <p:cTn id="14" dur="500" fill="hold"/>
                                            <p:tgtEl>
                                              <p:spTgt spid="43"/>
                                            </p:tgtEl>
                                            <p:attrNameLst>
                                              <p:attrName>ppt_y</p:attrName>
                                            </p:attrNameLst>
                                          </p:cBhvr>
                                          <p:tavLst>
                                            <p:tav tm="0">
                                              <p:val>
                                                <p:strVal val="0-#ppt_h/2"/>
                                              </p:val>
                                            </p:tav>
                                            <p:tav tm="100000">
                                              <p:val>
                                                <p:strVal val="#ppt_y"/>
                                              </p:val>
                                            </p:tav>
                                          </p:tavLst>
                                        </p:anim>
                                      </p:childTnLst>
                                    </p:cTn>
                                  </p:par>
                                  <p:par>
                                    <p:cTn id="15" presetID="22" presetClass="entr" presetSubtype="1" fill="hold" grpId="0" nodeType="with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wipe(up)">
                                          <p:cBhvr>
                                            <p:cTn id="17" dur="500"/>
                                            <p:tgtEl>
                                              <p:spTgt spid="44"/>
                                            </p:tgtEl>
                                          </p:cBhvr>
                                        </p:animEffect>
                                      </p:childTnLst>
                                    </p:cTn>
                                  </p:par>
                                  <p:par>
                                    <p:cTn id="18" presetID="42" presetClass="entr" presetSubtype="0" fill="hold" grpId="0" nodeType="with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fade">
                                          <p:cBhvr>
                                            <p:cTn id="20" dur="1000"/>
                                            <p:tgtEl>
                                              <p:spTgt spid="45"/>
                                            </p:tgtEl>
                                          </p:cBhvr>
                                        </p:animEffect>
                                        <p:anim calcmode="lin" valueType="num">
                                          <p:cBhvr>
                                            <p:cTn id="21" dur="1000" fill="hold"/>
                                            <p:tgtEl>
                                              <p:spTgt spid="45"/>
                                            </p:tgtEl>
                                            <p:attrNameLst>
                                              <p:attrName>ppt_x</p:attrName>
                                            </p:attrNameLst>
                                          </p:cBhvr>
                                          <p:tavLst>
                                            <p:tav tm="0">
                                              <p:val>
                                                <p:strVal val="#ppt_x"/>
                                              </p:val>
                                            </p:tav>
                                            <p:tav tm="100000">
                                              <p:val>
                                                <p:strVal val="#ppt_x"/>
                                              </p:val>
                                            </p:tav>
                                          </p:tavLst>
                                        </p:anim>
                                        <p:anim calcmode="lin" valueType="num">
                                          <p:cBhvr>
                                            <p:cTn id="22" dur="1000" fill="hold"/>
                                            <p:tgtEl>
                                              <p:spTgt spid="45"/>
                                            </p:tgtEl>
                                            <p:attrNameLst>
                                              <p:attrName>ppt_y</p:attrName>
                                            </p:attrNameLst>
                                          </p:cBhvr>
                                          <p:tavLst>
                                            <p:tav tm="0">
                                              <p:val>
                                                <p:strVal val="#ppt_y+.1"/>
                                              </p:val>
                                            </p:tav>
                                            <p:tav tm="100000">
                                              <p:val>
                                                <p:strVal val="#ppt_y"/>
                                              </p:val>
                                            </p:tav>
                                          </p:tavLst>
                                        </p:anim>
                                      </p:childTnLst>
                                    </p:cTn>
                                  </p:par>
                                </p:childTnLst>
                              </p:cTn>
                            </p:par>
                            <p:par>
                              <p:cTn id="23" fill="hold">
                                <p:stCondLst>
                                  <p:cond delay="1750"/>
                                </p:stCondLst>
                                <p:childTnLst>
                                  <p:par>
                                    <p:cTn id="24" presetID="22" presetClass="entr" presetSubtype="8" fill="hold" grpId="0" nodeType="after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wipe(left)">
                                          <p:cBhvr>
                                            <p:cTn id="26" dur="500"/>
                                            <p:tgtEl>
                                              <p:spTgt spid="47"/>
                                            </p:tgtEl>
                                          </p:cBhvr>
                                        </p:animEffect>
                                      </p:childTnLst>
                                    </p:cTn>
                                  </p:par>
                                </p:childTnLst>
                              </p:cTn>
                            </p:par>
                            <p:par>
                              <p:cTn id="27" fill="hold">
                                <p:stCondLst>
                                  <p:cond delay="2250"/>
                                </p:stCondLst>
                                <p:childTnLst>
                                  <p:par>
                                    <p:cTn id="28" presetID="14" presetClass="entr" presetSubtype="10" fill="hold" grpId="0" nodeType="after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randombar(horizontal)">
                                          <p:cBhvr>
                                            <p:cTn id="30" dur="750"/>
                                            <p:tgtEl>
                                              <p:spTgt spid="46"/>
                                            </p:tgtEl>
                                          </p:cBhvr>
                                        </p:animEffect>
                                      </p:childTnLst>
                                    </p:cTn>
                                  </p:par>
                                </p:childTnLst>
                              </p:cTn>
                            </p:par>
                            <p:par>
                              <p:cTn id="31" fill="hold">
                                <p:stCondLst>
                                  <p:cond delay="3000"/>
                                </p:stCondLst>
                                <p:childTnLst>
                                  <p:par>
                                    <p:cTn id="32" presetID="42" presetClass="entr" presetSubtype="0" fill="hold" grpId="0" nodeType="afterEffect">
                                      <p:stCondLst>
                                        <p:cond delay="0"/>
                                      </p:stCondLst>
                                      <p:childTnLst>
                                        <p:set>
                                          <p:cBhvr>
                                            <p:cTn id="33" dur="1" fill="hold">
                                              <p:stCondLst>
                                                <p:cond delay="0"/>
                                              </p:stCondLst>
                                            </p:cTn>
                                            <p:tgtEl>
                                              <p:spTgt spid="48"/>
                                            </p:tgtEl>
                                            <p:attrNameLst>
                                              <p:attrName>style.visibility</p:attrName>
                                            </p:attrNameLst>
                                          </p:cBhvr>
                                          <p:to>
                                            <p:strVal val="visible"/>
                                          </p:to>
                                        </p:set>
                                        <p:animEffect transition="in" filter="fade">
                                          <p:cBhvr>
                                            <p:cTn id="34" dur="1000"/>
                                            <p:tgtEl>
                                              <p:spTgt spid="48"/>
                                            </p:tgtEl>
                                          </p:cBhvr>
                                        </p:animEffect>
                                        <p:anim calcmode="lin" valueType="num">
                                          <p:cBhvr>
                                            <p:cTn id="35" dur="1000" fill="hold"/>
                                            <p:tgtEl>
                                              <p:spTgt spid="48"/>
                                            </p:tgtEl>
                                            <p:attrNameLst>
                                              <p:attrName>ppt_x</p:attrName>
                                            </p:attrNameLst>
                                          </p:cBhvr>
                                          <p:tavLst>
                                            <p:tav tm="0">
                                              <p:val>
                                                <p:strVal val="#ppt_x"/>
                                              </p:val>
                                            </p:tav>
                                            <p:tav tm="100000">
                                              <p:val>
                                                <p:strVal val="#ppt_x"/>
                                              </p:val>
                                            </p:tav>
                                          </p:tavLst>
                                        </p:anim>
                                        <p:anim calcmode="lin" valueType="num">
                                          <p:cBhvr>
                                            <p:cTn id="36"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P spid="46" grpId="0"/>
          <p:bldP spid="47" grpId="0"/>
          <p:bldP spid="48" grpId="0"/>
        </p:bldLst>
      </p:timing>
    </mc:Choice>
    <mc:Fallback xmlns="" xmlns:a14="http://schemas.microsoft.com/office/drawing/2010/mai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2" presetClass="entr" presetSubtype="1" fill="hold" grpId="0" nodeType="afterEffect">
                                      <p:stCondLst>
                                        <p:cond delay="0"/>
                                      </p:stCondLst>
                                      <p:childTnLst>
                                        <p:set>
                                          <p:cBhvr>
                                            <p:cTn id="12" dur="1" fill="hold">
                                              <p:stCondLst>
                                                <p:cond delay="0"/>
                                              </p:stCondLst>
                                            </p:cTn>
                                            <p:tgtEl>
                                              <p:spTgt spid="43"/>
                                            </p:tgtEl>
                                            <p:attrNameLst>
                                              <p:attrName>style.visibility</p:attrName>
                                            </p:attrNameLst>
                                          </p:cBhvr>
                                          <p:to>
                                            <p:strVal val="visible"/>
                                          </p:to>
                                        </p:set>
                                        <p:anim calcmode="lin" valueType="num">
                                          <p:cBhvr additive="base">
                                            <p:cTn id="13" dur="500" fill="hold"/>
                                            <p:tgtEl>
                                              <p:spTgt spid="43"/>
                                            </p:tgtEl>
                                            <p:attrNameLst>
                                              <p:attrName>ppt_x</p:attrName>
                                            </p:attrNameLst>
                                          </p:cBhvr>
                                          <p:tavLst>
                                            <p:tav tm="0">
                                              <p:val>
                                                <p:strVal val="#ppt_x"/>
                                              </p:val>
                                            </p:tav>
                                            <p:tav tm="100000">
                                              <p:val>
                                                <p:strVal val="#ppt_x"/>
                                              </p:val>
                                            </p:tav>
                                          </p:tavLst>
                                        </p:anim>
                                        <p:anim calcmode="lin" valueType="num">
                                          <p:cBhvr additive="base">
                                            <p:cTn id="14" dur="500" fill="hold"/>
                                            <p:tgtEl>
                                              <p:spTgt spid="43"/>
                                            </p:tgtEl>
                                            <p:attrNameLst>
                                              <p:attrName>ppt_y</p:attrName>
                                            </p:attrNameLst>
                                          </p:cBhvr>
                                          <p:tavLst>
                                            <p:tav tm="0">
                                              <p:val>
                                                <p:strVal val="0-#ppt_h/2"/>
                                              </p:val>
                                            </p:tav>
                                            <p:tav tm="100000">
                                              <p:val>
                                                <p:strVal val="#ppt_y"/>
                                              </p:val>
                                            </p:tav>
                                          </p:tavLst>
                                        </p:anim>
                                      </p:childTnLst>
                                    </p:cTn>
                                  </p:par>
                                  <p:par>
                                    <p:cTn id="15" presetID="22" presetClass="entr" presetSubtype="1" fill="hold" grpId="0" nodeType="with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wipe(up)">
                                          <p:cBhvr>
                                            <p:cTn id="17" dur="500"/>
                                            <p:tgtEl>
                                              <p:spTgt spid="44"/>
                                            </p:tgtEl>
                                          </p:cBhvr>
                                        </p:animEffect>
                                      </p:childTnLst>
                                    </p:cTn>
                                  </p:par>
                                  <p:par>
                                    <p:cTn id="18" presetID="42" presetClass="entr" presetSubtype="0" fill="hold" grpId="0" nodeType="with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fade">
                                          <p:cBhvr>
                                            <p:cTn id="20" dur="1000"/>
                                            <p:tgtEl>
                                              <p:spTgt spid="45"/>
                                            </p:tgtEl>
                                          </p:cBhvr>
                                        </p:animEffect>
                                        <p:anim calcmode="lin" valueType="num">
                                          <p:cBhvr>
                                            <p:cTn id="21" dur="1000" fill="hold"/>
                                            <p:tgtEl>
                                              <p:spTgt spid="45"/>
                                            </p:tgtEl>
                                            <p:attrNameLst>
                                              <p:attrName>ppt_x</p:attrName>
                                            </p:attrNameLst>
                                          </p:cBhvr>
                                          <p:tavLst>
                                            <p:tav tm="0">
                                              <p:val>
                                                <p:strVal val="#ppt_x"/>
                                              </p:val>
                                            </p:tav>
                                            <p:tav tm="100000">
                                              <p:val>
                                                <p:strVal val="#ppt_x"/>
                                              </p:val>
                                            </p:tav>
                                          </p:tavLst>
                                        </p:anim>
                                        <p:anim calcmode="lin" valueType="num">
                                          <p:cBhvr>
                                            <p:cTn id="22" dur="1000" fill="hold"/>
                                            <p:tgtEl>
                                              <p:spTgt spid="45"/>
                                            </p:tgtEl>
                                            <p:attrNameLst>
                                              <p:attrName>ppt_y</p:attrName>
                                            </p:attrNameLst>
                                          </p:cBhvr>
                                          <p:tavLst>
                                            <p:tav tm="0">
                                              <p:val>
                                                <p:strVal val="#ppt_y+.1"/>
                                              </p:val>
                                            </p:tav>
                                            <p:tav tm="100000">
                                              <p:val>
                                                <p:strVal val="#ppt_y"/>
                                              </p:val>
                                            </p:tav>
                                          </p:tavLst>
                                        </p:anim>
                                      </p:childTnLst>
                                    </p:cTn>
                                  </p:par>
                                </p:childTnLst>
                              </p:cTn>
                            </p:par>
                            <p:par>
                              <p:cTn id="23" fill="hold">
                                <p:stCondLst>
                                  <p:cond delay="1750"/>
                                </p:stCondLst>
                                <p:childTnLst>
                                  <p:par>
                                    <p:cTn id="24" presetID="22" presetClass="entr" presetSubtype="8" fill="hold" grpId="0" nodeType="after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wipe(left)">
                                          <p:cBhvr>
                                            <p:cTn id="26" dur="500"/>
                                            <p:tgtEl>
                                              <p:spTgt spid="47"/>
                                            </p:tgtEl>
                                          </p:cBhvr>
                                        </p:animEffect>
                                      </p:childTnLst>
                                    </p:cTn>
                                  </p:par>
                                </p:childTnLst>
                              </p:cTn>
                            </p:par>
                            <p:par>
                              <p:cTn id="27" fill="hold">
                                <p:stCondLst>
                                  <p:cond delay="2250"/>
                                </p:stCondLst>
                                <p:childTnLst>
                                  <p:par>
                                    <p:cTn id="28" presetID="14" presetClass="entr" presetSubtype="10" fill="hold" grpId="0" nodeType="after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randombar(horizontal)">
                                          <p:cBhvr>
                                            <p:cTn id="30" dur="750"/>
                                            <p:tgtEl>
                                              <p:spTgt spid="46"/>
                                            </p:tgtEl>
                                          </p:cBhvr>
                                        </p:animEffect>
                                      </p:childTnLst>
                                    </p:cTn>
                                  </p:par>
                                </p:childTnLst>
                              </p:cTn>
                            </p:par>
                            <p:par>
                              <p:cTn id="31" fill="hold">
                                <p:stCondLst>
                                  <p:cond delay="3000"/>
                                </p:stCondLst>
                                <p:childTnLst>
                                  <p:par>
                                    <p:cTn id="32" presetID="42" presetClass="entr" presetSubtype="0" fill="hold" grpId="0" nodeType="afterEffect">
                                      <p:stCondLst>
                                        <p:cond delay="0"/>
                                      </p:stCondLst>
                                      <p:childTnLst>
                                        <p:set>
                                          <p:cBhvr>
                                            <p:cTn id="33" dur="1" fill="hold">
                                              <p:stCondLst>
                                                <p:cond delay="0"/>
                                              </p:stCondLst>
                                            </p:cTn>
                                            <p:tgtEl>
                                              <p:spTgt spid="48"/>
                                            </p:tgtEl>
                                            <p:attrNameLst>
                                              <p:attrName>style.visibility</p:attrName>
                                            </p:attrNameLst>
                                          </p:cBhvr>
                                          <p:to>
                                            <p:strVal val="visible"/>
                                          </p:to>
                                        </p:set>
                                        <p:animEffect transition="in" filter="fade">
                                          <p:cBhvr>
                                            <p:cTn id="34" dur="1000"/>
                                            <p:tgtEl>
                                              <p:spTgt spid="48"/>
                                            </p:tgtEl>
                                          </p:cBhvr>
                                        </p:animEffect>
                                        <p:anim calcmode="lin" valueType="num">
                                          <p:cBhvr>
                                            <p:cTn id="35" dur="1000" fill="hold"/>
                                            <p:tgtEl>
                                              <p:spTgt spid="48"/>
                                            </p:tgtEl>
                                            <p:attrNameLst>
                                              <p:attrName>ppt_x</p:attrName>
                                            </p:attrNameLst>
                                          </p:cBhvr>
                                          <p:tavLst>
                                            <p:tav tm="0">
                                              <p:val>
                                                <p:strVal val="#ppt_x"/>
                                              </p:val>
                                            </p:tav>
                                            <p:tav tm="100000">
                                              <p:val>
                                                <p:strVal val="#ppt_x"/>
                                              </p:val>
                                            </p:tav>
                                          </p:tavLst>
                                        </p:anim>
                                        <p:anim calcmode="lin" valueType="num">
                                          <p:cBhvr>
                                            <p:cTn id="36"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P spid="46" grpId="0"/>
          <p:bldP spid="47" grpId="0"/>
          <p:bldP spid="48" grpId="0"/>
        </p:bldLst>
      </p:timing>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B86A0684-7156-918E-B519-1664888664C1}"/>
              </a:ext>
            </a:extLst>
          </p:cNvPr>
          <p:cNvGrpSpPr/>
          <p:nvPr/>
        </p:nvGrpSpPr>
        <p:grpSpPr>
          <a:xfrm>
            <a:off x="-19050" y="-785567"/>
            <a:ext cx="12209464" cy="7671303"/>
            <a:chOff x="-19050" y="-785567"/>
            <a:chExt cx="12209464" cy="7671303"/>
          </a:xfrm>
        </p:grpSpPr>
        <p:pic>
          <p:nvPicPr>
            <p:cNvPr id="37" name="Picture 36" descr="122-吉林大学-img3.jpg"/>
            <p:cNvPicPr>
              <a:picLocks noChangeAspect="1"/>
            </p:cNvPicPr>
            <p:nvPr/>
          </p:nvPicPr>
          <p:blipFill>
            <a:blip r:embed="rId6"/>
            <a:stretch>
              <a:fillRect/>
            </a:stretch>
          </p:blipFill>
          <p:spPr>
            <a:xfrm>
              <a:off x="-1" y="-759420"/>
              <a:ext cx="12190413" cy="7619008"/>
            </a:xfrm>
            <a:prstGeom prst="rect">
              <a:avLst/>
            </a:prstGeom>
          </p:spPr>
        </p:pic>
        <p:sp>
          <p:nvSpPr>
            <p:cNvPr id="7" name="矩形 6">
              <a:extLst>
                <a:ext uri="{FF2B5EF4-FFF2-40B4-BE49-F238E27FC236}">
                  <a16:creationId xmlns:a16="http://schemas.microsoft.com/office/drawing/2014/main" id="{2716EFD9-88B0-F2BA-4B3C-4BA725E25D17}"/>
                </a:ext>
              </a:extLst>
            </p:cNvPr>
            <p:cNvSpPr/>
            <p:nvPr/>
          </p:nvSpPr>
          <p:spPr>
            <a:xfrm>
              <a:off x="-1" y="5687105"/>
              <a:ext cx="12190413" cy="11986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FED47FC8-3FFF-6B71-A57F-CA92ED339AB9}"/>
                </a:ext>
              </a:extLst>
            </p:cNvPr>
            <p:cNvSpPr/>
            <p:nvPr/>
          </p:nvSpPr>
          <p:spPr>
            <a:xfrm>
              <a:off x="-19050" y="-785567"/>
              <a:ext cx="12209464" cy="18885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矩形 8"/>
          <p:cNvSpPr/>
          <p:nvPr/>
        </p:nvSpPr>
        <p:spPr>
          <a:xfrm>
            <a:off x="552450" y="419100"/>
            <a:ext cx="8305800" cy="6038850"/>
          </a:xfrm>
          <a:prstGeom prst="rect">
            <a:avLst/>
          </a:prstGeom>
          <a:noFill/>
          <a:ln w="76200">
            <a:solidFill>
              <a:srgbClr val="0824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781050" y="0"/>
            <a:ext cx="5372100" cy="6859588"/>
          </a:xfrm>
          <a:prstGeom prst="rect">
            <a:avLst/>
          </a:prstGeom>
          <a:solidFill>
            <a:srgbClr val="0824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文本框 13"/>
          <p:cNvSpPr txBox="1">
            <a:spLocks noChangeArrowheads="1"/>
          </p:cNvSpPr>
          <p:nvPr/>
        </p:nvSpPr>
        <p:spPr bwMode="auto">
          <a:xfrm>
            <a:off x="2440573" y="4324487"/>
            <a:ext cx="20761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2400" dirty="0">
                <a:solidFill>
                  <a:schemeClr val="bg1"/>
                </a:solidFill>
                <a:latin typeface="Arial" panose="020B0604020202020204" pitchFamily="34" charset="0"/>
                <a:ea typeface="微软雅黑" panose="020B0503020204020204" pitchFamily="34" charset="-122"/>
              </a:rPr>
              <a:t>答辩人：</a:t>
            </a:r>
            <a:r>
              <a:rPr lang="en-US" altLang="zh-CN" sz="2400" dirty="0">
                <a:solidFill>
                  <a:schemeClr val="bg1"/>
                </a:solidFill>
                <a:latin typeface="Arial" panose="020B0604020202020204" pitchFamily="34" charset="0"/>
                <a:ea typeface="微软雅黑" panose="020B0503020204020204" pitchFamily="34" charset="-122"/>
              </a:rPr>
              <a:t>XXX</a:t>
            </a:r>
          </a:p>
        </p:txBody>
      </p:sp>
      <p:sp>
        <p:nvSpPr>
          <p:cNvPr id="20" name="文本框 15"/>
          <p:cNvSpPr txBox="1">
            <a:spLocks noChangeArrowheads="1"/>
          </p:cNvSpPr>
          <p:nvPr/>
        </p:nvSpPr>
        <p:spPr bwMode="auto">
          <a:xfrm>
            <a:off x="592557" y="3138658"/>
            <a:ext cx="57721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4800" b="1" dirty="0">
                <a:solidFill>
                  <a:schemeClr val="bg1"/>
                </a:solidFill>
                <a:latin typeface="Arial" panose="020B0604020202020204" pitchFamily="34" charset="0"/>
                <a:ea typeface="微软雅黑" panose="020B0503020204020204" pitchFamily="34" charset="-122"/>
              </a:rPr>
              <a:t>谢谢您的观看</a:t>
            </a:r>
          </a:p>
        </p:txBody>
      </p:sp>
      <p:sp>
        <p:nvSpPr>
          <p:cNvPr id="22" name="20"/>
          <p:cNvSpPr>
            <a:spLocks noChangeArrowheads="1"/>
          </p:cNvSpPr>
          <p:nvPr>
            <p:custDataLst>
              <p:tags r:id="rId1"/>
            </p:custDataLst>
          </p:nvPr>
        </p:nvSpPr>
        <p:spPr bwMode="auto">
          <a:xfrm>
            <a:off x="9115878" y="5906074"/>
            <a:ext cx="2893071" cy="484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base">
              <a:spcBef>
                <a:spcPct val="0"/>
              </a:spcBef>
              <a:spcAft>
                <a:spcPct val="0"/>
              </a:spcAft>
              <a:buFont typeface="Arial" pitchFamily="34" charset="0"/>
              <a:buNone/>
            </a:pPr>
            <a:r>
              <a:rPr lang="en-US" altLang="zh-CN" sz="1050" dirty="0">
                <a:solidFill>
                  <a:schemeClr val="bg1">
                    <a:lumMod val="65000"/>
                  </a:schemeClr>
                </a:solidFill>
                <a:cs typeface="Arial" panose="020B0604020202020204" pitchFamily="34" charset="0"/>
              </a:rPr>
              <a:t>We have many PowerPoint </a:t>
            </a:r>
            <a:r>
              <a:rPr lang="zh-CN" altLang="en-US" sz="1050" dirty="0">
                <a:solidFill>
                  <a:schemeClr val="bg1">
                    <a:lumMod val="65000"/>
                  </a:schemeClr>
                </a:solidFill>
                <a:cs typeface="Arial" panose="020B0604020202020204" pitchFamily="34" charset="0"/>
              </a:rPr>
              <a:t>templates</a:t>
            </a:r>
            <a:r>
              <a:rPr lang="en-US" altLang="zh-CN" sz="1050" dirty="0">
                <a:solidFill>
                  <a:schemeClr val="bg1">
                    <a:lumMod val="65000"/>
                  </a:schemeClr>
                </a:solidFill>
                <a:cs typeface="Arial" panose="020B0604020202020204" pitchFamily="34" charset="0"/>
              </a:rPr>
              <a:t> that has been specifically designed to help anyone that is stepping into the world of the very first time.</a:t>
            </a:r>
            <a:endParaRPr lang="zh-CN" altLang="en-US" sz="1050" dirty="0">
              <a:solidFill>
                <a:schemeClr val="bg1">
                  <a:lumMod val="65000"/>
                </a:schemeClr>
              </a:solidFill>
              <a:cs typeface="Arial" panose="020B0604020202020204" pitchFamily="34" charset="0"/>
            </a:endParaRPr>
          </a:p>
        </p:txBody>
      </p:sp>
      <p:grpSp>
        <p:nvGrpSpPr>
          <p:cNvPr id="24" name="组合 23"/>
          <p:cNvGrpSpPr/>
          <p:nvPr/>
        </p:nvGrpSpPr>
        <p:grpSpPr>
          <a:xfrm>
            <a:off x="9639878" y="473053"/>
            <a:ext cx="2459463" cy="1301793"/>
            <a:chOff x="4428098" y="592147"/>
            <a:chExt cx="3450476" cy="1826336"/>
          </a:xfrm>
        </p:grpSpPr>
        <p:sp>
          <p:nvSpPr>
            <p:cNvPr id="31" name="Freeform 12"/>
            <p:cNvSpPr>
              <a:spLocks/>
            </p:cNvSpPr>
            <p:nvPr/>
          </p:nvSpPr>
          <p:spPr bwMode="auto">
            <a:xfrm>
              <a:off x="4428098" y="1383233"/>
              <a:ext cx="3298792" cy="1035250"/>
            </a:xfrm>
            <a:custGeom>
              <a:avLst/>
              <a:gdLst>
                <a:gd name="T0" fmla="*/ 189 w 364"/>
                <a:gd name="T1" fmla="*/ 0 h 106"/>
                <a:gd name="T2" fmla="*/ 20 w 364"/>
                <a:gd name="T3" fmla="*/ 57 h 106"/>
                <a:gd name="T4" fmla="*/ 0 w 364"/>
                <a:gd name="T5" fmla="*/ 106 h 106"/>
                <a:gd name="T6" fmla="*/ 140 w 364"/>
                <a:gd name="T7" fmla="*/ 66 h 106"/>
                <a:gd name="T8" fmla="*/ 204 w 364"/>
                <a:gd name="T9" fmla="*/ 99 h 106"/>
                <a:gd name="T10" fmla="*/ 209 w 364"/>
                <a:gd name="T11" fmla="*/ 47 h 106"/>
                <a:gd name="T12" fmla="*/ 364 w 364"/>
                <a:gd name="T13" fmla="*/ 16 h 106"/>
                <a:gd name="T14" fmla="*/ 213 w 364"/>
                <a:gd name="T15" fmla="*/ 13 h 106"/>
                <a:gd name="T16" fmla="*/ 189 w 364"/>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4" h="106">
                  <a:moveTo>
                    <a:pt x="189" y="0"/>
                  </a:moveTo>
                  <a:lnTo>
                    <a:pt x="20" y="57"/>
                  </a:lnTo>
                  <a:lnTo>
                    <a:pt x="0" y="106"/>
                  </a:lnTo>
                  <a:lnTo>
                    <a:pt x="140" y="66"/>
                  </a:lnTo>
                  <a:lnTo>
                    <a:pt x="204" y="99"/>
                  </a:lnTo>
                  <a:lnTo>
                    <a:pt x="209" y="47"/>
                  </a:lnTo>
                  <a:lnTo>
                    <a:pt x="364" y="16"/>
                  </a:lnTo>
                  <a:lnTo>
                    <a:pt x="213" y="13"/>
                  </a:lnTo>
                  <a:lnTo>
                    <a:pt x="189" y="0"/>
                  </a:lnTo>
                </a:path>
              </a:pathLst>
            </a:custGeom>
            <a:solidFill>
              <a:srgbClr val="2E2E2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11"/>
            <p:cNvSpPr>
              <a:spLocks/>
            </p:cNvSpPr>
            <p:nvPr/>
          </p:nvSpPr>
          <p:spPr bwMode="auto">
            <a:xfrm>
              <a:off x="5814679" y="1480899"/>
              <a:ext cx="580007" cy="625056"/>
            </a:xfrm>
            <a:custGeom>
              <a:avLst/>
              <a:gdLst>
                <a:gd name="T0" fmla="*/ 19 w 64"/>
                <a:gd name="T1" fmla="*/ 0 h 64"/>
                <a:gd name="T2" fmla="*/ 0 w 64"/>
                <a:gd name="T3" fmla="*/ 6 h 64"/>
                <a:gd name="T4" fmla="*/ 64 w 64"/>
                <a:gd name="T5" fmla="*/ 64 h 64"/>
                <a:gd name="T6" fmla="*/ 19 w 64"/>
                <a:gd name="T7" fmla="*/ 0 h 64"/>
              </a:gdLst>
              <a:ahLst/>
              <a:cxnLst>
                <a:cxn ang="0">
                  <a:pos x="T0" y="T1"/>
                </a:cxn>
                <a:cxn ang="0">
                  <a:pos x="T2" y="T3"/>
                </a:cxn>
                <a:cxn ang="0">
                  <a:pos x="T4" y="T5"/>
                </a:cxn>
                <a:cxn ang="0">
                  <a:pos x="T6" y="T7"/>
                </a:cxn>
              </a:cxnLst>
              <a:rect l="0" t="0" r="r" b="b"/>
              <a:pathLst>
                <a:path w="64" h="64">
                  <a:moveTo>
                    <a:pt x="19" y="0"/>
                  </a:moveTo>
                  <a:lnTo>
                    <a:pt x="0" y="6"/>
                  </a:lnTo>
                  <a:lnTo>
                    <a:pt x="64" y="64"/>
                  </a:lnTo>
                  <a:lnTo>
                    <a:pt x="19" y="0"/>
                  </a:lnTo>
                </a:path>
              </a:pathLst>
            </a:custGeom>
            <a:solidFill>
              <a:schemeClr val="bg1">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8"/>
            <p:cNvSpPr>
              <a:spLocks/>
            </p:cNvSpPr>
            <p:nvPr/>
          </p:nvSpPr>
          <p:spPr bwMode="auto">
            <a:xfrm>
              <a:off x="4534930" y="592147"/>
              <a:ext cx="1459082" cy="1435676"/>
            </a:xfrm>
            <a:custGeom>
              <a:avLst/>
              <a:gdLst>
                <a:gd name="T0" fmla="*/ 161 w 161"/>
                <a:gd name="T1" fmla="*/ 91 h 147"/>
                <a:gd name="T2" fmla="*/ 45 w 161"/>
                <a:gd name="T3" fmla="*/ 0 h 147"/>
                <a:gd name="T4" fmla="*/ 0 w 161"/>
                <a:gd name="T5" fmla="*/ 147 h 147"/>
                <a:gd name="T6" fmla="*/ 161 w 161"/>
                <a:gd name="T7" fmla="*/ 91 h 147"/>
              </a:gdLst>
              <a:ahLst/>
              <a:cxnLst>
                <a:cxn ang="0">
                  <a:pos x="T0" y="T1"/>
                </a:cxn>
                <a:cxn ang="0">
                  <a:pos x="T2" y="T3"/>
                </a:cxn>
                <a:cxn ang="0">
                  <a:pos x="T4" y="T5"/>
                </a:cxn>
                <a:cxn ang="0">
                  <a:pos x="T6" y="T7"/>
                </a:cxn>
              </a:cxnLst>
              <a:rect l="0" t="0" r="r" b="b"/>
              <a:pathLst>
                <a:path w="161" h="147">
                  <a:moveTo>
                    <a:pt x="161" y="91"/>
                  </a:moveTo>
                  <a:lnTo>
                    <a:pt x="45" y="0"/>
                  </a:lnTo>
                  <a:lnTo>
                    <a:pt x="0" y="147"/>
                  </a:lnTo>
                  <a:lnTo>
                    <a:pt x="161" y="91"/>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9"/>
            <p:cNvSpPr>
              <a:spLocks/>
            </p:cNvSpPr>
            <p:nvPr/>
          </p:nvSpPr>
          <p:spPr bwMode="auto">
            <a:xfrm>
              <a:off x="4933223" y="594528"/>
              <a:ext cx="2945351" cy="752021"/>
            </a:xfrm>
            <a:custGeom>
              <a:avLst/>
              <a:gdLst>
                <a:gd name="T0" fmla="*/ 161 w 325"/>
                <a:gd name="T1" fmla="*/ 77 h 77"/>
                <a:gd name="T2" fmla="*/ 0 w 325"/>
                <a:gd name="T3" fmla="*/ 0 h 77"/>
                <a:gd name="T4" fmla="*/ 325 w 325"/>
                <a:gd name="T5" fmla="*/ 44 h 77"/>
                <a:gd name="T6" fmla="*/ 161 w 325"/>
                <a:gd name="T7" fmla="*/ 77 h 77"/>
              </a:gdLst>
              <a:ahLst/>
              <a:cxnLst>
                <a:cxn ang="0">
                  <a:pos x="T0" y="T1"/>
                </a:cxn>
                <a:cxn ang="0">
                  <a:pos x="T2" y="T3"/>
                </a:cxn>
                <a:cxn ang="0">
                  <a:pos x="T4" y="T5"/>
                </a:cxn>
                <a:cxn ang="0">
                  <a:pos x="T6" y="T7"/>
                </a:cxn>
              </a:cxnLst>
              <a:rect l="0" t="0" r="r" b="b"/>
              <a:pathLst>
                <a:path w="325" h="77">
                  <a:moveTo>
                    <a:pt x="161" y="77"/>
                  </a:moveTo>
                  <a:lnTo>
                    <a:pt x="0" y="0"/>
                  </a:lnTo>
                  <a:lnTo>
                    <a:pt x="325" y="44"/>
                  </a:lnTo>
                  <a:lnTo>
                    <a:pt x="161" y="77"/>
                  </a:lnTo>
                </a:path>
              </a:pathLst>
            </a:custGeom>
            <a:solidFill>
              <a:srgbClr val="0824A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10"/>
            <p:cNvSpPr>
              <a:spLocks/>
            </p:cNvSpPr>
            <p:nvPr/>
          </p:nvSpPr>
          <p:spPr bwMode="auto">
            <a:xfrm>
              <a:off x="4953731" y="601914"/>
              <a:ext cx="1440956" cy="1504041"/>
            </a:xfrm>
            <a:custGeom>
              <a:avLst/>
              <a:gdLst>
                <a:gd name="T0" fmla="*/ 159 w 159"/>
                <a:gd name="T1" fmla="*/ 75 h 154"/>
                <a:gd name="T2" fmla="*/ 12 w 159"/>
                <a:gd name="T3" fmla="*/ 6 h 154"/>
                <a:gd name="T4" fmla="*/ 0 w 159"/>
                <a:gd name="T5" fmla="*/ 0 h 154"/>
                <a:gd name="T6" fmla="*/ 114 w 159"/>
                <a:gd name="T7" fmla="*/ 91 h 154"/>
                <a:gd name="T8" fmla="*/ 158 w 159"/>
                <a:gd name="T9" fmla="*/ 154 h 154"/>
                <a:gd name="T10" fmla="*/ 159 w 159"/>
                <a:gd name="T11" fmla="*/ 75 h 154"/>
              </a:gdLst>
              <a:ahLst/>
              <a:cxnLst>
                <a:cxn ang="0">
                  <a:pos x="T0" y="T1"/>
                </a:cxn>
                <a:cxn ang="0">
                  <a:pos x="T2" y="T3"/>
                </a:cxn>
                <a:cxn ang="0">
                  <a:pos x="T4" y="T5"/>
                </a:cxn>
                <a:cxn ang="0">
                  <a:pos x="T6" y="T7"/>
                </a:cxn>
                <a:cxn ang="0">
                  <a:pos x="T8" y="T9"/>
                </a:cxn>
                <a:cxn ang="0">
                  <a:pos x="T10" y="T11"/>
                </a:cxn>
              </a:cxnLst>
              <a:rect l="0" t="0" r="r" b="b"/>
              <a:pathLst>
                <a:path w="159" h="154">
                  <a:moveTo>
                    <a:pt x="159" y="75"/>
                  </a:moveTo>
                  <a:lnTo>
                    <a:pt x="12" y="6"/>
                  </a:lnTo>
                  <a:lnTo>
                    <a:pt x="0" y="0"/>
                  </a:lnTo>
                  <a:lnTo>
                    <a:pt x="114" y="91"/>
                  </a:lnTo>
                  <a:lnTo>
                    <a:pt x="158" y="154"/>
                  </a:lnTo>
                  <a:lnTo>
                    <a:pt x="159" y="75"/>
                  </a:lnTo>
                </a:path>
              </a:pathLst>
            </a:custGeom>
            <a:solidFill>
              <a:srgbClr val="05156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pic>
        <p:nvPicPr>
          <p:cNvPr id="38" name="Picture 37" descr="122-吉林大学-logo.png"/>
          <p:cNvPicPr>
            <a:picLocks noChangeAspect="1"/>
          </p:cNvPicPr>
          <p:nvPr/>
        </p:nvPicPr>
        <p:blipFill>
          <a:blip r:embed="rId7"/>
          <a:stretch>
            <a:fillRect/>
          </a:stretch>
        </p:blipFill>
        <p:spPr>
          <a:xfrm>
            <a:off x="2641600" y="1131045"/>
            <a:ext cx="1651000" cy="1651000"/>
          </a:xfrm>
          <a:prstGeom prst="rect">
            <a:avLst/>
          </a:prstGeom>
        </p:spPr>
      </p:pic>
    </p:spTree>
    <p:extLst>
      <p:ext uri="{BB962C8B-B14F-4D97-AF65-F5344CB8AC3E}">
        <p14:creationId xmlns:p14="http://schemas.microsoft.com/office/powerpoint/2010/main" val="449267595"/>
      </p:ext>
    </p:extLst>
  </p:cSld>
  <p:clrMapOvr>
    <a:masterClrMapping/>
  </p:clrMapOvr>
  <p:transition spd="slow" advClick="0" advTm="1000">
    <p:blinds dir="vert"/>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par>
                              <p:cTn id="8" fill="hold">
                                <p:stCondLst>
                                  <p:cond delay="500"/>
                                </p:stCondLst>
                                <p:childTnLst>
                                  <p:par>
                                    <p:cTn id="9" presetID="2" presetClass="entr" presetSubtype="1" accel="40000" fill="hold" grpId="0" nodeType="afterEffect" p14:presetBounceEnd="46400">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14:bounceEnd="46400">
                                          <p:cBhvr additive="base">
                                            <p:cTn id="11" dur="1250" fill="hold"/>
                                            <p:tgtEl>
                                              <p:spTgt spid="18"/>
                                            </p:tgtEl>
                                            <p:attrNameLst>
                                              <p:attrName>ppt_x</p:attrName>
                                            </p:attrNameLst>
                                          </p:cBhvr>
                                          <p:tavLst>
                                            <p:tav tm="0">
                                              <p:val>
                                                <p:strVal val="#ppt_x"/>
                                              </p:val>
                                            </p:tav>
                                            <p:tav tm="100000">
                                              <p:val>
                                                <p:strVal val="#ppt_x"/>
                                              </p:val>
                                            </p:tav>
                                          </p:tavLst>
                                        </p:anim>
                                        <p:anim calcmode="lin" valueType="num" p14:bounceEnd="46400">
                                          <p:cBhvr additive="base">
                                            <p:cTn id="12" dur="1250" fill="hold"/>
                                            <p:tgtEl>
                                              <p:spTgt spid="18"/>
                                            </p:tgtEl>
                                            <p:attrNameLst>
                                              <p:attrName>ppt_y</p:attrName>
                                            </p:attrNameLst>
                                          </p:cBhvr>
                                          <p:tavLst>
                                            <p:tav tm="0">
                                              <p:val>
                                                <p:strVal val="0-#ppt_h/2"/>
                                              </p:val>
                                            </p:tav>
                                            <p:tav tm="100000">
                                              <p:val>
                                                <p:strVal val="#ppt_y"/>
                                              </p:val>
                                            </p:tav>
                                          </p:tavLst>
                                        </p:anim>
                                      </p:childTnLst>
                                    </p:cTn>
                                  </p:par>
                                </p:childTnLst>
                              </p:cTn>
                            </p:par>
                            <p:par>
                              <p:cTn id="13" fill="hold">
                                <p:stCondLst>
                                  <p:cond delay="1750"/>
                                </p:stCondLst>
                                <p:childTnLst>
                                  <p:par>
                                    <p:cTn id="14" presetID="52" presetClass="entr" presetSubtype="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Scale>
                                          <p:cBhvr>
                                            <p:cTn id="16" dur="1000" decel="50000" fill="hold">
                                              <p:stCondLst>
                                                <p:cond delay="0"/>
                                              </p:stCondLst>
                                            </p:cTn>
                                            <p:tgtEl>
                                              <p:spTgt spid="1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7" dur="1000" decel="50000" fill="hold">
                                              <p:stCondLst>
                                                <p:cond delay="0"/>
                                              </p:stCondLst>
                                            </p:cTn>
                                            <p:tgtEl>
                                              <p:spTgt spid="19"/>
                                            </p:tgtEl>
                                            <p:attrNameLst>
                                              <p:attrName>ppt_x</p:attrName>
                                              <p:attrName>ppt_y</p:attrName>
                                            </p:attrNameLst>
                                          </p:cBhvr>
                                        </p:animMotion>
                                        <p:animEffect transition="in" filter="fade">
                                          <p:cBhvr>
                                            <p:cTn id="18" dur="1000"/>
                                            <p:tgtEl>
                                              <p:spTgt spid="19"/>
                                            </p:tgtEl>
                                          </p:cBhvr>
                                        </p:animEffect>
                                      </p:childTnLst>
                                    </p:cTn>
                                  </p:par>
                                </p:childTnLst>
                              </p:cTn>
                            </p:par>
                            <p:par>
                              <p:cTn id="19" fill="hold">
                                <p:stCondLst>
                                  <p:cond delay="2750"/>
                                </p:stCondLst>
                                <p:childTnLst>
                                  <p:par>
                                    <p:cTn id="20" presetID="52" presetClass="entr" presetSubtype="0"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Scale>
                                          <p:cBhvr>
                                            <p:cTn id="22" dur="1000" decel="50000" fill="hold">
                                              <p:stCondLst>
                                                <p:cond delay="0"/>
                                              </p:stCondLst>
                                            </p:cTn>
                                            <p:tgtEl>
                                              <p:spTgt spid="2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20"/>
                                            </p:tgtEl>
                                            <p:attrNameLst>
                                              <p:attrName>ppt_x</p:attrName>
                                              <p:attrName>ppt_y</p:attrName>
                                            </p:attrNameLst>
                                          </p:cBhvr>
                                        </p:animMotion>
                                        <p:animEffect transition="in" filter="fade">
                                          <p:cBhvr>
                                            <p:cTn id="24" dur="1000"/>
                                            <p:tgtEl>
                                              <p:spTgt spid="20"/>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750"/>
                                            <p:tgtEl>
                                              <p:spTgt spid="22"/>
                                            </p:tgtEl>
                                          </p:cBhvr>
                                        </p:animEffect>
                                        <p:anim calcmode="lin" valueType="num">
                                          <p:cBhvr>
                                            <p:cTn id="28" dur="750" fill="hold"/>
                                            <p:tgtEl>
                                              <p:spTgt spid="22"/>
                                            </p:tgtEl>
                                            <p:attrNameLst>
                                              <p:attrName>ppt_x</p:attrName>
                                            </p:attrNameLst>
                                          </p:cBhvr>
                                          <p:tavLst>
                                            <p:tav tm="0">
                                              <p:val>
                                                <p:strVal val="#ppt_x"/>
                                              </p:val>
                                            </p:tav>
                                            <p:tav tm="100000">
                                              <p:val>
                                                <p:strVal val="#ppt_x"/>
                                              </p:val>
                                            </p:tav>
                                          </p:tavLst>
                                        </p:anim>
                                        <p:anim calcmode="lin" valueType="num">
                                          <p:cBhvr>
                                            <p:cTn id="29" dur="750" fill="hold"/>
                                            <p:tgtEl>
                                              <p:spTgt spid="22"/>
                                            </p:tgtEl>
                                            <p:attrNameLst>
                                              <p:attrName>ppt_y</p:attrName>
                                            </p:attrNameLst>
                                          </p:cBhvr>
                                          <p:tavLst>
                                            <p:tav tm="0">
                                              <p:val>
                                                <p:strVal val="#ppt_y+.1"/>
                                              </p:val>
                                            </p:tav>
                                            <p:tav tm="100000">
                                              <p:val>
                                                <p:strVal val="#ppt_y"/>
                                              </p:val>
                                            </p:tav>
                                          </p:tavLst>
                                        </p:anim>
                                      </p:childTnLst>
                                    </p:cTn>
                                  </p:par>
                                </p:childTnLst>
                              </p:cTn>
                            </p:par>
                            <p:par>
                              <p:cTn id="30" fill="hold">
                                <p:stCondLst>
                                  <p:cond delay="3750"/>
                                </p:stCondLst>
                                <p:childTnLst>
                                  <p:par>
                                    <p:cTn id="31" presetID="2" presetClass="entr" presetSubtype="6" fill="hold" nodeType="after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1500" fill="hold"/>
                                            <p:tgtEl>
                                              <p:spTgt spid="24"/>
                                            </p:tgtEl>
                                            <p:attrNameLst>
                                              <p:attrName>ppt_x</p:attrName>
                                            </p:attrNameLst>
                                          </p:cBhvr>
                                          <p:tavLst>
                                            <p:tav tm="0">
                                              <p:val>
                                                <p:strVal val="1+#ppt_w/2"/>
                                              </p:val>
                                            </p:tav>
                                            <p:tav tm="100000">
                                              <p:val>
                                                <p:strVal val="#ppt_x"/>
                                              </p:val>
                                            </p:tav>
                                          </p:tavLst>
                                        </p:anim>
                                        <p:anim calcmode="lin" valueType="num">
                                          <p:cBhvr additive="base">
                                            <p:cTn id="34" dur="1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8" grpId="0" animBg="1"/>
          <p:bldP spid="19" grpId="0"/>
          <p:bldP spid="20" grpId="0"/>
          <p:bldP spid="2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par>
                              <p:cTn id="8" fill="hold">
                                <p:stCondLst>
                                  <p:cond delay="500"/>
                                </p:stCondLst>
                                <p:childTnLst>
                                  <p:par>
                                    <p:cTn id="9" presetID="2" presetClass="entr" presetSubtype="1" accel="4000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1250" fill="hold"/>
                                            <p:tgtEl>
                                              <p:spTgt spid="18"/>
                                            </p:tgtEl>
                                            <p:attrNameLst>
                                              <p:attrName>ppt_x</p:attrName>
                                            </p:attrNameLst>
                                          </p:cBhvr>
                                          <p:tavLst>
                                            <p:tav tm="0">
                                              <p:val>
                                                <p:strVal val="#ppt_x"/>
                                              </p:val>
                                            </p:tav>
                                            <p:tav tm="100000">
                                              <p:val>
                                                <p:strVal val="#ppt_x"/>
                                              </p:val>
                                            </p:tav>
                                          </p:tavLst>
                                        </p:anim>
                                        <p:anim calcmode="lin" valueType="num">
                                          <p:cBhvr additive="base">
                                            <p:cTn id="12" dur="1250" fill="hold"/>
                                            <p:tgtEl>
                                              <p:spTgt spid="18"/>
                                            </p:tgtEl>
                                            <p:attrNameLst>
                                              <p:attrName>ppt_y</p:attrName>
                                            </p:attrNameLst>
                                          </p:cBhvr>
                                          <p:tavLst>
                                            <p:tav tm="0">
                                              <p:val>
                                                <p:strVal val="0-#ppt_h/2"/>
                                              </p:val>
                                            </p:tav>
                                            <p:tav tm="100000">
                                              <p:val>
                                                <p:strVal val="#ppt_y"/>
                                              </p:val>
                                            </p:tav>
                                          </p:tavLst>
                                        </p:anim>
                                      </p:childTnLst>
                                    </p:cTn>
                                  </p:par>
                                </p:childTnLst>
                              </p:cTn>
                            </p:par>
                            <p:par>
                              <p:cTn id="13" fill="hold">
                                <p:stCondLst>
                                  <p:cond delay="1750"/>
                                </p:stCondLst>
                                <p:childTnLst>
                                  <p:par>
                                    <p:cTn id="14" presetID="52" presetClass="entr" presetSubtype="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Scale>
                                          <p:cBhvr>
                                            <p:cTn id="16" dur="1000" decel="50000" fill="hold">
                                              <p:stCondLst>
                                                <p:cond delay="0"/>
                                              </p:stCondLst>
                                            </p:cTn>
                                            <p:tgtEl>
                                              <p:spTgt spid="1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7" dur="1000" decel="50000" fill="hold">
                                              <p:stCondLst>
                                                <p:cond delay="0"/>
                                              </p:stCondLst>
                                            </p:cTn>
                                            <p:tgtEl>
                                              <p:spTgt spid="19"/>
                                            </p:tgtEl>
                                            <p:attrNameLst>
                                              <p:attrName>ppt_x</p:attrName>
                                              <p:attrName>ppt_y</p:attrName>
                                            </p:attrNameLst>
                                          </p:cBhvr>
                                        </p:animMotion>
                                        <p:animEffect transition="in" filter="fade">
                                          <p:cBhvr>
                                            <p:cTn id="18" dur="1000"/>
                                            <p:tgtEl>
                                              <p:spTgt spid="19"/>
                                            </p:tgtEl>
                                          </p:cBhvr>
                                        </p:animEffect>
                                      </p:childTnLst>
                                    </p:cTn>
                                  </p:par>
                                </p:childTnLst>
                              </p:cTn>
                            </p:par>
                            <p:par>
                              <p:cTn id="19" fill="hold">
                                <p:stCondLst>
                                  <p:cond delay="2750"/>
                                </p:stCondLst>
                                <p:childTnLst>
                                  <p:par>
                                    <p:cTn id="20" presetID="52" presetClass="entr" presetSubtype="0"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Scale>
                                          <p:cBhvr>
                                            <p:cTn id="22" dur="1000" decel="50000" fill="hold">
                                              <p:stCondLst>
                                                <p:cond delay="0"/>
                                              </p:stCondLst>
                                            </p:cTn>
                                            <p:tgtEl>
                                              <p:spTgt spid="2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20"/>
                                            </p:tgtEl>
                                            <p:attrNameLst>
                                              <p:attrName>ppt_x</p:attrName>
                                              <p:attrName>ppt_y</p:attrName>
                                            </p:attrNameLst>
                                          </p:cBhvr>
                                        </p:animMotion>
                                        <p:animEffect transition="in" filter="fade">
                                          <p:cBhvr>
                                            <p:cTn id="24" dur="1000"/>
                                            <p:tgtEl>
                                              <p:spTgt spid="20"/>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750"/>
                                            <p:tgtEl>
                                              <p:spTgt spid="22"/>
                                            </p:tgtEl>
                                          </p:cBhvr>
                                        </p:animEffect>
                                        <p:anim calcmode="lin" valueType="num">
                                          <p:cBhvr>
                                            <p:cTn id="28" dur="750" fill="hold"/>
                                            <p:tgtEl>
                                              <p:spTgt spid="22"/>
                                            </p:tgtEl>
                                            <p:attrNameLst>
                                              <p:attrName>ppt_x</p:attrName>
                                            </p:attrNameLst>
                                          </p:cBhvr>
                                          <p:tavLst>
                                            <p:tav tm="0">
                                              <p:val>
                                                <p:strVal val="#ppt_x"/>
                                              </p:val>
                                            </p:tav>
                                            <p:tav tm="100000">
                                              <p:val>
                                                <p:strVal val="#ppt_x"/>
                                              </p:val>
                                            </p:tav>
                                          </p:tavLst>
                                        </p:anim>
                                        <p:anim calcmode="lin" valueType="num">
                                          <p:cBhvr>
                                            <p:cTn id="29" dur="750" fill="hold"/>
                                            <p:tgtEl>
                                              <p:spTgt spid="22"/>
                                            </p:tgtEl>
                                            <p:attrNameLst>
                                              <p:attrName>ppt_y</p:attrName>
                                            </p:attrNameLst>
                                          </p:cBhvr>
                                          <p:tavLst>
                                            <p:tav tm="0">
                                              <p:val>
                                                <p:strVal val="#ppt_y+.1"/>
                                              </p:val>
                                            </p:tav>
                                            <p:tav tm="100000">
                                              <p:val>
                                                <p:strVal val="#ppt_y"/>
                                              </p:val>
                                            </p:tav>
                                          </p:tavLst>
                                        </p:anim>
                                      </p:childTnLst>
                                    </p:cTn>
                                  </p:par>
                                </p:childTnLst>
                              </p:cTn>
                            </p:par>
                            <p:par>
                              <p:cTn id="30" fill="hold">
                                <p:stCondLst>
                                  <p:cond delay="3750"/>
                                </p:stCondLst>
                                <p:childTnLst>
                                  <p:par>
                                    <p:cTn id="31" presetID="2" presetClass="entr" presetSubtype="6" fill="hold" nodeType="after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1500" fill="hold"/>
                                            <p:tgtEl>
                                              <p:spTgt spid="24"/>
                                            </p:tgtEl>
                                            <p:attrNameLst>
                                              <p:attrName>ppt_x</p:attrName>
                                            </p:attrNameLst>
                                          </p:cBhvr>
                                          <p:tavLst>
                                            <p:tav tm="0">
                                              <p:val>
                                                <p:strVal val="1+#ppt_w/2"/>
                                              </p:val>
                                            </p:tav>
                                            <p:tav tm="100000">
                                              <p:val>
                                                <p:strVal val="#ppt_x"/>
                                              </p:val>
                                            </p:tav>
                                          </p:tavLst>
                                        </p:anim>
                                        <p:anim calcmode="lin" valueType="num">
                                          <p:cBhvr additive="base">
                                            <p:cTn id="34" dur="1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8" grpId="0" animBg="1"/>
          <p:bldP spid="19" grpId="0"/>
          <p:bldP spid="20" grpId="0"/>
          <p:bldP spid="22" grpId="0"/>
        </p:bldLst>
      </p:timing>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TRACKING_SLIDES" val="1"/>
  <p:tag name="GENSWF_OUTPUT_FILE_NAME" val="33"/>
</p:tagLst>
</file>

<file path=ppt/tags/tag2.xml><?xml version="1.0" encoding="utf-8"?>
<p:tagLst xmlns:a="http://schemas.openxmlformats.org/drawingml/2006/main" xmlns:r="http://schemas.openxmlformats.org/officeDocument/2006/relationships" xmlns:p="http://schemas.openxmlformats.org/presentationml/2006/main">
  <p:tag name="PA" val="v3.0.0"/>
</p:tagLst>
</file>

<file path=ppt/tags/tag3.xml><?xml version="1.0" encoding="utf-8"?>
<p:tagLst xmlns:a="http://schemas.openxmlformats.org/drawingml/2006/main" xmlns:r="http://schemas.openxmlformats.org/officeDocument/2006/relationships" xmlns:p="http://schemas.openxmlformats.org/presentationml/2006/main">
  <p:tag name="PA" val="v3.0.0"/>
</p:tagLst>
</file>

<file path=ppt/tags/tag4.xml><?xml version="1.0" encoding="utf-8"?>
<p:tagLst xmlns:a="http://schemas.openxmlformats.org/drawingml/2006/main" xmlns:r="http://schemas.openxmlformats.org/officeDocument/2006/relationships" xmlns:p="http://schemas.openxmlformats.org/presentationml/2006/main">
  <p:tag name="PA" val="v3.0.0"/>
</p:tagLst>
</file>

<file path=ppt/tags/tag5.xml><?xml version="1.0" encoding="utf-8"?>
<p:tagLst xmlns:a="http://schemas.openxmlformats.org/drawingml/2006/main" xmlns:r="http://schemas.openxmlformats.org/officeDocument/2006/relationships" xmlns:p="http://schemas.openxmlformats.org/presentationml/2006/main">
  <p:tag name="PA" val="v3.0.0"/>
</p:tagLst>
</file>

<file path=ppt/tags/tag6.xml><?xml version="1.0" encoding="utf-8"?>
<p:tagLst xmlns:a="http://schemas.openxmlformats.org/drawingml/2006/main" xmlns:r="http://schemas.openxmlformats.org/officeDocument/2006/relationships" xmlns:p="http://schemas.openxmlformats.org/presentationml/2006/main">
  <p:tag name="PA" val="v3.0.0"/>
</p:tagLst>
</file>

<file path=ppt/tags/tag7.xml><?xml version="1.0" encoding="utf-8"?>
<p:tagLst xmlns:a="http://schemas.openxmlformats.org/drawingml/2006/main" xmlns:r="http://schemas.openxmlformats.org/officeDocument/2006/relationships" xmlns:p="http://schemas.openxmlformats.org/presentationml/2006/main">
  <p:tag name="PA" val="v3.0.0"/>
</p:tagLst>
</file>

<file path=ppt/tags/tag8.xml><?xml version="1.0" encoding="utf-8"?>
<p:tagLst xmlns:a="http://schemas.openxmlformats.org/drawingml/2006/main" xmlns:r="http://schemas.openxmlformats.org/officeDocument/2006/relationships" xmlns:p="http://schemas.openxmlformats.org/presentationml/2006/main">
  <p:tag name="PA" val="v3.0.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炫彩扁平2">
      <a:dk1>
        <a:srgbClr val="000000"/>
      </a:dk1>
      <a:lt1>
        <a:srgbClr val="FFFFFF"/>
      </a:lt1>
      <a:dk2>
        <a:srgbClr val="44546A"/>
      </a:dk2>
      <a:lt2>
        <a:srgbClr val="E7E6E6"/>
      </a:lt2>
      <a:accent1>
        <a:srgbClr val="FFBF53"/>
      </a:accent1>
      <a:accent2>
        <a:srgbClr val="F17475"/>
      </a:accent2>
      <a:accent3>
        <a:srgbClr val="01B3C5"/>
      </a:accent3>
      <a:accent4>
        <a:srgbClr val="77448C"/>
      </a:accent4>
      <a:accent5>
        <a:srgbClr val="00AF92"/>
      </a:accent5>
      <a:accent6>
        <a:srgbClr val="C65885"/>
      </a:accent6>
      <a:hlink>
        <a:srgbClr val="FCC79F"/>
      </a:hlink>
      <a:folHlink>
        <a:srgbClr val="869FB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4234</TotalTime>
  <Words>4064</Words>
  <Application>Microsoft Office PowerPoint</Application>
  <PresentationFormat>自定义</PresentationFormat>
  <Paragraphs>285</Paragraphs>
  <Slides>27</Slides>
  <Notes>27</Notes>
  <HiddenSlides>0</HiddenSlides>
  <MMClips>0</MMClips>
  <ScaleCrop>false</ScaleCrop>
  <HeadingPairs>
    <vt:vector size="6" baseType="variant">
      <vt:variant>
        <vt:lpstr>已用的字体</vt:lpstr>
      </vt:variant>
      <vt:variant>
        <vt:i4>12</vt:i4>
      </vt:variant>
      <vt:variant>
        <vt:lpstr>主题</vt:lpstr>
      </vt:variant>
      <vt:variant>
        <vt:i4>10</vt:i4>
      </vt:variant>
      <vt:variant>
        <vt:lpstr>幻灯片标题</vt:lpstr>
      </vt:variant>
      <vt:variant>
        <vt:i4>27</vt:i4>
      </vt:variant>
    </vt:vector>
  </HeadingPairs>
  <TitlesOfParts>
    <vt:vector size="49" baseType="lpstr">
      <vt:lpstr>LiHei Pro</vt:lpstr>
      <vt:lpstr>等线</vt:lpstr>
      <vt:lpstr>等线 Light</vt:lpstr>
      <vt:lpstr>方正正黑简体</vt:lpstr>
      <vt:lpstr>迷你简汉真广标</vt:lpstr>
      <vt:lpstr>宋体</vt:lpstr>
      <vt:lpstr>微软雅黑</vt:lpstr>
      <vt:lpstr>Arial</vt:lpstr>
      <vt:lpstr>Calibri</vt:lpstr>
      <vt:lpstr>Impact</vt:lpstr>
      <vt:lpstr>Open Sans</vt:lpstr>
      <vt:lpstr>Segoe UI Light</vt:lpstr>
      <vt:lpstr>Office 主题​​</vt:lpstr>
      <vt:lpstr>1_Office Theme</vt:lpstr>
      <vt:lpstr>2_Office Theme</vt:lpstr>
      <vt:lpstr>3_Office Theme</vt:lpstr>
      <vt:lpstr>4_Office Theme</vt:lpstr>
      <vt:lpstr>5_Office Theme</vt:lpstr>
      <vt:lpstr>6_Office Theme</vt:lpstr>
      <vt:lpstr>7_Office Theme</vt:lpstr>
      <vt:lpstr>8_Office Theme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淘宝店铺:想搞设计</dc:title>
  <dc:subject>淘宝店铺:想搞设计</dc:subject>
  <dc:creator>淘宝店铺:想搞设计</dc:creator>
  <cp:keywords>淘宝店铺:想搞设计</cp:keywords>
  <dc:description>淘宝店铺:想搞设计</dc:description>
  <cp:lastModifiedBy>pompeya 1</cp:lastModifiedBy>
  <cp:revision>2756</cp:revision>
  <dcterms:created xsi:type="dcterms:W3CDTF">2015-12-01T09:06:39Z</dcterms:created>
  <dcterms:modified xsi:type="dcterms:W3CDTF">2022-07-03T06:55:33Z</dcterms:modified>
  <cp:category>淘宝店铺:想搞设计</cp:category>
</cp:coreProperties>
</file>