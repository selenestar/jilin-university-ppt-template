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97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魏吉鸿" initials="魏吉鸿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5"/>
    <a:srgbClr val="FFFFFF"/>
    <a:srgbClr val="F2F2F2"/>
    <a:srgbClr val="70BA16"/>
    <a:srgbClr val="10253F"/>
    <a:srgbClr val="2CEAC9"/>
    <a:srgbClr val="568D11"/>
    <a:srgbClr val="82D81A"/>
    <a:srgbClr val="61A113"/>
    <a:srgbClr val="1A7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>
        <p:scale>
          <a:sx n="100" d="100"/>
          <a:sy n="100" d="100"/>
        </p:scale>
        <p:origin x="1104" y="40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32" d="100"/>
        <a:sy n="132" d="100"/>
      </p:scale>
      <p:origin x="0" y="516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75C004-A9D4-4858-99EC-F4CCE56E2FEF}" type="datetimeFigureOut">
              <a:rPr lang="zh-CN" altLang="en-US" smtClean="0"/>
              <a:pPr/>
              <a:t>2022-07-03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4E2E4E-2FFD-4B0E-BE9C-FA7BDC09154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624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</a:p>
          <a:p>
            <a:r>
              <a:rPr lang="en-US" altLang="zh-CN" dirty="0"/>
              <a:t>https://liangliangtuwen.tmall.com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4E2E4E-2FFD-4B0E-BE9C-FA7BDC09154E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83711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E137E13-6931-4ECB-BB5B-849FB74182C0}" type="datetimeFigureOut">
              <a:rPr lang="zh-CN" altLang="en-US" smtClean="0"/>
              <a:pPr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3CBF4B4-C160-4F55-AC7D-1C8FF5BA05F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5E137E13-6931-4ECB-BB5B-849FB74182C0}" type="datetimeFigureOut">
              <a:rPr lang="zh-CN" altLang="en-US" smtClean="0"/>
              <a:pPr/>
              <a:t>2022-07-03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3CBF4B4-C160-4F55-AC7D-1C8FF5BA05F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699542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679" y="142081"/>
            <a:ext cx="1154424" cy="37437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897" y="77242"/>
            <a:ext cx="535782" cy="504056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7389486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8381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7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8333805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244144" y="114945"/>
            <a:ext cx="3744441" cy="4571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点击输入标题内容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699542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679" y="142081"/>
            <a:ext cx="1154424" cy="37437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897" y="77242"/>
            <a:ext cx="535782" cy="504056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7629396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8381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7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8333485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244144" y="114945"/>
            <a:ext cx="3744441" cy="4571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点击输入标题内容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699542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679" y="142081"/>
            <a:ext cx="1154424" cy="37437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897" y="77242"/>
            <a:ext cx="535782" cy="504056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7854691" y="254234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8381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8341257" y="254234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244144" y="114945"/>
            <a:ext cx="3744441" cy="4571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点击输入标题内容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699542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679" y="142081"/>
            <a:ext cx="1154424" cy="37437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897" y="77242"/>
            <a:ext cx="535782" cy="504056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8100473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8381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34077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7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244144" y="114945"/>
            <a:ext cx="3744441" cy="4571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点击输入标题内容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9144000" cy="699542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5679" y="142081"/>
            <a:ext cx="1154424" cy="37437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9897" y="77242"/>
            <a:ext cx="535782" cy="504056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8340771" y="258402"/>
            <a:ext cx="183709" cy="137782"/>
          </a:xfrm>
          <a:prstGeom prst="rect">
            <a:avLst/>
          </a:prstGeom>
          <a:noFill/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858381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809773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7861977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7626222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7384121" y="258402"/>
            <a:ext cx="183709" cy="137782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3244144" y="114945"/>
            <a:ext cx="3744441" cy="457101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点击输入标题内容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1350498"/>
            <a:ext cx="3228536" cy="1188000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 userDrawn="1"/>
        </p:nvSpPr>
        <p:spPr>
          <a:xfrm>
            <a:off x="0" y="1"/>
            <a:ext cx="9144914" cy="1293314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3302392" y="1350498"/>
            <a:ext cx="305972" cy="1188000"/>
          </a:xfrm>
          <a:prstGeom prst="rect">
            <a:avLst/>
          </a:prstGeom>
          <a:solidFill>
            <a:srgbClr val="1025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0" hasCustomPrompt="1"/>
          </p:nvPr>
        </p:nvSpPr>
        <p:spPr>
          <a:xfrm>
            <a:off x="1007842" y="1463898"/>
            <a:ext cx="1949971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第一部分</a:t>
            </a: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1" hasCustomPrompt="1"/>
          </p:nvPr>
        </p:nvSpPr>
        <p:spPr>
          <a:xfrm>
            <a:off x="3682221" y="1365957"/>
            <a:ext cx="2473956" cy="613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aseline="0">
                <a:solidFill>
                  <a:srgbClr val="10253F"/>
                </a:solidFill>
                <a:latin typeface="Impact" panose="020B0806030902050204" pitchFamily="34" charset="0"/>
              </a:defRPr>
            </a:lvl1pPr>
          </a:lstStyle>
          <a:p>
            <a:pPr lvl="0"/>
            <a:r>
              <a:rPr lang="en-US" altLang="zh-CN" dirty="0"/>
              <a:t>Project review</a:t>
            </a:r>
            <a:endParaRPr lang="zh-CN" altLang="en-US" dirty="0"/>
          </a:p>
        </p:txBody>
      </p:sp>
      <p:sp>
        <p:nvSpPr>
          <p:cNvPr id="18" name="文本占位符 16"/>
          <p:cNvSpPr>
            <a:spLocks noGrp="1"/>
          </p:cNvSpPr>
          <p:nvPr>
            <p:ph type="body" sz="quarter" idx="12" hasCustomPrompt="1"/>
          </p:nvPr>
        </p:nvSpPr>
        <p:spPr>
          <a:xfrm>
            <a:off x="6318356" y="1365957"/>
            <a:ext cx="2473956" cy="613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 baseline="0">
                <a:solidFill>
                  <a:srgbClr val="10253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课题综述</a:t>
            </a:r>
          </a:p>
        </p:txBody>
      </p:sp>
      <p:sp>
        <p:nvSpPr>
          <p:cNvPr id="20" name="文本占位符 19"/>
          <p:cNvSpPr>
            <a:spLocks noGrp="1"/>
          </p:cNvSpPr>
          <p:nvPr>
            <p:ph type="body" sz="quarter" idx="13" hasCustomPrompt="1"/>
          </p:nvPr>
        </p:nvSpPr>
        <p:spPr>
          <a:xfrm>
            <a:off x="3682220" y="2122545"/>
            <a:ext cx="2473957" cy="914400"/>
          </a:xfrm>
          <a:prstGeom prst="rect">
            <a:avLst/>
          </a:prstGeom>
        </p:spPr>
        <p:txBody>
          <a:bodyPr/>
          <a:lstStyle>
            <a:lvl1pPr marL="285750" indent="-285750">
              <a:buFont typeface="Wingdings" panose="05000000000000000000" pitchFamily="2" charset="2"/>
              <a:buChar char="p"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输入副标题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2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7" grpId="0" build="p">
        <p:tmplLst>
          <p:tmpl lvl="1"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2" presetClass="entr" presetSubtype="1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125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035C5D1-AD16-4B01-871F-DE047A6CFB67}" type="datetimeFigureOut">
              <a:rPr lang="zh-CN" altLang="en-US" smtClean="0"/>
              <a:pPr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BCDE635-3FC4-4B83-A3D1-632FFA341E9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035C5D1-AD16-4B01-871F-DE047A6CFB67}" type="datetimeFigureOut">
              <a:rPr lang="zh-CN" altLang="en-US" smtClean="0"/>
              <a:pPr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BCDE635-3FC4-4B83-A3D1-632FFA341E9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035C5D1-AD16-4B01-871F-DE047A6CFB67}" type="datetimeFigureOut">
              <a:rPr lang="zh-CN" altLang="en-US" smtClean="0"/>
              <a:pPr/>
              <a:t>2022-07-03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8BCDE635-3FC4-4B83-A3D1-632FFA341E9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60" r:id="rId9"/>
    <p:sldLayoutId id="2147483661" r:id="rId10"/>
    <p:sldLayoutId id="2147483662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 descr="122-吉林大学-img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810" y="-1676722"/>
            <a:ext cx="9153810" cy="572113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23254" y="-35273"/>
            <a:ext cx="9167254" cy="5178773"/>
          </a:xfrm>
          <a:prstGeom prst="rect">
            <a:avLst/>
          </a:prstGeom>
          <a:solidFill>
            <a:srgbClr val="030C3C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等腰三角形 26"/>
          <p:cNvSpPr/>
          <p:nvPr/>
        </p:nvSpPr>
        <p:spPr>
          <a:xfrm rot="5400000">
            <a:off x="265949" y="3103290"/>
            <a:ext cx="531270" cy="601918"/>
          </a:xfrm>
          <a:custGeom>
            <a:avLst/>
            <a:gdLst>
              <a:gd name="connsiteX0" fmla="*/ 0 w 1203469"/>
              <a:gd name="connsiteY0" fmla="*/ 1037474 h 1037474"/>
              <a:gd name="connsiteX1" fmla="*/ 601735 w 1203469"/>
              <a:gd name="connsiteY1" fmla="*/ 0 h 1037474"/>
              <a:gd name="connsiteX2" fmla="*/ 1203469 w 1203469"/>
              <a:gd name="connsiteY2" fmla="*/ 1037474 h 1037474"/>
              <a:gd name="connsiteX3" fmla="*/ 0 w 1203469"/>
              <a:gd name="connsiteY3" fmla="*/ 1037474 h 1037474"/>
              <a:gd name="connsiteX0-1" fmla="*/ 0 w 1736869"/>
              <a:gd name="connsiteY0-2" fmla="*/ 1037474 h 1037474"/>
              <a:gd name="connsiteX1-3" fmla="*/ 601735 w 1736869"/>
              <a:gd name="connsiteY1-4" fmla="*/ 0 h 1037474"/>
              <a:gd name="connsiteX2-5" fmla="*/ 1736869 w 1736869"/>
              <a:gd name="connsiteY2-6" fmla="*/ 294524 h 1037474"/>
              <a:gd name="connsiteX3-7" fmla="*/ 0 w 1736869"/>
              <a:gd name="connsiteY3-8" fmla="*/ 1037474 h 1037474"/>
              <a:gd name="connsiteX0-9" fmla="*/ 369815 w 1135134"/>
              <a:gd name="connsiteY0-10" fmla="*/ 675524 h 675524"/>
              <a:gd name="connsiteX1-11" fmla="*/ 0 w 1135134"/>
              <a:gd name="connsiteY1-12" fmla="*/ 0 h 675524"/>
              <a:gd name="connsiteX2-13" fmla="*/ 1135134 w 1135134"/>
              <a:gd name="connsiteY2-14" fmla="*/ 294524 h 675524"/>
              <a:gd name="connsiteX3-15" fmla="*/ 369815 w 1135134"/>
              <a:gd name="connsiteY3-16" fmla="*/ 675524 h 675524"/>
              <a:gd name="connsiteX0-17" fmla="*/ 369815 w 1135134"/>
              <a:gd name="connsiteY0-18" fmla="*/ 675524 h 675524"/>
              <a:gd name="connsiteX1-19" fmla="*/ 0 w 1135134"/>
              <a:gd name="connsiteY1-20" fmla="*/ 0 h 675524"/>
              <a:gd name="connsiteX2-21" fmla="*/ 1135134 w 1135134"/>
              <a:gd name="connsiteY2-22" fmla="*/ 391312 h 675524"/>
              <a:gd name="connsiteX3-23" fmla="*/ 369815 w 1135134"/>
              <a:gd name="connsiteY3-24" fmla="*/ 675524 h 675524"/>
              <a:gd name="connsiteX0-25" fmla="*/ 369815 w 1199659"/>
              <a:gd name="connsiteY0-26" fmla="*/ 675524 h 1359189"/>
              <a:gd name="connsiteX1-27" fmla="*/ 0 w 1199659"/>
              <a:gd name="connsiteY1-28" fmla="*/ 0 h 1359189"/>
              <a:gd name="connsiteX2-29" fmla="*/ 1199659 w 1199659"/>
              <a:gd name="connsiteY2-30" fmla="*/ 1359189 h 1359189"/>
              <a:gd name="connsiteX3-31" fmla="*/ 369815 w 1199659"/>
              <a:gd name="connsiteY3-32" fmla="*/ 675524 h 135918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199659" h="1359189">
                <a:moveTo>
                  <a:pt x="369815" y="675524"/>
                </a:moveTo>
                <a:lnTo>
                  <a:pt x="0" y="0"/>
                </a:lnTo>
                <a:lnTo>
                  <a:pt x="1199659" y="1359189"/>
                </a:lnTo>
                <a:lnTo>
                  <a:pt x="369815" y="6755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-9810" y="2629023"/>
            <a:ext cx="9153810" cy="2514477"/>
          </a:xfrm>
          <a:prstGeom prst="rect">
            <a:avLst/>
          </a:prstGeom>
          <a:solidFill>
            <a:srgbClr val="030C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 hidden="1"/>
          <p:cNvSpPr txBox="1"/>
          <p:nvPr/>
        </p:nvSpPr>
        <p:spPr>
          <a:xfrm>
            <a:off x="1842934" y="1755112"/>
            <a:ext cx="5544616" cy="80791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en-US" altLang="zh-CN" sz="4800" b="1" dirty="0">
                <a:solidFill>
                  <a:schemeClr val="bg1"/>
                </a:solidFill>
                <a:latin typeface="Broadway" panose="04040905080B02020502" pitchFamily="82" charset="0"/>
                <a:ea typeface="微软雅黑" panose="020B0503020204020204" pitchFamily="34" charset="-122"/>
              </a:rPr>
              <a:t> ORALD   EFENSE</a:t>
            </a:r>
            <a:endParaRPr lang="zh-CN" altLang="en-US" sz="4800" b="1" dirty="0">
              <a:solidFill>
                <a:schemeClr val="bg1"/>
              </a:solidFill>
              <a:latin typeface="Broadway" panose="04040905080B02020502" pitchFamily="82" charset="0"/>
              <a:ea typeface="微软雅黑" panose="020B0503020204020204" pitchFamily="34" charset="-122"/>
            </a:endParaRPr>
          </a:p>
        </p:txBody>
      </p:sp>
      <p:sp>
        <p:nvSpPr>
          <p:cNvPr id="38" name="TextBox 32"/>
          <p:cNvSpPr>
            <a:spLocks noChangeArrowheads="1"/>
          </p:cNvSpPr>
          <p:nvPr/>
        </p:nvSpPr>
        <p:spPr bwMode="auto">
          <a:xfrm>
            <a:off x="3198399" y="3715227"/>
            <a:ext cx="283368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en-US" altLang="zh-CN" spc="300" dirty="0">
                <a:solidFill>
                  <a:srgbClr val="FFFFFF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微软雅黑" panose="020B0503020204020204" pitchFamily="34" charset="-122"/>
              </a:rPr>
              <a:t>吉林大学大学XX学院</a:t>
            </a:r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r>
              <a:rPr lang="en-US" altLang="zh-CN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r>
              <a: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endParaRPr lang="zh-CN" altLang="en-US" sz="18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9" name="TextBox 25"/>
          <p:cNvSpPr>
            <a:spLocks noChangeArrowheads="1"/>
          </p:cNvSpPr>
          <p:nvPr/>
        </p:nvSpPr>
        <p:spPr bwMode="auto">
          <a:xfrm>
            <a:off x="2483768" y="4479003"/>
            <a:ext cx="3898667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导师：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Box 53"/>
          <p:cNvSpPr>
            <a:spLocks noChangeArrowheads="1"/>
          </p:cNvSpPr>
          <p:nvPr/>
        </p:nvSpPr>
        <p:spPr bwMode="auto">
          <a:xfrm>
            <a:off x="3309524" y="4086702"/>
            <a:ext cx="26114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/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专业：</a:t>
            </a:r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XX</a:t>
            </a:r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学</a:t>
            </a:r>
          </a:p>
        </p:txBody>
      </p:sp>
      <p:sp>
        <p:nvSpPr>
          <p:cNvPr id="7" name="矩形 6"/>
          <p:cNvSpPr/>
          <p:nvPr/>
        </p:nvSpPr>
        <p:spPr>
          <a:xfrm>
            <a:off x="1115616" y="2711475"/>
            <a:ext cx="7200800" cy="85530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Box 32"/>
          <p:cNvSpPr>
            <a:spLocks noChangeArrowheads="1"/>
          </p:cNvSpPr>
          <p:nvPr/>
        </p:nvSpPr>
        <p:spPr bwMode="auto">
          <a:xfrm>
            <a:off x="1475656" y="2855449"/>
            <a:ext cx="6480720" cy="553998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 anchorCtr="1">
            <a:spAutoFit/>
          </a:bodyPr>
          <a:lstStyle/>
          <a:p>
            <a:r>
              <a:rPr lang="en-US" altLang="zh-CN" sz="3600" spc="300" dirty="0">
                <a:solidFill>
                  <a:srgbClr val="FFFFFF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微软雅黑" panose="020B0503020204020204" pitchFamily="34" charset="-122"/>
              </a:rPr>
              <a:t>吉林大学汇报</a:t>
            </a:r>
            <a:r>
              <a:rPr lang="zh-CN" altLang="en-US" sz="3600" spc="300" dirty="0">
                <a:solidFill>
                  <a:srgbClr val="FFFFFF"/>
                </a:solidFill>
                <a:latin typeface="时尚中黑简体" panose="01010104010101010101" pitchFamily="2" charset="-122"/>
                <a:ea typeface="时尚中黑简体" panose="01010104010101010101" pitchFamily="2" charset="-122"/>
                <a:sym typeface="微软雅黑" panose="020B0503020204020204" pitchFamily="34" charset="-122"/>
              </a:rPr>
              <a:t/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673C70D-38BD-D6B6-98DE-FFE6F2BB97C7}"/>
              </a:ext>
            </a:extLst>
          </p:cNvPr>
          <p:cNvSpPr/>
          <p:nvPr/>
        </p:nvSpPr>
        <p:spPr>
          <a:xfrm>
            <a:off x="-180528" y="-1792024"/>
            <a:ext cx="10585176" cy="17567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 advTm="0">
        <p14:vortex dir="r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23" dur="500" tmFilter="0,0; .5, 1; 1, 1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31" dur="500" tmFilter="0,0; .5, 1; 1, 1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00"/>
                            </p:stCondLst>
                            <p:childTnLst>
                              <p:par>
                                <p:cTn id="3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39" dur="500" tmFilter="0,0; .5, 1; 1, 1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9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8" grpId="0" bldLvl="0" autoUpdateAnimBg="0"/>
      <p:bldP spid="39" grpId="0" bldLvl="0" autoUpdateAnimBg="0"/>
      <p:bldP spid="40" grpId="0" bldLvl="0" autoUpdateAnimBg="0"/>
      <p:bldP spid="7" grpId="0" animBg="1"/>
      <p:bldP spid="33" grpId="0" bldLvl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5">
            <a:extLst>
              <a:ext uri="{FF2B5EF4-FFF2-40B4-BE49-F238E27FC236}">
                <a16:creationId xmlns:a16="http://schemas.microsoft.com/office/drawing/2014/main" id="{E6CC993C-43FB-0DC9-B40C-AEBEF7942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557213" indent="-214313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18859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228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25717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fld id="{B5E9EFB8-2B45-4CF3-83AF-133F1B79DDB3}" type="slidenum">
              <a:rPr lang="zh-CN" altLang="en-US" sz="900">
                <a:solidFill>
                  <a:srgbClr val="898989"/>
                </a:solidFill>
                <a:sym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t>2</a:t>
            </a:fld>
            <a:endParaRPr lang="zh-CN" altLang="en-US" sz="1350"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pic>
        <p:nvPicPr>
          <p:cNvPr id="4099" name="图片 1">
            <a:extLst>
              <a:ext uri="{FF2B5EF4-FFF2-40B4-BE49-F238E27FC236}">
                <a16:creationId xmlns:a16="http://schemas.microsoft.com/office/drawing/2014/main" id="{182AB3EB-11DE-E81B-707E-A15A99395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72641"/>
            <a:ext cx="9144000" cy="5493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矩形 15">
            <a:extLst>
              <a:ext uri="{FF2B5EF4-FFF2-40B4-BE49-F238E27FC236}">
                <a16:creationId xmlns:a16="http://schemas.microsoft.com/office/drawing/2014/main" id="{ED9EC8D1-6772-7959-FD17-38A990481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72641"/>
            <a:ext cx="9144000" cy="5493545"/>
          </a:xfrm>
          <a:prstGeom prst="rect">
            <a:avLst/>
          </a:prstGeom>
          <a:solidFill>
            <a:srgbClr val="0825AF">
              <a:alpha val="25098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grpSp>
        <p:nvGrpSpPr>
          <p:cNvPr id="4101" name="组合 20">
            <a:extLst>
              <a:ext uri="{FF2B5EF4-FFF2-40B4-BE49-F238E27FC236}">
                <a16:creationId xmlns:a16="http://schemas.microsoft.com/office/drawing/2014/main" id="{179B1D72-8B05-FE4C-B730-D54DC1A0E237}"/>
              </a:ext>
            </a:extLst>
          </p:cNvPr>
          <p:cNvGrpSpPr>
            <a:grpSpLocks/>
          </p:cNvGrpSpPr>
          <p:nvPr/>
        </p:nvGrpSpPr>
        <p:grpSpPr bwMode="auto">
          <a:xfrm>
            <a:off x="832247" y="1359694"/>
            <a:ext cx="2839239" cy="2445970"/>
            <a:chOff x="0" y="0"/>
            <a:chExt cx="3785469" cy="3261175"/>
          </a:xfrm>
        </p:grpSpPr>
        <p:sp>
          <p:nvSpPr>
            <p:cNvPr id="4109" name="文本框 7">
              <a:extLst>
                <a:ext uri="{FF2B5EF4-FFF2-40B4-BE49-F238E27FC236}">
                  <a16:creationId xmlns:a16="http://schemas.microsoft.com/office/drawing/2014/main" id="{2FEE20CD-C710-1ECA-2E93-6287047A7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785469" cy="2246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zh-CN" altLang="en-US" sz="1035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4110" name="文本框 8">
              <a:extLst>
                <a:ext uri="{FF2B5EF4-FFF2-40B4-BE49-F238E27FC236}">
                  <a16:creationId xmlns:a16="http://schemas.microsoft.com/office/drawing/2014/main" id="{14C7B58B-FD21-D71C-3F4E-EE2F246C61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62" y="1907007"/>
              <a:ext cx="3610216" cy="1354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6000">
                  <a:solidFill>
                    <a:schemeClr val="bg1"/>
                  </a:solidFill>
                  <a:sym typeface="Arial" panose="020B0604020202020204" pitchFamily="34" charset="0"/>
                </a:rPr>
                <a:t>content</a:t>
              </a:r>
              <a:endParaRPr lang="zh-CN" altLang="en-US" sz="6000">
                <a:solidFill>
                  <a:schemeClr val="bg1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4102" name="直接连接符 2">
            <a:extLst>
              <a:ext uri="{FF2B5EF4-FFF2-40B4-BE49-F238E27FC236}">
                <a16:creationId xmlns:a16="http://schemas.microsoft.com/office/drawing/2014/main" id="{DE875CCD-73FD-5E3C-EAAB-1E3B6E79C15B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7042" y="409576"/>
            <a:ext cx="11906" cy="4269581"/>
          </a:xfrm>
          <a:prstGeom prst="line">
            <a:avLst/>
          </a:prstGeom>
          <a:noFill/>
          <a:ln w="635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103" name="文本框 5">
            <a:extLst>
              <a:ext uri="{FF2B5EF4-FFF2-40B4-BE49-F238E27FC236}">
                <a16:creationId xmlns:a16="http://schemas.microsoft.com/office/drawing/2014/main" id="{98ED94D6-8153-1C31-9C5F-462F2459C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810" y="342900"/>
            <a:ext cx="250626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 b="1">
                <a:solidFill>
                  <a:schemeClr val="bg1"/>
                </a:solidFill>
                <a:sym typeface="Arial" panose="020B0604020202020204" pitchFamily="34" charset="0"/>
              </a:rPr>
              <a:t>研究概述</a:t>
            </a:r>
          </a:p>
        </p:txBody>
      </p:sp>
      <p:sp>
        <p:nvSpPr>
          <p:cNvPr id="4104" name="文本框 10">
            <a:extLst>
              <a:ext uri="{FF2B5EF4-FFF2-40B4-BE49-F238E27FC236}">
                <a16:creationId xmlns:a16="http://schemas.microsoft.com/office/drawing/2014/main" id="{7E661F9A-8BCF-392D-0A68-239C2A37D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810" y="1119187"/>
            <a:ext cx="250626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 b="1">
                <a:solidFill>
                  <a:schemeClr val="bg1"/>
                </a:solidFill>
                <a:sym typeface="Arial" panose="020B0604020202020204" pitchFamily="34" charset="0"/>
              </a:rPr>
              <a:t>研究框架</a:t>
            </a:r>
          </a:p>
        </p:txBody>
      </p:sp>
      <p:sp>
        <p:nvSpPr>
          <p:cNvPr id="4105" name="文本框 11">
            <a:extLst>
              <a:ext uri="{FF2B5EF4-FFF2-40B4-BE49-F238E27FC236}">
                <a16:creationId xmlns:a16="http://schemas.microsoft.com/office/drawing/2014/main" id="{3C0B344D-4390-C17F-6236-CC4CE889F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810" y="1866900"/>
            <a:ext cx="250626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 b="1">
                <a:solidFill>
                  <a:schemeClr val="bg1"/>
                </a:solidFill>
                <a:sym typeface="Arial" panose="020B0604020202020204" pitchFamily="34" charset="0"/>
              </a:rPr>
              <a:t>研究方法</a:t>
            </a:r>
          </a:p>
        </p:txBody>
      </p:sp>
      <p:sp>
        <p:nvSpPr>
          <p:cNvPr id="4106" name="文本框 12">
            <a:extLst>
              <a:ext uri="{FF2B5EF4-FFF2-40B4-BE49-F238E27FC236}">
                <a16:creationId xmlns:a16="http://schemas.microsoft.com/office/drawing/2014/main" id="{33DEC5E3-A2B8-6BB5-781D-CAF519088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5431" y="2638425"/>
            <a:ext cx="250626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 b="1">
                <a:solidFill>
                  <a:schemeClr val="bg1"/>
                </a:solidFill>
                <a:sym typeface="Arial" panose="020B0604020202020204" pitchFamily="34" charset="0"/>
              </a:rPr>
              <a:t>主要结论</a:t>
            </a:r>
          </a:p>
        </p:txBody>
      </p:sp>
      <p:sp>
        <p:nvSpPr>
          <p:cNvPr id="4107" name="文本框 13">
            <a:extLst>
              <a:ext uri="{FF2B5EF4-FFF2-40B4-BE49-F238E27FC236}">
                <a16:creationId xmlns:a16="http://schemas.microsoft.com/office/drawing/2014/main" id="{61909915-BAE9-B7D0-9A12-4188834A7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5431" y="3384947"/>
            <a:ext cx="250626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 b="1">
                <a:solidFill>
                  <a:schemeClr val="bg1"/>
                </a:solidFill>
                <a:sym typeface="Arial" panose="020B0604020202020204" pitchFamily="34" charset="0"/>
              </a:rPr>
              <a:t>分析与讨论</a:t>
            </a:r>
          </a:p>
        </p:txBody>
      </p:sp>
      <p:sp>
        <p:nvSpPr>
          <p:cNvPr id="4108" name="文本框 14">
            <a:extLst>
              <a:ext uri="{FF2B5EF4-FFF2-40B4-BE49-F238E27FC236}">
                <a16:creationId xmlns:a16="http://schemas.microsoft.com/office/drawing/2014/main" id="{17B9F3A6-4122-18BC-6A50-502E11D09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5431" y="4200525"/>
            <a:ext cx="2506266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 b="1">
                <a:solidFill>
                  <a:schemeClr val="bg1"/>
                </a:solidFill>
                <a:sym typeface="Arial" panose="020B0604020202020204" pitchFamily="34" charset="0"/>
              </a:rPr>
              <a:t>结语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5">
            <a:extLst>
              <a:ext uri="{FF2B5EF4-FFF2-40B4-BE49-F238E27FC236}">
                <a16:creationId xmlns:a16="http://schemas.microsoft.com/office/drawing/2014/main" id="{AB6B823B-D71D-0E3C-264B-A387D28A8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0518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5133" name="流程图: 数据 1">
            <a:extLst>
              <a:ext uri="{FF2B5EF4-FFF2-40B4-BE49-F238E27FC236}">
                <a16:creationId xmlns:a16="http://schemas.microsoft.com/office/drawing/2014/main" id="{781629CB-C3CD-D4D6-41A4-902F0C3A987F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46959" y="444932"/>
            <a:ext cx="715117" cy="477802"/>
          </a:xfrm>
          <a:prstGeom prst="flowChartInputOutput">
            <a:avLst/>
          </a:prstGeom>
          <a:solidFill>
            <a:srgbClr val="0619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5134" name="矩形 2">
            <a:extLst>
              <a:ext uri="{FF2B5EF4-FFF2-40B4-BE49-F238E27FC236}">
                <a16:creationId xmlns:a16="http://schemas.microsoft.com/office/drawing/2014/main" id="{6AF66D4D-650C-5F13-1A58-8471051A6CB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54766" y="52429"/>
            <a:ext cx="927497" cy="813115"/>
          </a:xfrm>
          <a:prstGeom prst="rect">
            <a:avLst/>
          </a:prstGeom>
          <a:solidFill>
            <a:srgbClr val="0825AF"/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950">
                <a:solidFill>
                  <a:schemeClr val="bg1"/>
                </a:solidFill>
                <a:sym typeface="Arial" panose="020B0604020202020204" pitchFamily="34" charset="0"/>
              </a:rPr>
              <a:t>1</a:t>
            </a:r>
            <a:endParaRPr lang="zh-CN" altLang="en-US" sz="495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5124" name="文本框 4">
            <a:extLst>
              <a:ext uri="{FF2B5EF4-FFF2-40B4-BE49-F238E27FC236}">
                <a16:creationId xmlns:a16="http://schemas.microsoft.com/office/drawing/2014/main" id="{8525930B-F1F9-B53E-7099-EFEE0F75E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研究概述</a:t>
            </a:r>
          </a:p>
        </p:txBody>
      </p:sp>
      <p:sp>
        <p:nvSpPr>
          <p:cNvPr id="5125" name="文本框 11">
            <a:extLst>
              <a:ext uri="{FF2B5EF4-FFF2-40B4-BE49-F238E27FC236}">
                <a16:creationId xmlns:a16="http://schemas.microsoft.com/office/drawing/2014/main" id="{A690DD94-8CEA-7E01-7356-50C8A2ECF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882" y="946547"/>
            <a:ext cx="265509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>
                <a:solidFill>
                  <a:schemeClr val="bg1"/>
                </a:solidFill>
                <a:sym typeface="Arial" panose="020B0604020202020204" pitchFamily="34" charset="0"/>
              </a:rPr>
              <a:t>国内研究</a:t>
            </a:r>
          </a:p>
        </p:txBody>
      </p:sp>
      <p:sp>
        <p:nvSpPr>
          <p:cNvPr id="5126" name="文本框 12">
            <a:extLst>
              <a:ext uri="{FF2B5EF4-FFF2-40B4-BE49-F238E27FC236}">
                <a16:creationId xmlns:a16="http://schemas.microsoft.com/office/drawing/2014/main" id="{341BE496-7D0E-82B0-73AC-DEF272CDB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7782" y="946547"/>
            <a:ext cx="265509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>
                <a:solidFill>
                  <a:schemeClr val="bg1"/>
                </a:solidFill>
                <a:sym typeface="Arial" panose="020B0604020202020204" pitchFamily="34" charset="0"/>
              </a:rPr>
              <a:t>国外研究</a:t>
            </a:r>
          </a:p>
        </p:txBody>
      </p:sp>
      <p:sp>
        <p:nvSpPr>
          <p:cNvPr id="5127" name="矩形 6">
            <a:extLst>
              <a:ext uri="{FF2B5EF4-FFF2-40B4-BE49-F238E27FC236}">
                <a16:creationId xmlns:a16="http://schemas.microsoft.com/office/drawing/2014/main" id="{91A295AD-6BD6-169B-D218-68B4115CD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881" y="1009650"/>
            <a:ext cx="6401991" cy="1652588"/>
          </a:xfrm>
          <a:prstGeom prst="rect">
            <a:avLst/>
          </a:prstGeom>
          <a:solidFill>
            <a:srgbClr val="0825AF"/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5128" name="矩形 14">
            <a:extLst>
              <a:ext uri="{FF2B5EF4-FFF2-40B4-BE49-F238E27FC236}">
                <a16:creationId xmlns:a16="http://schemas.microsoft.com/office/drawing/2014/main" id="{58EAB133-D399-52F6-85E5-98C4A9F7E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688" y="2983706"/>
            <a:ext cx="6401991" cy="1652588"/>
          </a:xfrm>
          <a:prstGeom prst="rect">
            <a:avLst/>
          </a:prstGeom>
          <a:solidFill>
            <a:srgbClr val="0825AF"/>
          </a:solidFill>
          <a:ln>
            <a:noFill/>
          </a:ln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5129" name="文本框 15">
            <a:extLst>
              <a:ext uri="{FF2B5EF4-FFF2-40B4-BE49-F238E27FC236}">
                <a16:creationId xmlns:a16="http://schemas.microsoft.com/office/drawing/2014/main" id="{20501C77-416E-AF3D-6630-5C788C680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116" y="995363"/>
            <a:ext cx="6400800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05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  <a:endParaRPr lang="zh-CN" altLang="en-US" sz="1350">
              <a:ea typeface="宋体" panose="02010600030101010101" pitchFamily="2" charset="-122"/>
            </a:endParaRPr>
          </a:p>
        </p:txBody>
      </p:sp>
      <p:sp>
        <p:nvSpPr>
          <p:cNvPr id="5130" name="文本框 16">
            <a:extLst>
              <a:ext uri="{FF2B5EF4-FFF2-40B4-BE49-F238E27FC236}">
                <a16:creationId xmlns:a16="http://schemas.microsoft.com/office/drawing/2014/main" id="{81833E4E-BB9B-5B56-2B73-D7A97CCBF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213" y="3106341"/>
            <a:ext cx="5855494" cy="1177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405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>Click to edit title style</a:t>
            </a:r>
            <a:endParaRPr lang="zh-CN" altLang="en-US" sz="405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Unicode MS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000" dirty="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sp>
        <p:nvSpPr>
          <p:cNvPr id="5131" name="矩形 17">
            <a:extLst>
              <a:ext uri="{FF2B5EF4-FFF2-40B4-BE49-F238E27FC236}">
                <a16:creationId xmlns:a16="http://schemas.microsoft.com/office/drawing/2014/main" id="{A95F1959-13B1-4BE4-A1E6-93157E4E2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075" y="3757613"/>
            <a:ext cx="1095256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>This is a sample text.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Unicode MS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>Insert your desired text here.</a:t>
            </a:r>
            <a:endParaRPr lang="zh-CN" altLang="en-US" sz="1350" dirty="0">
              <a:ea typeface="宋体" panose="02010600030101010101" pitchFamily="2" charset="-122"/>
            </a:endParaRPr>
          </a:p>
        </p:txBody>
      </p:sp>
      <p:sp>
        <p:nvSpPr>
          <p:cNvPr id="5132" name="文本框 7">
            <a:extLst>
              <a:ext uri="{FF2B5EF4-FFF2-40B4-BE49-F238E27FC236}">
                <a16:creationId xmlns:a16="http://schemas.microsoft.com/office/drawing/2014/main" id="{2516F513-E1A2-9054-5557-AE82014C3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0176" y="1664494"/>
            <a:ext cx="633769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sym typeface="Arial" panose="020B0604020202020204" pitchFamily="34" charset="0"/>
              </a:rPr>
              <a:t>1.</a:t>
            </a:r>
            <a:r>
              <a:rPr lang="zh-CN" altLang="en-US" sz="1800" dirty="0">
                <a:solidFill>
                  <a:schemeClr val="bg1"/>
                </a:solidFill>
                <a:sym typeface="Arial" panose="020B0604020202020204" pitchFamily="34" charset="0"/>
              </a:rPr>
              <a:t>本</a:t>
            </a:r>
            <a:r>
              <a:rPr lang="en-US" altLang="zh-CN" sz="1800" dirty="0">
                <a:solidFill>
                  <a:schemeClr val="bg1"/>
                </a:solidFill>
                <a:sym typeface="Arial" panose="020B0604020202020204" pitchFamily="34" charset="0"/>
              </a:rPr>
              <a:t>PPT</a:t>
            </a:r>
            <a:r>
              <a:rPr lang="zh-CN" altLang="en-US" sz="1800" dirty="0">
                <a:solidFill>
                  <a:schemeClr val="bg1"/>
                </a:solidFill>
                <a:sym typeface="Arial" panose="020B0604020202020204" pitchFamily="34" charset="0"/>
              </a:rPr>
              <a:t>中文字体为“黑体”，英文为</a:t>
            </a:r>
            <a:r>
              <a:rPr lang="en-US" altLang="zh-CN" sz="1800" dirty="0">
                <a:solidFill>
                  <a:schemeClr val="bg1"/>
                </a:solidFill>
                <a:sym typeface="Arial" panose="020B0604020202020204" pitchFamily="34" charset="0"/>
              </a:rPr>
              <a:t>Arial</a:t>
            </a:r>
            <a:endParaRPr lang="zh-CN" altLang="en-US" sz="1800" dirty="0">
              <a:solidFill>
                <a:schemeClr val="bg1"/>
              </a:solidFill>
              <a:sym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bg1"/>
                </a:solidFill>
                <a:sym typeface="Arial" panose="020B0604020202020204" pitchFamily="34" charset="0"/>
              </a:rPr>
              <a:t>2.</a:t>
            </a:r>
            <a:r>
              <a:rPr lang="zh-CN" altLang="en-US" sz="1800" dirty="0">
                <a:solidFill>
                  <a:schemeClr val="bg1"/>
                </a:solidFill>
                <a:sym typeface="Arial" panose="020B0604020202020204" pitchFamily="34" charset="0"/>
              </a:rPr>
              <a:t>如在购买中有任何问题，可以邮件联系我，注明</a:t>
            </a:r>
            <a:r>
              <a:rPr lang="en-US" altLang="zh-CN" sz="1800" dirty="0" err="1">
                <a:solidFill>
                  <a:schemeClr val="bg1"/>
                </a:solidFill>
                <a:sym typeface="Arial" panose="020B0604020202020204" pitchFamily="34" charset="0"/>
              </a:rPr>
              <a:t>PPTstore</a:t>
            </a:r>
            <a:r>
              <a:rPr lang="zh-CN" altLang="en-US" sz="1800" dirty="0">
                <a:solidFill>
                  <a:schemeClr val="bg1"/>
                </a:solidFill>
                <a:sym typeface="Arial" panose="020B0604020202020204" pitchFamily="34" charset="0"/>
              </a:rPr>
              <a:t>。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 dirty="0">
              <a:solidFill>
                <a:srgbClr val="000000"/>
              </a:solidFill>
              <a:sym typeface="Arial" panose="020B0604020202020204" pitchFamily="34" charset="0"/>
            </a:endParaRPr>
          </a:p>
        </p:txBody>
      </p:sp>
      <p:pic>
        <p:nvPicPr>
          <p:cNvPr id="5135" name="Picture 5134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流程图: 过程 6">
            <a:extLst>
              <a:ext uri="{FF2B5EF4-FFF2-40B4-BE49-F238E27FC236}">
                <a16:creationId xmlns:a16="http://schemas.microsoft.com/office/drawing/2014/main" id="{E9E28200-EC0C-3D6C-65BA-A30F47A00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4616" y="0"/>
            <a:ext cx="4599384" cy="5143500"/>
          </a:xfrm>
          <a:prstGeom prst="flowChartProcess">
            <a:avLst/>
          </a:prstGeom>
          <a:solidFill>
            <a:srgbClr val="0825A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6147" name="矩形 5">
            <a:extLst>
              <a:ext uri="{FF2B5EF4-FFF2-40B4-BE49-F238E27FC236}">
                <a16:creationId xmlns:a16="http://schemas.microsoft.com/office/drawing/2014/main" id="{BC2E2AD6-8E28-AD36-6A59-E1D3DB930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0518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grpSp>
        <p:nvGrpSpPr>
          <p:cNvPr id="6148" name="组合 3">
            <a:extLst>
              <a:ext uri="{FF2B5EF4-FFF2-40B4-BE49-F238E27FC236}">
                <a16:creationId xmlns:a16="http://schemas.microsoft.com/office/drawing/2014/main" id="{D1964B65-7C25-5EC1-0332-3739A219CCDC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6158" name="流程图: 数据 1">
              <a:extLst>
                <a:ext uri="{FF2B5EF4-FFF2-40B4-BE49-F238E27FC236}">
                  <a16:creationId xmlns:a16="http://schemas.microsoft.com/office/drawing/2014/main" id="{57C40764-E29D-EF21-5790-D156C3F0FAF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0619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6159" name="矩形 2">
              <a:extLst>
                <a:ext uri="{FF2B5EF4-FFF2-40B4-BE49-F238E27FC236}">
                  <a16:creationId xmlns:a16="http://schemas.microsoft.com/office/drawing/2014/main" id="{58CB74CC-473E-D7CC-C211-AF3964C7A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1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6149" name="文本框 4">
            <a:extLst>
              <a:ext uri="{FF2B5EF4-FFF2-40B4-BE49-F238E27FC236}">
                <a16:creationId xmlns:a16="http://schemas.microsoft.com/office/drawing/2014/main" id="{1C09644E-F19E-98CF-EE81-68E18B949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研究概述</a:t>
            </a:r>
          </a:p>
        </p:txBody>
      </p:sp>
      <p:sp>
        <p:nvSpPr>
          <p:cNvPr id="6150" name="文本框 11">
            <a:extLst>
              <a:ext uri="{FF2B5EF4-FFF2-40B4-BE49-F238E27FC236}">
                <a16:creationId xmlns:a16="http://schemas.microsoft.com/office/drawing/2014/main" id="{F91778DE-03F6-9EC4-791B-9CCB70CB9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5882" y="946547"/>
            <a:ext cx="2655094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000">
                <a:solidFill>
                  <a:schemeClr val="bg1"/>
                </a:solidFill>
                <a:sym typeface="Arial" panose="020B0604020202020204" pitchFamily="34" charset="0"/>
              </a:rPr>
              <a:t>国内研究</a:t>
            </a:r>
          </a:p>
        </p:txBody>
      </p:sp>
      <p:grpSp>
        <p:nvGrpSpPr>
          <p:cNvPr id="6151" name="组合 30">
            <a:extLst>
              <a:ext uri="{FF2B5EF4-FFF2-40B4-BE49-F238E27FC236}">
                <a16:creationId xmlns:a16="http://schemas.microsoft.com/office/drawing/2014/main" id="{5550BDFD-9E52-DCE9-4D54-B10BD957B2E3}"/>
              </a:ext>
            </a:extLst>
          </p:cNvPr>
          <p:cNvGrpSpPr>
            <a:grpSpLocks/>
          </p:cNvGrpSpPr>
          <p:nvPr/>
        </p:nvGrpSpPr>
        <p:grpSpPr bwMode="auto">
          <a:xfrm rot="344698">
            <a:off x="1335882" y="1212056"/>
            <a:ext cx="6426994" cy="3149204"/>
            <a:chOff x="0" y="0"/>
            <a:chExt cx="8569570" cy="4197732"/>
          </a:xfrm>
        </p:grpSpPr>
        <p:sp>
          <p:nvSpPr>
            <p:cNvPr id="6155" name="矩形 14">
              <a:extLst>
                <a:ext uri="{FF2B5EF4-FFF2-40B4-BE49-F238E27FC236}">
                  <a16:creationId xmlns:a16="http://schemas.microsoft.com/office/drawing/2014/main" id="{1DB6F998-76F4-03DC-EB69-840F754B1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939824"/>
              <a:ext cx="8569570" cy="257908"/>
            </a:xfrm>
            <a:prstGeom prst="rect">
              <a:avLst/>
            </a:prstGeom>
            <a:solidFill>
              <a:srgbClr val="0518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6156" name="流程图: 联系 27">
              <a:extLst>
                <a:ext uri="{FF2B5EF4-FFF2-40B4-BE49-F238E27FC236}">
                  <a16:creationId xmlns:a16="http://schemas.microsoft.com/office/drawing/2014/main" id="{E6708825-EB8C-D680-A93C-AA25F259E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681046" cy="3681046"/>
            </a:xfrm>
            <a:prstGeom prst="flowChartConnector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6157" name="流程图: 联系 29">
              <a:extLst>
                <a:ext uri="{FF2B5EF4-FFF2-40B4-BE49-F238E27FC236}">
                  <a16:creationId xmlns:a16="http://schemas.microsoft.com/office/drawing/2014/main" id="{98F3CD66-4902-9FC5-EF5D-9128D298A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8524" y="0"/>
              <a:ext cx="3681046" cy="3681046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6152" name="文本框 31">
            <a:extLst>
              <a:ext uri="{FF2B5EF4-FFF2-40B4-BE49-F238E27FC236}">
                <a16:creationId xmlns:a16="http://schemas.microsoft.com/office/drawing/2014/main" id="{E70983BA-3D00-C3D3-5198-FEFC8E315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7635" y="1301354"/>
            <a:ext cx="2232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chemeClr val="bg1"/>
                </a:solidFill>
                <a:sym typeface="Arial" panose="020B0604020202020204" pitchFamily="34" charset="0"/>
              </a:rPr>
              <a:t>国内研究</a:t>
            </a:r>
          </a:p>
        </p:txBody>
      </p:sp>
      <p:sp>
        <p:nvSpPr>
          <p:cNvPr id="6153" name="文本框 32">
            <a:extLst>
              <a:ext uri="{FF2B5EF4-FFF2-40B4-BE49-F238E27FC236}">
                <a16:creationId xmlns:a16="http://schemas.microsoft.com/office/drawing/2014/main" id="{EDBE7CAE-EFAE-DC9A-AB77-B207E2EF0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6653" y="1659732"/>
            <a:ext cx="2232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0825AF"/>
                </a:solidFill>
                <a:sym typeface="Arial" panose="020B0604020202020204" pitchFamily="34" charset="0"/>
              </a:rPr>
              <a:t>国外研究</a:t>
            </a:r>
          </a:p>
        </p:txBody>
      </p:sp>
      <p:sp>
        <p:nvSpPr>
          <p:cNvPr id="6154" name="等腰三角形 15">
            <a:extLst>
              <a:ext uri="{FF2B5EF4-FFF2-40B4-BE49-F238E27FC236}">
                <a16:creationId xmlns:a16="http://schemas.microsoft.com/office/drawing/2014/main" id="{5DD94D45-5BF5-2025-2519-35329497B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5294" y="4361260"/>
            <a:ext cx="633413" cy="545306"/>
          </a:xfrm>
          <a:prstGeom prst="triangle">
            <a:avLst>
              <a:gd name="adj" fmla="val 50000"/>
            </a:avLst>
          </a:prstGeom>
          <a:solidFill>
            <a:srgbClr val="05187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pic>
        <p:nvPicPr>
          <p:cNvPr id="6160" name="Picture 6159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7">
            <a:extLst>
              <a:ext uri="{FF2B5EF4-FFF2-40B4-BE49-F238E27FC236}">
                <a16:creationId xmlns:a16="http://schemas.microsoft.com/office/drawing/2014/main" id="{FAA679F4-C59C-54A4-0A70-29C22D927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0518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grpSp>
        <p:nvGrpSpPr>
          <p:cNvPr id="7171" name="组合 2">
            <a:extLst>
              <a:ext uri="{FF2B5EF4-FFF2-40B4-BE49-F238E27FC236}">
                <a16:creationId xmlns:a16="http://schemas.microsoft.com/office/drawing/2014/main" id="{C3EB668B-E1BB-C174-41C7-90DD64FDAFE4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7183" name="流程图: 数据 3">
              <a:extLst>
                <a:ext uri="{FF2B5EF4-FFF2-40B4-BE49-F238E27FC236}">
                  <a16:creationId xmlns:a16="http://schemas.microsoft.com/office/drawing/2014/main" id="{3B9F3508-0D90-9FDF-DCA4-D529A1AA325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0619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7184" name="矩形 4">
              <a:extLst>
                <a:ext uri="{FF2B5EF4-FFF2-40B4-BE49-F238E27FC236}">
                  <a16:creationId xmlns:a16="http://schemas.microsoft.com/office/drawing/2014/main" id="{EDF00033-3190-B6B0-F7A5-9C68F2BDC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2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7172" name="文本框 5">
            <a:extLst>
              <a:ext uri="{FF2B5EF4-FFF2-40B4-BE49-F238E27FC236}">
                <a16:creationId xmlns:a16="http://schemas.microsoft.com/office/drawing/2014/main" id="{F3BA9EB0-8A6D-28FC-FB18-8DAB74EDB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研究框架</a:t>
            </a:r>
            <a:endParaRPr lang="zh-CN" altLang="en-US" sz="1350">
              <a:ea typeface="宋体" panose="02010600030101010101" pitchFamily="2" charset="-122"/>
            </a:endParaRPr>
          </a:p>
        </p:txBody>
      </p:sp>
      <p:sp>
        <p:nvSpPr>
          <p:cNvPr id="7173" name="流程图: 数据 6">
            <a:extLst>
              <a:ext uri="{FF2B5EF4-FFF2-40B4-BE49-F238E27FC236}">
                <a16:creationId xmlns:a16="http://schemas.microsoft.com/office/drawing/2014/main" id="{572CDAFD-3CE3-3D9D-8CD4-48D41D50F288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38696" y="2539008"/>
            <a:ext cx="2258615" cy="1512094"/>
          </a:xfrm>
          <a:prstGeom prst="flowChartInputOutput">
            <a:avLst/>
          </a:prstGeom>
          <a:solidFill>
            <a:srgbClr val="0619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7174" name="矩形 7">
            <a:extLst>
              <a:ext uri="{FF2B5EF4-FFF2-40B4-BE49-F238E27FC236}">
                <a16:creationId xmlns:a16="http://schemas.microsoft.com/office/drawing/2014/main" id="{99CBD54D-4D1E-1290-1825-0A8665AF9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957" y="1423987"/>
            <a:ext cx="2936081" cy="2568179"/>
          </a:xfrm>
          <a:prstGeom prst="rect">
            <a:avLst/>
          </a:prstGeom>
          <a:solidFill>
            <a:srgbClr val="0825A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8625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grpSp>
        <p:nvGrpSpPr>
          <p:cNvPr id="7175" name="组合 11">
            <a:extLst>
              <a:ext uri="{FF2B5EF4-FFF2-40B4-BE49-F238E27FC236}">
                <a16:creationId xmlns:a16="http://schemas.microsoft.com/office/drawing/2014/main" id="{3D879D6C-8F3F-C557-F4D0-E1FA4FF4D35C}"/>
              </a:ext>
            </a:extLst>
          </p:cNvPr>
          <p:cNvGrpSpPr>
            <a:grpSpLocks/>
          </p:cNvGrpSpPr>
          <p:nvPr/>
        </p:nvGrpSpPr>
        <p:grpSpPr bwMode="auto">
          <a:xfrm>
            <a:off x="3693319" y="1423987"/>
            <a:ext cx="5081588" cy="2568179"/>
            <a:chOff x="0" y="0"/>
            <a:chExt cx="6775938" cy="5669089"/>
          </a:xfrm>
        </p:grpSpPr>
        <p:sp>
          <p:nvSpPr>
            <p:cNvPr id="7180" name="矩形 8">
              <a:extLst>
                <a:ext uri="{FF2B5EF4-FFF2-40B4-BE49-F238E27FC236}">
                  <a16:creationId xmlns:a16="http://schemas.microsoft.com/office/drawing/2014/main" id="{82FE49CB-D47E-0944-814B-4738002D9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6775938" cy="1748981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7181" name="矩形 9">
              <a:extLst>
                <a:ext uri="{FF2B5EF4-FFF2-40B4-BE49-F238E27FC236}">
                  <a16:creationId xmlns:a16="http://schemas.microsoft.com/office/drawing/2014/main" id="{1AA5F148-AB21-0667-D5D9-99A49C8A45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981200"/>
              <a:ext cx="6775938" cy="1748981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7182" name="矩形 10">
              <a:extLst>
                <a:ext uri="{FF2B5EF4-FFF2-40B4-BE49-F238E27FC236}">
                  <a16:creationId xmlns:a16="http://schemas.microsoft.com/office/drawing/2014/main" id="{AB0F255A-9CE5-D690-CC68-C5678F46A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920108"/>
              <a:ext cx="6775938" cy="1748981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7176" name="文本框 12">
            <a:extLst>
              <a:ext uri="{FF2B5EF4-FFF2-40B4-BE49-F238E27FC236}">
                <a16:creationId xmlns:a16="http://schemas.microsoft.com/office/drawing/2014/main" id="{98A5FFCB-4B51-C923-00DC-AE08CD30E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6447" y="1494235"/>
            <a:ext cx="4023122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7200">
                <a:solidFill>
                  <a:schemeClr val="bg1"/>
                </a:solidFill>
                <a:sym typeface="Arial" panose="020B0604020202020204" pitchFamily="34" charset="0"/>
              </a:rPr>
              <a:t>中心</a:t>
            </a:r>
            <a:endParaRPr lang="en-US" altLang="zh-CN" sz="7200">
              <a:solidFill>
                <a:schemeClr val="bg1"/>
              </a:solidFill>
              <a:sym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7200">
                <a:solidFill>
                  <a:schemeClr val="bg1"/>
                </a:solidFill>
                <a:sym typeface="Arial" panose="020B0604020202020204" pitchFamily="34" charset="0"/>
              </a:rPr>
              <a:t>论点</a:t>
            </a:r>
          </a:p>
        </p:txBody>
      </p:sp>
      <p:sp>
        <p:nvSpPr>
          <p:cNvPr id="7177" name="文本框 14">
            <a:extLst>
              <a:ext uri="{FF2B5EF4-FFF2-40B4-BE49-F238E27FC236}">
                <a16:creationId xmlns:a16="http://schemas.microsoft.com/office/drawing/2014/main" id="{6EC565E7-7C59-FD37-1545-3C3F995C2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6" y="1421606"/>
            <a:ext cx="4898231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500">
                <a:solidFill>
                  <a:schemeClr val="bg1"/>
                </a:solidFill>
                <a:sym typeface="Arial" panose="020B0604020202020204" pitchFamily="34" charset="0"/>
              </a:rPr>
              <a:t>在这里输入小标题</a:t>
            </a:r>
          </a:p>
        </p:txBody>
      </p:sp>
      <p:sp>
        <p:nvSpPr>
          <p:cNvPr id="7178" name="文本框 15">
            <a:extLst>
              <a:ext uri="{FF2B5EF4-FFF2-40B4-BE49-F238E27FC236}">
                <a16:creationId xmlns:a16="http://schemas.microsoft.com/office/drawing/2014/main" id="{3C2C85D2-67C0-BCBD-1AFC-2AED950AE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6" y="2351485"/>
            <a:ext cx="4898231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500">
                <a:solidFill>
                  <a:schemeClr val="bg1"/>
                </a:solidFill>
                <a:sym typeface="Arial" panose="020B0604020202020204" pitchFamily="34" charset="0"/>
              </a:rPr>
              <a:t>在这里输入小标题</a:t>
            </a:r>
          </a:p>
        </p:txBody>
      </p:sp>
      <p:sp>
        <p:nvSpPr>
          <p:cNvPr id="7179" name="文本框 16">
            <a:extLst>
              <a:ext uri="{FF2B5EF4-FFF2-40B4-BE49-F238E27FC236}">
                <a16:creationId xmlns:a16="http://schemas.microsoft.com/office/drawing/2014/main" id="{88888563-4965-E89B-A4B0-F4E17691E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6" y="3196828"/>
            <a:ext cx="4898231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500">
                <a:solidFill>
                  <a:schemeClr val="bg1"/>
                </a:solidFill>
                <a:sym typeface="Arial" panose="020B0604020202020204" pitchFamily="34" charset="0"/>
              </a:rPr>
              <a:t>在这里输入小标题</a:t>
            </a:r>
          </a:p>
        </p:txBody>
      </p:sp>
      <p:pic>
        <p:nvPicPr>
          <p:cNvPr id="7185" name="Picture 7184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1">
            <a:extLst>
              <a:ext uri="{FF2B5EF4-FFF2-40B4-BE49-F238E27FC236}">
                <a16:creationId xmlns:a16="http://schemas.microsoft.com/office/drawing/2014/main" id="{28FCA1A0-D1CE-521E-8903-18B771DB0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0518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grpSp>
        <p:nvGrpSpPr>
          <p:cNvPr id="8195" name="组合 2">
            <a:extLst>
              <a:ext uri="{FF2B5EF4-FFF2-40B4-BE49-F238E27FC236}">
                <a16:creationId xmlns:a16="http://schemas.microsoft.com/office/drawing/2014/main" id="{E8C6FA61-E1D6-200F-DAE8-6EE090ADF70C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8204" name="流程图: 数据 3">
              <a:extLst>
                <a:ext uri="{FF2B5EF4-FFF2-40B4-BE49-F238E27FC236}">
                  <a16:creationId xmlns:a16="http://schemas.microsoft.com/office/drawing/2014/main" id="{E59FA774-FD57-7057-695E-545F8265058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8205" name="矩形 4">
              <a:extLst>
                <a:ext uri="{FF2B5EF4-FFF2-40B4-BE49-F238E27FC236}">
                  <a16:creationId xmlns:a16="http://schemas.microsoft.com/office/drawing/2014/main" id="{6B82284B-0D79-0F6B-F05C-1FE1F55E8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2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8196" name="文本框 5">
            <a:extLst>
              <a:ext uri="{FF2B5EF4-FFF2-40B4-BE49-F238E27FC236}">
                <a16:creationId xmlns:a16="http://schemas.microsoft.com/office/drawing/2014/main" id="{82BB68FD-FB37-E5A0-D6A1-91EF51103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研究框架</a:t>
            </a:r>
            <a:endParaRPr lang="zh-CN" altLang="en-US" sz="1350">
              <a:ea typeface="宋体" panose="02010600030101010101" pitchFamily="2" charset="-122"/>
            </a:endParaRPr>
          </a:p>
        </p:txBody>
      </p:sp>
      <p:sp>
        <p:nvSpPr>
          <p:cNvPr id="8197" name="文本框 7">
            <a:extLst>
              <a:ext uri="{FF2B5EF4-FFF2-40B4-BE49-F238E27FC236}">
                <a16:creationId xmlns:a16="http://schemas.microsoft.com/office/drawing/2014/main" id="{03C781D1-CCA9-F161-2CC5-78EBEE4C2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85" y="1423988"/>
            <a:ext cx="3147015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061975"/>
                </a:solidFill>
                <a:sym typeface="Arial" panose="020B0604020202020204" pitchFamily="34" charset="0"/>
              </a:rPr>
              <a:t>在这里输入小标题1</a:t>
            </a:r>
            <a:r>
              <a:rPr lang="en-US" altLang="zh-CN" sz="2700">
                <a:solidFill>
                  <a:srgbClr val="061975"/>
                </a:solidFill>
                <a:sym typeface="Arial" panose="020B0604020202020204" pitchFamily="34" charset="0"/>
              </a:rPr>
              <a:t/>
            </a:r>
            <a:endParaRPr lang="zh-CN" altLang="en-US" sz="2700">
              <a:solidFill>
                <a:srgbClr val="1E4E79"/>
              </a:solidFill>
              <a:sym typeface="Arial" panose="020B0604020202020204" pitchFamily="34" charset="0"/>
            </a:endParaRPr>
          </a:p>
        </p:txBody>
      </p:sp>
      <p:sp>
        <p:nvSpPr>
          <p:cNvPr id="8198" name="任意多边形 10">
            <a:extLst>
              <a:ext uri="{FF2B5EF4-FFF2-40B4-BE49-F238E27FC236}">
                <a16:creationId xmlns:a16="http://schemas.microsoft.com/office/drawing/2014/main" id="{1A75BD71-63A2-4C28-D68D-347D6A0C6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635" y="921544"/>
            <a:ext cx="2514600" cy="3702844"/>
          </a:xfrm>
          <a:custGeom>
            <a:avLst/>
            <a:gdLst>
              <a:gd name="T0" fmla="*/ 0 w 3352800"/>
              <a:gd name="T1" fmla="*/ 0 h 4937061"/>
              <a:gd name="T2" fmla="*/ 3352800 w 3352800"/>
              <a:gd name="T3" fmla="*/ 0 h 4937061"/>
              <a:gd name="T4" fmla="*/ 3352800 w 3352800"/>
              <a:gd name="T5" fmla="*/ 669888 h 4937061"/>
              <a:gd name="T6" fmla="*/ 3352800 w 3352800"/>
              <a:gd name="T7" fmla="*/ 1091933 h 4937061"/>
              <a:gd name="T8" fmla="*/ 3352800 w 3352800"/>
              <a:gd name="T9" fmla="*/ 4937253 h 4937061"/>
              <a:gd name="T10" fmla="*/ 3165231 w 3352800"/>
              <a:gd name="T11" fmla="*/ 4937253 h 4937061"/>
              <a:gd name="T12" fmla="*/ 3165231 w 3352800"/>
              <a:gd name="T13" fmla="*/ 1091933 h 4937061"/>
              <a:gd name="T14" fmla="*/ 0 w 3352800"/>
              <a:gd name="T15" fmla="*/ 1091933 h 493706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352800"/>
              <a:gd name="T25" fmla="*/ 0 h 4937061"/>
              <a:gd name="T26" fmla="*/ 3352800 w 3352800"/>
              <a:gd name="T27" fmla="*/ 4937061 h 493706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352800" h="4937061">
                <a:moveTo>
                  <a:pt x="0" y="0"/>
                </a:moveTo>
                <a:lnTo>
                  <a:pt x="3352800" y="0"/>
                </a:lnTo>
                <a:lnTo>
                  <a:pt x="3352800" y="669861"/>
                </a:lnTo>
                <a:lnTo>
                  <a:pt x="3352800" y="1091891"/>
                </a:lnTo>
                <a:lnTo>
                  <a:pt x="3352800" y="4937061"/>
                </a:lnTo>
                <a:lnTo>
                  <a:pt x="3165231" y="4937061"/>
                </a:lnTo>
                <a:lnTo>
                  <a:pt x="3165231" y="1091891"/>
                </a:lnTo>
                <a:lnTo>
                  <a:pt x="0" y="1091891"/>
                </a:lnTo>
                <a:lnTo>
                  <a:pt x="0" y="0"/>
                </a:lnTo>
                <a:close/>
              </a:path>
            </a:pathLst>
          </a:custGeom>
          <a:solidFill>
            <a:srgbClr val="0619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 sz="1350"/>
          </a:p>
        </p:txBody>
      </p:sp>
      <p:sp>
        <p:nvSpPr>
          <p:cNvPr id="8199" name="任意多边形 11">
            <a:extLst>
              <a:ext uri="{FF2B5EF4-FFF2-40B4-BE49-F238E27FC236}">
                <a16:creationId xmlns:a16="http://schemas.microsoft.com/office/drawing/2014/main" id="{09C81B74-0B68-3114-CC0A-35125BC5A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6235" y="921544"/>
            <a:ext cx="2514600" cy="3702844"/>
          </a:xfrm>
          <a:custGeom>
            <a:avLst/>
            <a:gdLst>
              <a:gd name="T0" fmla="*/ 0 w 3352800"/>
              <a:gd name="T1" fmla="*/ 0 h 4937061"/>
              <a:gd name="T2" fmla="*/ 3352800 w 3352800"/>
              <a:gd name="T3" fmla="*/ 0 h 4937061"/>
              <a:gd name="T4" fmla="*/ 3352800 w 3352800"/>
              <a:gd name="T5" fmla="*/ 669888 h 4937061"/>
              <a:gd name="T6" fmla="*/ 3352800 w 3352800"/>
              <a:gd name="T7" fmla="*/ 1091933 h 4937061"/>
              <a:gd name="T8" fmla="*/ 3352800 w 3352800"/>
              <a:gd name="T9" fmla="*/ 4937253 h 4937061"/>
              <a:gd name="T10" fmla="*/ 3165231 w 3352800"/>
              <a:gd name="T11" fmla="*/ 4937253 h 4937061"/>
              <a:gd name="T12" fmla="*/ 3165231 w 3352800"/>
              <a:gd name="T13" fmla="*/ 1091933 h 4937061"/>
              <a:gd name="T14" fmla="*/ 0 w 3352800"/>
              <a:gd name="T15" fmla="*/ 1091933 h 493706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3352800"/>
              <a:gd name="T25" fmla="*/ 0 h 4937061"/>
              <a:gd name="T26" fmla="*/ 3352800 w 3352800"/>
              <a:gd name="T27" fmla="*/ 4937061 h 4937061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3352800" h="4937061">
                <a:moveTo>
                  <a:pt x="0" y="0"/>
                </a:moveTo>
                <a:lnTo>
                  <a:pt x="3352800" y="0"/>
                </a:lnTo>
                <a:lnTo>
                  <a:pt x="3352800" y="669861"/>
                </a:lnTo>
                <a:lnTo>
                  <a:pt x="3352800" y="1091891"/>
                </a:lnTo>
                <a:lnTo>
                  <a:pt x="3352800" y="4937061"/>
                </a:lnTo>
                <a:lnTo>
                  <a:pt x="3165231" y="4937061"/>
                </a:lnTo>
                <a:lnTo>
                  <a:pt x="3165231" y="1091891"/>
                </a:lnTo>
                <a:lnTo>
                  <a:pt x="0" y="1091891"/>
                </a:lnTo>
                <a:lnTo>
                  <a:pt x="0" y="0"/>
                </a:lnTo>
                <a:close/>
              </a:path>
            </a:pathLst>
          </a:custGeom>
          <a:solidFill>
            <a:srgbClr val="0825A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 sz="1350"/>
          </a:p>
        </p:txBody>
      </p:sp>
      <p:sp>
        <p:nvSpPr>
          <p:cNvPr id="8200" name="文本框 12">
            <a:extLst>
              <a:ext uri="{FF2B5EF4-FFF2-40B4-BE49-F238E27FC236}">
                <a16:creationId xmlns:a16="http://schemas.microsoft.com/office/drawing/2014/main" id="{778597D7-7650-1DC1-026A-FD9324C0B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44" y="1887141"/>
            <a:ext cx="5855494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6197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>Click to edit title style
</a:t>
            </a:r>
            <a:endParaRPr lang="zh-CN" altLang="en-US" sz="2400" b="1" dirty="0">
              <a:solidFill>
                <a:srgbClr val="1E4E7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Unicode MS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500" dirty="0">
              <a:solidFill>
                <a:srgbClr val="1E4E79"/>
              </a:solidFill>
              <a:sym typeface="Arial" panose="020B0604020202020204" pitchFamily="34" charset="0"/>
            </a:endParaRPr>
          </a:p>
        </p:txBody>
      </p:sp>
      <p:sp>
        <p:nvSpPr>
          <p:cNvPr id="8201" name="矩形 13">
            <a:extLst>
              <a:ext uri="{FF2B5EF4-FFF2-40B4-BE49-F238E27FC236}">
                <a16:creationId xmlns:a16="http://schemas.microsoft.com/office/drawing/2014/main" id="{AF25C52F-9235-7FB9-1CC8-495E644BE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85" y="2320529"/>
            <a:ext cx="457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6197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>This is a sample text.
Insert your desired text here.</a:t>
            </a:r>
            <a:endParaRPr lang="zh-CN" altLang="en-US" sz="1800" dirty="0">
              <a:solidFill>
                <a:srgbClr val="1E4E7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Unicode MS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6197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/>
            </a:r>
          </a:p>
        </p:txBody>
      </p:sp>
      <p:sp>
        <p:nvSpPr>
          <p:cNvPr id="8202" name="矩形 6">
            <a:extLst>
              <a:ext uri="{FF2B5EF4-FFF2-40B4-BE49-F238E27FC236}">
                <a16:creationId xmlns:a16="http://schemas.microsoft.com/office/drawing/2014/main" id="{3BBF3367-7359-3426-7BB5-DEC1EE67D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1653" y="1907381"/>
            <a:ext cx="2262158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051870"/>
                </a:solidFill>
                <a:sym typeface="Arial" panose="020B0604020202020204" pitchFamily="34" charset="0"/>
              </a:rPr>
              <a:t>在这里输入你的文字
在这里输入你的文字
在这里输入你的文字
在这里输入你的文字
在这里输入你的文字
在这里输入你的文字
在这里输入你的文字
</a:t>
            </a:r>
            <a:endParaRPr lang="en-US" altLang="zh-CN" sz="1800">
              <a:solidFill>
                <a:srgbClr val="757070"/>
              </a:solidFill>
              <a:sym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051870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051870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051870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051870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051870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051870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solidFill>
                <a:srgbClr val="757070"/>
              </a:solidFill>
              <a:sym typeface="Arial" panose="020B0604020202020204" pitchFamily="34" charset="0"/>
            </a:endParaRPr>
          </a:p>
        </p:txBody>
      </p:sp>
      <p:sp>
        <p:nvSpPr>
          <p:cNvPr id="8203" name="矩形 14">
            <a:extLst>
              <a:ext uri="{FF2B5EF4-FFF2-40B4-BE49-F238E27FC236}">
                <a16:creationId xmlns:a16="http://schemas.microsoft.com/office/drawing/2014/main" id="{311975A8-7C3E-F411-1FE3-05F1FDA3A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6962" y="1918097"/>
            <a:ext cx="2262158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051870"/>
                </a:solidFill>
                <a:sym typeface="Arial" panose="020B0604020202020204" pitchFamily="34" charset="0"/>
              </a:rPr>
              <a:t>在这里输入你的文字
在这里输入你的文字
在这里输入你的文字
在这里输入你的文字
在这里输入你的文字
在这里输入你的文字
在这里输入你的文字
</a:t>
            </a:r>
            <a:endParaRPr lang="en-US" altLang="zh-CN" sz="1800">
              <a:solidFill>
                <a:srgbClr val="757070"/>
              </a:solidFill>
              <a:sym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051870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051870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051870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051870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051870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051870"/>
                </a:solidFill>
                <a:sym typeface="Arial" panose="020B0604020202020204" pitchFamily="34" charset="0"/>
              </a:rPr>
              <a:t/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solidFill>
                <a:srgbClr val="757070"/>
              </a:solidFill>
              <a:sym typeface="Arial" panose="020B0604020202020204" pitchFamily="34" charset="0"/>
            </a:endParaRPr>
          </a:p>
        </p:txBody>
      </p:sp>
      <p:pic>
        <p:nvPicPr>
          <p:cNvPr id="8206" name="Picture 8205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>
            <a:extLst>
              <a:ext uri="{FF2B5EF4-FFF2-40B4-BE49-F238E27FC236}">
                <a16:creationId xmlns:a16="http://schemas.microsoft.com/office/drawing/2014/main" id="{0050A05E-7487-9069-E206-1BA3C7004891}"/>
              </a:ext>
            </a:extLst>
          </p:cNvPr>
          <p:cNvGrpSpPr>
            <a:grpSpLocks/>
          </p:cNvGrpSpPr>
          <p:nvPr/>
        </p:nvGrpSpPr>
        <p:grpSpPr bwMode="auto">
          <a:xfrm>
            <a:off x="2350294" y="750094"/>
            <a:ext cx="6096000" cy="4064794"/>
            <a:chOff x="0" y="0"/>
            <a:chExt cx="8128000" cy="5418667"/>
          </a:xfrm>
        </p:grpSpPr>
        <p:sp>
          <p:nvSpPr>
            <p:cNvPr id="9225" name="AutoShape 3">
              <a:extLst>
                <a:ext uri="{FF2B5EF4-FFF2-40B4-BE49-F238E27FC236}">
                  <a16:creationId xmlns:a16="http://schemas.microsoft.com/office/drawing/2014/main" id="{322DF6A9-C971-F05F-4BD3-ED458A478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6125176" y="-1001009"/>
              <a:ext cx="7293488" cy="7293488"/>
            </a:xfrm>
            <a:custGeom>
              <a:avLst/>
              <a:gdLst>
                <a:gd name="T0" fmla="*/ 2147483646 w 21600"/>
                <a:gd name="T1" fmla="*/ 0 h 21600"/>
                <a:gd name="T2" fmla="*/ 2147483646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7835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8392" y="3207"/>
                  </a:moveTo>
                  <a:cubicBezTo>
                    <a:pt x="16378" y="1194"/>
                    <a:pt x="13647" y="62"/>
                    <a:pt x="10799" y="63"/>
                  </a:cubicBezTo>
                  <a:cubicBezTo>
                    <a:pt x="7952" y="63"/>
                    <a:pt x="5221" y="1194"/>
                    <a:pt x="3207" y="3207"/>
                  </a:cubicBezTo>
                  <a:lnTo>
                    <a:pt x="3163" y="3163"/>
                  </a:lnTo>
                  <a:cubicBezTo>
                    <a:pt x="5188" y="1137"/>
                    <a:pt x="7935" y="-1"/>
                    <a:pt x="10800" y="0"/>
                  </a:cubicBezTo>
                  <a:cubicBezTo>
                    <a:pt x="13664" y="0"/>
                    <a:pt x="16411" y="1137"/>
                    <a:pt x="18436" y="3163"/>
                  </a:cubicBezTo>
                  <a:lnTo>
                    <a:pt x="18392" y="3207"/>
                  </a:lnTo>
                  <a:close/>
                </a:path>
              </a:pathLst>
            </a:custGeom>
            <a:noFill/>
            <a:ln w="12700" cap="flat" cmpd="sng">
              <a:solidFill>
                <a:srgbClr val="06197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9226" name="Rectangle 4">
              <a:extLst>
                <a:ext uri="{FF2B5EF4-FFF2-40B4-BE49-F238E27FC236}">
                  <a16:creationId xmlns:a16="http://schemas.microsoft.com/office/drawing/2014/main" id="{57FA769D-4580-7C60-EADC-D4AA9F5D9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110" y="541866"/>
              <a:ext cx="7301111" cy="1083733"/>
            </a:xfrm>
            <a:prstGeom prst="rect">
              <a:avLst/>
            </a:prstGeom>
            <a:solidFill>
              <a:srgbClr val="0825AF"/>
            </a:solidFill>
            <a:ln w="1270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9227" name="Rectangle 5">
              <a:extLst>
                <a:ext uri="{FF2B5EF4-FFF2-40B4-BE49-F238E27FC236}">
                  <a16:creationId xmlns:a16="http://schemas.microsoft.com/office/drawing/2014/main" id="{11FAAE16-C494-CCA3-1AEE-250B96AA0B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110" y="541866"/>
              <a:ext cx="7301111" cy="1083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45160" tIns="68580" bIns="6858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7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9228" name="Oval 6">
              <a:extLst>
                <a:ext uri="{FF2B5EF4-FFF2-40B4-BE49-F238E27FC236}">
                  <a16:creationId xmlns:a16="http://schemas.microsoft.com/office/drawing/2014/main" id="{CCE5939A-112B-E1F9-A928-2B5CCC60A1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77" y="406400"/>
              <a:ext cx="1354666" cy="135466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825A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9229" name="Rectangle 7">
              <a:extLst>
                <a:ext uri="{FF2B5EF4-FFF2-40B4-BE49-F238E27FC236}">
                  <a16:creationId xmlns:a16="http://schemas.microsoft.com/office/drawing/2014/main" id="{86F09A62-DEC0-974C-B511-F19D965DD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048" y="2167466"/>
              <a:ext cx="6907174" cy="1083733"/>
            </a:xfrm>
            <a:prstGeom prst="rect">
              <a:avLst/>
            </a:prstGeom>
            <a:solidFill>
              <a:srgbClr val="0825AF"/>
            </a:solidFill>
            <a:ln w="1270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9230" name="Rectangle 8">
              <a:extLst>
                <a:ext uri="{FF2B5EF4-FFF2-40B4-BE49-F238E27FC236}">
                  <a16:creationId xmlns:a16="http://schemas.microsoft.com/office/drawing/2014/main" id="{9C872F57-6DB9-904E-E2D6-38228BD0C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048" y="2167466"/>
              <a:ext cx="6907174" cy="1083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45160" tIns="68580" bIns="6858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7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9231" name="Oval 9">
              <a:extLst>
                <a:ext uri="{FF2B5EF4-FFF2-40B4-BE49-F238E27FC236}">
                  <a16:creationId xmlns:a16="http://schemas.microsoft.com/office/drawing/2014/main" id="{4EFB93C8-BCB4-B562-B55D-38172181D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714" y="2032000"/>
              <a:ext cx="1354666" cy="135466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825A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9232" name="Rectangle 10">
              <a:extLst>
                <a:ext uri="{FF2B5EF4-FFF2-40B4-BE49-F238E27FC236}">
                  <a16:creationId xmlns:a16="http://schemas.microsoft.com/office/drawing/2014/main" id="{7E43977D-1D06-1703-C3C8-B4E42992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110" y="3793066"/>
              <a:ext cx="7301111" cy="1083733"/>
            </a:xfrm>
            <a:prstGeom prst="rect">
              <a:avLst/>
            </a:prstGeom>
            <a:solidFill>
              <a:srgbClr val="0825AF"/>
            </a:solidFill>
            <a:ln w="1270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9233" name="Rectangle 11">
              <a:extLst>
                <a:ext uri="{FF2B5EF4-FFF2-40B4-BE49-F238E27FC236}">
                  <a16:creationId xmlns:a16="http://schemas.microsoft.com/office/drawing/2014/main" id="{8BCC5E7E-DA59-D21D-F35C-EBBB98EFF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2110" y="3793066"/>
              <a:ext cx="7301111" cy="10837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45160" tIns="68580" bIns="6858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7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9234" name="Oval 12">
              <a:extLst>
                <a:ext uri="{FF2B5EF4-FFF2-40B4-BE49-F238E27FC236}">
                  <a16:creationId xmlns:a16="http://schemas.microsoft.com/office/drawing/2014/main" id="{CC02ED24-0337-E756-0C8A-ABC36240B4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77" y="3657600"/>
              <a:ext cx="1354666" cy="135466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825A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</p:grpSp>
      <p:sp>
        <p:nvSpPr>
          <p:cNvPr id="9219" name="文本框 15">
            <a:extLst>
              <a:ext uri="{FF2B5EF4-FFF2-40B4-BE49-F238E27FC236}">
                <a16:creationId xmlns:a16="http://schemas.microsoft.com/office/drawing/2014/main" id="{601636FC-C6C3-2A26-A041-230856C7D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879" y="2200275"/>
            <a:ext cx="2113079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dist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300">
                <a:solidFill>
                  <a:srgbClr val="061975"/>
                </a:solidFill>
                <a:sym typeface="Arial" panose="020B0604020202020204" pitchFamily="34" charset="0"/>
              </a:rPr>
              <a:t>在这里输
入小标题2</a:t>
            </a:r>
            <a:endParaRPr lang="en-US" altLang="zh-CN" sz="3300">
              <a:solidFill>
                <a:srgbClr val="1E4E79"/>
              </a:solidFill>
              <a:sym typeface="Arial" panose="020B0604020202020204" pitchFamily="34" charset="0"/>
            </a:endParaRPr>
          </a:p>
          <a:p>
            <a:pPr algn="dist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300">
                <a:solidFill>
                  <a:srgbClr val="061975"/>
                </a:solidFill>
                <a:sym typeface="Arial" panose="020B0604020202020204" pitchFamily="34" charset="0"/>
              </a:rPr>
              <a:t/>
            </a:r>
            <a:r>
              <a:rPr lang="en-US" altLang="zh-CN" sz="3300">
                <a:solidFill>
                  <a:srgbClr val="061975"/>
                </a:solidFill>
                <a:sym typeface="Arial" panose="020B0604020202020204" pitchFamily="34" charset="0"/>
              </a:rPr>
              <a:t/>
            </a:r>
            <a:endParaRPr lang="zh-CN" altLang="en-US" sz="3300">
              <a:solidFill>
                <a:srgbClr val="1E4E79"/>
              </a:solidFill>
              <a:sym typeface="Arial" panose="020B0604020202020204" pitchFamily="34" charset="0"/>
            </a:endParaRPr>
          </a:p>
        </p:txBody>
      </p:sp>
      <p:sp>
        <p:nvSpPr>
          <p:cNvPr id="9220" name="矩形 13">
            <a:extLst>
              <a:ext uri="{FF2B5EF4-FFF2-40B4-BE49-F238E27FC236}">
                <a16:creationId xmlns:a16="http://schemas.microsoft.com/office/drawing/2014/main" id="{E0E98E16-69AA-ABF9-0D6B-F2862ABD0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0518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grpSp>
        <p:nvGrpSpPr>
          <p:cNvPr id="9221" name="组合 16">
            <a:extLst>
              <a:ext uri="{FF2B5EF4-FFF2-40B4-BE49-F238E27FC236}">
                <a16:creationId xmlns:a16="http://schemas.microsoft.com/office/drawing/2014/main" id="{DC58D0D6-F6DD-4127-98F6-273D5064D2ED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9223" name="流程图: 数据 17">
              <a:extLst>
                <a:ext uri="{FF2B5EF4-FFF2-40B4-BE49-F238E27FC236}">
                  <a16:creationId xmlns:a16="http://schemas.microsoft.com/office/drawing/2014/main" id="{C9FAC4DA-00CE-5A10-5CE6-26C88B962E1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0619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9224" name="矩形 18">
              <a:extLst>
                <a:ext uri="{FF2B5EF4-FFF2-40B4-BE49-F238E27FC236}">
                  <a16:creationId xmlns:a16="http://schemas.microsoft.com/office/drawing/2014/main" id="{32DA4A2F-0FCA-40E5-5EBD-C188149C9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2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9222" name="文本框 19">
            <a:extLst>
              <a:ext uri="{FF2B5EF4-FFF2-40B4-BE49-F238E27FC236}">
                <a16:creationId xmlns:a16="http://schemas.microsoft.com/office/drawing/2014/main" id="{890B51DC-274E-1392-A93C-BCE4BCF83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研究框架</a:t>
            </a:r>
            <a:endParaRPr lang="zh-CN" altLang="en-US" sz="1350">
              <a:ea typeface="宋体" panose="02010600030101010101" pitchFamily="2" charset="-122"/>
            </a:endParaRPr>
          </a:p>
        </p:txBody>
      </p:sp>
      <p:pic>
        <p:nvPicPr>
          <p:cNvPr id="9235" name="Picture 9234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>
            <a:extLst>
              <a:ext uri="{FF2B5EF4-FFF2-40B4-BE49-F238E27FC236}">
                <a16:creationId xmlns:a16="http://schemas.microsoft.com/office/drawing/2014/main" id="{445921FC-F747-C1B0-E877-B515619953EF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459581"/>
            <a:ext cx="6946106" cy="4801791"/>
            <a:chOff x="0" y="0"/>
            <a:chExt cx="9260706" cy="6403005"/>
          </a:xfrm>
        </p:grpSpPr>
        <p:sp>
          <p:nvSpPr>
            <p:cNvPr id="10248" name="AutoShape 3">
              <a:extLst>
                <a:ext uri="{FF2B5EF4-FFF2-40B4-BE49-F238E27FC236}">
                  <a16:creationId xmlns:a16="http://schemas.microsoft.com/office/drawing/2014/main" id="{B13C452B-9182-3955-6FA5-32D379F04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886408"/>
              <a:ext cx="9260706" cy="1027359"/>
            </a:xfrm>
            <a:prstGeom prst="roundRect">
              <a:avLst>
                <a:gd name="adj" fmla="val 1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49" name="Rectangle 4">
              <a:extLst>
                <a:ext uri="{FF2B5EF4-FFF2-40B4-BE49-F238E27FC236}">
                  <a16:creationId xmlns:a16="http://schemas.microsoft.com/office/drawing/2014/main" id="{CF38D25D-5867-6EA3-E8A8-E0B066E19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886408"/>
              <a:ext cx="2778211" cy="1027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6690" tIns="186690" rIns="186690" bIns="18669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625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三层</a:t>
              </a:r>
            </a:p>
          </p:txBody>
        </p:sp>
        <p:sp>
          <p:nvSpPr>
            <p:cNvPr id="10250" name="AutoShape 5">
              <a:extLst>
                <a:ext uri="{FF2B5EF4-FFF2-40B4-BE49-F238E27FC236}">
                  <a16:creationId xmlns:a16="http://schemas.microsoft.com/office/drawing/2014/main" id="{E1248FD5-4831-1B5E-079E-C78F40DD83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687822"/>
              <a:ext cx="9260706" cy="1027359"/>
            </a:xfrm>
            <a:prstGeom prst="roundRect">
              <a:avLst>
                <a:gd name="adj" fmla="val 1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51" name="Rectangle 6">
              <a:extLst>
                <a:ext uri="{FF2B5EF4-FFF2-40B4-BE49-F238E27FC236}">
                  <a16:creationId xmlns:a16="http://schemas.microsoft.com/office/drawing/2014/main" id="{C99D5ABA-88FD-67C3-F6B6-E70AB30FE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687822"/>
              <a:ext cx="2778211" cy="1027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6690" tIns="186690" rIns="186690" bIns="18669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625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二层</a:t>
              </a:r>
            </a:p>
          </p:txBody>
        </p:sp>
        <p:sp>
          <p:nvSpPr>
            <p:cNvPr id="10252" name="AutoShape 7">
              <a:extLst>
                <a:ext uri="{FF2B5EF4-FFF2-40B4-BE49-F238E27FC236}">
                  <a16:creationId xmlns:a16="http://schemas.microsoft.com/office/drawing/2014/main" id="{38789001-3209-88C6-E8F6-8698436771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489236"/>
              <a:ext cx="9260706" cy="1027359"/>
            </a:xfrm>
            <a:prstGeom prst="roundRect">
              <a:avLst>
                <a:gd name="adj" fmla="val 1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53" name="Rectangle 8">
              <a:extLst>
                <a:ext uri="{FF2B5EF4-FFF2-40B4-BE49-F238E27FC236}">
                  <a16:creationId xmlns:a16="http://schemas.microsoft.com/office/drawing/2014/main" id="{FDD6AA70-F1FC-E312-9624-017F13868A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489236"/>
              <a:ext cx="2778211" cy="1027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6690" tIns="186690" rIns="186690" bIns="18669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625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一层</a:t>
              </a:r>
            </a:p>
          </p:txBody>
        </p:sp>
        <p:sp>
          <p:nvSpPr>
            <p:cNvPr id="10254" name="AutoShape 9">
              <a:extLst>
                <a:ext uri="{FF2B5EF4-FFF2-40B4-BE49-F238E27FC236}">
                  <a16:creationId xmlns:a16="http://schemas.microsoft.com/office/drawing/2014/main" id="{AB62C82F-B591-EB03-DF7D-B29A8EDC0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752" y="1574849"/>
              <a:ext cx="1284199" cy="856132"/>
            </a:xfrm>
            <a:prstGeom prst="roundRect">
              <a:avLst>
                <a:gd name="adj" fmla="val 10000"/>
              </a:avLst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55" name="Rectangle 10">
              <a:extLst>
                <a:ext uri="{FF2B5EF4-FFF2-40B4-BE49-F238E27FC236}">
                  <a16:creationId xmlns:a16="http://schemas.microsoft.com/office/drawing/2014/main" id="{CBDAD8E6-E3B0-1666-4D12-6C852F7D0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9827" y="1599924"/>
              <a:ext cx="1234049" cy="805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</a:t>
              </a:r>
              <a:endParaRPr lang="en-US" altLang="zh-CN" sz="1350">
                <a:solidFill>
                  <a:schemeClr val="bg1"/>
                </a:solidFill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endParaRPr>
            </a:p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入小标题</a:t>
              </a:r>
              <a:r>
                <a:rPr lang="en-US" altLang="zh-CN" sz="1350">
                  <a:solidFill>
                    <a:schemeClr val="bg1"/>
                  </a:solidFill>
                  <a:latin typeface="Calibri" panose="020F0502020204030204" pitchFamily="34" charset="0"/>
                  <a:ea typeface="宋体" panose="02010600030101010101" pitchFamily="2" charset="-122"/>
                </a:rPr>
                <a:t>3</a:t>
              </a:r>
              <a:endParaRPr lang="zh-CN" altLang="en-US" sz="135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256" name="Freeform 11">
              <a:extLst>
                <a:ext uri="{FF2B5EF4-FFF2-40B4-BE49-F238E27FC236}">
                  <a16:creationId xmlns:a16="http://schemas.microsoft.com/office/drawing/2014/main" id="{0A1B6470-C39B-C95A-A467-753175196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7392" y="2430982"/>
              <a:ext cx="1669459" cy="342453"/>
            </a:xfrm>
            <a:custGeom>
              <a:avLst/>
              <a:gdLst>
                <a:gd name="T0" fmla="*/ 1669459 w 1669459"/>
                <a:gd name="T1" fmla="*/ 0 h 342453"/>
                <a:gd name="T2" fmla="*/ 1669459 w 1669459"/>
                <a:gd name="T3" fmla="*/ 171226 h 342453"/>
                <a:gd name="T4" fmla="*/ 0 w 1669459"/>
                <a:gd name="T5" fmla="*/ 171226 h 342453"/>
                <a:gd name="T6" fmla="*/ 0 w 1669459"/>
                <a:gd name="T7" fmla="*/ 342453 h 3424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69459"/>
                <a:gd name="T13" fmla="*/ 0 h 342453"/>
                <a:gd name="T14" fmla="*/ 1669459 w 1669459"/>
                <a:gd name="T15" fmla="*/ 342453 h 3424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69459" h="342453">
                  <a:moveTo>
                    <a:pt x="1669459" y="0"/>
                  </a:moveTo>
                  <a:lnTo>
                    <a:pt x="1669459" y="171226"/>
                  </a:lnTo>
                  <a:lnTo>
                    <a:pt x="0" y="171226"/>
                  </a:lnTo>
                  <a:lnTo>
                    <a:pt x="0" y="342453"/>
                  </a:lnTo>
                </a:path>
              </a:pathLst>
            </a:custGeom>
            <a:noFill/>
            <a:ln w="12700" cap="flat" cmpd="sng">
              <a:solidFill>
                <a:srgbClr val="061C8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257" name="AutoShape 12">
              <a:extLst>
                <a:ext uri="{FF2B5EF4-FFF2-40B4-BE49-F238E27FC236}">
                  <a16:creationId xmlns:a16="http://schemas.microsoft.com/office/drawing/2014/main" id="{761A6D98-481F-34D5-DA1B-8368481059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5292" y="2773436"/>
              <a:ext cx="1284199" cy="856132"/>
            </a:xfrm>
            <a:prstGeom prst="roundRect">
              <a:avLst>
                <a:gd name="adj" fmla="val 10000"/>
              </a:avLst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58" name="Rectangle 13">
              <a:extLst>
                <a:ext uri="{FF2B5EF4-FFF2-40B4-BE49-F238E27FC236}">
                  <a16:creationId xmlns:a16="http://schemas.microsoft.com/office/drawing/2014/main" id="{5C5568CA-AF0C-6B26-5640-666060E400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367" y="2798511"/>
              <a:ext cx="1234049" cy="805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在这输入你的文字</a:t>
              </a:r>
            </a:p>
          </p:txBody>
        </p:sp>
        <p:sp>
          <p:nvSpPr>
            <p:cNvPr id="10259" name="Freeform 14">
              <a:extLst>
                <a:ext uri="{FF2B5EF4-FFF2-40B4-BE49-F238E27FC236}">
                  <a16:creationId xmlns:a16="http://schemas.microsoft.com/office/drawing/2014/main" id="{37EDD21D-EA81-2646-CC2E-604E0B5E4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662" y="3629568"/>
              <a:ext cx="834729" cy="342453"/>
            </a:xfrm>
            <a:custGeom>
              <a:avLst/>
              <a:gdLst>
                <a:gd name="T0" fmla="*/ 834729 w 834729"/>
                <a:gd name="T1" fmla="*/ 0 h 342453"/>
                <a:gd name="T2" fmla="*/ 834729 w 834729"/>
                <a:gd name="T3" fmla="*/ 171226 h 342453"/>
                <a:gd name="T4" fmla="*/ 0 w 834729"/>
                <a:gd name="T5" fmla="*/ 171226 h 342453"/>
                <a:gd name="T6" fmla="*/ 0 w 834729"/>
                <a:gd name="T7" fmla="*/ 342453 h 3424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34729"/>
                <a:gd name="T13" fmla="*/ 0 h 342453"/>
                <a:gd name="T14" fmla="*/ 834729 w 834729"/>
                <a:gd name="T15" fmla="*/ 342453 h 3424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34729" h="342453">
                  <a:moveTo>
                    <a:pt x="834729" y="0"/>
                  </a:moveTo>
                  <a:lnTo>
                    <a:pt x="834729" y="171226"/>
                  </a:lnTo>
                  <a:lnTo>
                    <a:pt x="0" y="171226"/>
                  </a:lnTo>
                  <a:lnTo>
                    <a:pt x="0" y="342453"/>
                  </a:lnTo>
                </a:path>
              </a:pathLst>
            </a:custGeom>
            <a:noFill/>
            <a:ln w="12700" cap="flat" cmpd="sng">
              <a:solidFill>
                <a:srgbClr val="07209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260" name="AutoShape 15">
              <a:extLst>
                <a:ext uri="{FF2B5EF4-FFF2-40B4-BE49-F238E27FC236}">
                  <a16:creationId xmlns:a16="http://schemas.microsoft.com/office/drawing/2014/main" id="{1732201D-0873-EA20-5567-065B19B0C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0563" y="3972022"/>
              <a:ext cx="1284199" cy="856132"/>
            </a:xfrm>
            <a:prstGeom prst="roundRect">
              <a:avLst>
                <a:gd name="adj" fmla="val 10000"/>
              </a:avLst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61" name="Rectangle 16">
              <a:extLst>
                <a:ext uri="{FF2B5EF4-FFF2-40B4-BE49-F238E27FC236}">
                  <a16:creationId xmlns:a16="http://schemas.microsoft.com/office/drawing/2014/main" id="{D13E19D6-4D52-3AD5-711D-1444B807D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5638" y="3997097"/>
              <a:ext cx="1234049" cy="805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在这输入你的文字</a:t>
              </a:r>
            </a:p>
          </p:txBody>
        </p:sp>
        <p:sp>
          <p:nvSpPr>
            <p:cNvPr id="10262" name="Freeform 17">
              <a:extLst>
                <a:ext uri="{FF2B5EF4-FFF2-40B4-BE49-F238E27FC236}">
                  <a16:creationId xmlns:a16="http://schemas.microsoft.com/office/drawing/2014/main" id="{D674BA5A-7CD1-B995-2FE3-1D628B593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7392" y="3629568"/>
              <a:ext cx="834729" cy="342453"/>
            </a:xfrm>
            <a:custGeom>
              <a:avLst/>
              <a:gdLst>
                <a:gd name="T0" fmla="*/ 0 w 834729"/>
                <a:gd name="T1" fmla="*/ 0 h 342453"/>
                <a:gd name="T2" fmla="*/ 0 w 834729"/>
                <a:gd name="T3" fmla="*/ 171226 h 342453"/>
                <a:gd name="T4" fmla="*/ 834729 w 834729"/>
                <a:gd name="T5" fmla="*/ 171226 h 342453"/>
                <a:gd name="T6" fmla="*/ 834729 w 834729"/>
                <a:gd name="T7" fmla="*/ 342453 h 3424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34729"/>
                <a:gd name="T13" fmla="*/ 0 h 342453"/>
                <a:gd name="T14" fmla="*/ 834729 w 834729"/>
                <a:gd name="T15" fmla="*/ 342453 h 3424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34729" h="342453">
                  <a:moveTo>
                    <a:pt x="0" y="0"/>
                  </a:moveTo>
                  <a:lnTo>
                    <a:pt x="0" y="171226"/>
                  </a:lnTo>
                  <a:lnTo>
                    <a:pt x="834729" y="171226"/>
                  </a:lnTo>
                  <a:lnTo>
                    <a:pt x="834729" y="342453"/>
                  </a:lnTo>
                </a:path>
              </a:pathLst>
            </a:custGeom>
            <a:noFill/>
            <a:ln w="12700" cap="flat" cmpd="sng">
              <a:solidFill>
                <a:srgbClr val="07209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263" name="AutoShape 18">
              <a:extLst>
                <a:ext uri="{FF2B5EF4-FFF2-40B4-BE49-F238E27FC236}">
                  <a16:creationId xmlns:a16="http://schemas.microsoft.com/office/drawing/2014/main" id="{C341AA8C-4542-F873-A555-8FE4E0237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0022" y="3972022"/>
              <a:ext cx="1284199" cy="856132"/>
            </a:xfrm>
            <a:prstGeom prst="roundRect">
              <a:avLst>
                <a:gd name="adj" fmla="val 10000"/>
              </a:avLst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64" name="Rectangle 19">
              <a:extLst>
                <a:ext uri="{FF2B5EF4-FFF2-40B4-BE49-F238E27FC236}">
                  <a16:creationId xmlns:a16="http://schemas.microsoft.com/office/drawing/2014/main" id="{EE9316CB-A663-1415-0BCA-E04822DED0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5097" y="3997097"/>
              <a:ext cx="1234049" cy="805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在这输入你的文字</a:t>
              </a:r>
            </a:p>
          </p:txBody>
        </p:sp>
        <p:sp>
          <p:nvSpPr>
            <p:cNvPr id="10265" name="Freeform 20">
              <a:extLst>
                <a:ext uri="{FF2B5EF4-FFF2-40B4-BE49-F238E27FC236}">
                  <a16:creationId xmlns:a16="http://schemas.microsoft.com/office/drawing/2014/main" id="{8AF78B38-0812-A48C-AD82-8A671C47F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6851" y="2430982"/>
              <a:ext cx="1669459" cy="342453"/>
            </a:xfrm>
            <a:custGeom>
              <a:avLst/>
              <a:gdLst>
                <a:gd name="T0" fmla="*/ 0 w 1669459"/>
                <a:gd name="T1" fmla="*/ 0 h 342453"/>
                <a:gd name="T2" fmla="*/ 0 w 1669459"/>
                <a:gd name="T3" fmla="*/ 171226 h 342453"/>
                <a:gd name="T4" fmla="*/ 1669459 w 1669459"/>
                <a:gd name="T5" fmla="*/ 171226 h 342453"/>
                <a:gd name="T6" fmla="*/ 1669459 w 1669459"/>
                <a:gd name="T7" fmla="*/ 342453 h 3424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69459"/>
                <a:gd name="T13" fmla="*/ 0 h 342453"/>
                <a:gd name="T14" fmla="*/ 1669459 w 1669459"/>
                <a:gd name="T15" fmla="*/ 342453 h 3424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69459" h="342453">
                  <a:moveTo>
                    <a:pt x="0" y="0"/>
                  </a:moveTo>
                  <a:lnTo>
                    <a:pt x="0" y="171226"/>
                  </a:lnTo>
                  <a:lnTo>
                    <a:pt x="1669459" y="171226"/>
                  </a:lnTo>
                  <a:lnTo>
                    <a:pt x="1669459" y="342453"/>
                  </a:lnTo>
                </a:path>
              </a:pathLst>
            </a:custGeom>
            <a:noFill/>
            <a:ln w="12700" cap="flat" cmpd="sng">
              <a:solidFill>
                <a:srgbClr val="061C84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266" name="AutoShape 21">
              <a:extLst>
                <a:ext uri="{FF2B5EF4-FFF2-40B4-BE49-F238E27FC236}">
                  <a16:creationId xmlns:a16="http://schemas.microsoft.com/office/drawing/2014/main" id="{DD4D3584-9909-727D-4D0B-C957D0592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4211" y="2773436"/>
              <a:ext cx="1284199" cy="856132"/>
            </a:xfrm>
            <a:prstGeom prst="roundRect">
              <a:avLst>
                <a:gd name="adj" fmla="val 10000"/>
              </a:avLst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67" name="Rectangle 22">
              <a:extLst>
                <a:ext uri="{FF2B5EF4-FFF2-40B4-BE49-F238E27FC236}">
                  <a16:creationId xmlns:a16="http://schemas.microsoft.com/office/drawing/2014/main" id="{52E88573-D422-5CE6-F1C1-AFED60891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9286" y="2798511"/>
              <a:ext cx="1234049" cy="805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在这输入你的文字</a:t>
              </a:r>
            </a:p>
          </p:txBody>
        </p:sp>
        <p:sp>
          <p:nvSpPr>
            <p:cNvPr id="10268" name="Freeform 23">
              <a:extLst>
                <a:ext uri="{FF2B5EF4-FFF2-40B4-BE49-F238E27FC236}">
                  <a16:creationId xmlns:a16="http://schemas.microsoft.com/office/drawing/2014/main" id="{D24CBC14-4545-828D-3A58-87257B2E3B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581" y="3629568"/>
              <a:ext cx="834729" cy="342453"/>
            </a:xfrm>
            <a:custGeom>
              <a:avLst/>
              <a:gdLst>
                <a:gd name="T0" fmla="*/ 834729 w 834729"/>
                <a:gd name="T1" fmla="*/ 0 h 342453"/>
                <a:gd name="T2" fmla="*/ 834729 w 834729"/>
                <a:gd name="T3" fmla="*/ 171226 h 342453"/>
                <a:gd name="T4" fmla="*/ 0 w 834729"/>
                <a:gd name="T5" fmla="*/ 171226 h 342453"/>
                <a:gd name="T6" fmla="*/ 0 w 834729"/>
                <a:gd name="T7" fmla="*/ 342453 h 3424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34729"/>
                <a:gd name="T13" fmla="*/ 0 h 342453"/>
                <a:gd name="T14" fmla="*/ 834729 w 834729"/>
                <a:gd name="T15" fmla="*/ 342453 h 3424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34729" h="342453">
                  <a:moveTo>
                    <a:pt x="834729" y="0"/>
                  </a:moveTo>
                  <a:lnTo>
                    <a:pt x="834729" y="171226"/>
                  </a:lnTo>
                  <a:lnTo>
                    <a:pt x="0" y="171226"/>
                  </a:lnTo>
                  <a:lnTo>
                    <a:pt x="0" y="342453"/>
                  </a:lnTo>
                </a:path>
              </a:pathLst>
            </a:custGeom>
            <a:noFill/>
            <a:ln w="12700" cap="flat" cmpd="sng">
              <a:solidFill>
                <a:srgbClr val="07209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269" name="AutoShape 24">
              <a:extLst>
                <a:ext uri="{FF2B5EF4-FFF2-40B4-BE49-F238E27FC236}">
                  <a16:creationId xmlns:a16="http://schemas.microsoft.com/office/drawing/2014/main" id="{04B16ABF-923B-7CCB-576A-9F556DBC4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9481" y="3972022"/>
              <a:ext cx="1284199" cy="856132"/>
            </a:xfrm>
            <a:prstGeom prst="roundRect">
              <a:avLst>
                <a:gd name="adj" fmla="val 10000"/>
              </a:avLst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70" name="Rectangle 25">
              <a:extLst>
                <a:ext uri="{FF2B5EF4-FFF2-40B4-BE49-F238E27FC236}">
                  <a16:creationId xmlns:a16="http://schemas.microsoft.com/office/drawing/2014/main" id="{83E7452A-6A5C-36E3-ED0F-1037C84FC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4556" y="3997097"/>
              <a:ext cx="1234049" cy="805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在这输入你的文字</a:t>
              </a:r>
            </a:p>
          </p:txBody>
        </p:sp>
        <p:sp>
          <p:nvSpPr>
            <p:cNvPr id="10271" name="Freeform 26">
              <a:extLst>
                <a:ext uri="{FF2B5EF4-FFF2-40B4-BE49-F238E27FC236}">
                  <a16:creationId xmlns:a16="http://schemas.microsoft.com/office/drawing/2014/main" id="{BB3D401C-6FD1-6270-D7C6-28C8292F458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311" y="3629568"/>
              <a:ext cx="834729" cy="342453"/>
            </a:xfrm>
            <a:custGeom>
              <a:avLst/>
              <a:gdLst>
                <a:gd name="T0" fmla="*/ 0 w 834729"/>
                <a:gd name="T1" fmla="*/ 0 h 342453"/>
                <a:gd name="T2" fmla="*/ 0 w 834729"/>
                <a:gd name="T3" fmla="*/ 171226 h 342453"/>
                <a:gd name="T4" fmla="*/ 834729 w 834729"/>
                <a:gd name="T5" fmla="*/ 171226 h 342453"/>
                <a:gd name="T6" fmla="*/ 834729 w 834729"/>
                <a:gd name="T7" fmla="*/ 342453 h 34245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34729"/>
                <a:gd name="T13" fmla="*/ 0 h 342453"/>
                <a:gd name="T14" fmla="*/ 834729 w 834729"/>
                <a:gd name="T15" fmla="*/ 342453 h 34245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34729" h="342453">
                  <a:moveTo>
                    <a:pt x="0" y="0"/>
                  </a:moveTo>
                  <a:lnTo>
                    <a:pt x="0" y="171226"/>
                  </a:lnTo>
                  <a:lnTo>
                    <a:pt x="834729" y="171226"/>
                  </a:lnTo>
                  <a:lnTo>
                    <a:pt x="834729" y="342453"/>
                  </a:lnTo>
                </a:path>
              </a:pathLst>
            </a:custGeom>
            <a:noFill/>
            <a:ln w="12700" cap="flat" cmpd="sng">
              <a:solidFill>
                <a:srgbClr val="07209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0272" name="AutoShape 27">
              <a:extLst>
                <a:ext uri="{FF2B5EF4-FFF2-40B4-BE49-F238E27FC236}">
                  <a16:creationId xmlns:a16="http://schemas.microsoft.com/office/drawing/2014/main" id="{6B4403E5-230C-69CB-DFB9-AB3785262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8941" y="3972022"/>
              <a:ext cx="1284199" cy="856132"/>
            </a:xfrm>
            <a:prstGeom prst="roundRect">
              <a:avLst>
                <a:gd name="adj" fmla="val 10000"/>
              </a:avLst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0273" name="Rectangle 28">
              <a:extLst>
                <a:ext uri="{FF2B5EF4-FFF2-40B4-BE49-F238E27FC236}">
                  <a16:creationId xmlns:a16="http://schemas.microsoft.com/office/drawing/2014/main" id="{9C85EF1C-01E7-5FB2-D1DD-A02E96D3E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4016" y="3997097"/>
              <a:ext cx="1234049" cy="8059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在这输入你的文字</a:t>
              </a:r>
            </a:p>
          </p:txBody>
        </p:sp>
      </p:grpSp>
      <p:sp>
        <p:nvSpPr>
          <p:cNvPr id="10243" name="矩形 7">
            <a:extLst>
              <a:ext uri="{FF2B5EF4-FFF2-40B4-BE49-F238E27FC236}">
                <a16:creationId xmlns:a16="http://schemas.microsoft.com/office/drawing/2014/main" id="{B0CDE7FB-DC96-DE0D-D962-D0F409034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0518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grpSp>
        <p:nvGrpSpPr>
          <p:cNvPr id="10244" name="组合 9">
            <a:extLst>
              <a:ext uri="{FF2B5EF4-FFF2-40B4-BE49-F238E27FC236}">
                <a16:creationId xmlns:a16="http://schemas.microsoft.com/office/drawing/2014/main" id="{B8E7CC67-6588-309E-C2C6-32ECA21C4F14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10246" name="流程图: 数据 10">
              <a:extLst>
                <a:ext uri="{FF2B5EF4-FFF2-40B4-BE49-F238E27FC236}">
                  <a16:creationId xmlns:a16="http://schemas.microsoft.com/office/drawing/2014/main" id="{19AAD4AD-3573-52EE-4EA8-34891481251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0619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0247" name="矩形 11">
              <a:extLst>
                <a:ext uri="{FF2B5EF4-FFF2-40B4-BE49-F238E27FC236}">
                  <a16:creationId xmlns:a16="http://schemas.microsoft.com/office/drawing/2014/main" id="{BAAE1E42-C389-37E4-85F2-31A98FE92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2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10245" name="文本框 12">
            <a:extLst>
              <a:ext uri="{FF2B5EF4-FFF2-40B4-BE49-F238E27FC236}">
                <a16:creationId xmlns:a16="http://schemas.microsoft.com/office/drawing/2014/main" id="{0DA035A5-5FD0-E4D8-AFCB-C346C45F9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研究框架</a:t>
            </a:r>
            <a:endParaRPr lang="zh-CN" altLang="en-US" sz="1350">
              <a:ea typeface="宋体" panose="02010600030101010101" pitchFamily="2" charset="-122"/>
            </a:endParaRPr>
          </a:p>
        </p:txBody>
      </p:sp>
      <p:pic>
        <p:nvPicPr>
          <p:cNvPr id="10274" name="Picture 10273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矩形 1">
            <a:extLst>
              <a:ext uri="{FF2B5EF4-FFF2-40B4-BE49-F238E27FC236}">
                <a16:creationId xmlns:a16="http://schemas.microsoft.com/office/drawing/2014/main" id="{F9E51BBF-5D5C-6675-A796-1B49C3B08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0518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1267" name="文本框 5">
            <a:extLst>
              <a:ext uri="{FF2B5EF4-FFF2-40B4-BE49-F238E27FC236}">
                <a16:creationId xmlns:a16="http://schemas.microsoft.com/office/drawing/2014/main" id="{52F444A9-EFEB-42C7-8FB3-B7CCA0223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研究方法</a:t>
            </a:r>
            <a:endParaRPr lang="zh-CN" altLang="en-US" sz="1350">
              <a:ea typeface="宋体" panose="02010600030101010101" pitchFamily="2" charset="-122"/>
            </a:endParaRPr>
          </a:p>
        </p:txBody>
      </p:sp>
      <p:grpSp>
        <p:nvGrpSpPr>
          <p:cNvPr id="11268" name="Group 4">
            <a:extLst>
              <a:ext uri="{FF2B5EF4-FFF2-40B4-BE49-F238E27FC236}">
                <a16:creationId xmlns:a16="http://schemas.microsoft.com/office/drawing/2014/main" id="{CE9DF0B9-1261-3BB8-4FC4-99BF8775C3A4}"/>
              </a:ext>
            </a:extLst>
          </p:cNvPr>
          <p:cNvGrpSpPr>
            <a:grpSpLocks/>
          </p:cNvGrpSpPr>
          <p:nvPr/>
        </p:nvGrpSpPr>
        <p:grpSpPr bwMode="auto">
          <a:xfrm>
            <a:off x="-794148" y="1287066"/>
            <a:ext cx="4922045" cy="2975372"/>
            <a:chOff x="0" y="0"/>
            <a:chExt cx="6568243" cy="3967627"/>
          </a:xfrm>
        </p:grpSpPr>
        <p:sp>
          <p:nvSpPr>
            <p:cNvPr id="11279" name="Rectangle 6">
              <a:extLst>
                <a:ext uri="{FF2B5EF4-FFF2-40B4-BE49-F238E27FC236}">
                  <a16:creationId xmlns:a16="http://schemas.microsoft.com/office/drawing/2014/main" id="{96B62E80-2CAA-E6E9-0E0D-858206D24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4458" y="2296601"/>
              <a:ext cx="1304758" cy="1121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2860" tIns="22860" rIns="22860" bIns="2286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理论</a:t>
              </a:r>
              <a:r>
                <a:rPr lang="en-US" altLang="zh-CN" sz="180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3</a:t>
              </a:r>
              <a:endParaRPr lang="zh-CN" altLang="en-US" sz="18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1280" name="Rectangle 8">
              <a:extLst>
                <a:ext uri="{FF2B5EF4-FFF2-40B4-BE49-F238E27FC236}">
                  <a16:creationId xmlns:a16="http://schemas.microsoft.com/office/drawing/2014/main" id="{52FBB569-684F-C566-97E1-B44F38F7F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5644" y="1671599"/>
              <a:ext cx="787960" cy="7831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9050" tIns="19050" rIns="19050" bIns="1905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5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理论</a:t>
              </a:r>
              <a:r>
                <a:rPr lang="en-US" altLang="zh-CN" sz="150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2</a:t>
              </a:r>
              <a:endParaRPr lang="zh-CN" altLang="en-US" sz="15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1281" name="Rectangle 10">
              <a:extLst>
                <a:ext uri="{FF2B5EF4-FFF2-40B4-BE49-F238E27FC236}">
                  <a16:creationId xmlns:a16="http://schemas.microsoft.com/office/drawing/2014/main" id="{487B78B1-8E07-74C6-D98E-1338FCDFE2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063" y="515791"/>
              <a:ext cx="872877" cy="872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2860" tIns="22860" rIns="22860" bIns="2286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8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理论</a:t>
              </a:r>
              <a:r>
                <a:rPr lang="en-US" altLang="zh-CN" sz="1800">
                  <a:solidFill>
                    <a:srgbClr val="FFFFFF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rPr>
                <a:t>1</a:t>
              </a:r>
              <a:endParaRPr lang="zh-CN" altLang="en-US" sz="180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1282" name="AutoShape 11">
              <a:extLst>
                <a:ext uri="{FF2B5EF4-FFF2-40B4-BE49-F238E27FC236}">
                  <a16:creationId xmlns:a16="http://schemas.microsoft.com/office/drawing/2014/main" id="{8F8FE293-AE5D-3DED-504A-196D53DA6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5475" y="1457544"/>
              <a:ext cx="2793209" cy="2793209"/>
            </a:xfrm>
            <a:custGeom>
              <a:avLst/>
              <a:gdLst>
                <a:gd name="T0" fmla="*/ 2147483646 w 21600"/>
                <a:gd name="T1" fmla="*/ 2147483646 h 21600"/>
                <a:gd name="T2" fmla="*/ 2147483646 w 21600"/>
                <a:gd name="T3" fmla="*/ 1193680452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2147483646 w 21600"/>
                <a:gd name="T9" fmla="*/ 2147483646 h 21600"/>
                <a:gd name="T10" fmla="*/ 2147483646 w 21600"/>
                <a:gd name="T11" fmla="*/ 2147483646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3 w 21600"/>
                <a:gd name="T19" fmla="*/ 3163 h 21600"/>
                <a:gd name="T20" fmla="*/ 18437 w 21600"/>
                <a:gd name="T21" fmla="*/ 18437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091" y="17329"/>
                  </a:moveTo>
                  <a:cubicBezTo>
                    <a:pt x="19699" y="15534"/>
                    <a:pt x="20588" y="13209"/>
                    <a:pt x="20588" y="10800"/>
                  </a:cubicBezTo>
                  <a:cubicBezTo>
                    <a:pt x="20588" y="5394"/>
                    <a:pt x="16205" y="1012"/>
                    <a:pt x="10800" y="1012"/>
                  </a:cubicBezTo>
                  <a:cubicBezTo>
                    <a:pt x="10489" y="1011"/>
                    <a:pt x="10179" y="1026"/>
                    <a:pt x="9871" y="1056"/>
                  </a:cubicBezTo>
                  <a:lnTo>
                    <a:pt x="9775" y="48"/>
                  </a:lnTo>
                  <a:cubicBezTo>
                    <a:pt x="10115" y="16"/>
                    <a:pt x="10457" y="0"/>
                    <a:pt x="10799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3458"/>
                    <a:pt x="20619" y="16024"/>
                    <a:pt x="18845" y="18004"/>
                  </a:cubicBezTo>
                  <a:lnTo>
                    <a:pt x="20857" y="19805"/>
                  </a:lnTo>
                  <a:lnTo>
                    <a:pt x="16329" y="20055"/>
                  </a:lnTo>
                  <a:lnTo>
                    <a:pt x="16080" y="15528"/>
                  </a:lnTo>
                  <a:lnTo>
                    <a:pt x="18091" y="17329"/>
                  </a:lnTo>
                  <a:close/>
                </a:path>
              </a:pathLst>
            </a:custGeom>
            <a:solidFill>
              <a:srgbClr val="0619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283" name="AutoShape 12">
              <a:extLst>
                <a:ext uri="{FF2B5EF4-FFF2-40B4-BE49-F238E27FC236}">
                  <a16:creationId xmlns:a16="http://schemas.microsoft.com/office/drawing/2014/main" id="{BD41908A-E938-E1B8-D915-0961F9496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5035" y="919459"/>
              <a:ext cx="2029441" cy="2029441"/>
            </a:xfrm>
            <a:custGeom>
              <a:avLst/>
              <a:gdLst/>
              <a:ahLst/>
              <a:cxnLst/>
              <a:rect l="0" t="0" r="0" b="0"/>
              <a:pathLst/>
            </a:custGeom>
            <a:solidFill>
              <a:srgbClr val="0619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1284" name="AutoShape 13">
              <a:extLst>
                <a:ext uri="{FF2B5EF4-FFF2-40B4-BE49-F238E27FC236}">
                  <a16:creationId xmlns:a16="http://schemas.microsoft.com/office/drawing/2014/main" id="{C7309FE2-70F4-C2A9-C6CF-FEEF5864B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325" y="-164890"/>
              <a:ext cx="2188146" cy="2188146"/>
            </a:xfrm>
            <a:custGeom>
              <a:avLst/>
              <a:gdLst>
                <a:gd name="T0" fmla="*/ 581133994 w 21600"/>
                <a:gd name="T1" fmla="*/ 2147483646 h 21600"/>
                <a:gd name="T2" fmla="*/ 709012691 w 21600"/>
                <a:gd name="T3" fmla="*/ 2147483646 h 21600"/>
                <a:gd name="T4" fmla="*/ 1854655835 w 21600"/>
                <a:gd name="T5" fmla="*/ 2147483646 h 21600"/>
                <a:gd name="T6" fmla="*/ 780746195 w 21600"/>
                <a:gd name="T7" fmla="*/ 1854655835 h 21600"/>
                <a:gd name="T8" fmla="*/ 2147483646 w 21600"/>
                <a:gd name="T9" fmla="*/ 1588513055 h 21600"/>
                <a:gd name="T10" fmla="*/ 2147483646 w 21600"/>
                <a:gd name="T11" fmla="*/ 2147483646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3 w 21600"/>
                <a:gd name="T19" fmla="*/ 3163 h 21600"/>
                <a:gd name="T20" fmla="*/ 18437 w 21600"/>
                <a:gd name="T21" fmla="*/ 18437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3722" y="4450"/>
                  </a:moveTo>
                  <a:cubicBezTo>
                    <a:pt x="2157" y="6195"/>
                    <a:pt x="1291" y="8456"/>
                    <a:pt x="1292" y="10800"/>
                  </a:cubicBezTo>
                  <a:cubicBezTo>
                    <a:pt x="1292" y="11069"/>
                    <a:pt x="1303" y="11337"/>
                    <a:pt x="1326" y="11606"/>
                  </a:cubicBezTo>
                  <a:lnTo>
                    <a:pt x="38" y="11715"/>
                  </a:lnTo>
                  <a:cubicBezTo>
                    <a:pt x="12" y="11411"/>
                    <a:pt x="0" y="11105"/>
                    <a:pt x="0" y="10800"/>
                  </a:cubicBezTo>
                  <a:cubicBezTo>
                    <a:pt x="-1" y="8137"/>
                    <a:pt x="983" y="5569"/>
                    <a:pt x="2761" y="3587"/>
                  </a:cubicBezTo>
                  <a:lnTo>
                    <a:pt x="751" y="1784"/>
                  </a:lnTo>
                  <a:lnTo>
                    <a:pt x="5475" y="1528"/>
                  </a:lnTo>
                  <a:lnTo>
                    <a:pt x="5732" y="6253"/>
                  </a:lnTo>
                  <a:lnTo>
                    <a:pt x="3722" y="4450"/>
                  </a:lnTo>
                  <a:close/>
                </a:path>
              </a:pathLst>
            </a:custGeom>
            <a:solidFill>
              <a:srgbClr val="0619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1269" name="组合 7">
            <a:extLst>
              <a:ext uri="{FF2B5EF4-FFF2-40B4-BE49-F238E27FC236}">
                <a16:creationId xmlns:a16="http://schemas.microsoft.com/office/drawing/2014/main" id="{FD0EDCCA-1E0E-5C14-7035-082F7E636800}"/>
              </a:ext>
            </a:extLst>
          </p:cNvPr>
          <p:cNvGrpSpPr>
            <a:grpSpLocks/>
          </p:cNvGrpSpPr>
          <p:nvPr/>
        </p:nvGrpSpPr>
        <p:grpSpPr bwMode="auto">
          <a:xfrm>
            <a:off x="3527823" y="1490662"/>
            <a:ext cx="5082778" cy="2568179"/>
            <a:chOff x="0" y="0"/>
            <a:chExt cx="6775938" cy="5669089"/>
          </a:xfrm>
        </p:grpSpPr>
        <p:sp>
          <p:nvSpPr>
            <p:cNvPr id="11276" name="矩形 9">
              <a:extLst>
                <a:ext uri="{FF2B5EF4-FFF2-40B4-BE49-F238E27FC236}">
                  <a16:creationId xmlns:a16="http://schemas.microsoft.com/office/drawing/2014/main" id="{F30C3247-3066-EAAB-B9DC-A204B0C9E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6775938" cy="1748981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1277" name="矩形 10">
              <a:extLst>
                <a:ext uri="{FF2B5EF4-FFF2-40B4-BE49-F238E27FC236}">
                  <a16:creationId xmlns:a16="http://schemas.microsoft.com/office/drawing/2014/main" id="{7FD90C69-F489-5A57-23A4-2AB447F33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981200"/>
              <a:ext cx="6775938" cy="1748981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1278" name="矩形 11">
              <a:extLst>
                <a:ext uri="{FF2B5EF4-FFF2-40B4-BE49-F238E27FC236}">
                  <a16:creationId xmlns:a16="http://schemas.microsoft.com/office/drawing/2014/main" id="{8B0F4408-8DBB-EF3D-9126-429CA7580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920108"/>
              <a:ext cx="6775938" cy="1748981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11270" name="文本框 12">
            <a:extLst>
              <a:ext uri="{FF2B5EF4-FFF2-40B4-BE49-F238E27FC236}">
                <a16:creationId xmlns:a16="http://schemas.microsoft.com/office/drawing/2014/main" id="{F18E48AE-862C-4B65-2DEF-51946979F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178" y="1587104"/>
            <a:ext cx="4899422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05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1271" name="文本框 13">
            <a:extLst>
              <a:ext uri="{FF2B5EF4-FFF2-40B4-BE49-F238E27FC236}">
                <a16:creationId xmlns:a16="http://schemas.microsoft.com/office/drawing/2014/main" id="{B3366E2E-2723-53E2-543B-F6BD97955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178" y="2455069"/>
            <a:ext cx="4899422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05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1272" name="文本框 14">
            <a:extLst>
              <a:ext uri="{FF2B5EF4-FFF2-40B4-BE49-F238E27FC236}">
                <a16:creationId xmlns:a16="http://schemas.microsoft.com/office/drawing/2014/main" id="{FC47C1DF-8FF4-69DA-05EF-CA101D1B3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178" y="3327798"/>
            <a:ext cx="4899422" cy="715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05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grpSp>
        <p:nvGrpSpPr>
          <p:cNvPr id="11273" name="组合 15">
            <a:extLst>
              <a:ext uri="{FF2B5EF4-FFF2-40B4-BE49-F238E27FC236}">
                <a16:creationId xmlns:a16="http://schemas.microsoft.com/office/drawing/2014/main" id="{6F0DD151-A8E5-AAA3-0A6B-63A226BB8B00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11274" name="流程图: 数据 16">
              <a:extLst>
                <a:ext uri="{FF2B5EF4-FFF2-40B4-BE49-F238E27FC236}">
                  <a16:creationId xmlns:a16="http://schemas.microsoft.com/office/drawing/2014/main" id="{9BE580B4-091F-72A6-0E93-2C99725962D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0619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1275" name="矩形 17">
              <a:extLst>
                <a:ext uri="{FF2B5EF4-FFF2-40B4-BE49-F238E27FC236}">
                  <a16:creationId xmlns:a16="http://schemas.microsoft.com/office/drawing/2014/main" id="{900D455A-3AF3-0260-F61E-9DC7F02CA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3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pic>
        <p:nvPicPr>
          <p:cNvPr id="11285" name="Picture 11284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平行四边形 10">
            <a:extLst>
              <a:ext uri="{FF2B5EF4-FFF2-40B4-BE49-F238E27FC236}">
                <a16:creationId xmlns:a16="http://schemas.microsoft.com/office/drawing/2014/main" id="{BDA9A57E-67C3-1FBB-6F8D-15DFB61B276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6463903" y="4104085"/>
            <a:ext cx="912019" cy="685800"/>
          </a:xfrm>
          <a:prstGeom prst="parallelogram">
            <a:avLst>
              <a:gd name="adj" fmla="val 24996"/>
            </a:avLst>
          </a:prstGeom>
          <a:solidFill>
            <a:srgbClr val="0619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2291" name="矩形 1">
            <a:extLst>
              <a:ext uri="{FF2B5EF4-FFF2-40B4-BE49-F238E27FC236}">
                <a16:creationId xmlns:a16="http://schemas.microsoft.com/office/drawing/2014/main" id="{27D56E72-0B3B-F9C0-B3EC-2C2FA2049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0518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2292" name="文本框 5">
            <a:extLst>
              <a:ext uri="{FF2B5EF4-FFF2-40B4-BE49-F238E27FC236}">
                <a16:creationId xmlns:a16="http://schemas.microsoft.com/office/drawing/2014/main" id="{DAA01DED-4FB5-D42C-9790-2EC7F9236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主要结论</a:t>
            </a:r>
          </a:p>
        </p:txBody>
      </p:sp>
      <p:grpSp>
        <p:nvGrpSpPr>
          <p:cNvPr id="12293" name="Group 5">
            <a:extLst>
              <a:ext uri="{FF2B5EF4-FFF2-40B4-BE49-F238E27FC236}">
                <a16:creationId xmlns:a16="http://schemas.microsoft.com/office/drawing/2014/main" id="{E3098489-E43C-6CCC-3E4D-0EB6980204F6}"/>
              </a:ext>
            </a:extLst>
          </p:cNvPr>
          <p:cNvGrpSpPr>
            <a:grpSpLocks/>
          </p:cNvGrpSpPr>
          <p:nvPr/>
        </p:nvGrpSpPr>
        <p:grpSpPr bwMode="auto">
          <a:xfrm>
            <a:off x="411956" y="750094"/>
            <a:ext cx="6096000" cy="4064794"/>
            <a:chOff x="0" y="0"/>
            <a:chExt cx="8128000" cy="5418667"/>
          </a:xfrm>
        </p:grpSpPr>
        <p:sp>
          <p:nvSpPr>
            <p:cNvPr id="12299" name="AutoShape 6">
              <a:extLst>
                <a:ext uri="{FF2B5EF4-FFF2-40B4-BE49-F238E27FC236}">
                  <a16:creationId xmlns:a16="http://schemas.microsoft.com/office/drawing/2014/main" id="{6D04F744-AE8C-7080-20DD-BEE8F55B0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34852"/>
              <a:ext cx="8128000" cy="1183746"/>
            </a:xfrm>
            <a:prstGeom prst="rightArrow">
              <a:avLst>
                <a:gd name="adj1" fmla="val 50000"/>
                <a:gd name="adj2" fmla="val 49972"/>
              </a:avLst>
            </a:prstGeom>
            <a:solidFill>
              <a:srgbClr val="0B3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2300" name="Rectangle 7">
              <a:extLst>
                <a:ext uri="{FF2B5EF4-FFF2-40B4-BE49-F238E27FC236}">
                  <a16:creationId xmlns:a16="http://schemas.microsoft.com/office/drawing/2014/main" id="{BE6F9E99-BFCA-4C98-4BFE-0052B718C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030789"/>
              <a:ext cx="7832064" cy="591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0008" tIns="60008" rIns="190500" bIns="14094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575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12301" name="Rectangle 8">
              <a:extLst>
                <a:ext uri="{FF2B5EF4-FFF2-40B4-BE49-F238E27FC236}">
                  <a16:creationId xmlns:a16="http://schemas.microsoft.com/office/drawing/2014/main" id="{C02A8CED-DC69-1869-2A56-BB0759113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647691"/>
              <a:ext cx="2503424" cy="22803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2302" name="Rectangle 9">
              <a:extLst>
                <a:ext uri="{FF2B5EF4-FFF2-40B4-BE49-F238E27FC236}">
                  <a16:creationId xmlns:a16="http://schemas.microsoft.com/office/drawing/2014/main" id="{77DD4026-36A0-AA54-200F-EB78E07997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647691"/>
              <a:ext cx="2503424" cy="2280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0008" tIns="60008" rIns="60008" bIns="60008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altLang="zh-CN" sz="1575" dirty="0">
                  <a:solidFill>
                    <a:srgbClr val="020B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itchFamily="34" charset="-122"/>
                </a:rPr>
                <a:t>This is a sample text.
Insert your desired text here.</a:t>
              </a:r>
              <a:endParaRPr lang="zh-CN" altLang="en-US" sz="1575" dirty="0">
                <a:solidFill>
                  <a:srgbClr val="3A3838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altLang="zh-CN" sz="1575" dirty="0">
                  <a:solidFill>
                    <a:srgbClr val="020B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itchFamily="34" charset="-122"/>
                </a:rPr>
                <a:t/>
              </a:r>
            </a:p>
          </p:txBody>
        </p:sp>
        <p:sp>
          <p:nvSpPr>
            <p:cNvPr id="12303" name="AutoShape 10">
              <a:extLst>
                <a:ext uri="{FF2B5EF4-FFF2-40B4-BE49-F238E27FC236}">
                  <a16:creationId xmlns:a16="http://schemas.microsoft.com/office/drawing/2014/main" id="{3D015E2E-2B3B-7083-C3A3-3F206B8FE4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3423" y="1129434"/>
              <a:ext cx="5624576" cy="1183746"/>
            </a:xfrm>
            <a:prstGeom prst="rightArrow">
              <a:avLst>
                <a:gd name="adj1" fmla="val 50000"/>
                <a:gd name="adj2" fmla="val 49979"/>
              </a:avLst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2304" name="Rectangle 11">
              <a:extLst>
                <a:ext uri="{FF2B5EF4-FFF2-40B4-BE49-F238E27FC236}">
                  <a16:creationId xmlns:a16="http://schemas.microsoft.com/office/drawing/2014/main" id="{F8CC0E87-6E52-C972-F2D5-38CB785B2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3423" y="1425371"/>
              <a:ext cx="5328640" cy="591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0008" tIns="60008" rIns="190500" bIns="14094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575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12305" name="Rectangle 12">
              <a:extLst>
                <a:ext uri="{FF2B5EF4-FFF2-40B4-BE49-F238E27FC236}">
                  <a16:creationId xmlns:a16="http://schemas.microsoft.com/office/drawing/2014/main" id="{49666233-4B09-8723-9DC0-7419F16D5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3423" y="2042273"/>
              <a:ext cx="2503424" cy="228033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2306" name="Rectangle 13">
              <a:extLst>
                <a:ext uri="{FF2B5EF4-FFF2-40B4-BE49-F238E27FC236}">
                  <a16:creationId xmlns:a16="http://schemas.microsoft.com/office/drawing/2014/main" id="{3D41B8EB-AAD4-F668-5533-A078EEEF1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3423" y="2042273"/>
              <a:ext cx="2503424" cy="2280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0008" tIns="60008" rIns="60008" bIns="60008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altLang="zh-CN" sz="1575" dirty="0">
                  <a:solidFill>
                    <a:srgbClr val="020B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itchFamily="34" charset="-122"/>
                </a:rPr>
                <a:t>This is a sample text.
Insert your desired text here.</a:t>
              </a:r>
              <a:endParaRPr lang="zh-CN" altLang="en-US" sz="1575" dirty="0">
                <a:solidFill>
                  <a:srgbClr val="3A3838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altLang="zh-CN" sz="1575" dirty="0">
                  <a:solidFill>
                    <a:srgbClr val="020B3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itchFamily="34" charset="-122"/>
                </a:rPr>
                <a:t/>
              </a:r>
            </a:p>
          </p:txBody>
        </p:sp>
        <p:sp>
          <p:nvSpPr>
            <p:cNvPr id="12307" name="AutoShape 14">
              <a:extLst>
                <a:ext uri="{FF2B5EF4-FFF2-40B4-BE49-F238E27FC236}">
                  <a16:creationId xmlns:a16="http://schemas.microsoft.com/office/drawing/2014/main" id="{660541B6-A095-39D4-CE60-4CA7AC9AA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6848" y="1524016"/>
              <a:ext cx="3121152" cy="1183746"/>
            </a:xfrm>
            <a:prstGeom prst="rightArrow">
              <a:avLst>
                <a:gd name="adj1" fmla="val 50000"/>
                <a:gd name="adj2" fmla="val 49999"/>
              </a:avLst>
            </a:prstGeom>
            <a:solidFill>
              <a:srgbClr val="0619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2308" name="Rectangle 15">
              <a:extLst>
                <a:ext uri="{FF2B5EF4-FFF2-40B4-BE49-F238E27FC236}">
                  <a16:creationId xmlns:a16="http://schemas.microsoft.com/office/drawing/2014/main" id="{BA82AF26-C6D7-6155-AF68-2693FF9A5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6848" y="1819953"/>
              <a:ext cx="2825216" cy="5918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0008" tIns="60008" rIns="190500" bIns="14094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575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12309" name="Rectangle 16">
              <a:extLst>
                <a:ext uri="{FF2B5EF4-FFF2-40B4-BE49-F238E27FC236}">
                  <a16:creationId xmlns:a16="http://schemas.microsoft.com/office/drawing/2014/main" id="{0DD0E366-DB30-3B78-2B1D-714344A49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6848" y="2436855"/>
              <a:ext cx="2503424" cy="22469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2310" name="Rectangle 17">
              <a:extLst>
                <a:ext uri="{FF2B5EF4-FFF2-40B4-BE49-F238E27FC236}">
                  <a16:creationId xmlns:a16="http://schemas.microsoft.com/office/drawing/2014/main" id="{8EB2DE3C-D23A-3C6B-EC3C-85EBC13B1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6848" y="2436855"/>
              <a:ext cx="2503424" cy="22469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0008" tIns="60008" rIns="60008" bIns="60008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altLang="zh-CN" sz="1575" dirty="0">
                  <a:solidFill>
                    <a:srgbClr val="0619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itchFamily="34" charset="-122"/>
                </a:rPr>
                <a:t>This is a sample text.
Insert your desired text here.</a:t>
              </a:r>
              <a:endParaRPr lang="zh-CN" altLang="en-US" sz="1575" dirty="0">
                <a:solidFill>
                  <a:srgbClr val="1E4E79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en-US" altLang="zh-CN" sz="1575" dirty="0">
                  <a:solidFill>
                    <a:srgbClr val="0619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itchFamily="34" charset="-122"/>
                </a:rPr>
                <a:t/>
              </a:r>
            </a:p>
          </p:txBody>
        </p:sp>
      </p:grpSp>
      <p:sp>
        <p:nvSpPr>
          <p:cNvPr id="12294" name="矩形 7">
            <a:extLst>
              <a:ext uri="{FF2B5EF4-FFF2-40B4-BE49-F238E27FC236}">
                <a16:creationId xmlns:a16="http://schemas.microsoft.com/office/drawing/2014/main" id="{121DC4C7-13C2-4313-A121-A2F575BC9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7013" y="921544"/>
            <a:ext cx="2286000" cy="3774281"/>
          </a:xfrm>
          <a:prstGeom prst="rect">
            <a:avLst/>
          </a:prstGeom>
          <a:solidFill>
            <a:srgbClr val="0825A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2295" name="文本框 8">
            <a:extLst>
              <a:ext uri="{FF2B5EF4-FFF2-40B4-BE49-F238E27FC236}">
                <a16:creationId xmlns:a16="http://schemas.microsoft.com/office/drawing/2014/main" id="{B0E40EA7-119D-D017-856C-54864F441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785937"/>
            <a:ext cx="194786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3600">
                <a:solidFill>
                  <a:schemeClr val="bg1"/>
                </a:solidFill>
                <a:sym typeface="Arial" panose="020B0604020202020204" pitchFamily="34" charset="0"/>
              </a:rPr>
              <a:t>在这里输入你的结论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3600">
              <a:solidFill>
                <a:schemeClr val="bg1"/>
              </a:solidFill>
              <a:sym typeface="Arial" panose="020B0604020202020204" pitchFamily="34" charset="0"/>
            </a:endParaRPr>
          </a:p>
        </p:txBody>
      </p:sp>
      <p:grpSp>
        <p:nvGrpSpPr>
          <p:cNvPr id="12296" name="组合 11">
            <a:extLst>
              <a:ext uri="{FF2B5EF4-FFF2-40B4-BE49-F238E27FC236}">
                <a16:creationId xmlns:a16="http://schemas.microsoft.com/office/drawing/2014/main" id="{123781D8-0725-F58C-F05A-DB6BEFF07298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12297" name="流程图: 数据 12">
              <a:extLst>
                <a:ext uri="{FF2B5EF4-FFF2-40B4-BE49-F238E27FC236}">
                  <a16:creationId xmlns:a16="http://schemas.microsoft.com/office/drawing/2014/main" id="{2498AE10-3583-274D-4B9B-559F22D3D79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0619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2298" name="矩形 13">
              <a:extLst>
                <a:ext uri="{FF2B5EF4-FFF2-40B4-BE49-F238E27FC236}">
                  <a16:creationId xmlns:a16="http://schemas.microsoft.com/office/drawing/2014/main" id="{DD552E63-4FC5-E854-6893-6F7D284CA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4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pic>
        <p:nvPicPr>
          <p:cNvPr id="12311" name="Picture 12310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矩形 1">
            <a:extLst>
              <a:ext uri="{FF2B5EF4-FFF2-40B4-BE49-F238E27FC236}">
                <a16:creationId xmlns:a16="http://schemas.microsoft.com/office/drawing/2014/main" id="{63363552-7675-8EA5-B370-CCAE23FE0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0518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3315" name="文本框 5">
            <a:extLst>
              <a:ext uri="{FF2B5EF4-FFF2-40B4-BE49-F238E27FC236}">
                <a16:creationId xmlns:a16="http://schemas.microsoft.com/office/drawing/2014/main" id="{E983E61A-E716-53AF-AFB3-AF43ECF03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分析与讨论</a:t>
            </a:r>
          </a:p>
        </p:txBody>
      </p:sp>
      <p:grpSp>
        <p:nvGrpSpPr>
          <p:cNvPr id="13316" name="Group 4">
            <a:extLst>
              <a:ext uri="{FF2B5EF4-FFF2-40B4-BE49-F238E27FC236}">
                <a16:creationId xmlns:a16="http://schemas.microsoft.com/office/drawing/2014/main" id="{6D5B8A4B-DF0E-CB66-6AEE-7F6947E50054}"/>
              </a:ext>
            </a:extLst>
          </p:cNvPr>
          <p:cNvGrpSpPr>
            <a:grpSpLocks/>
          </p:cNvGrpSpPr>
          <p:nvPr/>
        </p:nvGrpSpPr>
        <p:grpSpPr bwMode="auto">
          <a:xfrm>
            <a:off x="2409826" y="1166812"/>
            <a:ext cx="4269581" cy="3090863"/>
            <a:chOff x="0" y="0"/>
            <a:chExt cx="5691669" cy="4121147"/>
          </a:xfrm>
        </p:grpSpPr>
        <p:sp>
          <p:nvSpPr>
            <p:cNvPr id="13328" name="Rectangle 6">
              <a:extLst>
                <a:ext uri="{FF2B5EF4-FFF2-40B4-BE49-F238E27FC236}">
                  <a16:creationId xmlns:a16="http://schemas.microsoft.com/office/drawing/2014/main" id="{0A6AC4B9-BE8C-6AAE-4C8F-99075A5A7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6303" y="907816"/>
              <a:ext cx="1174526" cy="1153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6670" tIns="26670" rIns="26670" bIns="2667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1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输入文字</a:t>
              </a:r>
            </a:p>
          </p:txBody>
        </p:sp>
        <p:sp>
          <p:nvSpPr>
            <p:cNvPr id="13329" name="Rectangle 8">
              <a:extLst>
                <a:ext uri="{FF2B5EF4-FFF2-40B4-BE49-F238E27FC236}">
                  <a16:creationId xmlns:a16="http://schemas.microsoft.com/office/drawing/2014/main" id="{CCECC59E-AB59-6980-2B48-2AE61517D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5371" y="2561062"/>
              <a:ext cx="1562480" cy="1082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6670" tIns="26670" rIns="26670" bIns="2667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1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输入文字</a:t>
              </a:r>
            </a:p>
          </p:txBody>
        </p:sp>
        <p:sp>
          <p:nvSpPr>
            <p:cNvPr id="13330" name="Rectangle 10">
              <a:extLst>
                <a:ext uri="{FF2B5EF4-FFF2-40B4-BE49-F238E27FC236}">
                  <a16:creationId xmlns:a16="http://schemas.microsoft.com/office/drawing/2014/main" id="{3C0184DC-2887-599B-9740-9F7F88E4F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6633" y="1052056"/>
              <a:ext cx="1174526" cy="11539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6670" tIns="26670" rIns="26670" bIns="2667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1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输入文字</a:t>
              </a:r>
            </a:p>
          </p:txBody>
        </p:sp>
      </p:grpSp>
      <p:cxnSp>
        <p:nvCxnSpPr>
          <p:cNvPr id="13317" name="肘形连接符 8">
            <a:extLst>
              <a:ext uri="{FF2B5EF4-FFF2-40B4-BE49-F238E27FC236}">
                <a16:creationId xmlns:a16="http://schemas.microsoft.com/office/drawing/2014/main" id="{9AC64364-3782-3645-6D63-084CC215E82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504260" y="1231107"/>
            <a:ext cx="1020365" cy="579835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06197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18" name="肘形连接符 10">
            <a:extLst>
              <a:ext uri="{FF2B5EF4-FFF2-40B4-BE49-F238E27FC236}">
                <a16:creationId xmlns:a16="http://schemas.microsoft.com/office/drawing/2014/main" id="{48668599-E92F-89E6-5650-0E090D17306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44616" y="4062413"/>
            <a:ext cx="1618059" cy="351235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06197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19" name="肘形连接符 12">
            <a:extLst>
              <a:ext uri="{FF2B5EF4-FFF2-40B4-BE49-F238E27FC236}">
                <a16:creationId xmlns:a16="http://schemas.microsoft.com/office/drawing/2014/main" id="{9D195E37-1320-A942-4E8D-6C0923D57CC3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1934766" y="2075260"/>
            <a:ext cx="1408509" cy="523875"/>
          </a:xfrm>
          <a:prstGeom prst="bentConnector3">
            <a:avLst>
              <a:gd name="adj1" fmla="val 98662"/>
            </a:avLst>
          </a:prstGeom>
          <a:noFill/>
          <a:ln w="6350">
            <a:solidFill>
              <a:srgbClr val="06197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20" name="文本框 13">
            <a:extLst>
              <a:ext uri="{FF2B5EF4-FFF2-40B4-BE49-F238E27FC236}">
                <a16:creationId xmlns:a16="http://schemas.microsoft.com/office/drawing/2014/main" id="{808A1277-0053-166A-1FE6-50BFEE338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3435" y="1034653"/>
            <a:ext cx="489942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100">
                <a:solidFill>
                  <a:srgbClr val="595959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3321" name="文本框 14">
            <a:extLst>
              <a:ext uri="{FF2B5EF4-FFF2-40B4-BE49-F238E27FC236}">
                <a16:creationId xmlns:a16="http://schemas.microsoft.com/office/drawing/2014/main" id="{2D84E4BD-51CA-732C-2912-560D7B815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2676" y="4237435"/>
            <a:ext cx="489823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100">
                <a:solidFill>
                  <a:srgbClr val="595959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3322" name="文本框 15">
            <a:extLst>
              <a:ext uri="{FF2B5EF4-FFF2-40B4-BE49-F238E27FC236}">
                <a16:creationId xmlns:a16="http://schemas.microsoft.com/office/drawing/2014/main" id="{16F39529-00BC-F68B-6941-465E7987B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310" y="1465660"/>
            <a:ext cx="4899422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100">
                <a:solidFill>
                  <a:srgbClr val="595959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3323" name="文本框 17">
            <a:extLst>
              <a:ext uri="{FF2B5EF4-FFF2-40B4-BE49-F238E27FC236}">
                <a16:creationId xmlns:a16="http://schemas.microsoft.com/office/drawing/2014/main" id="{3190BC1B-13F0-D357-FE77-4B5523FDE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310" y="3574257"/>
            <a:ext cx="5855494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400" b="1" dirty="0">
                <a:solidFill>
                  <a:srgbClr val="06197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>Click to edit title style
</a:t>
            </a:r>
            <a:endParaRPr lang="zh-CN" altLang="en-US" sz="2400" b="1" dirty="0">
              <a:solidFill>
                <a:srgbClr val="1E4E7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Unicode MS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500" dirty="0">
              <a:solidFill>
                <a:srgbClr val="1E4E79"/>
              </a:solidFill>
              <a:sym typeface="Arial" panose="020B0604020202020204" pitchFamily="34" charset="0"/>
            </a:endParaRPr>
          </a:p>
        </p:txBody>
      </p:sp>
      <p:sp>
        <p:nvSpPr>
          <p:cNvPr id="13324" name="矩形 18">
            <a:extLst>
              <a:ext uri="{FF2B5EF4-FFF2-40B4-BE49-F238E27FC236}">
                <a16:creationId xmlns:a16="http://schemas.microsoft.com/office/drawing/2014/main" id="{A7990921-C60B-9A52-7600-F2F0D3422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" y="4007644"/>
            <a:ext cx="457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6197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>This is a sample text.
Insert your desired text here.</a:t>
            </a:r>
            <a:endParaRPr lang="zh-CN" altLang="en-US" sz="1800" dirty="0">
              <a:solidFill>
                <a:srgbClr val="1E4E7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Unicode MS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rgbClr val="06197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/>
            </a:r>
          </a:p>
        </p:txBody>
      </p:sp>
      <p:grpSp>
        <p:nvGrpSpPr>
          <p:cNvPr id="13325" name="组合 16">
            <a:extLst>
              <a:ext uri="{FF2B5EF4-FFF2-40B4-BE49-F238E27FC236}">
                <a16:creationId xmlns:a16="http://schemas.microsoft.com/office/drawing/2014/main" id="{930D3064-374C-D4BC-B683-9736BD1E7E00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13326" name="流程图: 数据 19">
              <a:extLst>
                <a:ext uri="{FF2B5EF4-FFF2-40B4-BE49-F238E27FC236}">
                  <a16:creationId xmlns:a16="http://schemas.microsoft.com/office/drawing/2014/main" id="{AE66E21A-888C-6AE0-39B6-E4AC2EC9DA4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0619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3327" name="矩形 20">
              <a:extLst>
                <a:ext uri="{FF2B5EF4-FFF2-40B4-BE49-F238E27FC236}">
                  <a16:creationId xmlns:a16="http://schemas.microsoft.com/office/drawing/2014/main" id="{70F87633-6E77-AB79-C176-A5F2724DA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5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pic>
        <p:nvPicPr>
          <p:cNvPr id="13331" name="Picture 13330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矩形 1">
            <a:extLst>
              <a:ext uri="{FF2B5EF4-FFF2-40B4-BE49-F238E27FC236}">
                <a16:creationId xmlns:a16="http://schemas.microsoft.com/office/drawing/2014/main" id="{C03AF577-68C8-6B7F-6BF5-11F7FEA29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0518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4339" name="文本框 5">
            <a:extLst>
              <a:ext uri="{FF2B5EF4-FFF2-40B4-BE49-F238E27FC236}">
                <a16:creationId xmlns:a16="http://schemas.microsoft.com/office/drawing/2014/main" id="{49AEEDCD-5C35-214F-28B6-78B645173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分析与讨论</a:t>
            </a:r>
          </a:p>
        </p:txBody>
      </p:sp>
      <p:grpSp>
        <p:nvGrpSpPr>
          <p:cNvPr id="14340" name="Group 4">
            <a:extLst>
              <a:ext uri="{FF2B5EF4-FFF2-40B4-BE49-F238E27FC236}">
                <a16:creationId xmlns:a16="http://schemas.microsoft.com/office/drawing/2014/main" id="{7832CFEC-9A57-193B-10A6-E48309C61ED3}"/>
              </a:ext>
            </a:extLst>
          </p:cNvPr>
          <p:cNvGrpSpPr>
            <a:grpSpLocks/>
          </p:cNvGrpSpPr>
          <p:nvPr/>
        </p:nvGrpSpPr>
        <p:grpSpPr bwMode="auto">
          <a:xfrm>
            <a:off x="1421606" y="1225154"/>
            <a:ext cx="6300788" cy="4063603"/>
            <a:chOff x="0" y="0"/>
            <a:chExt cx="8401539" cy="5418667"/>
          </a:xfrm>
        </p:grpSpPr>
        <p:sp>
          <p:nvSpPr>
            <p:cNvPr id="14362" name="Freeform 5">
              <a:extLst>
                <a:ext uri="{FF2B5EF4-FFF2-40B4-BE49-F238E27FC236}">
                  <a16:creationId xmlns:a16="http://schemas.microsoft.com/office/drawing/2014/main" id="{5A50C8DE-11B1-E957-CCEE-82EC57A16F5F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92180" y="2253299"/>
              <a:ext cx="1168193" cy="1943848"/>
            </a:xfrm>
            <a:custGeom>
              <a:avLst/>
              <a:gdLst>
                <a:gd name="T0" fmla="*/ 0 w 1168193"/>
                <a:gd name="T1" fmla="*/ 0 h 1943848"/>
                <a:gd name="T2" fmla="*/ 188195 w 1168193"/>
                <a:gd name="T3" fmla="*/ 0 h 1943848"/>
                <a:gd name="T4" fmla="*/ 188195 w 1168193"/>
                <a:gd name="T5" fmla="*/ 1755535 h 1943848"/>
                <a:gd name="T6" fmla="*/ 1168193 w 1168193"/>
                <a:gd name="T7" fmla="*/ 1755535 h 1943848"/>
                <a:gd name="T8" fmla="*/ 1168193 w 1168193"/>
                <a:gd name="T9" fmla="*/ 1943848 h 1943848"/>
                <a:gd name="T10" fmla="*/ 0 w 1168193"/>
                <a:gd name="T11" fmla="*/ 1943848 h 19438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68193"/>
                <a:gd name="T19" fmla="*/ 0 h 1943848"/>
                <a:gd name="T20" fmla="*/ 1168193 w 1168193"/>
                <a:gd name="T21" fmla="*/ 1943848 h 19438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68193" h="1943848">
                  <a:moveTo>
                    <a:pt x="0" y="0"/>
                  </a:moveTo>
                  <a:lnTo>
                    <a:pt x="188195" y="0"/>
                  </a:lnTo>
                  <a:lnTo>
                    <a:pt x="188195" y="1755535"/>
                  </a:lnTo>
                  <a:lnTo>
                    <a:pt x="1168193" y="1755535"/>
                  </a:lnTo>
                  <a:lnTo>
                    <a:pt x="1168193" y="1943848"/>
                  </a:lnTo>
                  <a:lnTo>
                    <a:pt x="0" y="1943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63" name="Rectangle 6">
              <a:extLst>
                <a:ext uri="{FF2B5EF4-FFF2-40B4-BE49-F238E27FC236}">
                  <a16:creationId xmlns:a16="http://schemas.microsoft.com/office/drawing/2014/main" id="{B3FABBE7-DD3B-6BB1-16F8-7C1E05136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182" y="2834093"/>
              <a:ext cx="1754916" cy="153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4364" name="Rectangle 7">
              <a:extLst>
                <a:ext uri="{FF2B5EF4-FFF2-40B4-BE49-F238E27FC236}">
                  <a16:creationId xmlns:a16="http://schemas.microsoft.com/office/drawing/2014/main" id="{52DB44A6-0AE7-066A-92EC-6F3F3D7AB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7182" y="2834093"/>
              <a:ext cx="1754916" cy="153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061975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14365" name="AutoShape 8">
              <a:extLst>
                <a:ext uri="{FF2B5EF4-FFF2-40B4-BE49-F238E27FC236}">
                  <a16:creationId xmlns:a16="http://schemas.microsoft.com/office/drawing/2014/main" id="{1DF2601E-D13C-CE38-38D1-9F1BBCBEC3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0983" y="2110193"/>
              <a:ext cx="331116" cy="331116"/>
            </a:xfrm>
            <a:prstGeom prst="triangle">
              <a:avLst>
                <a:gd name="adj" fmla="val 100000"/>
              </a:avLst>
            </a:prstGeom>
            <a:solidFill>
              <a:srgbClr val="0B30DE"/>
            </a:solidFill>
            <a:ln w="12700">
              <a:solidFill>
                <a:srgbClr val="0824A7">
                  <a:alpha val="81960"/>
                </a:srgbClr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4366" name="Freeform 9">
              <a:extLst>
                <a:ext uri="{FF2B5EF4-FFF2-40B4-BE49-F238E27FC236}">
                  <a16:creationId xmlns:a16="http://schemas.microsoft.com/office/drawing/2014/main" id="{C8842390-2F02-3175-C41D-69F6F2116353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540541" y="1721685"/>
              <a:ext cx="1168193" cy="1943848"/>
            </a:xfrm>
            <a:custGeom>
              <a:avLst/>
              <a:gdLst>
                <a:gd name="T0" fmla="*/ 0 w 1168193"/>
                <a:gd name="T1" fmla="*/ 0 h 1943848"/>
                <a:gd name="T2" fmla="*/ 188195 w 1168193"/>
                <a:gd name="T3" fmla="*/ 0 h 1943848"/>
                <a:gd name="T4" fmla="*/ 188195 w 1168193"/>
                <a:gd name="T5" fmla="*/ 1755535 h 1943848"/>
                <a:gd name="T6" fmla="*/ 1168193 w 1168193"/>
                <a:gd name="T7" fmla="*/ 1755535 h 1943848"/>
                <a:gd name="T8" fmla="*/ 1168193 w 1168193"/>
                <a:gd name="T9" fmla="*/ 1943848 h 1943848"/>
                <a:gd name="T10" fmla="*/ 0 w 1168193"/>
                <a:gd name="T11" fmla="*/ 1943848 h 19438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68193"/>
                <a:gd name="T19" fmla="*/ 0 h 1943848"/>
                <a:gd name="T20" fmla="*/ 1168193 w 1168193"/>
                <a:gd name="T21" fmla="*/ 1943848 h 19438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68193" h="1943848">
                  <a:moveTo>
                    <a:pt x="0" y="0"/>
                  </a:moveTo>
                  <a:lnTo>
                    <a:pt x="188195" y="0"/>
                  </a:lnTo>
                  <a:lnTo>
                    <a:pt x="188195" y="1755535"/>
                  </a:lnTo>
                  <a:lnTo>
                    <a:pt x="1168193" y="1755535"/>
                  </a:lnTo>
                  <a:lnTo>
                    <a:pt x="1168193" y="1943848"/>
                  </a:lnTo>
                  <a:lnTo>
                    <a:pt x="0" y="1943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67" name="Rectangle 10">
              <a:extLst>
                <a:ext uri="{FF2B5EF4-FFF2-40B4-BE49-F238E27FC236}">
                  <a16:creationId xmlns:a16="http://schemas.microsoft.com/office/drawing/2014/main" id="{26331A95-B137-420E-5061-582434264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543" y="2302479"/>
              <a:ext cx="1754916" cy="153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4368" name="Rectangle 11">
              <a:extLst>
                <a:ext uri="{FF2B5EF4-FFF2-40B4-BE49-F238E27FC236}">
                  <a16:creationId xmlns:a16="http://schemas.microsoft.com/office/drawing/2014/main" id="{60DCDA23-013D-7055-F26B-C46CD5357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5543" y="2302479"/>
              <a:ext cx="1754916" cy="153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061975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14369" name="AutoShape 12">
              <a:extLst>
                <a:ext uri="{FF2B5EF4-FFF2-40B4-BE49-F238E27FC236}">
                  <a16:creationId xmlns:a16="http://schemas.microsoft.com/office/drawing/2014/main" id="{379C89F9-7225-6E41-82CB-2F6607BBC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9344" y="1578579"/>
              <a:ext cx="331116" cy="331116"/>
            </a:xfrm>
            <a:prstGeom prst="triangle">
              <a:avLst>
                <a:gd name="adj" fmla="val 100000"/>
              </a:avLst>
            </a:prstGeom>
            <a:solidFill>
              <a:srgbClr val="0B30DE"/>
            </a:solidFill>
            <a:ln w="12700">
              <a:solidFill>
                <a:srgbClr val="0824A7">
                  <a:alpha val="67842"/>
                </a:srgbClr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4370" name="Freeform 13">
              <a:extLst>
                <a:ext uri="{FF2B5EF4-FFF2-40B4-BE49-F238E27FC236}">
                  <a16:creationId xmlns:a16="http://schemas.microsoft.com/office/drawing/2014/main" id="{055AF958-499B-F7B1-3811-01D6D8AEE647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688902" y="1190071"/>
              <a:ext cx="1168193" cy="1943848"/>
            </a:xfrm>
            <a:custGeom>
              <a:avLst/>
              <a:gdLst>
                <a:gd name="T0" fmla="*/ 0 w 1168193"/>
                <a:gd name="T1" fmla="*/ 0 h 1943848"/>
                <a:gd name="T2" fmla="*/ 188195 w 1168193"/>
                <a:gd name="T3" fmla="*/ 0 h 1943848"/>
                <a:gd name="T4" fmla="*/ 188195 w 1168193"/>
                <a:gd name="T5" fmla="*/ 1755535 h 1943848"/>
                <a:gd name="T6" fmla="*/ 1168193 w 1168193"/>
                <a:gd name="T7" fmla="*/ 1755535 h 1943848"/>
                <a:gd name="T8" fmla="*/ 1168193 w 1168193"/>
                <a:gd name="T9" fmla="*/ 1943848 h 1943848"/>
                <a:gd name="T10" fmla="*/ 0 w 1168193"/>
                <a:gd name="T11" fmla="*/ 1943848 h 19438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68193"/>
                <a:gd name="T19" fmla="*/ 0 h 1943848"/>
                <a:gd name="T20" fmla="*/ 1168193 w 1168193"/>
                <a:gd name="T21" fmla="*/ 1943848 h 19438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68193" h="1943848">
                  <a:moveTo>
                    <a:pt x="0" y="0"/>
                  </a:moveTo>
                  <a:lnTo>
                    <a:pt x="188195" y="0"/>
                  </a:lnTo>
                  <a:lnTo>
                    <a:pt x="188195" y="1755535"/>
                  </a:lnTo>
                  <a:lnTo>
                    <a:pt x="1168193" y="1755535"/>
                  </a:lnTo>
                  <a:lnTo>
                    <a:pt x="1168193" y="1943848"/>
                  </a:lnTo>
                  <a:lnTo>
                    <a:pt x="0" y="1943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71" name="Rectangle 14">
              <a:extLst>
                <a:ext uri="{FF2B5EF4-FFF2-40B4-BE49-F238E27FC236}">
                  <a16:creationId xmlns:a16="http://schemas.microsoft.com/office/drawing/2014/main" id="{6AD1D426-0383-F007-6C2C-45BCC6B09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904" y="1770864"/>
              <a:ext cx="1754916" cy="153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4372" name="Rectangle 15">
              <a:extLst>
                <a:ext uri="{FF2B5EF4-FFF2-40B4-BE49-F238E27FC236}">
                  <a16:creationId xmlns:a16="http://schemas.microsoft.com/office/drawing/2014/main" id="{815BECB9-4147-7F90-E61D-4A3AD9F2A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904" y="1770864"/>
              <a:ext cx="1754916" cy="153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061975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14373" name="AutoShape 16">
              <a:extLst>
                <a:ext uri="{FF2B5EF4-FFF2-40B4-BE49-F238E27FC236}">
                  <a16:creationId xmlns:a16="http://schemas.microsoft.com/office/drawing/2014/main" id="{A7F0897A-6A11-F507-7C85-FE4412521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7705" y="1046964"/>
              <a:ext cx="331116" cy="331116"/>
            </a:xfrm>
            <a:prstGeom prst="triangle">
              <a:avLst>
                <a:gd name="adj" fmla="val 100000"/>
              </a:avLst>
            </a:prstGeom>
            <a:solidFill>
              <a:srgbClr val="0B30DE"/>
            </a:solidFill>
            <a:ln w="12700">
              <a:solidFill>
                <a:srgbClr val="0824A7">
                  <a:alpha val="54901"/>
                </a:srgbClr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4374" name="Freeform 17">
              <a:extLst>
                <a:ext uri="{FF2B5EF4-FFF2-40B4-BE49-F238E27FC236}">
                  <a16:creationId xmlns:a16="http://schemas.microsoft.com/office/drawing/2014/main" id="{D1FD1556-3935-AAA6-6FED-E2F1367C6BF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6837263" y="658457"/>
              <a:ext cx="1168193" cy="1943848"/>
            </a:xfrm>
            <a:custGeom>
              <a:avLst/>
              <a:gdLst>
                <a:gd name="T0" fmla="*/ 0 w 1168193"/>
                <a:gd name="T1" fmla="*/ 0 h 1943848"/>
                <a:gd name="T2" fmla="*/ 188195 w 1168193"/>
                <a:gd name="T3" fmla="*/ 0 h 1943848"/>
                <a:gd name="T4" fmla="*/ 188195 w 1168193"/>
                <a:gd name="T5" fmla="*/ 1755535 h 1943848"/>
                <a:gd name="T6" fmla="*/ 1168193 w 1168193"/>
                <a:gd name="T7" fmla="*/ 1755535 h 1943848"/>
                <a:gd name="T8" fmla="*/ 1168193 w 1168193"/>
                <a:gd name="T9" fmla="*/ 1943848 h 1943848"/>
                <a:gd name="T10" fmla="*/ 0 w 1168193"/>
                <a:gd name="T11" fmla="*/ 1943848 h 19438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68193"/>
                <a:gd name="T19" fmla="*/ 0 h 1943848"/>
                <a:gd name="T20" fmla="*/ 1168193 w 1168193"/>
                <a:gd name="T21" fmla="*/ 1943848 h 19438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68193" h="1943848">
                  <a:moveTo>
                    <a:pt x="0" y="0"/>
                  </a:moveTo>
                  <a:lnTo>
                    <a:pt x="188195" y="0"/>
                  </a:lnTo>
                  <a:lnTo>
                    <a:pt x="188195" y="1755535"/>
                  </a:lnTo>
                  <a:lnTo>
                    <a:pt x="1168193" y="1755535"/>
                  </a:lnTo>
                  <a:lnTo>
                    <a:pt x="1168193" y="1943848"/>
                  </a:lnTo>
                  <a:lnTo>
                    <a:pt x="0" y="19438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75" name="Rectangle 18">
              <a:extLst>
                <a:ext uri="{FF2B5EF4-FFF2-40B4-BE49-F238E27FC236}">
                  <a16:creationId xmlns:a16="http://schemas.microsoft.com/office/drawing/2014/main" id="{7F5FE1C1-8AA5-8794-08E6-3EEE0E7E5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2266" y="1239250"/>
              <a:ext cx="1754916" cy="153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4376" name="Rectangle 19">
              <a:extLst>
                <a:ext uri="{FF2B5EF4-FFF2-40B4-BE49-F238E27FC236}">
                  <a16:creationId xmlns:a16="http://schemas.microsoft.com/office/drawing/2014/main" id="{3E6DF079-53F6-0C9F-C649-20EDCD809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42266" y="1239250"/>
              <a:ext cx="1754916" cy="1538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51435" tIns="51435" rIns="51435" bIns="51435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1350">
                  <a:solidFill>
                    <a:srgbClr val="061975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</p:grpSp>
      <p:sp>
        <p:nvSpPr>
          <p:cNvPr id="14341" name="文本框 11">
            <a:extLst>
              <a:ext uri="{FF2B5EF4-FFF2-40B4-BE49-F238E27FC236}">
                <a16:creationId xmlns:a16="http://schemas.microsoft.com/office/drawing/2014/main" id="{DBE844FC-79EE-2F66-047B-7B040A02A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6282" y="4242197"/>
            <a:ext cx="5855494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700" b="1" dirty="0">
                <a:solidFill>
                  <a:srgbClr val="061975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>Click to edit title style
</a:t>
            </a:r>
            <a:endParaRPr lang="zh-CN" altLang="en-US" sz="2700" b="1" dirty="0">
              <a:solidFill>
                <a:srgbClr val="1E4E7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 Unicode MS" pitchFamily="34" charset="-122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 dirty="0">
              <a:solidFill>
                <a:srgbClr val="1E4E79"/>
              </a:solidFill>
              <a:sym typeface="Arial" panose="020B0604020202020204" pitchFamily="34" charset="0"/>
            </a:endParaRPr>
          </a:p>
        </p:txBody>
      </p:sp>
      <p:sp>
        <p:nvSpPr>
          <p:cNvPr id="14342" name="文本框 12">
            <a:extLst>
              <a:ext uri="{FF2B5EF4-FFF2-40B4-BE49-F238E27FC236}">
                <a16:creationId xmlns:a16="http://schemas.microsoft.com/office/drawing/2014/main" id="{D17B7CD6-AB6F-61CD-6076-C879DFEF3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2076" y="4221957"/>
            <a:ext cx="4899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061975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grpSp>
        <p:nvGrpSpPr>
          <p:cNvPr id="14343" name="组合 16">
            <a:extLst>
              <a:ext uri="{FF2B5EF4-FFF2-40B4-BE49-F238E27FC236}">
                <a16:creationId xmlns:a16="http://schemas.microsoft.com/office/drawing/2014/main" id="{79123922-1E4B-F1F3-739C-A1965A1166AE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14360" name="流程图: 数据 17">
              <a:extLst>
                <a:ext uri="{FF2B5EF4-FFF2-40B4-BE49-F238E27FC236}">
                  <a16:creationId xmlns:a16="http://schemas.microsoft.com/office/drawing/2014/main" id="{C9528D67-3B8B-8A8B-F47C-3BCEAA62C5A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0619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4361" name="矩形 18">
              <a:extLst>
                <a:ext uri="{FF2B5EF4-FFF2-40B4-BE49-F238E27FC236}">
                  <a16:creationId xmlns:a16="http://schemas.microsoft.com/office/drawing/2014/main" id="{11B01112-6FF9-126F-BFDB-B42AA09F3D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5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grpSp>
        <p:nvGrpSpPr>
          <p:cNvPr id="14344" name="组合 27">
            <a:extLst>
              <a:ext uri="{FF2B5EF4-FFF2-40B4-BE49-F238E27FC236}">
                <a16:creationId xmlns:a16="http://schemas.microsoft.com/office/drawing/2014/main" id="{8E7B8F59-4087-EE8E-27B9-199371F1E6FB}"/>
              </a:ext>
            </a:extLst>
          </p:cNvPr>
          <p:cNvGrpSpPr>
            <a:grpSpLocks/>
          </p:cNvGrpSpPr>
          <p:nvPr/>
        </p:nvGrpSpPr>
        <p:grpSpPr bwMode="auto">
          <a:xfrm>
            <a:off x="6707981" y="682229"/>
            <a:ext cx="725091" cy="1150144"/>
            <a:chOff x="0" y="0"/>
            <a:chExt cx="966787" cy="1533524"/>
          </a:xfrm>
        </p:grpSpPr>
        <p:sp>
          <p:nvSpPr>
            <p:cNvPr id="14357" name="Freeform 5">
              <a:extLst>
                <a:ext uri="{FF2B5EF4-FFF2-40B4-BE49-F238E27FC236}">
                  <a16:creationId xmlns:a16="http://schemas.microsoft.com/office/drawing/2014/main" id="{46027545-2450-9F77-AE0D-2287E22805CD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93662"/>
              <a:ext cx="966787" cy="1439862"/>
            </a:xfrm>
            <a:custGeom>
              <a:avLst/>
              <a:gdLst>
                <a:gd name="T0" fmla="*/ 2147483646 w 703"/>
                <a:gd name="T1" fmla="*/ 2147483646 h 1050"/>
                <a:gd name="T2" fmla="*/ 2147483646 w 703"/>
                <a:gd name="T3" fmla="*/ 2147483646 h 1050"/>
                <a:gd name="T4" fmla="*/ 2147483646 w 703"/>
                <a:gd name="T5" fmla="*/ 2147483646 h 1050"/>
                <a:gd name="T6" fmla="*/ 2147483646 w 703"/>
                <a:gd name="T7" fmla="*/ 0 h 1050"/>
                <a:gd name="T8" fmla="*/ 2147483646 w 703"/>
                <a:gd name="T9" fmla="*/ 0 h 1050"/>
                <a:gd name="T10" fmla="*/ 2147483646 w 703"/>
                <a:gd name="T11" fmla="*/ 2147483646 h 1050"/>
                <a:gd name="T12" fmla="*/ 2147483646 w 703"/>
                <a:gd name="T13" fmla="*/ 2147483646 h 1050"/>
                <a:gd name="T14" fmla="*/ 2147483646 w 703"/>
                <a:gd name="T15" fmla="*/ 2147483646 h 1050"/>
                <a:gd name="T16" fmla="*/ 2147483646 w 703"/>
                <a:gd name="T17" fmla="*/ 2147483646 h 1050"/>
                <a:gd name="T18" fmla="*/ 2147483646 w 703"/>
                <a:gd name="T19" fmla="*/ 2147483646 h 1050"/>
                <a:gd name="T20" fmla="*/ 2147483646 w 703"/>
                <a:gd name="T21" fmla="*/ 2147483646 h 1050"/>
                <a:gd name="T22" fmla="*/ 2147483646 w 703"/>
                <a:gd name="T23" fmla="*/ 2147483646 h 1050"/>
                <a:gd name="T24" fmla="*/ 2147483646 w 703"/>
                <a:gd name="T25" fmla="*/ 2147483646 h 1050"/>
                <a:gd name="T26" fmla="*/ 2147483646 w 703"/>
                <a:gd name="T27" fmla="*/ 2147483646 h 1050"/>
                <a:gd name="T28" fmla="*/ 2147483646 w 703"/>
                <a:gd name="T29" fmla="*/ 2147483646 h 1050"/>
                <a:gd name="T30" fmla="*/ 2147483646 w 703"/>
                <a:gd name="T31" fmla="*/ 2147483646 h 1050"/>
                <a:gd name="T32" fmla="*/ 2147483646 w 703"/>
                <a:gd name="T33" fmla="*/ 2147483646 h 1050"/>
                <a:gd name="T34" fmla="*/ 2147483646 w 703"/>
                <a:gd name="T35" fmla="*/ 2147483646 h 1050"/>
                <a:gd name="T36" fmla="*/ 2147483646 w 703"/>
                <a:gd name="T37" fmla="*/ 2147483646 h 1050"/>
                <a:gd name="T38" fmla="*/ 2147483646 w 703"/>
                <a:gd name="T39" fmla="*/ 2147483646 h 1050"/>
                <a:gd name="T40" fmla="*/ 2147483646 w 703"/>
                <a:gd name="T41" fmla="*/ 2147483646 h 1050"/>
                <a:gd name="T42" fmla="*/ 2147483646 w 703"/>
                <a:gd name="T43" fmla="*/ 2147483646 h 1050"/>
                <a:gd name="T44" fmla="*/ 2147483646 w 703"/>
                <a:gd name="T45" fmla="*/ 2147483646 h 1050"/>
                <a:gd name="T46" fmla="*/ 2147483646 w 703"/>
                <a:gd name="T47" fmla="*/ 2147483646 h 1050"/>
                <a:gd name="T48" fmla="*/ 2147483646 w 703"/>
                <a:gd name="T49" fmla="*/ 2147483646 h 1050"/>
                <a:gd name="T50" fmla="*/ 2147483646 w 703"/>
                <a:gd name="T51" fmla="*/ 2147483646 h 1050"/>
                <a:gd name="T52" fmla="*/ 2147483646 w 703"/>
                <a:gd name="T53" fmla="*/ 2147483646 h 1050"/>
                <a:gd name="T54" fmla="*/ 2147483646 w 703"/>
                <a:gd name="T55" fmla="*/ 2147483646 h 105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703"/>
                <a:gd name="T85" fmla="*/ 0 h 1050"/>
                <a:gd name="T86" fmla="*/ 703 w 703"/>
                <a:gd name="T87" fmla="*/ 1050 h 105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703" h="1050">
                  <a:moveTo>
                    <a:pt x="697" y="965"/>
                  </a:moveTo>
                  <a:cubicBezTo>
                    <a:pt x="495" y="392"/>
                    <a:pt x="495" y="392"/>
                    <a:pt x="495" y="392"/>
                  </a:cubicBezTo>
                  <a:cubicBezTo>
                    <a:pt x="498" y="79"/>
                    <a:pt x="498" y="79"/>
                    <a:pt x="498" y="79"/>
                  </a:cubicBezTo>
                  <a:cubicBezTo>
                    <a:pt x="498" y="36"/>
                    <a:pt x="463" y="0"/>
                    <a:pt x="419" y="0"/>
                  </a:cubicBezTo>
                  <a:cubicBezTo>
                    <a:pt x="285" y="0"/>
                    <a:pt x="285" y="0"/>
                    <a:pt x="285" y="0"/>
                  </a:cubicBezTo>
                  <a:cubicBezTo>
                    <a:pt x="241" y="0"/>
                    <a:pt x="205" y="36"/>
                    <a:pt x="205" y="79"/>
                  </a:cubicBezTo>
                  <a:cubicBezTo>
                    <a:pt x="201" y="392"/>
                    <a:pt x="201" y="392"/>
                    <a:pt x="201" y="392"/>
                  </a:cubicBezTo>
                  <a:cubicBezTo>
                    <a:pt x="7" y="966"/>
                    <a:pt x="7" y="966"/>
                    <a:pt x="7" y="966"/>
                  </a:cubicBezTo>
                  <a:cubicBezTo>
                    <a:pt x="6" y="966"/>
                    <a:pt x="6" y="966"/>
                    <a:pt x="6" y="966"/>
                  </a:cubicBezTo>
                  <a:cubicBezTo>
                    <a:pt x="0" y="988"/>
                    <a:pt x="4" y="1010"/>
                    <a:pt x="16" y="1026"/>
                  </a:cubicBezTo>
                  <a:cubicBezTo>
                    <a:pt x="28" y="1041"/>
                    <a:pt x="46" y="1050"/>
                    <a:pt x="67" y="1050"/>
                  </a:cubicBezTo>
                  <a:cubicBezTo>
                    <a:pt x="637" y="1050"/>
                    <a:pt x="637" y="1050"/>
                    <a:pt x="637" y="1050"/>
                  </a:cubicBezTo>
                  <a:cubicBezTo>
                    <a:pt x="658" y="1050"/>
                    <a:pt x="676" y="1041"/>
                    <a:pt x="688" y="1026"/>
                  </a:cubicBezTo>
                  <a:cubicBezTo>
                    <a:pt x="700" y="1010"/>
                    <a:pt x="703" y="988"/>
                    <a:pt x="697" y="966"/>
                  </a:cubicBezTo>
                  <a:lnTo>
                    <a:pt x="697" y="965"/>
                  </a:lnTo>
                  <a:close/>
                  <a:moveTo>
                    <a:pt x="649" y="996"/>
                  </a:moveTo>
                  <a:cubicBezTo>
                    <a:pt x="646" y="1000"/>
                    <a:pt x="641" y="1001"/>
                    <a:pt x="637" y="1001"/>
                  </a:cubicBezTo>
                  <a:cubicBezTo>
                    <a:pt x="67" y="1001"/>
                    <a:pt x="67" y="1001"/>
                    <a:pt x="67" y="1001"/>
                  </a:cubicBezTo>
                  <a:cubicBezTo>
                    <a:pt x="63" y="1001"/>
                    <a:pt x="58" y="1000"/>
                    <a:pt x="55" y="996"/>
                  </a:cubicBezTo>
                  <a:cubicBezTo>
                    <a:pt x="52" y="993"/>
                    <a:pt x="52" y="987"/>
                    <a:pt x="53" y="980"/>
                  </a:cubicBezTo>
                  <a:cubicBezTo>
                    <a:pt x="250" y="401"/>
                    <a:pt x="250" y="401"/>
                    <a:pt x="250" y="401"/>
                  </a:cubicBezTo>
                  <a:cubicBezTo>
                    <a:pt x="254" y="79"/>
                    <a:pt x="254" y="79"/>
                    <a:pt x="254" y="79"/>
                  </a:cubicBezTo>
                  <a:cubicBezTo>
                    <a:pt x="254" y="63"/>
                    <a:pt x="268" y="49"/>
                    <a:pt x="285" y="49"/>
                  </a:cubicBezTo>
                  <a:cubicBezTo>
                    <a:pt x="419" y="49"/>
                    <a:pt x="419" y="49"/>
                    <a:pt x="419" y="49"/>
                  </a:cubicBezTo>
                  <a:cubicBezTo>
                    <a:pt x="436" y="49"/>
                    <a:pt x="449" y="63"/>
                    <a:pt x="449" y="79"/>
                  </a:cubicBezTo>
                  <a:cubicBezTo>
                    <a:pt x="446" y="401"/>
                    <a:pt x="446" y="401"/>
                    <a:pt x="446" y="401"/>
                  </a:cubicBezTo>
                  <a:cubicBezTo>
                    <a:pt x="650" y="980"/>
                    <a:pt x="650" y="980"/>
                    <a:pt x="650" y="980"/>
                  </a:cubicBezTo>
                  <a:cubicBezTo>
                    <a:pt x="652" y="987"/>
                    <a:pt x="651" y="993"/>
                    <a:pt x="649" y="996"/>
                  </a:cubicBezTo>
                  <a:close/>
                </a:path>
              </a:pathLst>
            </a:custGeom>
            <a:solidFill>
              <a:srgbClr val="0B32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58" name="Freeform 6">
              <a:extLst>
                <a:ext uri="{FF2B5EF4-FFF2-40B4-BE49-F238E27FC236}">
                  <a16:creationId xmlns:a16="http://schemas.microsoft.com/office/drawing/2014/main" id="{A8C26364-C189-AFC9-55B9-3E7249797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174" y="0"/>
              <a:ext cx="455612" cy="133350"/>
            </a:xfrm>
            <a:custGeom>
              <a:avLst/>
              <a:gdLst>
                <a:gd name="T0" fmla="*/ 2147483646 w 332"/>
                <a:gd name="T1" fmla="*/ 0 h 97"/>
                <a:gd name="T2" fmla="*/ 2147483646 w 332"/>
                <a:gd name="T3" fmla="*/ 0 h 97"/>
                <a:gd name="T4" fmla="*/ 0 w 332"/>
                <a:gd name="T5" fmla="*/ 2147483646 h 97"/>
                <a:gd name="T6" fmla="*/ 2147483646 w 332"/>
                <a:gd name="T7" fmla="*/ 2147483646 h 97"/>
                <a:gd name="T8" fmla="*/ 2147483646 w 332"/>
                <a:gd name="T9" fmla="*/ 2147483646 h 97"/>
                <a:gd name="T10" fmla="*/ 2147483646 w 332"/>
                <a:gd name="T11" fmla="*/ 2147483646 h 97"/>
                <a:gd name="T12" fmla="*/ 2147483646 w 332"/>
                <a:gd name="T13" fmla="*/ 0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2"/>
                <a:gd name="T22" fmla="*/ 0 h 97"/>
                <a:gd name="T23" fmla="*/ 332 w 332"/>
                <a:gd name="T24" fmla="*/ 97 h 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2" h="97">
                  <a:moveTo>
                    <a:pt x="297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21"/>
                    <a:pt x="0" y="48"/>
                  </a:cubicBezTo>
                  <a:cubicBezTo>
                    <a:pt x="0" y="76"/>
                    <a:pt x="15" y="97"/>
                    <a:pt x="34" y="97"/>
                  </a:cubicBezTo>
                  <a:cubicBezTo>
                    <a:pt x="297" y="97"/>
                    <a:pt x="297" y="97"/>
                    <a:pt x="297" y="97"/>
                  </a:cubicBezTo>
                  <a:cubicBezTo>
                    <a:pt x="316" y="97"/>
                    <a:pt x="332" y="76"/>
                    <a:pt x="332" y="48"/>
                  </a:cubicBezTo>
                  <a:cubicBezTo>
                    <a:pt x="332" y="21"/>
                    <a:pt x="316" y="0"/>
                    <a:pt x="297" y="0"/>
                  </a:cubicBezTo>
                  <a:close/>
                </a:path>
              </a:pathLst>
            </a:custGeom>
            <a:solidFill>
              <a:srgbClr val="0B32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59" name="Freeform 7">
              <a:extLst>
                <a:ext uri="{FF2B5EF4-FFF2-40B4-BE49-F238E27FC236}">
                  <a16:creationId xmlns:a16="http://schemas.microsoft.com/office/drawing/2014/main" id="{4DB8CD6F-B9A3-7777-8399-9ABA920C1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74" y="647700"/>
              <a:ext cx="709612" cy="771525"/>
            </a:xfrm>
            <a:custGeom>
              <a:avLst/>
              <a:gdLst>
                <a:gd name="T0" fmla="*/ 2147483646 w 447"/>
                <a:gd name="T1" fmla="*/ 0 h 486"/>
                <a:gd name="T2" fmla="*/ 2147483646 w 447"/>
                <a:gd name="T3" fmla="*/ 0 h 486"/>
                <a:gd name="T4" fmla="*/ 2147483646 w 447"/>
                <a:gd name="T5" fmla="*/ 2147483646 h 486"/>
                <a:gd name="T6" fmla="*/ 0 w 447"/>
                <a:gd name="T7" fmla="*/ 2147483646 h 486"/>
                <a:gd name="T8" fmla="*/ 2147483646 w 447"/>
                <a:gd name="T9" fmla="*/ 2147483646 h 486"/>
                <a:gd name="T10" fmla="*/ 2147483646 w 447"/>
                <a:gd name="T11" fmla="*/ 2147483646 h 486"/>
                <a:gd name="T12" fmla="*/ 2147483646 w 447"/>
                <a:gd name="T13" fmla="*/ 0 h 4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7"/>
                <a:gd name="T22" fmla="*/ 0 h 486"/>
                <a:gd name="T23" fmla="*/ 447 w 447"/>
                <a:gd name="T24" fmla="*/ 486 h 48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7" h="486">
                  <a:moveTo>
                    <a:pt x="274" y="0"/>
                  </a:moveTo>
                  <a:lnTo>
                    <a:pt x="165" y="0"/>
                  </a:lnTo>
                  <a:lnTo>
                    <a:pt x="165" y="3"/>
                  </a:lnTo>
                  <a:lnTo>
                    <a:pt x="0" y="486"/>
                  </a:lnTo>
                  <a:lnTo>
                    <a:pt x="447" y="486"/>
                  </a:lnTo>
                  <a:lnTo>
                    <a:pt x="274" y="2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0B32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345" name="组合 29">
            <a:extLst>
              <a:ext uri="{FF2B5EF4-FFF2-40B4-BE49-F238E27FC236}">
                <a16:creationId xmlns:a16="http://schemas.microsoft.com/office/drawing/2014/main" id="{EB1614D0-9314-4A24-5905-54F56BE251CF}"/>
              </a:ext>
            </a:extLst>
          </p:cNvPr>
          <p:cNvGrpSpPr>
            <a:grpSpLocks/>
          </p:cNvGrpSpPr>
          <p:nvPr/>
        </p:nvGrpSpPr>
        <p:grpSpPr bwMode="auto">
          <a:xfrm>
            <a:off x="5011342" y="1168004"/>
            <a:ext cx="725090" cy="1150144"/>
            <a:chOff x="0" y="0"/>
            <a:chExt cx="966787" cy="1533524"/>
          </a:xfrm>
        </p:grpSpPr>
        <p:sp>
          <p:nvSpPr>
            <p:cNvPr id="14354" name="Freeform 5">
              <a:extLst>
                <a:ext uri="{FF2B5EF4-FFF2-40B4-BE49-F238E27FC236}">
                  <a16:creationId xmlns:a16="http://schemas.microsoft.com/office/drawing/2014/main" id="{7E2265D7-A4EC-99A0-E780-C3345165DB7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93662"/>
              <a:ext cx="966787" cy="1439862"/>
            </a:xfrm>
            <a:custGeom>
              <a:avLst/>
              <a:gdLst>
                <a:gd name="T0" fmla="*/ 2147483646 w 703"/>
                <a:gd name="T1" fmla="*/ 2147483646 h 1050"/>
                <a:gd name="T2" fmla="*/ 2147483646 w 703"/>
                <a:gd name="T3" fmla="*/ 2147483646 h 1050"/>
                <a:gd name="T4" fmla="*/ 2147483646 w 703"/>
                <a:gd name="T5" fmla="*/ 2147483646 h 1050"/>
                <a:gd name="T6" fmla="*/ 2147483646 w 703"/>
                <a:gd name="T7" fmla="*/ 0 h 1050"/>
                <a:gd name="T8" fmla="*/ 2147483646 w 703"/>
                <a:gd name="T9" fmla="*/ 0 h 1050"/>
                <a:gd name="T10" fmla="*/ 2147483646 w 703"/>
                <a:gd name="T11" fmla="*/ 2147483646 h 1050"/>
                <a:gd name="T12" fmla="*/ 2147483646 w 703"/>
                <a:gd name="T13" fmla="*/ 2147483646 h 1050"/>
                <a:gd name="T14" fmla="*/ 2147483646 w 703"/>
                <a:gd name="T15" fmla="*/ 2147483646 h 1050"/>
                <a:gd name="T16" fmla="*/ 2147483646 w 703"/>
                <a:gd name="T17" fmla="*/ 2147483646 h 1050"/>
                <a:gd name="T18" fmla="*/ 2147483646 w 703"/>
                <a:gd name="T19" fmla="*/ 2147483646 h 1050"/>
                <a:gd name="T20" fmla="*/ 2147483646 w 703"/>
                <a:gd name="T21" fmla="*/ 2147483646 h 1050"/>
                <a:gd name="T22" fmla="*/ 2147483646 w 703"/>
                <a:gd name="T23" fmla="*/ 2147483646 h 1050"/>
                <a:gd name="T24" fmla="*/ 2147483646 w 703"/>
                <a:gd name="T25" fmla="*/ 2147483646 h 1050"/>
                <a:gd name="T26" fmla="*/ 2147483646 w 703"/>
                <a:gd name="T27" fmla="*/ 2147483646 h 1050"/>
                <a:gd name="T28" fmla="*/ 2147483646 w 703"/>
                <a:gd name="T29" fmla="*/ 2147483646 h 1050"/>
                <a:gd name="T30" fmla="*/ 2147483646 w 703"/>
                <a:gd name="T31" fmla="*/ 2147483646 h 1050"/>
                <a:gd name="T32" fmla="*/ 2147483646 w 703"/>
                <a:gd name="T33" fmla="*/ 2147483646 h 1050"/>
                <a:gd name="T34" fmla="*/ 2147483646 w 703"/>
                <a:gd name="T35" fmla="*/ 2147483646 h 1050"/>
                <a:gd name="T36" fmla="*/ 2147483646 w 703"/>
                <a:gd name="T37" fmla="*/ 2147483646 h 1050"/>
                <a:gd name="T38" fmla="*/ 2147483646 w 703"/>
                <a:gd name="T39" fmla="*/ 2147483646 h 1050"/>
                <a:gd name="T40" fmla="*/ 2147483646 w 703"/>
                <a:gd name="T41" fmla="*/ 2147483646 h 1050"/>
                <a:gd name="T42" fmla="*/ 2147483646 w 703"/>
                <a:gd name="T43" fmla="*/ 2147483646 h 1050"/>
                <a:gd name="T44" fmla="*/ 2147483646 w 703"/>
                <a:gd name="T45" fmla="*/ 2147483646 h 1050"/>
                <a:gd name="T46" fmla="*/ 2147483646 w 703"/>
                <a:gd name="T47" fmla="*/ 2147483646 h 1050"/>
                <a:gd name="T48" fmla="*/ 2147483646 w 703"/>
                <a:gd name="T49" fmla="*/ 2147483646 h 1050"/>
                <a:gd name="T50" fmla="*/ 2147483646 w 703"/>
                <a:gd name="T51" fmla="*/ 2147483646 h 1050"/>
                <a:gd name="T52" fmla="*/ 2147483646 w 703"/>
                <a:gd name="T53" fmla="*/ 2147483646 h 1050"/>
                <a:gd name="T54" fmla="*/ 2147483646 w 703"/>
                <a:gd name="T55" fmla="*/ 2147483646 h 105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703"/>
                <a:gd name="T85" fmla="*/ 0 h 1050"/>
                <a:gd name="T86" fmla="*/ 703 w 703"/>
                <a:gd name="T87" fmla="*/ 1050 h 105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703" h="1050">
                  <a:moveTo>
                    <a:pt x="697" y="965"/>
                  </a:moveTo>
                  <a:cubicBezTo>
                    <a:pt x="495" y="392"/>
                    <a:pt x="495" y="392"/>
                    <a:pt x="495" y="392"/>
                  </a:cubicBezTo>
                  <a:cubicBezTo>
                    <a:pt x="498" y="79"/>
                    <a:pt x="498" y="79"/>
                    <a:pt x="498" y="79"/>
                  </a:cubicBezTo>
                  <a:cubicBezTo>
                    <a:pt x="498" y="36"/>
                    <a:pt x="463" y="0"/>
                    <a:pt x="419" y="0"/>
                  </a:cubicBezTo>
                  <a:cubicBezTo>
                    <a:pt x="285" y="0"/>
                    <a:pt x="285" y="0"/>
                    <a:pt x="285" y="0"/>
                  </a:cubicBezTo>
                  <a:cubicBezTo>
                    <a:pt x="241" y="0"/>
                    <a:pt x="205" y="36"/>
                    <a:pt x="205" y="79"/>
                  </a:cubicBezTo>
                  <a:cubicBezTo>
                    <a:pt x="201" y="392"/>
                    <a:pt x="201" y="392"/>
                    <a:pt x="201" y="392"/>
                  </a:cubicBezTo>
                  <a:cubicBezTo>
                    <a:pt x="7" y="966"/>
                    <a:pt x="7" y="966"/>
                    <a:pt x="7" y="966"/>
                  </a:cubicBezTo>
                  <a:cubicBezTo>
                    <a:pt x="6" y="966"/>
                    <a:pt x="6" y="966"/>
                    <a:pt x="6" y="966"/>
                  </a:cubicBezTo>
                  <a:cubicBezTo>
                    <a:pt x="0" y="988"/>
                    <a:pt x="4" y="1010"/>
                    <a:pt x="16" y="1026"/>
                  </a:cubicBezTo>
                  <a:cubicBezTo>
                    <a:pt x="28" y="1041"/>
                    <a:pt x="46" y="1050"/>
                    <a:pt x="67" y="1050"/>
                  </a:cubicBezTo>
                  <a:cubicBezTo>
                    <a:pt x="637" y="1050"/>
                    <a:pt x="637" y="1050"/>
                    <a:pt x="637" y="1050"/>
                  </a:cubicBezTo>
                  <a:cubicBezTo>
                    <a:pt x="658" y="1050"/>
                    <a:pt x="676" y="1041"/>
                    <a:pt x="688" y="1026"/>
                  </a:cubicBezTo>
                  <a:cubicBezTo>
                    <a:pt x="700" y="1010"/>
                    <a:pt x="703" y="988"/>
                    <a:pt x="697" y="966"/>
                  </a:cubicBezTo>
                  <a:lnTo>
                    <a:pt x="697" y="965"/>
                  </a:lnTo>
                  <a:close/>
                  <a:moveTo>
                    <a:pt x="649" y="996"/>
                  </a:moveTo>
                  <a:cubicBezTo>
                    <a:pt x="646" y="1000"/>
                    <a:pt x="641" y="1001"/>
                    <a:pt x="637" y="1001"/>
                  </a:cubicBezTo>
                  <a:cubicBezTo>
                    <a:pt x="67" y="1001"/>
                    <a:pt x="67" y="1001"/>
                    <a:pt x="67" y="1001"/>
                  </a:cubicBezTo>
                  <a:cubicBezTo>
                    <a:pt x="63" y="1001"/>
                    <a:pt x="58" y="1000"/>
                    <a:pt x="55" y="996"/>
                  </a:cubicBezTo>
                  <a:cubicBezTo>
                    <a:pt x="52" y="993"/>
                    <a:pt x="52" y="987"/>
                    <a:pt x="53" y="980"/>
                  </a:cubicBezTo>
                  <a:cubicBezTo>
                    <a:pt x="250" y="401"/>
                    <a:pt x="250" y="401"/>
                    <a:pt x="250" y="401"/>
                  </a:cubicBezTo>
                  <a:cubicBezTo>
                    <a:pt x="254" y="79"/>
                    <a:pt x="254" y="79"/>
                    <a:pt x="254" y="79"/>
                  </a:cubicBezTo>
                  <a:cubicBezTo>
                    <a:pt x="254" y="63"/>
                    <a:pt x="268" y="49"/>
                    <a:pt x="285" y="49"/>
                  </a:cubicBezTo>
                  <a:cubicBezTo>
                    <a:pt x="419" y="49"/>
                    <a:pt x="419" y="49"/>
                    <a:pt x="419" y="49"/>
                  </a:cubicBezTo>
                  <a:cubicBezTo>
                    <a:pt x="436" y="49"/>
                    <a:pt x="449" y="63"/>
                    <a:pt x="449" y="79"/>
                  </a:cubicBezTo>
                  <a:cubicBezTo>
                    <a:pt x="446" y="401"/>
                    <a:pt x="446" y="401"/>
                    <a:pt x="446" y="401"/>
                  </a:cubicBezTo>
                  <a:cubicBezTo>
                    <a:pt x="650" y="980"/>
                    <a:pt x="650" y="980"/>
                    <a:pt x="650" y="980"/>
                  </a:cubicBezTo>
                  <a:cubicBezTo>
                    <a:pt x="652" y="987"/>
                    <a:pt x="651" y="993"/>
                    <a:pt x="649" y="996"/>
                  </a:cubicBezTo>
                  <a:close/>
                </a:path>
              </a:pathLst>
            </a:custGeom>
            <a:solidFill>
              <a:srgbClr val="0B32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55" name="Freeform 6">
              <a:extLst>
                <a:ext uri="{FF2B5EF4-FFF2-40B4-BE49-F238E27FC236}">
                  <a16:creationId xmlns:a16="http://schemas.microsoft.com/office/drawing/2014/main" id="{9DCDD29C-9EE2-CE1B-C3D2-61649D07D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174" y="0"/>
              <a:ext cx="455612" cy="133350"/>
            </a:xfrm>
            <a:custGeom>
              <a:avLst/>
              <a:gdLst>
                <a:gd name="T0" fmla="*/ 2147483646 w 332"/>
                <a:gd name="T1" fmla="*/ 0 h 97"/>
                <a:gd name="T2" fmla="*/ 2147483646 w 332"/>
                <a:gd name="T3" fmla="*/ 0 h 97"/>
                <a:gd name="T4" fmla="*/ 0 w 332"/>
                <a:gd name="T5" fmla="*/ 2147483646 h 97"/>
                <a:gd name="T6" fmla="*/ 2147483646 w 332"/>
                <a:gd name="T7" fmla="*/ 2147483646 h 97"/>
                <a:gd name="T8" fmla="*/ 2147483646 w 332"/>
                <a:gd name="T9" fmla="*/ 2147483646 h 97"/>
                <a:gd name="T10" fmla="*/ 2147483646 w 332"/>
                <a:gd name="T11" fmla="*/ 2147483646 h 97"/>
                <a:gd name="T12" fmla="*/ 2147483646 w 332"/>
                <a:gd name="T13" fmla="*/ 0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2"/>
                <a:gd name="T22" fmla="*/ 0 h 97"/>
                <a:gd name="T23" fmla="*/ 332 w 332"/>
                <a:gd name="T24" fmla="*/ 97 h 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2" h="97">
                  <a:moveTo>
                    <a:pt x="297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21"/>
                    <a:pt x="0" y="48"/>
                  </a:cubicBezTo>
                  <a:cubicBezTo>
                    <a:pt x="0" y="76"/>
                    <a:pt x="15" y="97"/>
                    <a:pt x="34" y="97"/>
                  </a:cubicBezTo>
                  <a:cubicBezTo>
                    <a:pt x="297" y="97"/>
                    <a:pt x="297" y="97"/>
                    <a:pt x="297" y="97"/>
                  </a:cubicBezTo>
                  <a:cubicBezTo>
                    <a:pt x="316" y="97"/>
                    <a:pt x="332" y="76"/>
                    <a:pt x="332" y="48"/>
                  </a:cubicBezTo>
                  <a:cubicBezTo>
                    <a:pt x="332" y="21"/>
                    <a:pt x="316" y="0"/>
                    <a:pt x="297" y="0"/>
                  </a:cubicBezTo>
                  <a:close/>
                </a:path>
              </a:pathLst>
            </a:custGeom>
            <a:solidFill>
              <a:srgbClr val="0B32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56" name="Freeform 7">
              <a:extLst>
                <a:ext uri="{FF2B5EF4-FFF2-40B4-BE49-F238E27FC236}">
                  <a16:creationId xmlns:a16="http://schemas.microsoft.com/office/drawing/2014/main" id="{5FC3373E-E861-3355-ABB9-699FC448E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74" y="647700"/>
              <a:ext cx="709612" cy="771525"/>
            </a:xfrm>
            <a:custGeom>
              <a:avLst/>
              <a:gdLst>
                <a:gd name="T0" fmla="*/ 2147483646 w 447"/>
                <a:gd name="T1" fmla="*/ 0 h 486"/>
                <a:gd name="T2" fmla="*/ 2147483646 w 447"/>
                <a:gd name="T3" fmla="*/ 0 h 486"/>
                <a:gd name="T4" fmla="*/ 2147483646 w 447"/>
                <a:gd name="T5" fmla="*/ 2147483646 h 486"/>
                <a:gd name="T6" fmla="*/ 0 w 447"/>
                <a:gd name="T7" fmla="*/ 2147483646 h 486"/>
                <a:gd name="T8" fmla="*/ 2147483646 w 447"/>
                <a:gd name="T9" fmla="*/ 2147483646 h 486"/>
                <a:gd name="T10" fmla="*/ 2147483646 w 447"/>
                <a:gd name="T11" fmla="*/ 2147483646 h 486"/>
                <a:gd name="T12" fmla="*/ 2147483646 w 447"/>
                <a:gd name="T13" fmla="*/ 0 h 4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7"/>
                <a:gd name="T22" fmla="*/ 0 h 486"/>
                <a:gd name="T23" fmla="*/ 447 w 447"/>
                <a:gd name="T24" fmla="*/ 486 h 48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7" h="486">
                  <a:moveTo>
                    <a:pt x="274" y="0"/>
                  </a:moveTo>
                  <a:lnTo>
                    <a:pt x="165" y="0"/>
                  </a:lnTo>
                  <a:lnTo>
                    <a:pt x="165" y="3"/>
                  </a:lnTo>
                  <a:lnTo>
                    <a:pt x="0" y="486"/>
                  </a:lnTo>
                  <a:lnTo>
                    <a:pt x="447" y="486"/>
                  </a:lnTo>
                  <a:lnTo>
                    <a:pt x="274" y="2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0B32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346" name="组合 33">
            <a:extLst>
              <a:ext uri="{FF2B5EF4-FFF2-40B4-BE49-F238E27FC236}">
                <a16:creationId xmlns:a16="http://schemas.microsoft.com/office/drawing/2014/main" id="{7B1E2DA5-28F9-0B2D-9B47-B1E43F392A4A}"/>
              </a:ext>
            </a:extLst>
          </p:cNvPr>
          <p:cNvGrpSpPr>
            <a:grpSpLocks/>
          </p:cNvGrpSpPr>
          <p:nvPr/>
        </p:nvGrpSpPr>
        <p:grpSpPr bwMode="auto">
          <a:xfrm>
            <a:off x="3309938" y="1528763"/>
            <a:ext cx="725091" cy="1150144"/>
            <a:chOff x="0" y="0"/>
            <a:chExt cx="966787" cy="1533524"/>
          </a:xfrm>
        </p:grpSpPr>
        <p:sp>
          <p:nvSpPr>
            <p:cNvPr id="14351" name="Freeform 5">
              <a:extLst>
                <a:ext uri="{FF2B5EF4-FFF2-40B4-BE49-F238E27FC236}">
                  <a16:creationId xmlns:a16="http://schemas.microsoft.com/office/drawing/2014/main" id="{53D4627F-6F60-C830-8963-EFAEAC731B60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93662"/>
              <a:ext cx="966787" cy="1439862"/>
            </a:xfrm>
            <a:custGeom>
              <a:avLst/>
              <a:gdLst>
                <a:gd name="T0" fmla="*/ 2147483646 w 703"/>
                <a:gd name="T1" fmla="*/ 2147483646 h 1050"/>
                <a:gd name="T2" fmla="*/ 2147483646 w 703"/>
                <a:gd name="T3" fmla="*/ 2147483646 h 1050"/>
                <a:gd name="T4" fmla="*/ 2147483646 w 703"/>
                <a:gd name="T5" fmla="*/ 2147483646 h 1050"/>
                <a:gd name="T6" fmla="*/ 2147483646 w 703"/>
                <a:gd name="T7" fmla="*/ 0 h 1050"/>
                <a:gd name="T8" fmla="*/ 2147483646 w 703"/>
                <a:gd name="T9" fmla="*/ 0 h 1050"/>
                <a:gd name="T10" fmla="*/ 2147483646 w 703"/>
                <a:gd name="T11" fmla="*/ 2147483646 h 1050"/>
                <a:gd name="T12" fmla="*/ 2147483646 w 703"/>
                <a:gd name="T13" fmla="*/ 2147483646 h 1050"/>
                <a:gd name="T14" fmla="*/ 2147483646 w 703"/>
                <a:gd name="T15" fmla="*/ 2147483646 h 1050"/>
                <a:gd name="T16" fmla="*/ 2147483646 w 703"/>
                <a:gd name="T17" fmla="*/ 2147483646 h 1050"/>
                <a:gd name="T18" fmla="*/ 2147483646 w 703"/>
                <a:gd name="T19" fmla="*/ 2147483646 h 1050"/>
                <a:gd name="T20" fmla="*/ 2147483646 w 703"/>
                <a:gd name="T21" fmla="*/ 2147483646 h 1050"/>
                <a:gd name="T22" fmla="*/ 2147483646 w 703"/>
                <a:gd name="T23" fmla="*/ 2147483646 h 1050"/>
                <a:gd name="T24" fmla="*/ 2147483646 w 703"/>
                <a:gd name="T25" fmla="*/ 2147483646 h 1050"/>
                <a:gd name="T26" fmla="*/ 2147483646 w 703"/>
                <a:gd name="T27" fmla="*/ 2147483646 h 1050"/>
                <a:gd name="T28" fmla="*/ 2147483646 w 703"/>
                <a:gd name="T29" fmla="*/ 2147483646 h 1050"/>
                <a:gd name="T30" fmla="*/ 2147483646 w 703"/>
                <a:gd name="T31" fmla="*/ 2147483646 h 1050"/>
                <a:gd name="T32" fmla="*/ 2147483646 w 703"/>
                <a:gd name="T33" fmla="*/ 2147483646 h 1050"/>
                <a:gd name="T34" fmla="*/ 2147483646 w 703"/>
                <a:gd name="T35" fmla="*/ 2147483646 h 1050"/>
                <a:gd name="T36" fmla="*/ 2147483646 w 703"/>
                <a:gd name="T37" fmla="*/ 2147483646 h 1050"/>
                <a:gd name="T38" fmla="*/ 2147483646 w 703"/>
                <a:gd name="T39" fmla="*/ 2147483646 h 1050"/>
                <a:gd name="T40" fmla="*/ 2147483646 w 703"/>
                <a:gd name="T41" fmla="*/ 2147483646 h 1050"/>
                <a:gd name="T42" fmla="*/ 2147483646 w 703"/>
                <a:gd name="T43" fmla="*/ 2147483646 h 1050"/>
                <a:gd name="T44" fmla="*/ 2147483646 w 703"/>
                <a:gd name="T45" fmla="*/ 2147483646 h 1050"/>
                <a:gd name="T46" fmla="*/ 2147483646 w 703"/>
                <a:gd name="T47" fmla="*/ 2147483646 h 1050"/>
                <a:gd name="T48" fmla="*/ 2147483646 w 703"/>
                <a:gd name="T49" fmla="*/ 2147483646 h 1050"/>
                <a:gd name="T50" fmla="*/ 2147483646 w 703"/>
                <a:gd name="T51" fmla="*/ 2147483646 h 1050"/>
                <a:gd name="T52" fmla="*/ 2147483646 w 703"/>
                <a:gd name="T53" fmla="*/ 2147483646 h 1050"/>
                <a:gd name="T54" fmla="*/ 2147483646 w 703"/>
                <a:gd name="T55" fmla="*/ 2147483646 h 105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703"/>
                <a:gd name="T85" fmla="*/ 0 h 1050"/>
                <a:gd name="T86" fmla="*/ 703 w 703"/>
                <a:gd name="T87" fmla="*/ 1050 h 105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703" h="1050">
                  <a:moveTo>
                    <a:pt x="697" y="965"/>
                  </a:moveTo>
                  <a:cubicBezTo>
                    <a:pt x="495" y="392"/>
                    <a:pt x="495" y="392"/>
                    <a:pt x="495" y="392"/>
                  </a:cubicBezTo>
                  <a:cubicBezTo>
                    <a:pt x="498" y="79"/>
                    <a:pt x="498" y="79"/>
                    <a:pt x="498" y="79"/>
                  </a:cubicBezTo>
                  <a:cubicBezTo>
                    <a:pt x="498" y="36"/>
                    <a:pt x="463" y="0"/>
                    <a:pt x="419" y="0"/>
                  </a:cubicBezTo>
                  <a:cubicBezTo>
                    <a:pt x="285" y="0"/>
                    <a:pt x="285" y="0"/>
                    <a:pt x="285" y="0"/>
                  </a:cubicBezTo>
                  <a:cubicBezTo>
                    <a:pt x="241" y="0"/>
                    <a:pt x="205" y="36"/>
                    <a:pt x="205" y="79"/>
                  </a:cubicBezTo>
                  <a:cubicBezTo>
                    <a:pt x="201" y="392"/>
                    <a:pt x="201" y="392"/>
                    <a:pt x="201" y="392"/>
                  </a:cubicBezTo>
                  <a:cubicBezTo>
                    <a:pt x="7" y="966"/>
                    <a:pt x="7" y="966"/>
                    <a:pt x="7" y="966"/>
                  </a:cubicBezTo>
                  <a:cubicBezTo>
                    <a:pt x="6" y="966"/>
                    <a:pt x="6" y="966"/>
                    <a:pt x="6" y="966"/>
                  </a:cubicBezTo>
                  <a:cubicBezTo>
                    <a:pt x="0" y="988"/>
                    <a:pt x="4" y="1010"/>
                    <a:pt x="16" y="1026"/>
                  </a:cubicBezTo>
                  <a:cubicBezTo>
                    <a:pt x="28" y="1041"/>
                    <a:pt x="46" y="1050"/>
                    <a:pt x="67" y="1050"/>
                  </a:cubicBezTo>
                  <a:cubicBezTo>
                    <a:pt x="637" y="1050"/>
                    <a:pt x="637" y="1050"/>
                    <a:pt x="637" y="1050"/>
                  </a:cubicBezTo>
                  <a:cubicBezTo>
                    <a:pt x="658" y="1050"/>
                    <a:pt x="676" y="1041"/>
                    <a:pt x="688" y="1026"/>
                  </a:cubicBezTo>
                  <a:cubicBezTo>
                    <a:pt x="700" y="1010"/>
                    <a:pt x="703" y="988"/>
                    <a:pt x="697" y="966"/>
                  </a:cubicBezTo>
                  <a:lnTo>
                    <a:pt x="697" y="965"/>
                  </a:lnTo>
                  <a:close/>
                  <a:moveTo>
                    <a:pt x="649" y="996"/>
                  </a:moveTo>
                  <a:cubicBezTo>
                    <a:pt x="646" y="1000"/>
                    <a:pt x="641" y="1001"/>
                    <a:pt x="637" y="1001"/>
                  </a:cubicBezTo>
                  <a:cubicBezTo>
                    <a:pt x="67" y="1001"/>
                    <a:pt x="67" y="1001"/>
                    <a:pt x="67" y="1001"/>
                  </a:cubicBezTo>
                  <a:cubicBezTo>
                    <a:pt x="63" y="1001"/>
                    <a:pt x="58" y="1000"/>
                    <a:pt x="55" y="996"/>
                  </a:cubicBezTo>
                  <a:cubicBezTo>
                    <a:pt x="52" y="993"/>
                    <a:pt x="52" y="987"/>
                    <a:pt x="53" y="980"/>
                  </a:cubicBezTo>
                  <a:cubicBezTo>
                    <a:pt x="250" y="401"/>
                    <a:pt x="250" y="401"/>
                    <a:pt x="250" y="401"/>
                  </a:cubicBezTo>
                  <a:cubicBezTo>
                    <a:pt x="254" y="79"/>
                    <a:pt x="254" y="79"/>
                    <a:pt x="254" y="79"/>
                  </a:cubicBezTo>
                  <a:cubicBezTo>
                    <a:pt x="254" y="63"/>
                    <a:pt x="268" y="49"/>
                    <a:pt x="285" y="49"/>
                  </a:cubicBezTo>
                  <a:cubicBezTo>
                    <a:pt x="419" y="49"/>
                    <a:pt x="419" y="49"/>
                    <a:pt x="419" y="49"/>
                  </a:cubicBezTo>
                  <a:cubicBezTo>
                    <a:pt x="436" y="49"/>
                    <a:pt x="449" y="63"/>
                    <a:pt x="449" y="79"/>
                  </a:cubicBezTo>
                  <a:cubicBezTo>
                    <a:pt x="446" y="401"/>
                    <a:pt x="446" y="401"/>
                    <a:pt x="446" y="401"/>
                  </a:cubicBezTo>
                  <a:cubicBezTo>
                    <a:pt x="650" y="980"/>
                    <a:pt x="650" y="980"/>
                    <a:pt x="650" y="980"/>
                  </a:cubicBezTo>
                  <a:cubicBezTo>
                    <a:pt x="652" y="987"/>
                    <a:pt x="651" y="993"/>
                    <a:pt x="649" y="996"/>
                  </a:cubicBezTo>
                  <a:close/>
                </a:path>
              </a:pathLst>
            </a:custGeom>
            <a:solidFill>
              <a:srgbClr val="0B32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52" name="Freeform 6">
              <a:extLst>
                <a:ext uri="{FF2B5EF4-FFF2-40B4-BE49-F238E27FC236}">
                  <a16:creationId xmlns:a16="http://schemas.microsoft.com/office/drawing/2014/main" id="{7697BA3E-2799-BC34-AEC3-7A2ACD11A2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174" y="0"/>
              <a:ext cx="455612" cy="133350"/>
            </a:xfrm>
            <a:custGeom>
              <a:avLst/>
              <a:gdLst>
                <a:gd name="T0" fmla="*/ 2147483646 w 332"/>
                <a:gd name="T1" fmla="*/ 0 h 97"/>
                <a:gd name="T2" fmla="*/ 2147483646 w 332"/>
                <a:gd name="T3" fmla="*/ 0 h 97"/>
                <a:gd name="T4" fmla="*/ 0 w 332"/>
                <a:gd name="T5" fmla="*/ 2147483646 h 97"/>
                <a:gd name="T6" fmla="*/ 2147483646 w 332"/>
                <a:gd name="T7" fmla="*/ 2147483646 h 97"/>
                <a:gd name="T8" fmla="*/ 2147483646 w 332"/>
                <a:gd name="T9" fmla="*/ 2147483646 h 97"/>
                <a:gd name="T10" fmla="*/ 2147483646 w 332"/>
                <a:gd name="T11" fmla="*/ 2147483646 h 97"/>
                <a:gd name="T12" fmla="*/ 2147483646 w 332"/>
                <a:gd name="T13" fmla="*/ 0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2"/>
                <a:gd name="T22" fmla="*/ 0 h 97"/>
                <a:gd name="T23" fmla="*/ 332 w 332"/>
                <a:gd name="T24" fmla="*/ 97 h 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2" h="97">
                  <a:moveTo>
                    <a:pt x="297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21"/>
                    <a:pt x="0" y="48"/>
                  </a:cubicBezTo>
                  <a:cubicBezTo>
                    <a:pt x="0" y="76"/>
                    <a:pt x="15" y="97"/>
                    <a:pt x="34" y="97"/>
                  </a:cubicBezTo>
                  <a:cubicBezTo>
                    <a:pt x="297" y="97"/>
                    <a:pt x="297" y="97"/>
                    <a:pt x="297" y="97"/>
                  </a:cubicBezTo>
                  <a:cubicBezTo>
                    <a:pt x="316" y="97"/>
                    <a:pt x="332" y="76"/>
                    <a:pt x="332" y="48"/>
                  </a:cubicBezTo>
                  <a:cubicBezTo>
                    <a:pt x="332" y="21"/>
                    <a:pt x="316" y="0"/>
                    <a:pt x="297" y="0"/>
                  </a:cubicBezTo>
                  <a:close/>
                </a:path>
              </a:pathLst>
            </a:custGeom>
            <a:solidFill>
              <a:srgbClr val="0B32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53" name="Freeform 7">
              <a:extLst>
                <a:ext uri="{FF2B5EF4-FFF2-40B4-BE49-F238E27FC236}">
                  <a16:creationId xmlns:a16="http://schemas.microsoft.com/office/drawing/2014/main" id="{AAFFBFBF-7DA5-29E7-9B26-178C8FBF7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74" y="647700"/>
              <a:ext cx="709612" cy="771525"/>
            </a:xfrm>
            <a:custGeom>
              <a:avLst/>
              <a:gdLst>
                <a:gd name="T0" fmla="*/ 2147483646 w 447"/>
                <a:gd name="T1" fmla="*/ 0 h 486"/>
                <a:gd name="T2" fmla="*/ 2147483646 w 447"/>
                <a:gd name="T3" fmla="*/ 0 h 486"/>
                <a:gd name="T4" fmla="*/ 2147483646 w 447"/>
                <a:gd name="T5" fmla="*/ 2147483646 h 486"/>
                <a:gd name="T6" fmla="*/ 0 w 447"/>
                <a:gd name="T7" fmla="*/ 2147483646 h 486"/>
                <a:gd name="T8" fmla="*/ 2147483646 w 447"/>
                <a:gd name="T9" fmla="*/ 2147483646 h 486"/>
                <a:gd name="T10" fmla="*/ 2147483646 w 447"/>
                <a:gd name="T11" fmla="*/ 2147483646 h 486"/>
                <a:gd name="T12" fmla="*/ 2147483646 w 447"/>
                <a:gd name="T13" fmla="*/ 0 h 4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7"/>
                <a:gd name="T22" fmla="*/ 0 h 486"/>
                <a:gd name="T23" fmla="*/ 447 w 447"/>
                <a:gd name="T24" fmla="*/ 486 h 48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7" h="486">
                  <a:moveTo>
                    <a:pt x="274" y="0"/>
                  </a:moveTo>
                  <a:lnTo>
                    <a:pt x="165" y="0"/>
                  </a:lnTo>
                  <a:lnTo>
                    <a:pt x="165" y="3"/>
                  </a:lnTo>
                  <a:lnTo>
                    <a:pt x="0" y="486"/>
                  </a:lnTo>
                  <a:lnTo>
                    <a:pt x="447" y="486"/>
                  </a:lnTo>
                  <a:lnTo>
                    <a:pt x="274" y="2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0B32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grpSp>
        <p:nvGrpSpPr>
          <p:cNvPr id="14347" name="组合 37">
            <a:extLst>
              <a:ext uri="{FF2B5EF4-FFF2-40B4-BE49-F238E27FC236}">
                <a16:creationId xmlns:a16="http://schemas.microsoft.com/office/drawing/2014/main" id="{D348DF0A-C463-E3B9-4A0D-76CD9662137E}"/>
              </a:ext>
            </a:extLst>
          </p:cNvPr>
          <p:cNvGrpSpPr>
            <a:grpSpLocks/>
          </p:cNvGrpSpPr>
          <p:nvPr/>
        </p:nvGrpSpPr>
        <p:grpSpPr bwMode="auto">
          <a:xfrm>
            <a:off x="1719263" y="1969294"/>
            <a:ext cx="725091" cy="1150144"/>
            <a:chOff x="0" y="0"/>
            <a:chExt cx="966787" cy="1533524"/>
          </a:xfrm>
        </p:grpSpPr>
        <p:sp>
          <p:nvSpPr>
            <p:cNvPr id="14348" name="Freeform 5">
              <a:extLst>
                <a:ext uri="{FF2B5EF4-FFF2-40B4-BE49-F238E27FC236}">
                  <a16:creationId xmlns:a16="http://schemas.microsoft.com/office/drawing/2014/main" id="{EFE87F0D-8A5A-BAC4-99B3-C4449CC3623F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93662"/>
              <a:ext cx="966787" cy="1439862"/>
            </a:xfrm>
            <a:custGeom>
              <a:avLst/>
              <a:gdLst>
                <a:gd name="T0" fmla="*/ 2147483646 w 703"/>
                <a:gd name="T1" fmla="*/ 2147483646 h 1050"/>
                <a:gd name="T2" fmla="*/ 2147483646 w 703"/>
                <a:gd name="T3" fmla="*/ 2147483646 h 1050"/>
                <a:gd name="T4" fmla="*/ 2147483646 w 703"/>
                <a:gd name="T5" fmla="*/ 2147483646 h 1050"/>
                <a:gd name="T6" fmla="*/ 2147483646 w 703"/>
                <a:gd name="T7" fmla="*/ 0 h 1050"/>
                <a:gd name="T8" fmla="*/ 2147483646 w 703"/>
                <a:gd name="T9" fmla="*/ 0 h 1050"/>
                <a:gd name="T10" fmla="*/ 2147483646 w 703"/>
                <a:gd name="T11" fmla="*/ 2147483646 h 1050"/>
                <a:gd name="T12" fmla="*/ 2147483646 w 703"/>
                <a:gd name="T13" fmla="*/ 2147483646 h 1050"/>
                <a:gd name="T14" fmla="*/ 2147483646 w 703"/>
                <a:gd name="T15" fmla="*/ 2147483646 h 1050"/>
                <a:gd name="T16" fmla="*/ 2147483646 w 703"/>
                <a:gd name="T17" fmla="*/ 2147483646 h 1050"/>
                <a:gd name="T18" fmla="*/ 2147483646 w 703"/>
                <a:gd name="T19" fmla="*/ 2147483646 h 1050"/>
                <a:gd name="T20" fmla="*/ 2147483646 w 703"/>
                <a:gd name="T21" fmla="*/ 2147483646 h 1050"/>
                <a:gd name="T22" fmla="*/ 2147483646 w 703"/>
                <a:gd name="T23" fmla="*/ 2147483646 h 1050"/>
                <a:gd name="T24" fmla="*/ 2147483646 w 703"/>
                <a:gd name="T25" fmla="*/ 2147483646 h 1050"/>
                <a:gd name="T26" fmla="*/ 2147483646 w 703"/>
                <a:gd name="T27" fmla="*/ 2147483646 h 1050"/>
                <a:gd name="T28" fmla="*/ 2147483646 w 703"/>
                <a:gd name="T29" fmla="*/ 2147483646 h 1050"/>
                <a:gd name="T30" fmla="*/ 2147483646 w 703"/>
                <a:gd name="T31" fmla="*/ 2147483646 h 1050"/>
                <a:gd name="T32" fmla="*/ 2147483646 w 703"/>
                <a:gd name="T33" fmla="*/ 2147483646 h 1050"/>
                <a:gd name="T34" fmla="*/ 2147483646 w 703"/>
                <a:gd name="T35" fmla="*/ 2147483646 h 1050"/>
                <a:gd name="T36" fmla="*/ 2147483646 w 703"/>
                <a:gd name="T37" fmla="*/ 2147483646 h 1050"/>
                <a:gd name="T38" fmla="*/ 2147483646 w 703"/>
                <a:gd name="T39" fmla="*/ 2147483646 h 1050"/>
                <a:gd name="T40" fmla="*/ 2147483646 w 703"/>
                <a:gd name="T41" fmla="*/ 2147483646 h 1050"/>
                <a:gd name="T42" fmla="*/ 2147483646 w 703"/>
                <a:gd name="T43" fmla="*/ 2147483646 h 1050"/>
                <a:gd name="T44" fmla="*/ 2147483646 w 703"/>
                <a:gd name="T45" fmla="*/ 2147483646 h 1050"/>
                <a:gd name="T46" fmla="*/ 2147483646 w 703"/>
                <a:gd name="T47" fmla="*/ 2147483646 h 1050"/>
                <a:gd name="T48" fmla="*/ 2147483646 w 703"/>
                <a:gd name="T49" fmla="*/ 2147483646 h 1050"/>
                <a:gd name="T50" fmla="*/ 2147483646 w 703"/>
                <a:gd name="T51" fmla="*/ 2147483646 h 1050"/>
                <a:gd name="T52" fmla="*/ 2147483646 w 703"/>
                <a:gd name="T53" fmla="*/ 2147483646 h 1050"/>
                <a:gd name="T54" fmla="*/ 2147483646 w 703"/>
                <a:gd name="T55" fmla="*/ 2147483646 h 1050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703"/>
                <a:gd name="T85" fmla="*/ 0 h 1050"/>
                <a:gd name="T86" fmla="*/ 703 w 703"/>
                <a:gd name="T87" fmla="*/ 1050 h 1050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703" h="1050">
                  <a:moveTo>
                    <a:pt x="697" y="965"/>
                  </a:moveTo>
                  <a:cubicBezTo>
                    <a:pt x="495" y="392"/>
                    <a:pt x="495" y="392"/>
                    <a:pt x="495" y="392"/>
                  </a:cubicBezTo>
                  <a:cubicBezTo>
                    <a:pt x="498" y="79"/>
                    <a:pt x="498" y="79"/>
                    <a:pt x="498" y="79"/>
                  </a:cubicBezTo>
                  <a:cubicBezTo>
                    <a:pt x="498" y="36"/>
                    <a:pt x="463" y="0"/>
                    <a:pt x="419" y="0"/>
                  </a:cubicBezTo>
                  <a:cubicBezTo>
                    <a:pt x="285" y="0"/>
                    <a:pt x="285" y="0"/>
                    <a:pt x="285" y="0"/>
                  </a:cubicBezTo>
                  <a:cubicBezTo>
                    <a:pt x="241" y="0"/>
                    <a:pt x="205" y="36"/>
                    <a:pt x="205" y="79"/>
                  </a:cubicBezTo>
                  <a:cubicBezTo>
                    <a:pt x="201" y="392"/>
                    <a:pt x="201" y="392"/>
                    <a:pt x="201" y="392"/>
                  </a:cubicBezTo>
                  <a:cubicBezTo>
                    <a:pt x="7" y="966"/>
                    <a:pt x="7" y="966"/>
                    <a:pt x="7" y="966"/>
                  </a:cubicBezTo>
                  <a:cubicBezTo>
                    <a:pt x="6" y="966"/>
                    <a:pt x="6" y="966"/>
                    <a:pt x="6" y="966"/>
                  </a:cubicBezTo>
                  <a:cubicBezTo>
                    <a:pt x="0" y="988"/>
                    <a:pt x="4" y="1010"/>
                    <a:pt x="16" y="1026"/>
                  </a:cubicBezTo>
                  <a:cubicBezTo>
                    <a:pt x="28" y="1041"/>
                    <a:pt x="46" y="1050"/>
                    <a:pt x="67" y="1050"/>
                  </a:cubicBezTo>
                  <a:cubicBezTo>
                    <a:pt x="637" y="1050"/>
                    <a:pt x="637" y="1050"/>
                    <a:pt x="637" y="1050"/>
                  </a:cubicBezTo>
                  <a:cubicBezTo>
                    <a:pt x="658" y="1050"/>
                    <a:pt x="676" y="1041"/>
                    <a:pt x="688" y="1026"/>
                  </a:cubicBezTo>
                  <a:cubicBezTo>
                    <a:pt x="700" y="1010"/>
                    <a:pt x="703" y="988"/>
                    <a:pt x="697" y="966"/>
                  </a:cubicBezTo>
                  <a:lnTo>
                    <a:pt x="697" y="965"/>
                  </a:lnTo>
                  <a:close/>
                  <a:moveTo>
                    <a:pt x="649" y="996"/>
                  </a:moveTo>
                  <a:cubicBezTo>
                    <a:pt x="646" y="1000"/>
                    <a:pt x="641" y="1001"/>
                    <a:pt x="637" y="1001"/>
                  </a:cubicBezTo>
                  <a:cubicBezTo>
                    <a:pt x="67" y="1001"/>
                    <a:pt x="67" y="1001"/>
                    <a:pt x="67" y="1001"/>
                  </a:cubicBezTo>
                  <a:cubicBezTo>
                    <a:pt x="63" y="1001"/>
                    <a:pt x="58" y="1000"/>
                    <a:pt x="55" y="996"/>
                  </a:cubicBezTo>
                  <a:cubicBezTo>
                    <a:pt x="52" y="993"/>
                    <a:pt x="52" y="987"/>
                    <a:pt x="53" y="980"/>
                  </a:cubicBezTo>
                  <a:cubicBezTo>
                    <a:pt x="250" y="401"/>
                    <a:pt x="250" y="401"/>
                    <a:pt x="250" y="401"/>
                  </a:cubicBezTo>
                  <a:cubicBezTo>
                    <a:pt x="254" y="79"/>
                    <a:pt x="254" y="79"/>
                    <a:pt x="254" y="79"/>
                  </a:cubicBezTo>
                  <a:cubicBezTo>
                    <a:pt x="254" y="63"/>
                    <a:pt x="268" y="49"/>
                    <a:pt x="285" y="49"/>
                  </a:cubicBezTo>
                  <a:cubicBezTo>
                    <a:pt x="419" y="49"/>
                    <a:pt x="419" y="49"/>
                    <a:pt x="419" y="49"/>
                  </a:cubicBezTo>
                  <a:cubicBezTo>
                    <a:pt x="436" y="49"/>
                    <a:pt x="449" y="63"/>
                    <a:pt x="449" y="79"/>
                  </a:cubicBezTo>
                  <a:cubicBezTo>
                    <a:pt x="446" y="401"/>
                    <a:pt x="446" y="401"/>
                    <a:pt x="446" y="401"/>
                  </a:cubicBezTo>
                  <a:cubicBezTo>
                    <a:pt x="650" y="980"/>
                    <a:pt x="650" y="980"/>
                    <a:pt x="650" y="980"/>
                  </a:cubicBezTo>
                  <a:cubicBezTo>
                    <a:pt x="652" y="987"/>
                    <a:pt x="651" y="993"/>
                    <a:pt x="649" y="996"/>
                  </a:cubicBezTo>
                  <a:close/>
                </a:path>
              </a:pathLst>
            </a:custGeom>
            <a:solidFill>
              <a:srgbClr val="0B32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49" name="Freeform 6">
              <a:extLst>
                <a:ext uri="{FF2B5EF4-FFF2-40B4-BE49-F238E27FC236}">
                  <a16:creationId xmlns:a16="http://schemas.microsoft.com/office/drawing/2014/main" id="{7E122BEA-ECC0-3B13-61E5-379CFF473A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174" y="0"/>
              <a:ext cx="455612" cy="133350"/>
            </a:xfrm>
            <a:custGeom>
              <a:avLst/>
              <a:gdLst>
                <a:gd name="T0" fmla="*/ 2147483646 w 332"/>
                <a:gd name="T1" fmla="*/ 0 h 97"/>
                <a:gd name="T2" fmla="*/ 2147483646 w 332"/>
                <a:gd name="T3" fmla="*/ 0 h 97"/>
                <a:gd name="T4" fmla="*/ 0 w 332"/>
                <a:gd name="T5" fmla="*/ 2147483646 h 97"/>
                <a:gd name="T6" fmla="*/ 2147483646 w 332"/>
                <a:gd name="T7" fmla="*/ 2147483646 h 97"/>
                <a:gd name="T8" fmla="*/ 2147483646 w 332"/>
                <a:gd name="T9" fmla="*/ 2147483646 h 97"/>
                <a:gd name="T10" fmla="*/ 2147483646 w 332"/>
                <a:gd name="T11" fmla="*/ 2147483646 h 97"/>
                <a:gd name="T12" fmla="*/ 2147483646 w 332"/>
                <a:gd name="T13" fmla="*/ 0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32"/>
                <a:gd name="T22" fmla="*/ 0 h 97"/>
                <a:gd name="T23" fmla="*/ 332 w 332"/>
                <a:gd name="T24" fmla="*/ 97 h 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32" h="97">
                  <a:moveTo>
                    <a:pt x="297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5" y="0"/>
                    <a:pt x="0" y="21"/>
                    <a:pt x="0" y="48"/>
                  </a:cubicBezTo>
                  <a:cubicBezTo>
                    <a:pt x="0" y="76"/>
                    <a:pt x="15" y="97"/>
                    <a:pt x="34" y="97"/>
                  </a:cubicBezTo>
                  <a:cubicBezTo>
                    <a:pt x="297" y="97"/>
                    <a:pt x="297" y="97"/>
                    <a:pt x="297" y="97"/>
                  </a:cubicBezTo>
                  <a:cubicBezTo>
                    <a:pt x="316" y="97"/>
                    <a:pt x="332" y="76"/>
                    <a:pt x="332" y="48"/>
                  </a:cubicBezTo>
                  <a:cubicBezTo>
                    <a:pt x="332" y="21"/>
                    <a:pt x="316" y="0"/>
                    <a:pt x="297" y="0"/>
                  </a:cubicBezTo>
                  <a:close/>
                </a:path>
              </a:pathLst>
            </a:custGeom>
            <a:solidFill>
              <a:srgbClr val="0B32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4350" name="Freeform 7">
              <a:extLst>
                <a:ext uri="{FF2B5EF4-FFF2-40B4-BE49-F238E27FC236}">
                  <a16:creationId xmlns:a16="http://schemas.microsoft.com/office/drawing/2014/main" id="{59B0A2C2-34EA-7E7B-04E0-E59D7999A1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174" y="647700"/>
              <a:ext cx="709612" cy="771525"/>
            </a:xfrm>
            <a:custGeom>
              <a:avLst/>
              <a:gdLst>
                <a:gd name="T0" fmla="*/ 2147483646 w 447"/>
                <a:gd name="T1" fmla="*/ 0 h 486"/>
                <a:gd name="T2" fmla="*/ 2147483646 w 447"/>
                <a:gd name="T3" fmla="*/ 0 h 486"/>
                <a:gd name="T4" fmla="*/ 2147483646 w 447"/>
                <a:gd name="T5" fmla="*/ 2147483646 h 486"/>
                <a:gd name="T6" fmla="*/ 0 w 447"/>
                <a:gd name="T7" fmla="*/ 2147483646 h 486"/>
                <a:gd name="T8" fmla="*/ 2147483646 w 447"/>
                <a:gd name="T9" fmla="*/ 2147483646 h 486"/>
                <a:gd name="T10" fmla="*/ 2147483646 w 447"/>
                <a:gd name="T11" fmla="*/ 2147483646 h 486"/>
                <a:gd name="T12" fmla="*/ 2147483646 w 447"/>
                <a:gd name="T13" fmla="*/ 0 h 4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47"/>
                <a:gd name="T22" fmla="*/ 0 h 486"/>
                <a:gd name="T23" fmla="*/ 447 w 447"/>
                <a:gd name="T24" fmla="*/ 486 h 48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47" h="486">
                  <a:moveTo>
                    <a:pt x="274" y="0"/>
                  </a:moveTo>
                  <a:lnTo>
                    <a:pt x="165" y="0"/>
                  </a:lnTo>
                  <a:lnTo>
                    <a:pt x="165" y="3"/>
                  </a:lnTo>
                  <a:lnTo>
                    <a:pt x="0" y="486"/>
                  </a:lnTo>
                  <a:lnTo>
                    <a:pt x="447" y="486"/>
                  </a:lnTo>
                  <a:lnTo>
                    <a:pt x="274" y="2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0B32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pic>
        <p:nvPicPr>
          <p:cNvPr id="14377" name="Picture 14376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矩形 1">
            <a:extLst>
              <a:ext uri="{FF2B5EF4-FFF2-40B4-BE49-F238E27FC236}">
                <a16:creationId xmlns:a16="http://schemas.microsoft.com/office/drawing/2014/main" id="{64F6AAE6-3511-A33C-0897-86B3371AC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0518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5363" name="文本框 5">
            <a:extLst>
              <a:ext uri="{FF2B5EF4-FFF2-40B4-BE49-F238E27FC236}">
                <a16:creationId xmlns:a16="http://schemas.microsoft.com/office/drawing/2014/main" id="{216BC51B-EC9A-2EF5-2E95-91564A243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分析与讨论</a:t>
            </a:r>
          </a:p>
        </p:txBody>
      </p:sp>
      <p:grpSp>
        <p:nvGrpSpPr>
          <p:cNvPr id="15364" name="Group 4">
            <a:extLst>
              <a:ext uri="{FF2B5EF4-FFF2-40B4-BE49-F238E27FC236}">
                <a16:creationId xmlns:a16="http://schemas.microsoft.com/office/drawing/2014/main" id="{FE1D35F5-5CF1-B460-80A1-5FBA6335FC9A}"/>
              </a:ext>
            </a:extLst>
          </p:cNvPr>
          <p:cNvGrpSpPr>
            <a:grpSpLocks/>
          </p:cNvGrpSpPr>
          <p:nvPr/>
        </p:nvGrpSpPr>
        <p:grpSpPr bwMode="auto">
          <a:xfrm>
            <a:off x="2031206" y="1195388"/>
            <a:ext cx="5025629" cy="3350419"/>
            <a:chOff x="0" y="0"/>
            <a:chExt cx="6700818" cy="4467212"/>
          </a:xfrm>
        </p:grpSpPr>
        <p:sp>
          <p:nvSpPr>
            <p:cNvPr id="15383" name="Oval 5">
              <a:extLst>
                <a:ext uri="{FF2B5EF4-FFF2-40B4-BE49-F238E27FC236}">
                  <a16:creationId xmlns:a16="http://schemas.microsoft.com/office/drawing/2014/main" id="{30E255AF-6F7E-A8E8-8D6F-0A091A343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6400" y="440"/>
              <a:ext cx="1348016" cy="1348016"/>
            </a:xfrm>
            <a:prstGeom prst="ellipse">
              <a:avLst/>
            </a:prstGeom>
            <a:solidFill>
              <a:srgbClr val="0825AF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84" name="Rectangle 6">
              <a:extLst>
                <a:ext uri="{FF2B5EF4-FFF2-40B4-BE49-F238E27FC236}">
                  <a16:creationId xmlns:a16="http://schemas.microsoft.com/office/drawing/2014/main" id="{719B44F4-2F06-7394-FA8E-2BB177A5C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3812" y="197852"/>
              <a:ext cx="953192" cy="953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7623" tIns="27623" rIns="27623" bIns="27623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217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385" name="AutoShape 7">
              <a:extLst>
                <a:ext uri="{FF2B5EF4-FFF2-40B4-BE49-F238E27FC236}">
                  <a16:creationId xmlns:a16="http://schemas.microsoft.com/office/drawing/2014/main" id="{E0A0B1DB-2925-FDD6-7FB6-82504DDE67E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60000">
              <a:off x="3982101" y="1036534"/>
              <a:ext cx="359545" cy="454955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0B30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86" name="Rectangle 8">
              <a:extLst>
                <a:ext uri="{FF2B5EF4-FFF2-40B4-BE49-F238E27FC236}">
                  <a16:creationId xmlns:a16="http://schemas.microsoft.com/office/drawing/2014/main" id="{DADA9F3C-D473-538D-80C8-74002C5222B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60000">
              <a:off x="3992401" y="1095825"/>
              <a:ext cx="251682" cy="272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142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387" name="Oval 9">
              <a:extLst>
                <a:ext uri="{FF2B5EF4-FFF2-40B4-BE49-F238E27FC236}">
                  <a16:creationId xmlns:a16="http://schemas.microsoft.com/office/drawing/2014/main" id="{4821AF23-4A96-8CF5-1C64-34409C5B2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5795" y="1191530"/>
              <a:ext cx="1348016" cy="1348016"/>
            </a:xfrm>
            <a:prstGeom prst="ellipse">
              <a:avLst/>
            </a:prstGeom>
            <a:solidFill>
              <a:srgbClr val="0825AF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88" name="Rectangle 10">
              <a:extLst>
                <a:ext uri="{FF2B5EF4-FFF2-40B4-BE49-F238E27FC236}">
                  <a16:creationId xmlns:a16="http://schemas.microsoft.com/office/drawing/2014/main" id="{4FCB7793-1969-D3F2-C55E-3039B5C5B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207" y="1388942"/>
              <a:ext cx="953192" cy="953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7623" tIns="27623" rIns="27623" bIns="27623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217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389" name="AutoShape 11">
              <a:extLst>
                <a:ext uri="{FF2B5EF4-FFF2-40B4-BE49-F238E27FC236}">
                  <a16:creationId xmlns:a16="http://schemas.microsoft.com/office/drawing/2014/main" id="{6EFC0CD2-660C-7EFD-E691-B33137A784E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6480000">
              <a:off x="4500076" y="2591992"/>
              <a:ext cx="359545" cy="454955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0B30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90" name="Rectangle 12">
              <a:extLst>
                <a:ext uri="{FF2B5EF4-FFF2-40B4-BE49-F238E27FC236}">
                  <a16:creationId xmlns:a16="http://schemas.microsoft.com/office/drawing/2014/main" id="{139B8296-0035-1D67-60D3-6B0B316F1C2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4320000">
              <a:off x="4570674" y="2631691"/>
              <a:ext cx="251682" cy="272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142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391" name="Oval 13">
              <a:extLst>
                <a:ext uri="{FF2B5EF4-FFF2-40B4-BE49-F238E27FC236}">
                  <a16:creationId xmlns:a16="http://schemas.microsoft.com/office/drawing/2014/main" id="{45323B80-2BA7-2679-B131-16F1F56B6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9602" y="3118755"/>
              <a:ext cx="1348016" cy="1348016"/>
            </a:xfrm>
            <a:prstGeom prst="ellipse">
              <a:avLst/>
            </a:prstGeom>
            <a:solidFill>
              <a:srgbClr val="0825AF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92" name="Rectangle 14">
              <a:extLst>
                <a:ext uri="{FF2B5EF4-FFF2-40B4-BE49-F238E27FC236}">
                  <a16:creationId xmlns:a16="http://schemas.microsoft.com/office/drawing/2014/main" id="{EC30755B-1277-F435-FCC0-25BFDB361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7014" y="3316167"/>
              <a:ext cx="953192" cy="953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7623" tIns="27623" rIns="27623" bIns="27623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217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393" name="AutoShape 15">
              <a:extLst>
                <a:ext uri="{FF2B5EF4-FFF2-40B4-BE49-F238E27FC236}">
                  <a16:creationId xmlns:a16="http://schemas.microsoft.com/office/drawing/2014/main" id="{E767D8BD-1DAB-B229-8A25-70E8BC79AE7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180812" y="3565285"/>
              <a:ext cx="359545" cy="454955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0B30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94" name="Rectangle 16">
              <a:extLst>
                <a:ext uri="{FF2B5EF4-FFF2-40B4-BE49-F238E27FC236}">
                  <a16:creationId xmlns:a16="http://schemas.microsoft.com/office/drawing/2014/main" id="{406DC1BA-9FB3-3E3D-4F9B-F8022AE5F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675" y="3656276"/>
              <a:ext cx="251682" cy="272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142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395" name="Oval 17">
              <a:extLst>
                <a:ext uri="{FF2B5EF4-FFF2-40B4-BE49-F238E27FC236}">
                  <a16:creationId xmlns:a16="http://schemas.microsoft.com/office/drawing/2014/main" id="{EE799898-6A3D-8B36-D265-45CD3E657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3199" y="3118755"/>
              <a:ext cx="1348016" cy="1348016"/>
            </a:xfrm>
            <a:prstGeom prst="ellipse">
              <a:avLst/>
            </a:prstGeom>
            <a:solidFill>
              <a:srgbClr val="0825AF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96" name="Rectangle 18">
              <a:extLst>
                <a:ext uri="{FF2B5EF4-FFF2-40B4-BE49-F238E27FC236}">
                  <a16:creationId xmlns:a16="http://schemas.microsoft.com/office/drawing/2014/main" id="{F60B3E9F-8F29-2635-ED22-E2042DF2E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0611" y="3316167"/>
              <a:ext cx="953192" cy="953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7623" tIns="27623" rIns="27623" bIns="27623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217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397" name="AutoShape 19">
              <a:extLst>
                <a:ext uri="{FF2B5EF4-FFF2-40B4-BE49-F238E27FC236}">
                  <a16:creationId xmlns:a16="http://schemas.microsoft.com/office/drawing/2014/main" id="{4E9FA52B-3AC7-C220-CC41-3539A2DB8C4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6480000">
              <a:off x="1847479" y="2611348"/>
              <a:ext cx="359545" cy="454955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0B30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98" name="Rectangle 20">
              <a:extLst>
                <a:ext uri="{FF2B5EF4-FFF2-40B4-BE49-F238E27FC236}">
                  <a16:creationId xmlns:a16="http://schemas.microsoft.com/office/drawing/2014/main" id="{26C7CD0C-CAA4-3F7B-0359-97A74938023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4320000">
              <a:off x="1918077" y="2753631"/>
              <a:ext cx="251682" cy="272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142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399" name="Oval 21">
              <a:extLst>
                <a:ext uri="{FF2B5EF4-FFF2-40B4-BE49-F238E27FC236}">
                  <a16:creationId xmlns:a16="http://schemas.microsoft.com/office/drawing/2014/main" id="{70D2701F-1F60-D734-441F-5D858225D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006" y="1191530"/>
              <a:ext cx="1348016" cy="1348016"/>
            </a:xfrm>
            <a:prstGeom prst="ellipse">
              <a:avLst/>
            </a:prstGeom>
            <a:solidFill>
              <a:srgbClr val="0825AF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400" name="Rectangle 22">
              <a:extLst>
                <a:ext uri="{FF2B5EF4-FFF2-40B4-BE49-F238E27FC236}">
                  <a16:creationId xmlns:a16="http://schemas.microsoft.com/office/drawing/2014/main" id="{3D7D1955-E857-C223-00E7-8E06744ED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4418" y="1388942"/>
              <a:ext cx="953192" cy="953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7623" tIns="27623" rIns="27623" bIns="27623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217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5401" name="AutoShape 23">
              <a:extLst>
                <a:ext uri="{FF2B5EF4-FFF2-40B4-BE49-F238E27FC236}">
                  <a16:creationId xmlns:a16="http://schemas.microsoft.com/office/drawing/2014/main" id="{9364BBDA-2CB8-5A29-252B-D9DC7E3524F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60000">
              <a:off x="2342706" y="1048497"/>
              <a:ext cx="359545" cy="454955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0B30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402" name="Rectangle 24">
              <a:extLst>
                <a:ext uri="{FF2B5EF4-FFF2-40B4-BE49-F238E27FC236}">
                  <a16:creationId xmlns:a16="http://schemas.microsoft.com/office/drawing/2014/main" id="{150726AF-727B-FAFE-FEB2-FB273B322B4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2160000">
              <a:off x="2353006" y="1171188"/>
              <a:ext cx="251682" cy="272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endParaRPr lang="zh-CN" altLang="zh-CN" sz="1425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grpSp>
        <p:nvGrpSpPr>
          <p:cNvPr id="15365" name="组合 7">
            <a:extLst>
              <a:ext uri="{FF2B5EF4-FFF2-40B4-BE49-F238E27FC236}">
                <a16:creationId xmlns:a16="http://schemas.microsoft.com/office/drawing/2014/main" id="{2BF024A0-34DB-099A-5A41-D5715507DC67}"/>
              </a:ext>
            </a:extLst>
          </p:cNvPr>
          <p:cNvGrpSpPr>
            <a:grpSpLocks/>
          </p:cNvGrpSpPr>
          <p:nvPr/>
        </p:nvGrpSpPr>
        <p:grpSpPr bwMode="auto">
          <a:xfrm>
            <a:off x="5586413" y="1208485"/>
            <a:ext cx="2190750" cy="722709"/>
            <a:chOff x="0" y="0"/>
            <a:chExt cx="2920666" cy="962492"/>
          </a:xfrm>
        </p:grpSpPr>
        <p:sp>
          <p:nvSpPr>
            <p:cNvPr id="15381" name="矩形 8">
              <a:extLst>
                <a:ext uri="{FF2B5EF4-FFF2-40B4-BE49-F238E27FC236}">
                  <a16:creationId xmlns:a16="http://schemas.microsoft.com/office/drawing/2014/main" id="{6CC3D989-E868-2480-9E62-1545C1C4B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82" name="矩形 9">
              <a:extLst>
                <a:ext uri="{FF2B5EF4-FFF2-40B4-BE49-F238E27FC236}">
                  <a16:creationId xmlns:a16="http://schemas.microsoft.com/office/drawing/2014/main" id="{3DE859B7-46AD-E0F8-D2EE-346BF75FB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9528" tIns="29528" rIns="29528" bIns="29528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325">
                  <a:solidFill>
                    <a:srgbClr val="061975"/>
                  </a:solidFill>
                  <a:sym typeface="Arial" panose="020B0604020202020204" pitchFamily="34" charset="0"/>
                </a:rPr>
                <a:t>在这里输入文字</a:t>
              </a:r>
            </a:p>
          </p:txBody>
        </p:sp>
      </p:grpSp>
      <p:grpSp>
        <p:nvGrpSpPr>
          <p:cNvPr id="15366" name="组合 10">
            <a:extLst>
              <a:ext uri="{FF2B5EF4-FFF2-40B4-BE49-F238E27FC236}">
                <a16:creationId xmlns:a16="http://schemas.microsoft.com/office/drawing/2014/main" id="{136B5696-CFB4-7F04-DBC4-120A2CF18432}"/>
              </a:ext>
            </a:extLst>
          </p:cNvPr>
          <p:cNvGrpSpPr>
            <a:grpSpLocks/>
          </p:cNvGrpSpPr>
          <p:nvPr/>
        </p:nvGrpSpPr>
        <p:grpSpPr bwMode="auto">
          <a:xfrm>
            <a:off x="6466285" y="2334816"/>
            <a:ext cx="2189559" cy="722709"/>
            <a:chOff x="0" y="0"/>
            <a:chExt cx="2920666" cy="962492"/>
          </a:xfrm>
        </p:grpSpPr>
        <p:sp>
          <p:nvSpPr>
            <p:cNvPr id="15379" name="矩形 11">
              <a:extLst>
                <a:ext uri="{FF2B5EF4-FFF2-40B4-BE49-F238E27FC236}">
                  <a16:creationId xmlns:a16="http://schemas.microsoft.com/office/drawing/2014/main" id="{2887D8C3-CF06-0530-0358-BABB9F85BB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80" name="矩形 12">
              <a:extLst>
                <a:ext uri="{FF2B5EF4-FFF2-40B4-BE49-F238E27FC236}">
                  <a16:creationId xmlns:a16="http://schemas.microsoft.com/office/drawing/2014/main" id="{1A84FC5A-21CC-736F-AB2E-497FA9DD1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9528" tIns="29528" rIns="29528" bIns="29528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325">
                  <a:solidFill>
                    <a:srgbClr val="061975"/>
                  </a:solidFill>
                  <a:sym typeface="Arial" panose="020B0604020202020204" pitchFamily="34" charset="0"/>
                </a:rPr>
                <a:t>在这里输入文字</a:t>
              </a:r>
            </a:p>
          </p:txBody>
        </p:sp>
      </p:grpSp>
      <p:grpSp>
        <p:nvGrpSpPr>
          <p:cNvPr id="15367" name="组合 13">
            <a:extLst>
              <a:ext uri="{FF2B5EF4-FFF2-40B4-BE49-F238E27FC236}">
                <a16:creationId xmlns:a16="http://schemas.microsoft.com/office/drawing/2014/main" id="{BD4C5123-14C9-767C-7BC2-0FEAE291D6BD}"/>
              </a:ext>
            </a:extLst>
          </p:cNvPr>
          <p:cNvGrpSpPr>
            <a:grpSpLocks/>
          </p:cNvGrpSpPr>
          <p:nvPr/>
        </p:nvGrpSpPr>
        <p:grpSpPr bwMode="auto">
          <a:xfrm>
            <a:off x="5991225" y="3823098"/>
            <a:ext cx="2190750" cy="721519"/>
            <a:chOff x="0" y="0"/>
            <a:chExt cx="2920666" cy="962492"/>
          </a:xfrm>
        </p:grpSpPr>
        <p:sp>
          <p:nvSpPr>
            <p:cNvPr id="15377" name="矩形 14">
              <a:extLst>
                <a:ext uri="{FF2B5EF4-FFF2-40B4-BE49-F238E27FC236}">
                  <a16:creationId xmlns:a16="http://schemas.microsoft.com/office/drawing/2014/main" id="{D5C13914-2ED4-85B8-2338-73BE56272A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78" name="矩形 15">
              <a:extLst>
                <a:ext uri="{FF2B5EF4-FFF2-40B4-BE49-F238E27FC236}">
                  <a16:creationId xmlns:a16="http://schemas.microsoft.com/office/drawing/2014/main" id="{F6506593-ED70-A0AC-F54E-57A0351D2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9528" tIns="29528" rIns="29528" bIns="29528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325">
                  <a:solidFill>
                    <a:srgbClr val="061975"/>
                  </a:solidFill>
                  <a:sym typeface="Arial" panose="020B0604020202020204" pitchFamily="34" charset="0"/>
                </a:rPr>
                <a:t>在这里输入文字</a:t>
              </a:r>
            </a:p>
          </p:txBody>
        </p:sp>
      </p:grpSp>
      <p:grpSp>
        <p:nvGrpSpPr>
          <p:cNvPr id="15368" name="组合 16">
            <a:extLst>
              <a:ext uri="{FF2B5EF4-FFF2-40B4-BE49-F238E27FC236}">
                <a16:creationId xmlns:a16="http://schemas.microsoft.com/office/drawing/2014/main" id="{7166385F-F70A-6FC4-C81B-E467F1C70C20}"/>
              </a:ext>
            </a:extLst>
          </p:cNvPr>
          <p:cNvGrpSpPr>
            <a:grpSpLocks/>
          </p:cNvGrpSpPr>
          <p:nvPr/>
        </p:nvGrpSpPr>
        <p:grpSpPr bwMode="auto">
          <a:xfrm>
            <a:off x="1004888" y="3652838"/>
            <a:ext cx="2190750" cy="721519"/>
            <a:chOff x="0" y="0"/>
            <a:chExt cx="2920666" cy="962492"/>
          </a:xfrm>
        </p:grpSpPr>
        <p:sp>
          <p:nvSpPr>
            <p:cNvPr id="15375" name="矩形 17">
              <a:extLst>
                <a:ext uri="{FF2B5EF4-FFF2-40B4-BE49-F238E27FC236}">
                  <a16:creationId xmlns:a16="http://schemas.microsoft.com/office/drawing/2014/main" id="{D2A4DC76-499C-F06C-FFDA-6A967C2FB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76" name="矩形 18">
              <a:extLst>
                <a:ext uri="{FF2B5EF4-FFF2-40B4-BE49-F238E27FC236}">
                  <a16:creationId xmlns:a16="http://schemas.microsoft.com/office/drawing/2014/main" id="{F7278CF6-A6DC-87D0-F8FC-9A2DBC0F4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9528" tIns="29528" rIns="29528" bIns="29528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325">
                  <a:solidFill>
                    <a:srgbClr val="061975"/>
                  </a:solidFill>
                  <a:sym typeface="Arial" panose="020B0604020202020204" pitchFamily="34" charset="0"/>
                </a:rPr>
                <a:t>在这里输入文字</a:t>
              </a:r>
            </a:p>
          </p:txBody>
        </p:sp>
      </p:grpSp>
      <p:grpSp>
        <p:nvGrpSpPr>
          <p:cNvPr id="15369" name="组合 19">
            <a:extLst>
              <a:ext uri="{FF2B5EF4-FFF2-40B4-BE49-F238E27FC236}">
                <a16:creationId xmlns:a16="http://schemas.microsoft.com/office/drawing/2014/main" id="{2E1871CC-6133-83E3-6F9C-E640C695BE2F}"/>
              </a:ext>
            </a:extLst>
          </p:cNvPr>
          <p:cNvGrpSpPr>
            <a:grpSpLocks/>
          </p:cNvGrpSpPr>
          <p:nvPr/>
        </p:nvGrpSpPr>
        <p:grpSpPr bwMode="auto">
          <a:xfrm>
            <a:off x="819150" y="1695450"/>
            <a:ext cx="2189560" cy="721519"/>
            <a:chOff x="0" y="0"/>
            <a:chExt cx="2920666" cy="962492"/>
          </a:xfrm>
        </p:grpSpPr>
        <p:sp>
          <p:nvSpPr>
            <p:cNvPr id="15373" name="矩形 20">
              <a:extLst>
                <a:ext uri="{FF2B5EF4-FFF2-40B4-BE49-F238E27FC236}">
                  <a16:creationId xmlns:a16="http://schemas.microsoft.com/office/drawing/2014/main" id="{0A168436-BBD2-4AC1-7E65-261120B848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5374" name="矩形 21">
              <a:extLst>
                <a:ext uri="{FF2B5EF4-FFF2-40B4-BE49-F238E27FC236}">
                  <a16:creationId xmlns:a16="http://schemas.microsoft.com/office/drawing/2014/main" id="{EAB2E5FD-A387-4010-AF09-78623814C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9528" tIns="29528" rIns="29528" bIns="29528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325">
                  <a:solidFill>
                    <a:srgbClr val="061975"/>
                  </a:solidFill>
                  <a:sym typeface="Arial" panose="020B0604020202020204" pitchFamily="34" charset="0"/>
                </a:rPr>
                <a:t>在这里输入文字</a:t>
              </a:r>
            </a:p>
          </p:txBody>
        </p:sp>
      </p:grpSp>
      <p:grpSp>
        <p:nvGrpSpPr>
          <p:cNvPr id="15370" name="组合 22">
            <a:extLst>
              <a:ext uri="{FF2B5EF4-FFF2-40B4-BE49-F238E27FC236}">
                <a16:creationId xmlns:a16="http://schemas.microsoft.com/office/drawing/2014/main" id="{7CF55D9B-46AA-F3C7-FAA0-6BA6C695BF5D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15371" name="流程图: 数据 23">
              <a:extLst>
                <a:ext uri="{FF2B5EF4-FFF2-40B4-BE49-F238E27FC236}">
                  <a16:creationId xmlns:a16="http://schemas.microsoft.com/office/drawing/2014/main" id="{A3959AFB-1C66-7130-0C5B-57A97561F47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0619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5372" name="矩形 24">
              <a:extLst>
                <a:ext uri="{FF2B5EF4-FFF2-40B4-BE49-F238E27FC236}">
                  <a16:creationId xmlns:a16="http://schemas.microsoft.com/office/drawing/2014/main" id="{956AF229-0023-F1F4-006E-9929DE2F5F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5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pic>
        <p:nvPicPr>
          <p:cNvPr id="15403" name="Picture 15402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矩形 1">
            <a:extLst>
              <a:ext uri="{FF2B5EF4-FFF2-40B4-BE49-F238E27FC236}">
                <a16:creationId xmlns:a16="http://schemas.microsoft.com/office/drawing/2014/main" id="{9E9E194A-E72A-DD9E-F1D8-973A2DA41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0518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6387" name="文本框 5">
            <a:extLst>
              <a:ext uri="{FF2B5EF4-FFF2-40B4-BE49-F238E27FC236}">
                <a16:creationId xmlns:a16="http://schemas.microsoft.com/office/drawing/2014/main" id="{4E149E3A-4598-FF32-2444-BC21326DB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分析与讨论</a:t>
            </a:r>
          </a:p>
        </p:txBody>
      </p:sp>
      <p:grpSp>
        <p:nvGrpSpPr>
          <p:cNvPr id="16388" name="Group 4">
            <a:extLst>
              <a:ext uri="{FF2B5EF4-FFF2-40B4-BE49-F238E27FC236}">
                <a16:creationId xmlns:a16="http://schemas.microsoft.com/office/drawing/2014/main" id="{1431B4B0-F5DD-0D6F-FB42-AE58A9514F4B}"/>
              </a:ext>
            </a:extLst>
          </p:cNvPr>
          <p:cNvGrpSpPr>
            <a:grpSpLocks/>
          </p:cNvGrpSpPr>
          <p:nvPr/>
        </p:nvGrpSpPr>
        <p:grpSpPr bwMode="auto">
          <a:xfrm>
            <a:off x="1496616" y="1214437"/>
            <a:ext cx="6096000" cy="4063604"/>
            <a:chOff x="0" y="0"/>
            <a:chExt cx="8128000" cy="5418667"/>
          </a:xfrm>
        </p:grpSpPr>
        <p:sp>
          <p:nvSpPr>
            <p:cNvPr id="16392" name="Rectangle 5">
              <a:extLst>
                <a:ext uri="{FF2B5EF4-FFF2-40B4-BE49-F238E27FC236}">
                  <a16:creationId xmlns:a16="http://schemas.microsoft.com/office/drawing/2014/main" id="{69C2F7D0-A2A4-7627-5E44-CEF3A4DAC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29" y="131334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393" name="Rectangle 6">
              <a:extLst>
                <a:ext uri="{FF2B5EF4-FFF2-40B4-BE49-F238E27FC236}">
                  <a16:creationId xmlns:a16="http://schemas.microsoft.com/office/drawing/2014/main" id="{29FD104C-72BE-F153-B1E1-333009E4C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29" y="1313340"/>
              <a:ext cx="2920666" cy="9624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9528" tIns="29528" rIns="29528" bIns="29528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325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16394" name="Rectangle 7">
              <a:extLst>
                <a:ext uri="{FF2B5EF4-FFF2-40B4-BE49-F238E27FC236}">
                  <a16:creationId xmlns:a16="http://schemas.microsoft.com/office/drawing/2014/main" id="{3F48FD1F-0A42-AFA7-7C05-55EB0AF8C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29" y="3342904"/>
              <a:ext cx="2920666" cy="1803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395" name="Rectangle 8">
              <a:extLst>
                <a:ext uri="{FF2B5EF4-FFF2-40B4-BE49-F238E27FC236}">
                  <a16:creationId xmlns:a16="http://schemas.microsoft.com/office/drawing/2014/main" id="{2A885B3D-90EF-C907-FE59-232CB99C7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29" y="3342904"/>
              <a:ext cx="2920666" cy="1803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6670" tIns="26670" rIns="26670" bIns="2667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16396" name="Oval 9">
              <a:extLst>
                <a:ext uri="{FF2B5EF4-FFF2-40B4-BE49-F238E27FC236}">
                  <a16:creationId xmlns:a16="http://schemas.microsoft.com/office/drawing/2014/main" id="{948A5472-944E-3FC5-8B21-63C4FE3727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10" y="1020609"/>
              <a:ext cx="232325" cy="232325"/>
            </a:xfrm>
            <a:prstGeom prst="ellipse">
              <a:avLst/>
            </a:prstGeom>
            <a:solidFill>
              <a:srgbClr val="0825AC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397" name="Oval 10">
              <a:extLst>
                <a:ext uri="{FF2B5EF4-FFF2-40B4-BE49-F238E27FC236}">
                  <a16:creationId xmlns:a16="http://schemas.microsoft.com/office/drawing/2014/main" id="{C12250FC-89F0-8368-A805-D2D348DC0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038" y="695353"/>
              <a:ext cx="232325" cy="232325"/>
            </a:xfrm>
            <a:prstGeom prst="ellipse">
              <a:avLst/>
            </a:prstGeom>
            <a:solidFill>
              <a:srgbClr val="0825AF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398" name="Oval 11">
              <a:extLst>
                <a:ext uri="{FF2B5EF4-FFF2-40B4-BE49-F238E27FC236}">
                  <a16:creationId xmlns:a16="http://schemas.microsoft.com/office/drawing/2014/main" id="{A12C1643-CFA0-4519-4A1E-D351B2B72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345" y="760404"/>
              <a:ext cx="365083" cy="365083"/>
            </a:xfrm>
            <a:prstGeom prst="ellipse">
              <a:avLst/>
            </a:prstGeom>
            <a:solidFill>
              <a:srgbClr val="0926B4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399" name="Oval 12">
              <a:extLst>
                <a:ext uri="{FF2B5EF4-FFF2-40B4-BE49-F238E27FC236}">
                  <a16:creationId xmlns:a16="http://schemas.microsoft.com/office/drawing/2014/main" id="{F3749CE8-5F50-9991-3EB0-71CB16B7E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0601" y="402623"/>
              <a:ext cx="232325" cy="232325"/>
            </a:xfrm>
            <a:prstGeom prst="ellipse">
              <a:avLst/>
            </a:prstGeom>
            <a:solidFill>
              <a:srgbClr val="0927B9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0" name="Oval 13">
              <a:extLst>
                <a:ext uri="{FF2B5EF4-FFF2-40B4-BE49-F238E27FC236}">
                  <a16:creationId xmlns:a16="http://schemas.microsoft.com/office/drawing/2014/main" id="{F40460CD-72B5-2890-7662-25D82AA4CE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434" y="272520"/>
              <a:ext cx="232325" cy="232325"/>
            </a:xfrm>
            <a:prstGeom prst="ellipse">
              <a:avLst/>
            </a:prstGeom>
            <a:solidFill>
              <a:srgbClr val="0927B9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1" name="Oval 14">
              <a:extLst>
                <a:ext uri="{FF2B5EF4-FFF2-40B4-BE49-F238E27FC236}">
                  <a16:creationId xmlns:a16="http://schemas.microsoft.com/office/drawing/2014/main" id="{D39D8F08-FF00-9F27-EC44-FBE20A479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3843" y="500200"/>
              <a:ext cx="232325" cy="232325"/>
            </a:xfrm>
            <a:prstGeom prst="ellipse">
              <a:avLst/>
            </a:prstGeom>
            <a:solidFill>
              <a:srgbClr val="0928BB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2" name="Oval 15">
              <a:extLst>
                <a:ext uri="{FF2B5EF4-FFF2-40B4-BE49-F238E27FC236}">
                  <a16:creationId xmlns:a16="http://schemas.microsoft.com/office/drawing/2014/main" id="{1A35166F-DFF1-6A8C-6474-A5B0419573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9099" y="662828"/>
              <a:ext cx="365083" cy="365083"/>
            </a:xfrm>
            <a:prstGeom prst="ellipse">
              <a:avLst/>
            </a:prstGeom>
            <a:solidFill>
              <a:srgbClr val="0928BB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3" name="Oval 16">
              <a:extLst>
                <a:ext uri="{FF2B5EF4-FFF2-40B4-BE49-F238E27FC236}">
                  <a16:creationId xmlns:a16="http://schemas.microsoft.com/office/drawing/2014/main" id="{455DE8E2-88E3-FD78-2BE1-A4ECF9F3C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458" y="1020609"/>
              <a:ext cx="232325" cy="232325"/>
            </a:xfrm>
            <a:prstGeom prst="ellipse">
              <a:avLst/>
            </a:prstGeom>
            <a:solidFill>
              <a:srgbClr val="0929BE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4" name="Oval 17">
              <a:extLst>
                <a:ext uri="{FF2B5EF4-FFF2-40B4-BE49-F238E27FC236}">
                  <a16:creationId xmlns:a16="http://schemas.microsoft.com/office/drawing/2014/main" id="{BB72079C-D99F-E379-8390-1EC8F13C3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9611" y="1378391"/>
              <a:ext cx="232325" cy="232325"/>
            </a:xfrm>
            <a:prstGeom prst="ellipse">
              <a:avLst/>
            </a:prstGeom>
            <a:solidFill>
              <a:srgbClr val="0929C0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5" name="Oval 18">
              <a:extLst>
                <a:ext uri="{FF2B5EF4-FFF2-40B4-BE49-F238E27FC236}">
                  <a16:creationId xmlns:a16="http://schemas.microsoft.com/office/drawing/2014/main" id="{25D56658-CDA3-D95F-B6A7-890BC3597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280" y="695353"/>
              <a:ext cx="597408" cy="597408"/>
            </a:xfrm>
            <a:prstGeom prst="ellipse">
              <a:avLst/>
            </a:prstGeom>
            <a:solidFill>
              <a:srgbClr val="092AC3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6" name="Oval 19">
              <a:extLst>
                <a:ext uri="{FF2B5EF4-FFF2-40B4-BE49-F238E27FC236}">
                  <a16:creationId xmlns:a16="http://schemas.microsoft.com/office/drawing/2014/main" id="{F3080DDE-B189-3BBA-BFBA-32552AC6E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82" y="1931326"/>
              <a:ext cx="232325" cy="232325"/>
            </a:xfrm>
            <a:prstGeom prst="ellipse">
              <a:avLst/>
            </a:prstGeom>
            <a:solidFill>
              <a:srgbClr val="092AC3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7" name="Oval 20">
              <a:extLst>
                <a:ext uri="{FF2B5EF4-FFF2-40B4-BE49-F238E27FC236}">
                  <a16:creationId xmlns:a16="http://schemas.microsoft.com/office/drawing/2014/main" id="{78819E2F-1A03-ECD7-A2B2-57E09A453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35" y="2224056"/>
              <a:ext cx="365083" cy="365083"/>
            </a:xfrm>
            <a:prstGeom prst="ellipse">
              <a:avLst/>
            </a:prstGeom>
            <a:solidFill>
              <a:srgbClr val="0A2AC5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8" name="Oval 21">
              <a:extLst>
                <a:ext uri="{FF2B5EF4-FFF2-40B4-BE49-F238E27FC236}">
                  <a16:creationId xmlns:a16="http://schemas.microsoft.com/office/drawing/2014/main" id="{0D49C011-D251-0DBC-60C0-F13DDC9AA5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2819" y="2484261"/>
              <a:ext cx="531030" cy="531030"/>
            </a:xfrm>
            <a:prstGeom prst="ellipse">
              <a:avLst/>
            </a:prstGeom>
            <a:solidFill>
              <a:srgbClr val="0A2BC8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09" name="Oval 22">
              <a:extLst>
                <a:ext uri="{FF2B5EF4-FFF2-40B4-BE49-F238E27FC236}">
                  <a16:creationId xmlns:a16="http://schemas.microsoft.com/office/drawing/2014/main" id="{2F1BE63F-CCBC-AED4-1AAF-F762C55A1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5857" y="2907094"/>
              <a:ext cx="232325" cy="232325"/>
            </a:xfrm>
            <a:prstGeom prst="ellipse">
              <a:avLst/>
            </a:prstGeom>
            <a:solidFill>
              <a:srgbClr val="0A2BC8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10" name="Oval 23">
              <a:extLst>
                <a:ext uri="{FF2B5EF4-FFF2-40B4-BE49-F238E27FC236}">
                  <a16:creationId xmlns:a16="http://schemas.microsoft.com/office/drawing/2014/main" id="{F931210F-E05C-F8EC-7E38-E65B6963FA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5959" y="2484261"/>
              <a:ext cx="365083" cy="365083"/>
            </a:xfrm>
            <a:prstGeom prst="ellipse">
              <a:avLst/>
            </a:prstGeom>
            <a:solidFill>
              <a:srgbClr val="0A2BCA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11" name="Oval 24">
              <a:extLst>
                <a:ext uri="{FF2B5EF4-FFF2-40B4-BE49-F238E27FC236}">
                  <a16:creationId xmlns:a16="http://schemas.microsoft.com/office/drawing/2014/main" id="{64A4C5C1-A6BC-684E-D43F-7BF4ED74F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1215" y="2939620"/>
              <a:ext cx="232325" cy="232325"/>
            </a:xfrm>
            <a:prstGeom prst="ellipse">
              <a:avLst/>
            </a:prstGeom>
            <a:solidFill>
              <a:srgbClr val="0A2CCD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12" name="Oval 25">
              <a:extLst>
                <a:ext uri="{FF2B5EF4-FFF2-40B4-BE49-F238E27FC236}">
                  <a16:creationId xmlns:a16="http://schemas.microsoft.com/office/drawing/2014/main" id="{15850AF0-31AF-3E4D-AC74-BF98140696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946" y="2419210"/>
              <a:ext cx="531030" cy="531030"/>
            </a:xfrm>
            <a:prstGeom prst="ellipse">
              <a:avLst/>
            </a:prstGeom>
            <a:solidFill>
              <a:srgbClr val="0A2CCD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13" name="Oval 26">
              <a:extLst>
                <a:ext uri="{FF2B5EF4-FFF2-40B4-BE49-F238E27FC236}">
                  <a16:creationId xmlns:a16="http://schemas.microsoft.com/office/drawing/2014/main" id="{457FAF07-76EA-459D-3EFE-5DA08C7A95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509" y="2289108"/>
              <a:ext cx="365083" cy="365083"/>
            </a:xfrm>
            <a:prstGeom prst="ellipse">
              <a:avLst/>
            </a:prstGeom>
            <a:solidFill>
              <a:srgbClr val="0A2CCF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14" name="AutoShape 27">
              <a:extLst>
                <a:ext uri="{FF2B5EF4-FFF2-40B4-BE49-F238E27FC236}">
                  <a16:creationId xmlns:a16="http://schemas.microsoft.com/office/drawing/2014/main" id="{CAE103D1-D859-3037-0FE6-7CB9AD4749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4592" y="759863"/>
              <a:ext cx="1072197" cy="2046942"/>
            </a:xfrm>
            <a:prstGeom prst="chevron">
              <a:avLst>
                <a:gd name="adj" fmla="val 62306"/>
              </a:avLst>
            </a:prstGeom>
            <a:solidFill>
              <a:srgbClr val="0926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15" name="AutoShape 28">
              <a:extLst>
                <a:ext uri="{FF2B5EF4-FFF2-40B4-BE49-F238E27FC236}">
                  <a16:creationId xmlns:a16="http://schemas.microsoft.com/office/drawing/2014/main" id="{85F6F038-6D9E-ECC5-CCAC-ABD6C0C77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1845" y="759863"/>
              <a:ext cx="1072197" cy="2046942"/>
            </a:xfrm>
            <a:prstGeom prst="chevron">
              <a:avLst>
                <a:gd name="adj" fmla="val 62306"/>
              </a:avLst>
            </a:prstGeom>
            <a:solidFill>
              <a:srgbClr val="0A2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16" name="Oval 29">
              <a:extLst>
                <a:ext uri="{FF2B5EF4-FFF2-40B4-BE49-F238E27FC236}">
                  <a16:creationId xmlns:a16="http://schemas.microsoft.com/office/drawing/2014/main" id="{2FE1D37D-ECC7-9287-A0F4-E06EA9638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3355" y="614649"/>
              <a:ext cx="2485548" cy="2485548"/>
            </a:xfrm>
            <a:prstGeom prst="ellipse">
              <a:avLst/>
            </a:prstGeom>
            <a:solidFill>
              <a:srgbClr val="0A2CCF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17" name="Rectangle 30">
              <a:extLst>
                <a:ext uri="{FF2B5EF4-FFF2-40B4-BE49-F238E27FC236}">
                  <a16:creationId xmlns:a16="http://schemas.microsoft.com/office/drawing/2014/main" id="{DA184D94-DBF0-A2A2-B83E-85DB61AB5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7355" y="978649"/>
              <a:ext cx="1757548" cy="1757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100">
                  <a:solidFill>
                    <a:srgbClr val="FFFFFF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  <p:sp>
          <p:nvSpPr>
            <p:cNvPr id="16418" name="Rectangle 31">
              <a:extLst>
                <a:ext uri="{FF2B5EF4-FFF2-40B4-BE49-F238E27FC236}">
                  <a16:creationId xmlns:a16="http://schemas.microsoft.com/office/drawing/2014/main" id="{F042ADF7-94DF-ABD2-627A-24D32CE51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4042" y="3342904"/>
              <a:ext cx="2924175" cy="1803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6419" name="Rectangle 32">
              <a:extLst>
                <a:ext uri="{FF2B5EF4-FFF2-40B4-BE49-F238E27FC236}">
                  <a16:creationId xmlns:a16="http://schemas.microsoft.com/office/drawing/2014/main" id="{B15A7B17-457D-265A-5356-D55815791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4042" y="3342904"/>
              <a:ext cx="2924175" cy="18032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6670" tIns="26670" rIns="26670" bIns="2667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1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在这里输入文字</a:t>
              </a:r>
            </a:p>
          </p:txBody>
        </p:sp>
      </p:grpSp>
      <p:grpSp>
        <p:nvGrpSpPr>
          <p:cNvPr id="16389" name="组合 7">
            <a:extLst>
              <a:ext uri="{FF2B5EF4-FFF2-40B4-BE49-F238E27FC236}">
                <a16:creationId xmlns:a16="http://schemas.microsoft.com/office/drawing/2014/main" id="{5FF088A6-3017-3E8A-FE66-AD78BB749C3B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16390" name="流程图: 数据 9">
              <a:extLst>
                <a:ext uri="{FF2B5EF4-FFF2-40B4-BE49-F238E27FC236}">
                  <a16:creationId xmlns:a16="http://schemas.microsoft.com/office/drawing/2014/main" id="{3482F349-EBF1-DAC9-86FF-5E6E956430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0619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6391" name="矩形 10">
              <a:extLst>
                <a:ext uri="{FF2B5EF4-FFF2-40B4-BE49-F238E27FC236}">
                  <a16:creationId xmlns:a16="http://schemas.microsoft.com/office/drawing/2014/main" id="{F18CE3BE-54D7-9C1B-26D4-FA7C58FF76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5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pic>
        <p:nvPicPr>
          <p:cNvPr id="16420" name="Picture 16419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矩形 1">
            <a:extLst>
              <a:ext uri="{FF2B5EF4-FFF2-40B4-BE49-F238E27FC236}">
                <a16:creationId xmlns:a16="http://schemas.microsoft.com/office/drawing/2014/main" id="{5906E4E2-FB7C-D286-78FE-DFC76EEB9B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0518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7411" name="文本框 2">
            <a:extLst>
              <a:ext uri="{FF2B5EF4-FFF2-40B4-BE49-F238E27FC236}">
                <a16:creationId xmlns:a16="http://schemas.microsoft.com/office/drawing/2014/main" id="{D180AE3B-5221-8BBC-633E-A3743397A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结语</a:t>
            </a:r>
            <a:endParaRPr lang="zh-CN" altLang="en-US" sz="1350">
              <a:ea typeface="宋体" panose="02010600030101010101" pitchFamily="2" charset="-122"/>
            </a:endParaRPr>
          </a:p>
        </p:txBody>
      </p:sp>
      <p:grpSp>
        <p:nvGrpSpPr>
          <p:cNvPr id="17412" name="组合 3">
            <a:extLst>
              <a:ext uri="{FF2B5EF4-FFF2-40B4-BE49-F238E27FC236}">
                <a16:creationId xmlns:a16="http://schemas.microsoft.com/office/drawing/2014/main" id="{B6288379-2131-374D-62E5-9E9E4FF9532F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17423" name="流程图: 数据 4">
              <a:extLst>
                <a:ext uri="{FF2B5EF4-FFF2-40B4-BE49-F238E27FC236}">
                  <a16:creationId xmlns:a16="http://schemas.microsoft.com/office/drawing/2014/main" id="{0C30825A-6E64-9EED-FE33-78FA683C3F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0619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7424" name="矩形 5">
              <a:extLst>
                <a:ext uri="{FF2B5EF4-FFF2-40B4-BE49-F238E27FC236}">
                  <a16:creationId xmlns:a16="http://schemas.microsoft.com/office/drawing/2014/main" id="{C784ACDC-5CDB-CE3F-A421-E4B855649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6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grpSp>
        <p:nvGrpSpPr>
          <p:cNvPr id="17413" name="Group 7">
            <a:extLst>
              <a:ext uri="{FF2B5EF4-FFF2-40B4-BE49-F238E27FC236}">
                <a16:creationId xmlns:a16="http://schemas.microsoft.com/office/drawing/2014/main" id="{92F14D84-CE9C-93C1-9300-6F9C18F01A34}"/>
              </a:ext>
            </a:extLst>
          </p:cNvPr>
          <p:cNvGrpSpPr>
            <a:grpSpLocks/>
          </p:cNvGrpSpPr>
          <p:nvPr/>
        </p:nvGrpSpPr>
        <p:grpSpPr bwMode="auto">
          <a:xfrm>
            <a:off x="647701" y="-21431"/>
            <a:ext cx="8147447" cy="5998369"/>
            <a:chOff x="0" y="0"/>
            <a:chExt cx="10863385" cy="8002303"/>
          </a:xfrm>
        </p:grpSpPr>
        <p:sp>
          <p:nvSpPr>
            <p:cNvPr id="17414" name="Rectangle 8">
              <a:extLst>
                <a:ext uri="{FF2B5EF4-FFF2-40B4-BE49-F238E27FC236}">
                  <a16:creationId xmlns:a16="http://schemas.microsoft.com/office/drawing/2014/main" id="{8B835EA8-0BD8-8A7C-938D-663DEC3F46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433171"/>
              <a:ext cx="10863385" cy="781200"/>
            </a:xfrm>
            <a:prstGeom prst="rect">
              <a:avLst/>
            </a:prstGeom>
            <a:solidFill>
              <a:srgbClr val="FFFFFF">
                <a:alpha val="89018"/>
              </a:srgbClr>
            </a:solidFill>
            <a:ln w="12700">
              <a:solidFill>
                <a:srgbClr val="0A2CC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7415" name="AutoShape 9">
              <a:extLst>
                <a:ext uri="{FF2B5EF4-FFF2-40B4-BE49-F238E27FC236}">
                  <a16:creationId xmlns:a16="http://schemas.microsoft.com/office/drawing/2014/main" id="{74A926AB-ACE2-7C9B-15F5-112CA9C21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169" y="1975611"/>
              <a:ext cx="7604369" cy="915120"/>
            </a:xfrm>
            <a:prstGeom prst="roundRect">
              <a:avLst>
                <a:gd name="adj" fmla="val 16667"/>
              </a:avLst>
            </a:prstGeom>
            <a:solidFill>
              <a:srgbClr val="0A2CCF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7416" name="Rectangle 10">
              <a:extLst>
                <a:ext uri="{FF2B5EF4-FFF2-40B4-BE49-F238E27FC236}">
                  <a16:creationId xmlns:a16="http://schemas.microsoft.com/office/drawing/2014/main" id="{A82DC9B8-78F4-17E9-C96D-ADB0335B7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41" y="2020283"/>
              <a:ext cx="7515025" cy="825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15570" tIns="0" rIns="21557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325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在这输入你的文字</a:t>
              </a:r>
              <a:r>
                <a:rPr lang="en-US" altLang="zh-CN" sz="232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itchFamily="34" charset="-122"/>
                </a:rPr>
                <a:t>Click to edit title style</a:t>
              </a:r>
              <a:endParaRPr lang="zh-CN" altLang="en-US" sz="232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endParaRPr>
            </a:p>
          </p:txBody>
        </p:sp>
        <p:sp>
          <p:nvSpPr>
            <p:cNvPr id="17417" name="Rectangle 11">
              <a:extLst>
                <a:ext uri="{FF2B5EF4-FFF2-40B4-BE49-F238E27FC236}">
                  <a16:creationId xmlns:a16="http://schemas.microsoft.com/office/drawing/2014/main" id="{6239930F-574C-CE1A-29F1-7C006F41B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839331"/>
              <a:ext cx="10863385" cy="781200"/>
            </a:xfrm>
            <a:prstGeom prst="rect">
              <a:avLst/>
            </a:prstGeom>
            <a:solidFill>
              <a:srgbClr val="FFFFFF">
                <a:alpha val="89018"/>
              </a:srgbClr>
            </a:solidFill>
            <a:ln w="12700">
              <a:solidFill>
                <a:srgbClr val="0A2CC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7418" name="AutoShape 12">
              <a:extLst>
                <a:ext uri="{FF2B5EF4-FFF2-40B4-BE49-F238E27FC236}">
                  <a16:creationId xmlns:a16="http://schemas.microsoft.com/office/drawing/2014/main" id="{BDB307BC-FD5E-97BA-1DC0-5A99BDF15D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169" y="3381771"/>
              <a:ext cx="7604369" cy="915120"/>
            </a:xfrm>
            <a:prstGeom prst="roundRect">
              <a:avLst>
                <a:gd name="adj" fmla="val 16667"/>
              </a:avLst>
            </a:prstGeom>
            <a:solidFill>
              <a:srgbClr val="0A2CCF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7419" name="Rectangle 13">
              <a:extLst>
                <a:ext uri="{FF2B5EF4-FFF2-40B4-BE49-F238E27FC236}">
                  <a16:creationId xmlns:a16="http://schemas.microsoft.com/office/drawing/2014/main" id="{12BA95AB-683B-D372-556B-0E8A4C83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41" y="3426443"/>
              <a:ext cx="7515025" cy="825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15570" tIns="0" rIns="21557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325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在这输入你的文字</a:t>
              </a:r>
              <a:r>
                <a:rPr lang="en-US" altLang="zh-CN" sz="232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itchFamily="34" charset="-122"/>
                </a:rPr>
                <a:t>Click to edit title style</a:t>
              </a:r>
              <a:endParaRPr lang="zh-CN" altLang="en-US" sz="2325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7420" name="Rectangle 14">
              <a:extLst>
                <a:ext uri="{FF2B5EF4-FFF2-40B4-BE49-F238E27FC236}">
                  <a16:creationId xmlns:a16="http://schemas.microsoft.com/office/drawing/2014/main" id="{EA462774-6159-0BC1-D065-E198C7E3C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5245491"/>
              <a:ext cx="10863385" cy="781200"/>
            </a:xfrm>
            <a:prstGeom prst="rect">
              <a:avLst/>
            </a:prstGeom>
            <a:solidFill>
              <a:srgbClr val="FFFFFF">
                <a:alpha val="89018"/>
              </a:srgbClr>
            </a:solidFill>
            <a:ln w="12700">
              <a:solidFill>
                <a:srgbClr val="0A2CCF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7421" name="AutoShape 15">
              <a:extLst>
                <a:ext uri="{FF2B5EF4-FFF2-40B4-BE49-F238E27FC236}">
                  <a16:creationId xmlns:a16="http://schemas.microsoft.com/office/drawing/2014/main" id="{FD121C0E-2866-46F5-065E-A14929D86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169" y="4787931"/>
              <a:ext cx="7604369" cy="915120"/>
            </a:xfrm>
            <a:prstGeom prst="roundRect">
              <a:avLst>
                <a:gd name="adj" fmla="val 16667"/>
              </a:avLst>
            </a:prstGeom>
            <a:solidFill>
              <a:srgbClr val="0A2CCF"/>
            </a:solidFill>
            <a:ln w="12700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en-US" sz="1350">
                <a:ea typeface="宋体" panose="02010600030101010101" pitchFamily="2" charset="-122"/>
              </a:endParaRPr>
            </a:p>
          </p:txBody>
        </p:sp>
        <p:sp>
          <p:nvSpPr>
            <p:cNvPr id="17422" name="Rectangle 16">
              <a:extLst>
                <a:ext uri="{FF2B5EF4-FFF2-40B4-BE49-F238E27FC236}">
                  <a16:creationId xmlns:a16="http://schemas.microsoft.com/office/drawing/2014/main" id="{62B3E5D5-3F89-19F2-DDE1-52AA3BD1E1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7841" y="4832603"/>
              <a:ext cx="7515025" cy="825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215570" tIns="0" rIns="215570" bIns="0"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ct val="35000"/>
                </a:spcAft>
                <a:buFont typeface="Arial" panose="020B0604020202020204" pitchFamily="34" charset="0"/>
                <a:buNone/>
              </a:pPr>
              <a:r>
                <a:rPr lang="zh-CN" altLang="en-US" sz="2325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宋体" panose="02010600030101010101" pitchFamily="2" charset="-122"/>
                </a:rPr>
                <a:t>在这输入你的文字</a:t>
              </a:r>
              <a:r>
                <a:rPr lang="en-US" altLang="zh-CN" sz="2325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 Unicode MS" pitchFamily="34" charset="-122"/>
                </a:rPr>
                <a:t>Click to edit title style</a:t>
              </a:r>
              <a:endParaRPr lang="zh-CN" altLang="en-US" sz="2325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7425" name="Picture 17424" descr="122-吉林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矩形 1">
            <a:extLst>
              <a:ext uri="{FF2B5EF4-FFF2-40B4-BE49-F238E27FC236}">
                <a16:creationId xmlns:a16="http://schemas.microsoft.com/office/drawing/2014/main" id="{9251CB6F-6B2A-D872-4D8B-F4160C5DA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763"/>
            <a:ext cx="9144000" cy="447675"/>
          </a:xfrm>
          <a:prstGeom prst="rect">
            <a:avLst/>
          </a:prstGeom>
          <a:solidFill>
            <a:srgbClr val="0518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8435" name="文本框 5">
            <a:extLst>
              <a:ext uri="{FF2B5EF4-FFF2-40B4-BE49-F238E27FC236}">
                <a16:creationId xmlns:a16="http://schemas.microsoft.com/office/drawing/2014/main" id="{93BFF21D-BB7A-11AA-1F73-84D535699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7" y="-21431"/>
            <a:ext cx="233838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rgbClr val="FAFAFA"/>
                </a:solidFill>
                <a:sym typeface="Arial" panose="020B0604020202020204" pitchFamily="34" charset="0"/>
              </a:rPr>
              <a:t>结语</a:t>
            </a:r>
            <a:endParaRPr lang="zh-CN" altLang="en-US" sz="1350">
              <a:ea typeface="宋体" panose="02010600030101010101" pitchFamily="2" charset="-122"/>
            </a:endParaRPr>
          </a:p>
        </p:txBody>
      </p:sp>
      <p:grpSp>
        <p:nvGrpSpPr>
          <p:cNvPr id="18436" name="组合 11">
            <a:extLst>
              <a:ext uri="{FF2B5EF4-FFF2-40B4-BE49-F238E27FC236}">
                <a16:creationId xmlns:a16="http://schemas.microsoft.com/office/drawing/2014/main" id="{5D038869-D4C4-38F1-D5F0-2808452AC269}"/>
              </a:ext>
            </a:extLst>
          </p:cNvPr>
          <p:cNvGrpSpPr>
            <a:grpSpLocks/>
          </p:cNvGrpSpPr>
          <p:nvPr/>
        </p:nvGrpSpPr>
        <p:grpSpPr bwMode="auto">
          <a:xfrm>
            <a:off x="4544616" y="921544"/>
            <a:ext cx="3970734" cy="4056460"/>
            <a:chOff x="0" y="0"/>
            <a:chExt cx="3915508" cy="3999911"/>
          </a:xfrm>
        </p:grpSpPr>
        <p:sp>
          <p:nvSpPr>
            <p:cNvPr id="18458" name="流程图: 数据 12">
              <a:extLst>
                <a:ext uri="{FF2B5EF4-FFF2-40B4-BE49-F238E27FC236}">
                  <a16:creationId xmlns:a16="http://schemas.microsoft.com/office/drawing/2014/main" id="{8BEC357B-F1BF-49CE-4EF9-39A474D4269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0619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8459" name="矩形 13">
              <a:extLst>
                <a:ext uri="{FF2B5EF4-FFF2-40B4-BE49-F238E27FC236}">
                  <a16:creationId xmlns:a16="http://schemas.microsoft.com/office/drawing/2014/main" id="{865FAE29-806F-4869-6D68-620F8C3BB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8625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sp>
        <p:nvSpPr>
          <p:cNvPr id="18437" name="文本框 16">
            <a:extLst>
              <a:ext uri="{FF2B5EF4-FFF2-40B4-BE49-F238E27FC236}">
                <a16:creationId xmlns:a16="http://schemas.microsoft.com/office/drawing/2014/main" id="{AC4A07AB-D002-0210-9610-465B89920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319" y="1097757"/>
            <a:ext cx="4899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8438" name="文本框 18">
            <a:extLst>
              <a:ext uri="{FF2B5EF4-FFF2-40B4-BE49-F238E27FC236}">
                <a16:creationId xmlns:a16="http://schemas.microsoft.com/office/drawing/2014/main" id="{5F5808DC-4327-B035-5CD9-CCB3A951E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319" y="1512094"/>
            <a:ext cx="4899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8439" name="文本框 19">
            <a:extLst>
              <a:ext uri="{FF2B5EF4-FFF2-40B4-BE49-F238E27FC236}">
                <a16:creationId xmlns:a16="http://schemas.microsoft.com/office/drawing/2014/main" id="{82FD4FE3-55E3-97AB-ED89-3BABBB0F1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319" y="1985963"/>
            <a:ext cx="4899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8440" name="文本框 20">
            <a:extLst>
              <a:ext uri="{FF2B5EF4-FFF2-40B4-BE49-F238E27FC236}">
                <a16:creationId xmlns:a16="http://schemas.microsoft.com/office/drawing/2014/main" id="{0D363822-C3AA-8A92-D744-91E8F5EF19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319" y="2409826"/>
            <a:ext cx="4899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8441" name="文本框 21">
            <a:extLst>
              <a:ext uri="{FF2B5EF4-FFF2-40B4-BE49-F238E27FC236}">
                <a16:creationId xmlns:a16="http://schemas.microsoft.com/office/drawing/2014/main" id="{AD4CC17C-0A2A-857F-1E51-D3DD44641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319" y="2846785"/>
            <a:ext cx="4899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8442" name="文本框 22">
            <a:extLst>
              <a:ext uri="{FF2B5EF4-FFF2-40B4-BE49-F238E27FC236}">
                <a16:creationId xmlns:a16="http://schemas.microsoft.com/office/drawing/2014/main" id="{5AAD50A3-2B78-66DA-A90C-41CDFA95E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319" y="3308748"/>
            <a:ext cx="4899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sp>
        <p:nvSpPr>
          <p:cNvPr id="18443" name="文本框 23">
            <a:extLst>
              <a:ext uri="{FF2B5EF4-FFF2-40B4-BE49-F238E27FC236}">
                <a16:creationId xmlns:a16="http://schemas.microsoft.com/office/drawing/2014/main" id="{C01F3C99-2127-7614-45E4-7BE892DD8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6319" y="3757613"/>
            <a:ext cx="4899422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700">
                <a:solidFill>
                  <a:schemeClr val="bg1"/>
                </a:solidFill>
                <a:sym typeface="Arial" panose="020B0604020202020204" pitchFamily="34" charset="0"/>
              </a:rPr>
              <a:t>在这里输入你的文字</a:t>
            </a:r>
          </a:p>
        </p:txBody>
      </p:sp>
      <p:grpSp>
        <p:nvGrpSpPr>
          <p:cNvPr id="18444" name="组合 17">
            <a:extLst>
              <a:ext uri="{FF2B5EF4-FFF2-40B4-BE49-F238E27FC236}">
                <a16:creationId xmlns:a16="http://schemas.microsoft.com/office/drawing/2014/main" id="{3FFA2B9D-C593-3D07-2108-05B3BC82A79D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423268" y="-16073"/>
            <a:ext cx="927497" cy="950119"/>
            <a:chOff x="0" y="0"/>
            <a:chExt cx="3915508" cy="3999911"/>
          </a:xfrm>
        </p:grpSpPr>
        <p:sp>
          <p:nvSpPr>
            <p:cNvPr id="18456" name="流程图: 数据 24">
              <a:extLst>
                <a:ext uri="{FF2B5EF4-FFF2-40B4-BE49-F238E27FC236}">
                  <a16:creationId xmlns:a16="http://schemas.microsoft.com/office/drawing/2014/main" id="{2AC1E949-7499-771E-69DC-ADF549ED1E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-496744" y="1486081"/>
              <a:ext cx="3010573" cy="2017084"/>
            </a:xfrm>
            <a:prstGeom prst="flowChartInputOutput">
              <a:avLst/>
            </a:prstGeom>
            <a:solidFill>
              <a:srgbClr val="0619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endParaRPr lang="zh-CN" altLang="zh-CN" sz="13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  <p:sp>
          <p:nvSpPr>
            <p:cNvPr id="18457" name="矩形 25">
              <a:extLst>
                <a:ext uri="{FF2B5EF4-FFF2-40B4-BE49-F238E27FC236}">
                  <a16:creationId xmlns:a16="http://schemas.microsoft.com/office/drawing/2014/main" id="{3EA49731-9931-3469-D6B2-FB0CC5860D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915508" cy="3423138"/>
            </a:xfrm>
            <a:prstGeom prst="rect">
              <a:avLst/>
            </a:prstGeom>
            <a:solidFill>
              <a:srgbClr val="0825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Adobe 黑体 Std R" pitchFamily="34" charset="-122"/>
                  <a:sym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 typeface="Arial" panose="020B0604020202020204" pitchFamily="34" charset="0"/>
                <a:buNone/>
              </a:pPr>
              <a:r>
                <a:rPr lang="en-US" altLang="zh-CN" sz="4950">
                  <a:solidFill>
                    <a:srgbClr val="FFFFFF"/>
                  </a:solidFill>
                  <a:sym typeface="Arial" panose="020B0604020202020204" pitchFamily="34" charset="0"/>
                </a:rPr>
                <a:t>6</a:t>
              </a:r>
              <a:endParaRPr lang="zh-CN" altLang="en-US" sz="4950">
                <a:solidFill>
                  <a:srgbClr val="FFFFFF"/>
                </a:solidFill>
                <a:sym typeface="Arial" panose="020B0604020202020204" pitchFamily="34" charset="0"/>
              </a:endParaRPr>
            </a:p>
          </p:txBody>
        </p:sp>
      </p:grpSp>
      <p:grpSp>
        <p:nvGrpSpPr>
          <p:cNvPr id="18445" name="组合 31">
            <a:extLst>
              <a:ext uri="{FF2B5EF4-FFF2-40B4-BE49-F238E27FC236}">
                <a16:creationId xmlns:a16="http://schemas.microsoft.com/office/drawing/2014/main" id="{7C4EEE60-C9D7-BA23-4F2A-EF9DD7EE8622}"/>
              </a:ext>
            </a:extLst>
          </p:cNvPr>
          <p:cNvGrpSpPr>
            <a:grpSpLocks/>
          </p:cNvGrpSpPr>
          <p:nvPr/>
        </p:nvGrpSpPr>
        <p:grpSpPr bwMode="auto">
          <a:xfrm>
            <a:off x="1516856" y="883444"/>
            <a:ext cx="1843088" cy="2690813"/>
            <a:chOff x="0" y="0"/>
            <a:chExt cx="2998788" cy="4376738"/>
          </a:xfrm>
        </p:grpSpPr>
        <p:sp>
          <p:nvSpPr>
            <p:cNvPr id="18447" name="Freeform 5">
              <a:extLst>
                <a:ext uri="{FF2B5EF4-FFF2-40B4-BE49-F238E27FC236}">
                  <a16:creationId xmlns:a16="http://schemas.microsoft.com/office/drawing/2014/main" id="{DB5EACFD-3F0F-A4B9-0DC8-458E623B84D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0" y="385763"/>
              <a:ext cx="2998788" cy="3990975"/>
            </a:xfrm>
            <a:custGeom>
              <a:avLst/>
              <a:gdLst>
                <a:gd name="T0" fmla="*/ 2147483646 w 1115"/>
                <a:gd name="T1" fmla="*/ 0 h 1486"/>
                <a:gd name="T2" fmla="*/ 2147483646 w 1115"/>
                <a:gd name="T3" fmla="*/ 0 h 1486"/>
                <a:gd name="T4" fmla="*/ 2147483646 w 1115"/>
                <a:gd name="T5" fmla="*/ 2147483646 h 1486"/>
                <a:gd name="T6" fmla="*/ 2147483646 w 1115"/>
                <a:gd name="T7" fmla="*/ 2147483646 h 1486"/>
                <a:gd name="T8" fmla="*/ 2147483646 w 1115"/>
                <a:gd name="T9" fmla="*/ 0 h 1486"/>
                <a:gd name="T10" fmla="*/ 2147483646 w 1115"/>
                <a:gd name="T11" fmla="*/ 0 h 1486"/>
                <a:gd name="T12" fmla="*/ 0 w 1115"/>
                <a:gd name="T13" fmla="*/ 2147483646 h 1486"/>
                <a:gd name="T14" fmla="*/ 0 w 1115"/>
                <a:gd name="T15" fmla="*/ 2147483646 h 1486"/>
                <a:gd name="T16" fmla="*/ 2147483646 w 1115"/>
                <a:gd name="T17" fmla="*/ 2147483646 h 1486"/>
                <a:gd name="T18" fmla="*/ 2147483646 w 1115"/>
                <a:gd name="T19" fmla="*/ 2147483646 h 1486"/>
                <a:gd name="T20" fmla="*/ 2147483646 w 1115"/>
                <a:gd name="T21" fmla="*/ 2147483646 h 1486"/>
                <a:gd name="T22" fmla="*/ 2147483646 w 1115"/>
                <a:gd name="T23" fmla="*/ 2147483646 h 1486"/>
                <a:gd name="T24" fmla="*/ 2147483646 w 1115"/>
                <a:gd name="T25" fmla="*/ 0 h 1486"/>
                <a:gd name="T26" fmla="*/ 2147483646 w 1115"/>
                <a:gd name="T27" fmla="*/ 2147483646 h 1486"/>
                <a:gd name="T28" fmla="*/ 2147483646 w 1115"/>
                <a:gd name="T29" fmla="*/ 2147483646 h 1486"/>
                <a:gd name="T30" fmla="*/ 2147483646 w 1115"/>
                <a:gd name="T31" fmla="*/ 2147483646 h 1486"/>
                <a:gd name="T32" fmla="*/ 2147483646 w 1115"/>
                <a:gd name="T33" fmla="*/ 2147483646 h 1486"/>
                <a:gd name="T34" fmla="*/ 2147483646 w 1115"/>
                <a:gd name="T35" fmla="*/ 2147483646 h 148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115"/>
                <a:gd name="T55" fmla="*/ 0 h 1486"/>
                <a:gd name="T56" fmla="*/ 1115 w 1115"/>
                <a:gd name="T57" fmla="*/ 1486 h 148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115" h="1486">
                  <a:moveTo>
                    <a:pt x="1065" y="0"/>
                  </a:moveTo>
                  <a:cubicBezTo>
                    <a:pt x="827" y="0"/>
                    <a:pt x="827" y="0"/>
                    <a:pt x="827" y="0"/>
                  </a:cubicBezTo>
                  <a:cubicBezTo>
                    <a:pt x="826" y="42"/>
                    <a:pt x="791" y="77"/>
                    <a:pt x="748" y="77"/>
                  </a:cubicBezTo>
                  <a:cubicBezTo>
                    <a:pt x="366" y="77"/>
                    <a:pt x="366" y="77"/>
                    <a:pt x="366" y="77"/>
                  </a:cubicBezTo>
                  <a:cubicBezTo>
                    <a:pt x="323" y="77"/>
                    <a:pt x="288" y="42"/>
                    <a:pt x="288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22" y="0"/>
                    <a:pt x="0" y="22"/>
                    <a:pt x="0" y="49"/>
                  </a:cubicBezTo>
                  <a:cubicBezTo>
                    <a:pt x="0" y="1436"/>
                    <a:pt x="0" y="1436"/>
                    <a:pt x="0" y="1436"/>
                  </a:cubicBezTo>
                  <a:cubicBezTo>
                    <a:pt x="0" y="1463"/>
                    <a:pt x="22" y="1486"/>
                    <a:pt x="50" y="1486"/>
                  </a:cubicBezTo>
                  <a:cubicBezTo>
                    <a:pt x="1065" y="1486"/>
                    <a:pt x="1065" y="1486"/>
                    <a:pt x="1065" y="1486"/>
                  </a:cubicBezTo>
                  <a:cubicBezTo>
                    <a:pt x="1092" y="1486"/>
                    <a:pt x="1115" y="1463"/>
                    <a:pt x="1115" y="1436"/>
                  </a:cubicBezTo>
                  <a:cubicBezTo>
                    <a:pt x="1115" y="49"/>
                    <a:pt x="1115" y="49"/>
                    <a:pt x="1115" y="49"/>
                  </a:cubicBezTo>
                  <a:cubicBezTo>
                    <a:pt x="1115" y="22"/>
                    <a:pt x="1092" y="0"/>
                    <a:pt x="1065" y="0"/>
                  </a:cubicBezTo>
                  <a:close/>
                  <a:moveTo>
                    <a:pt x="1011" y="1382"/>
                  </a:moveTo>
                  <a:cubicBezTo>
                    <a:pt x="103" y="1382"/>
                    <a:pt x="103" y="1382"/>
                    <a:pt x="103" y="1382"/>
                  </a:cubicBezTo>
                  <a:cubicBezTo>
                    <a:pt x="103" y="103"/>
                    <a:pt x="103" y="103"/>
                    <a:pt x="103" y="103"/>
                  </a:cubicBezTo>
                  <a:cubicBezTo>
                    <a:pt x="1011" y="103"/>
                    <a:pt x="1011" y="103"/>
                    <a:pt x="1011" y="103"/>
                  </a:cubicBezTo>
                  <a:lnTo>
                    <a:pt x="1011" y="1382"/>
                  </a:lnTo>
                  <a:close/>
                </a:path>
              </a:pathLst>
            </a:custGeom>
            <a:solidFill>
              <a:srgbClr val="0B3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448" name="Freeform 6">
              <a:extLst>
                <a:ext uri="{FF2B5EF4-FFF2-40B4-BE49-F238E27FC236}">
                  <a16:creationId xmlns:a16="http://schemas.microsoft.com/office/drawing/2014/main" id="{38F8222B-8A2A-DDE1-EE11-FA36BF5AD5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300" y="0"/>
              <a:ext cx="1243013" cy="477838"/>
            </a:xfrm>
            <a:custGeom>
              <a:avLst/>
              <a:gdLst>
                <a:gd name="T0" fmla="*/ 2147483646 w 462"/>
                <a:gd name="T1" fmla="*/ 0 h 178"/>
                <a:gd name="T2" fmla="*/ 2147483646 w 462"/>
                <a:gd name="T3" fmla="*/ 0 h 178"/>
                <a:gd name="T4" fmla="*/ 0 w 462"/>
                <a:gd name="T5" fmla="*/ 2147483646 h 178"/>
                <a:gd name="T6" fmla="*/ 0 w 462"/>
                <a:gd name="T7" fmla="*/ 2147483646 h 178"/>
                <a:gd name="T8" fmla="*/ 2147483646 w 462"/>
                <a:gd name="T9" fmla="*/ 2147483646 h 178"/>
                <a:gd name="T10" fmla="*/ 2147483646 w 462"/>
                <a:gd name="T11" fmla="*/ 2147483646 h 178"/>
                <a:gd name="T12" fmla="*/ 2147483646 w 462"/>
                <a:gd name="T13" fmla="*/ 2147483646 h 178"/>
                <a:gd name="T14" fmla="*/ 2147483646 w 462"/>
                <a:gd name="T15" fmla="*/ 2147483646 h 178"/>
                <a:gd name="T16" fmla="*/ 2147483646 w 462"/>
                <a:gd name="T17" fmla="*/ 0 h 1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62"/>
                <a:gd name="T28" fmla="*/ 0 h 178"/>
                <a:gd name="T29" fmla="*/ 462 w 462"/>
                <a:gd name="T30" fmla="*/ 178 h 17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62" h="178">
                  <a:moveTo>
                    <a:pt x="415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22" y="0"/>
                    <a:pt x="0" y="21"/>
                    <a:pt x="0" y="47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57"/>
                    <a:pt x="22" y="178"/>
                    <a:pt x="48" y="178"/>
                  </a:cubicBezTo>
                  <a:cubicBezTo>
                    <a:pt x="415" y="178"/>
                    <a:pt x="415" y="178"/>
                    <a:pt x="415" y="178"/>
                  </a:cubicBezTo>
                  <a:cubicBezTo>
                    <a:pt x="441" y="178"/>
                    <a:pt x="462" y="157"/>
                    <a:pt x="462" y="131"/>
                  </a:cubicBezTo>
                  <a:cubicBezTo>
                    <a:pt x="462" y="47"/>
                    <a:pt x="462" y="47"/>
                    <a:pt x="462" y="47"/>
                  </a:cubicBezTo>
                  <a:cubicBezTo>
                    <a:pt x="462" y="21"/>
                    <a:pt x="441" y="0"/>
                    <a:pt x="415" y="0"/>
                  </a:cubicBezTo>
                  <a:close/>
                </a:path>
              </a:pathLst>
            </a:custGeom>
            <a:solidFill>
              <a:srgbClr val="0B3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449" name="Freeform 7">
              <a:extLst>
                <a:ext uri="{FF2B5EF4-FFF2-40B4-BE49-F238E27FC236}">
                  <a16:creationId xmlns:a16="http://schemas.microsoft.com/office/drawing/2014/main" id="{0F8EE1B2-3B18-AA2F-AFFF-A0F3C6CEF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50" y="1076325"/>
              <a:ext cx="2017713" cy="104775"/>
            </a:xfrm>
            <a:custGeom>
              <a:avLst/>
              <a:gdLst>
                <a:gd name="T0" fmla="*/ 2147483646 w 750"/>
                <a:gd name="T1" fmla="*/ 0 h 39"/>
                <a:gd name="T2" fmla="*/ 2147483646 w 750"/>
                <a:gd name="T3" fmla="*/ 0 h 39"/>
                <a:gd name="T4" fmla="*/ 0 w 750"/>
                <a:gd name="T5" fmla="*/ 2147483646 h 39"/>
                <a:gd name="T6" fmla="*/ 2147483646 w 750"/>
                <a:gd name="T7" fmla="*/ 2147483646 h 39"/>
                <a:gd name="T8" fmla="*/ 2147483646 w 750"/>
                <a:gd name="T9" fmla="*/ 2147483646 h 39"/>
                <a:gd name="T10" fmla="*/ 2147483646 w 750"/>
                <a:gd name="T11" fmla="*/ 2147483646 h 39"/>
                <a:gd name="T12" fmla="*/ 2147483646 w 750"/>
                <a:gd name="T13" fmla="*/ 0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50"/>
                <a:gd name="T22" fmla="*/ 0 h 39"/>
                <a:gd name="T23" fmla="*/ 750 w 750"/>
                <a:gd name="T24" fmla="*/ 39 h 3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50" h="39">
                  <a:moveTo>
                    <a:pt x="731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19"/>
                  </a:cubicBezTo>
                  <a:cubicBezTo>
                    <a:pt x="0" y="30"/>
                    <a:pt x="9" y="39"/>
                    <a:pt x="20" y="39"/>
                  </a:cubicBezTo>
                  <a:cubicBezTo>
                    <a:pt x="731" y="39"/>
                    <a:pt x="731" y="39"/>
                    <a:pt x="731" y="39"/>
                  </a:cubicBezTo>
                  <a:cubicBezTo>
                    <a:pt x="741" y="39"/>
                    <a:pt x="750" y="30"/>
                    <a:pt x="750" y="19"/>
                  </a:cubicBezTo>
                  <a:cubicBezTo>
                    <a:pt x="750" y="9"/>
                    <a:pt x="741" y="0"/>
                    <a:pt x="731" y="0"/>
                  </a:cubicBezTo>
                  <a:close/>
                </a:path>
              </a:pathLst>
            </a:custGeom>
            <a:solidFill>
              <a:srgbClr val="0B3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450" name="Freeform 8">
              <a:extLst>
                <a:ext uri="{FF2B5EF4-FFF2-40B4-BE49-F238E27FC236}">
                  <a16:creationId xmlns:a16="http://schemas.microsoft.com/office/drawing/2014/main" id="{8CB7997E-285A-D5CF-1203-AA2076969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50" y="1460500"/>
              <a:ext cx="2017713" cy="104775"/>
            </a:xfrm>
            <a:custGeom>
              <a:avLst/>
              <a:gdLst>
                <a:gd name="T0" fmla="*/ 2147483646 w 750"/>
                <a:gd name="T1" fmla="*/ 0 h 39"/>
                <a:gd name="T2" fmla="*/ 2147483646 w 750"/>
                <a:gd name="T3" fmla="*/ 0 h 39"/>
                <a:gd name="T4" fmla="*/ 0 w 750"/>
                <a:gd name="T5" fmla="*/ 2147483646 h 39"/>
                <a:gd name="T6" fmla="*/ 2147483646 w 750"/>
                <a:gd name="T7" fmla="*/ 2147483646 h 39"/>
                <a:gd name="T8" fmla="*/ 2147483646 w 750"/>
                <a:gd name="T9" fmla="*/ 2147483646 h 39"/>
                <a:gd name="T10" fmla="*/ 2147483646 w 750"/>
                <a:gd name="T11" fmla="*/ 2147483646 h 39"/>
                <a:gd name="T12" fmla="*/ 2147483646 w 750"/>
                <a:gd name="T13" fmla="*/ 0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50"/>
                <a:gd name="T22" fmla="*/ 0 h 39"/>
                <a:gd name="T23" fmla="*/ 750 w 750"/>
                <a:gd name="T24" fmla="*/ 39 h 3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50" h="39">
                  <a:moveTo>
                    <a:pt x="731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0"/>
                    <a:pt x="9" y="39"/>
                    <a:pt x="20" y="39"/>
                  </a:cubicBezTo>
                  <a:cubicBezTo>
                    <a:pt x="731" y="39"/>
                    <a:pt x="731" y="39"/>
                    <a:pt x="731" y="39"/>
                  </a:cubicBezTo>
                  <a:cubicBezTo>
                    <a:pt x="741" y="39"/>
                    <a:pt x="750" y="30"/>
                    <a:pt x="750" y="20"/>
                  </a:cubicBezTo>
                  <a:cubicBezTo>
                    <a:pt x="750" y="9"/>
                    <a:pt x="741" y="0"/>
                    <a:pt x="731" y="0"/>
                  </a:cubicBezTo>
                  <a:close/>
                </a:path>
              </a:pathLst>
            </a:custGeom>
            <a:solidFill>
              <a:srgbClr val="0B3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451" name="Freeform 9">
              <a:extLst>
                <a:ext uri="{FF2B5EF4-FFF2-40B4-BE49-F238E27FC236}">
                  <a16:creationId xmlns:a16="http://schemas.microsoft.com/office/drawing/2014/main" id="{7AF968EB-1722-FFF2-643A-5F6A7668C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50" y="1812925"/>
              <a:ext cx="2017713" cy="104775"/>
            </a:xfrm>
            <a:custGeom>
              <a:avLst/>
              <a:gdLst>
                <a:gd name="T0" fmla="*/ 2147483646 w 750"/>
                <a:gd name="T1" fmla="*/ 0 h 39"/>
                <a:gd name="T2" fmla="*/ 2147483646 w 750"/>
                <a:gd name="T3" fmla="*/ 0 h 39"/>
                <a:gd name="T4" fmla="*/ 0 w 750"/>
                <a:gd name="T5" fmla="*/ 2147483646 h 39"/>
                <a:gd name="T6" fmla="*/ 2147483646 w 750"/>
                <a:gd name="T7" fmla="*/ 2147483646 h 39"/>
                <a:gd name="T8" fmla="*/ 2147483646 w 750"/>
                <a:gd name="T9" fmla="*/ 2147483646 h 39"/>
                <a:gd name="T10" fmla="*/ 2147483646 w 750"/>
                <a:gd name="T11" fmla="*/ 2147483646 h 39"/>
                <a:gd name="T12" fmla="*/ 2147483646 w 750"/>
                <a:gd name="T13" fmla="*/ 0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50"/>
                <a:gd name="T22" fmla="*/ 0 h 39"/>
                <a:gd name="T23" fmla="*/ 750 w 750"/>
                <a:gd name="T24" fmla="*/ 39 h 3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50" h="39">
                  <a:moveTo>
                    <a:pt x="731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19"/>
                  </a:cubicBezTo>
                  <a:cubicBezTo>
                    <a:pt x="0" y="30"/>
                    <a:pt x="9" y="39"/>
                    <a:pt x="20" y="39"/>
                  </a:cubicBezTo>
                  <a:cubicBezTo>
                    <a:pt x="731" y="39"/>
                    <a:pt x="731" y="39"/>
                    <a:pt x="731" y="39"/>
                  </a:cubicBezTo>
                  <a:cubicBezTo>
                    <a:pt x="741" y="39"/>
                    <a:pt x="750" y="30"/>
                    <a:pt x="750" y="19"/>
                  </a:cubicBezTo>
                  <a:cubicBezTo>
                    <a:pt x="750" y="9"/>
                    <a:pt x="741" y="0"/>
                    <a:pt x="731" y="0"/>
                  </a:cubicBezTo>
                  <a:close/>
                </a:path>
              </a:pathLst>
            </a:custGeom>
            <a:solidFill>
              <a:srgbClr val="0B3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452" name="Freeform 10">
              <a:extLst>
                <a:ext uri="{FF2B5EF4-FFF2-40B4-BE49-F238E27FC236}">
                  <a16:creationId xmlns:a16="http://schemas.microsoft.com/office/drawing/2014/main" id="{6FC64812-C218-A45A-3FB8-89F59EEA1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50" y="2162175"/>
              <a:ext cx="2017713" cy="101600"/>
            </a:xfrm>
            <a:custGeom>
              <a:avLst/>
              <a:gdLst>
                <a:gd name="T0" fmla="*/ 2147483646 w 750"/>
                <a:gd name="T1" fmla="*/ 0 h 38"/>
                <a:gd name="T2" fmla="*/ 2147483646 w 750"/>
                <a:gd name="T3" fmla="*/ 0 h 38"/>
                <a:gd name="T4" fmla="*/ 0 w 750"/>
                <a:gd name="T5" fmla="*/ 2147483646 h 38"/>
                <a:gd name="T6" fmla="*/ 2147483646 w 750"/>
                <a:gd name="T7" fmla="*/ 2147483646 h 38"/>
                <a:gd name="T8" fmla="*/ 2147483646 w 750"/>
                <a:gd name="T9" fmla="*/ 2147483646 h 38"/>
                <a:gd name="T10" fmla="*/ 2147483646 w 750"/>
                <a:gd name="T11" fmla="*/ 2147483646 h 38"/>
                <a:gd name="T12" fmla="*/ 2147483646 w 750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50"/>
                <a:gd name="T22" fmla="*/ 0 h 38"/>
                <a:gd name="T23" fmla="*/ 750 w 750"/>
                <a:gd name="T24" fmla="*/ 38 h 3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50" h="38">
                  <a:moveTo>
                    <a:pt x="731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8"/>
                    <a:pt x="0" y="19"/>
                  </a:cubicBezTo>
                  <a:cubicBezTo>
                    <a:pt x="0" y="30"/>
                    <a:pt x="9" y="38"/>
                    <a:pt x="20" y="38"/>
                  </a:cubicBezTo>
                  <a:cubicBezTo>
                    <a:pt x="731" y="38"/>
                    <a:pt x="731" y="38"/>
                    <a:pt x="731" y="38"/>
                  </a:cubicBezTo>
                  <a:cubicBezTo>
                    <a:pt x="741" y="38"/>
                    <a:pt x="750" y="30"/>
                    <a:pt x="750" y="19"/>
                  </a:cubicBezTo>
                  <a:cubicBezTo>
                    <a:pt x="750" y="8"/>
                    <a:pt x="741" y="0"/>
                    <a:pt x="731" y="0"/>
                  </a:cubicBezTo>
                  <a:close/>
                </a:path>
              </a:pathLst>
            </a:custGeom>
            <a:solidFill>
              <a:srgbClr val="0B3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453" name="Freeform 11">
              <a:extLst>
                <a:ext uri="{FF2B5EF4-FFF2-40B4-BE49-F238E27FC236}">
                  <a16:creationId xmlns:a16="http://schemas.microsoft.com/office/drawing/2014/main" id="{F282F36F-BFC2-9371-1BE2-BEDBDA3D2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50" y="2528888"/>
              <a:ext cx="2017713" cy="104775"/>
            </a:xfrm>
            <a:custGeom>
              <a:avLst/>
              <a:gdLst>
                <a:gd name="T0" fmla="*/ 2147483646 w 750"/>
                <a:gd name="T1" fmla="*/ 0 h 39"/>
                <a:gd name="T2" fmla="*/ 2147483646 w 750"/>
                <a:gd name="T3" fmla="*/ 0 h 39"/>
                <a:gd name="T4" fmla="*/ 0 w 750"/>
                <a:gd name="T5" fmla="*/ 2147483646 h 39"/>
                <a:gd name="T6" fmla="*/ 2147483646 w 750"/>
                <a:gd name="T7" fmla="*/ 2147483646 h 39"/>
                <a:gd name="T8" fmla="*/ 2147483646 w 750"/>
                <a:gd name="T9" fmla="*/ 2147483646 h 39"/>
                <a:gd name="T10" fmla="*/ 2147483646 w 750"/>
                <a:gd name="T11" fmla="*/ 2147483646 h 39"/>
                <a:gd name="T12" fmla="*/ 2147483646 w 750"/>
                <a:gd name="T13" fmla="*/ 0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50"/>
                <a:gd name="T22" fmla="*/ 0 h 39"/>
                <a:gd name="T23" fmla="*/ 750 w 750"/>
                <a:gd name="T24" fmla="*/ 39 h 39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50" h="39">
                  <a:moveTo>
                    <a:pt x="731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30"/>
                    <a:pt x="9" y="39"/>
                    <a:pt x="20" y="39"/>
                  </a:cubicBezTo>
                  <a:cubicBezTo>
                    <a:pt x="731" y="39"/>
                    <a:pt x="731" y="39"/>
                    <a:pt x="731" y="39"/>
                  </a:cubicBezTo>
                  <a:cubicBezTo>
                    <a:pt x="741" y="39"/>
                    <a:pt x="750" y="30"/>
                    <a:pt x="750" y="20"/>
                  </a:cubicBezTo>
                  <a:cubicBezTo>
                    <a:pt x="750" y="9"/>
                    <a:pt x="741" y="0"/>
                    <a:pt x="731" y="0"/>
                  </a:cubicBezTo>
                  <a:close/>
                </a:path>
              </a:pathLst>
            </a:custGeom>
            <a:solidFill>
              <a:srgbClr val="0B3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454" name="Freeform 12">
              <a:extLst>
                <a:ext uri="{FF2B5EF4-FFF2-40B4-BE49-F238E27FC236}">
                  <a16:creationId xmlns:a16="http://schemas.microsoft.com/office/drawing/2014/main" id="{573D9DC2-F652-6803-E576-D52C5281F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50" y="2916238"/>
              <a:ext cx="2017713" cy="101600"/>
            </a:xfrm>
            <a:custGeom>
              <a:avLst/>
              <a:gdLst>
                <a:gd name="T0" fmla="*/ 2147483646 w 750"/>
                <a:gd name="T1" fmla="*/ 0 h 38"/>
                <a:gd name="T2" fmla="*/ 2147483646 w 750"/>
                <a:gd name="T3" fmla="*/ 0 h 38"/>
                <a:gd name="T4" fmla="*/ 0 w 750"/>
                <a:gd name="T5" fmla="*/ 2147483646 h 38"/>
                <a:gd name="T6" fmla="*/ 2147483646 w 750"/>
                <a:gd name="T7" fmla="*/ 2147483646 h 38"/>
                <a:gd name="T8" fmla="*/ 2147483646 w 750"/>
                <a:gd name="T9" fmla="*/ 2147483646 h 38"/>
                <a:gd name="T10" fmla="*/ 2147483646 w 750"/>
                <a:gd name="T11" fmla="*/ 2147483646 h 38"/>
                <a:gd name="T12" fmla="*/ 2147483646 w 750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50"/>
                <a:gd name="T22" fmla="*/ 0 h 38"/>
                <a:gd name="T23" fmla="*/ 750 w 750"/>
                <a:gd name="T24" fmla="*/ 38 h 3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50" h="38">
                  <a:moveTo>
                    <a:pt x="731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8"/>
                    <a:pt x="0" y="19"/>
                  </a:cubicBezTo>
                  <a:cubicBezTo>
                    <a:pt x="0" y="30"/>
                    <a:pt x="9" y="38"/>
                    <a:pt x="20" y="38"/>
                  </a:cubicBezTo>
                  <a:cubicBezTo>
                    <a:pt x="731" y="38"/>
                    <a:pt x="731" y="38"/>
                    <a:pt x="731" y="38"/>
                  </a:cubicBezTo>
                  <a:cubicBezTo>
                    <a:pt x="741" y="38"/>
                    <a:pt x="750" y="30"/>
                    <a:pt x="750" y="19"/>
                  </a:cubicBezTo>
                  <a:cubicBezTo>
                    <a:pt x="750" y="8"/>
                    <a:pt x="741" y="0"/>
                    <a:pt x="731" y="0"/>
                  </a:cubicBezTo>
                  <a:close/>
                </a:path>
              </a:pathLst>
            </a:custGeom>
            <a:solidFill>
              <a:srgbClr val="0B3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8455" name="Freeform 13">
              <a:extLst>
                <a:ext uri="{FF2B5EF4-FFF2-40B4-BE49-F238E27FC236}">
                  <a16:creationId xmlns:a16="http://schemas.microsoft.com/office/drawing/2014/main" id="{B0CF0EB2-8DA5-61A8-FD2B-DFDACF300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188" y="3278188"/>
              <a:ext cx="981075" cy="103188"/>
            </a:xfrm>
            <a:custGeom>
              <a:avLst/>
              <a:gdLst>
                <a:gd name="T0" fmla="*/ 2147483646 w 365"/>
                <a:gd name="T1" fmla="*/ 0 h 38"/>
                <a:gd name="T2" fmla="*/ 2147483646 w 365"/>
                <a:gd name="T3" fmla="*/ 0 h 38"/>
                <a:gd name="T4" fmla="*/ 0 w 365"/>
                <a:gd name="T5" fmla="*/ 2147483646 h 38"/>
                <a:gd name="T6" fmla="*/ 2147483646 w 365"/>
                <a:gd name="T7" fmla="*/ 2147483646 h 38"/>
                <a:gd name="T8" fmla="*/ 2147483646 w 365"/>
                <a:gd name="T9" fmla="*/ 2147483646 h 38"/>
                <a:gd name="T10" fmla="*/ 2147483646 w 365"/>
                <a:gd name="T11" fmla="*/ 2147483646 h 38"/>
                <a:gd name="T12" fmla="*/ 2147483646 w 365"/>
                <a:gd name="T13" fmla="*/ 0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65"/>
                <a:gd name="T22" fmla="*/ 0 h 38"/>
                <a:gd name="T23" fmla="*/ 365 w 365"/>
                <a:gd name="T24" fmla="*/ 38 h 3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65" h="38">
                  <a:moveTo>
                    <a:pt x="355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8"/>
                    <a:pt x="0" y="19"/>
                  </a:cubicBezTo>
                  <a:cubicBezTo>
                    <a:pt x="0" y="30"/>
                    <a:pt x="4" y="38"/>
                    <a:pt x="10" y="38"/>
                  </a:cubicBezTo>
                  <a:cubicBezTo>
                    <a:pt x="355" y="38"/>
                    <a:pt x="355" y="38"/>
                    <a:pt x="355" y="38"/>
                  </a:cubicBezTo>
                  <a:cubicBezTo>
                    <a:pt x="360" y="38"/>
                    <a:pt x="365" y="30"/>
                    <a:pt x="365" y="19"/>
                  </a:cubicBezTo>
                  <a:cubicBezTo>
                    <a:pt x="365" y="8"/>
                    <a:pt x="360" y="0"/>
                    <a:pt x="355" y="0"/>
                  </a:cubicBezTo>
                  <a:close/>
                </a:path>
              </a:pathLst>
            </a:custGeom>
            <a:solidFill>
              <a:srgbClr val="0B30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8446" name="文本框 32">
            <a:extLst>
              <a:ext uri="{FF2B5EF4-FFF2-40B4-BE49-F238E27FC236}">
                <a16:creationId xmlns:a16="http://schemas.microsoft.com/office/drawing/2014/main" id="{832A3718-EBB0-7C9C-9BE8-E69BDC296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5153" y="3792141"/>
            <a:ext cx="2689622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500">
                <a:solidFill>
                  <a:srgbClr val="061975"/>
                </a:solidFill>
                <a:sym typeface="Arial" panose="020B0604020202020204" pitchFamily="34" charset="0"/>
              </a:rPr>
              <a:t>参考文献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15C54AF6-C71D-9C8A-6CAB-596F61D0BF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78" y="4208468"/>
            <a:ext cx="1615243" cy="863391"/>
          </a:xfrm>
          <a:prstGeom prst="rect">
            <a:avLst/>
          </a:prstGeom>
        </p:spPr>
      </p:pic>
      <p:pic>
        <p:nvPicPr>
          <p:cNvPr id="18460" name="Picture 18459" descr="122-吉林大学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440" y="4576584"/>
            <a:ext cx="452133" cy="45213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>
            <a:extLst>
              <a:ext uri="{FF2B5EF4-FFF2-40B4-BE49-F238E27FC236}">
                <a16:creationId xmlns:a16="http://schemas.microsoft.com/office/drawing/2014/main" id="{D286B61E-E799-48E5-422F-FD4DD15029A0}"/>
              </a:ext>
            </a:extLst>
          </p:cNvPr>
          <p:cNvSpPr>
            <a:spLocks noChangeArrowheads="1"/>
          </p:cNvSpPr>
          <p:nvPr/>
        </p:nvSpPr>
        <p:spPr bwMode="auto">
          <a:xfrm rot="7727380">
            <a:off x="2680097" y="-654844"/>
            <a:ext cx="6832997" cy="10150079"/>
          </a:xfrm>
          <a:custGeom>
            <a:avLst/>
            <a:gdLst>
              <a:gd name="T0" fmla="*/ 0 w 9013078"/>
              <a:gd name="T1" fmla="*/ 8407392 h 13524274"/>
              <a:gd name="T2" fmla="*/ 677571 w 9013078"/>
              <a:gd name="T3" fmla="*/ 0 h 13524274"/>
              <a:gd name="T4" fmla="*/ 7984921 w 9013078"/>
              <a:gd name="T5" fmla="*/ 7941004 h 13524274"/>
              <a:gd name="T6" fmla="*/ 9309012 w 9013078"/>
              <a:gd name="T7" fmla="*/ 13551784 h 13524274"/>
              <a:gd name="T8" fmla="*/ 0 w 9013078"/>
              <a:gd name="T9" fmla="*/ 8407392 h 135242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013078"/>
              <a:gd name="T16" fmla="*/ 0 h 13524274"/>
              <a:gd name="T17" fmla="*/ 9013078 w 9013078"/>
              <a:gd name="T18" fmla="*/ 13524274 h 1352427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013078" h="13524274">
                <a:moveTo>
                  <a:pt x="0" y="8390325"/>
                </a:moveTo>
                <a:lnTo>
                  <a:pt x="656031" y="0"/>
                </a:lnTo>
                <a:lnTo>
                  <a:pt x="7731081" y="7924883"/>
                </a:lnTo>
                <a:lnTo>
                  <a:pt x="9013078" y="13524274"/>
                </a:lnTo>
                <a:lnTo>
                  <a:pt x="0" y="8390325"/>
                </a:lnTo>
                <a:close/>
              </a:path>
            </a:pathLst>
          </a:custGeom>
          <a:solidFill>
            <a:srgbClr val="0C33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 sz="1350"/>
          </a:p>
        </p:txBody>
      </p:sp>
      <p:sp>
        <p:nvSpPr>
          <p:cNvPr id="19459" name="矩形 11">
            <a:extLst>
              <a:ext uri="{FF2B5EF4-FFF2-40B4-BE49-F238E27FC236}">
                <a16:creationId xmlns:a16="http://schemas.microsoft.com/office/drawing/2014/main" id="{A245A992-ABE0-5323-0E10-99F40886A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66788"/>
            <a:ext cx="7344966" cy="2937272"/>
          </a:xfrm>
          <a:prstGeom prst="rect">
            <a:avLst/>
          </a:prstGeom>
          <a:solidFill>
            <a:srgbClr val="0825A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350">
              <a:solidFill>
                <a:srgbClr val="FFFFFF"/>
              </a:solidFill>
              <a:sym typeface="Arial" panose="020B0604020202020204" pitchFamily="34" charset="0"/>
            </a:endParaRPr>
          </a:p>
        </p:txBody>
      </p:sp>
      <p:sp>
        <p:nvSpPr>
          <p:cNvPr id="19460" name="文本框 1">
            <a:extLst>
              <a:ext uri="{FF2B5EF4-FFF2-40B4-BE49-F238E27FC236}">
                <a16:creationId xmlns:a16="http://schemas.microsoft.com/office/drawing/2014/main" id="{A9E6DB6C-3F0A-7824-3A41-CC7ED82CE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4" y="1019175"/>
            <a:ext cx="8571310" cy="2008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2450" b="1">
                <a:solidFill>
                  <a:srgbClr val="FAFAFA"/>
                </a:solidFill>
                <a:sym typeface="Arial" panose="020B0604020202020204" pitchFamily="34" charset="0"/>
              </a:rPr>
              <a:t>THANKS</a:t>
            </a:r>
            <a:endParaRPr lang="zh-CN" altLang="en-US" sz="12450" b="1">
              <a:solidFill>
                <a:srgbClr val="FAFAFA"/>
              </a:solidFill>
              <a:sym typeface="Arial" panose="020B0604020202020204" pitchFamily="34" charset="0"/>
            </a:endParaRPr>
          </a:p>
        </p:txBody>
      </p:sp>
      <p:sp>
        <p:nvSpPr>
          <p:cNvPr id="19461" name="文本框 2">
            <a:extLst>
              <a:ext uri="{FF2B5EF4-FFF2-40B4-BE49-F238E27FC236}">
                <a16:creationId xmlns:a16="http://schemas.microsoft.com/office/drawing/2014/main" id="{56350A61-F8F5-93D6-1460-2C2FED6B4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7" y="2833688"/>
            <a:ext cx="7300913" cy="854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ea typeface="Adobe 黑体 Std R" pitchFamily="34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950" dirty="0">
                <a:solidFill>
                  <a:srgbClr val="FAFAF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 Unicode MS" pitchFamily="34" charset="-122"/>
              </a:rPr>
              <a:t>感谢老师的批评与指正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611</Words>
  <Application>Microsoft Office PowerPoint</Application>
  <PresentationFormat>全屏显示(16:9)</PresentationFormat>
  <Paragraphs>148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时尚中黑简体</vt:lpstr>
      <vt:lpstr>宋体</vt:lpstr>
      <vt:lpstr>微软雅黑</vt:lpstr>
      <vt:lpstr>Arial</vt:lpstr>
      <vt:lpstr>Broadway</vt:lpstr>
      <vt:lpstr>Calibri</vt:lpstr>
      <vt:lpstr>Impact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淘宝店铺:想搞设计</dc:title>
  <dc:subject>淘宝店铺:想搞设计</dc:subject>
  <dc:creator>淘宝店铺:想搞设计</dc:creator>
  <cp:keywords>淘宝店铺:想搞设计</cp:keywords>
  <dc:description>淘宝店铺:想搞设计</dc:description>
  <cp:lastModifiedBy>pompeya 1</cp:lastModifiedBy>
  <cp:revision>130</cp:revision>
  <dcterms:created xsi:type="dcterms:W3CDTF">2014-09-01T14:19:00Z</dcterms:created>
  <dcterms:modified xsi:type="dcterms:W3CDTF">2022-07-03T01:40:17Z</dcterms:modified>
  <cp:category>淘宝店铺:想搞设计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2052-10.1.0.6490</vt:lpwstr>
  </property>
</Properties>
</file>