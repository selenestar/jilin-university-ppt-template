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3" r:id="rId10"/>
    <p:sldId id="264" r:id="rId11"/>
    <p:sldId id="265" r:id="rId12"/>
    <p:sldId id="266" r:id="rId13"/>
    <p:sldId id="281" r:id="rId14"/>
    <p:sldId id="267" r:id="rId15"/>
    <p:sldId id="268" r:id="rId16"/>
    <p:sldId id="269" r:id="rId17"/>
    <p:sldId id="270" r:id="rId18"/>
    <p:sldId id="282" r:id="rId19"/>
    <p:sldId id="271" r:id="rId20"/>
    <p:sldId id="272" r:id="rId21"/>
    <p:sldId id="273" r:id="rId22"/>
    <p:sldId id="274" r:id="rId23"/>
    <p:sldId id="27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F9F9F9"/>
    <a:srgbClr val="1F487C"/>
    <a:srgbClr val="084092"/>
    <a:srgbClr val="CC6600"/>
    <a:srgbClr val="0070C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8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1F487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6-4EE3-8DF2-8A3CAAD714BA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26-4EE3-8DF2-8A3CAAD714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455424"/>
        <c:axId val="322456576"/>
      </c:barChart>
      <c:catAx>
        <c:axId val="322455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22456576"/>
        <c:crosses val="autoZero"/>
        <c:auto val="1"/>
        <c:lblAlgn val="ctr"/>
        <c:lblOffset val="100"/>
        <c:noMultiLvlLbl val="0"/>
      </c:catAx>
      <c:valAx>
        <c:axId val="3224565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22455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4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45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68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74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7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0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95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63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5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7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8560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6B169-E305-4F7B-8A65-ACE2B101B8FD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8EFB3-8ED2-4592-A1CC-D9AB00905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97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eg"/><Relationship Id="rId4" Type="http://schemas.openxmlformats.org/officeDocument/2006/relationships/image" Target="../media/image6.jp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jpeg"/><Relationship Id="rId4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0.jp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122-吉林大学-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161" y="-1989011"/>
            <a:ext cx="12290322" cy="7681452"/>
          </a:xfrm>
          <a:prstGeom prst="rect">
            <a:avLst/>
          </a:prstGeom>
        </p:spPr>
      </p:pic>
      <p:sp>
        <p:nvSpPr>
          <p:cNvPr id="7" name="梯形 6"/>
          <p:cNvSpPr/>
          <p:nvPr/>
        </p:nvSpPr>
        <p:spPr>
          <a:xfrm>
            <a:off x="4333876" y="3857625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4238624"/>
            <a:ext cx="12192000" cy="261937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/>
          <p:cNvSpPr/>
          <p:nvPr/>
        </p:nvSpPr>
        <p:spPr>
          <a:xfrm flipV="1">
            <a:off x="4503084" y="3857625"/>
            <a:ext cx="3185832" cy="819150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26453" y="400940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311503" y="4748450"/>
            <a:ext cx="9682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F9F9F9"/>
                </a:solidFill>
              </a:rPr>
              <a:t>吉林大学汇报</a:t>
            </a:r>
            <a:r>
              <a:rPr lang="zh-CN" altLang="en-US" sz="6000" b="1" dirty="0">
                <a:solidFill>
                  <a:srgbClr val="F9F9F9"/>
                </a:solidFill>
              </a:rPr>
              <a:t/>
            </a:r>
          </a:p>
        </p:txBody>
      </p:sp>
      <p:sp>
        <p:nvSpPr>
          <p:cNvPr id="14" name="TextBox 976"/>
          <p:cNvSpPr txBox="1"/>
          <p:nvPr/>
        </p:nvSpPr>
        <p:spPr>
          <a:xfrm>
            <a:off x="4333876" y="5919935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咨询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汇报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总结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计划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商务模板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7" name="Picture 16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66" y="4591799"/>
            <a:ext cx="1459136" cy="145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1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569997" y="2463632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18" descr="122-吉林大学-im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969" y="-3836291"/>
            <a:ext cx="12276130" cy="767258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2807187"/>
            <a:ext cx="12192000" cy="4050813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739205" y="2463632"/>
            <a:ext cx="3185832" cy="1329578"/>
          </a:xfrm>
          <a:prstGeom prst="trapezoid">
            <a:avLst>
              <a:gd name="adj" fmla="val 9829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60158" y="3297064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就是在此添加标题内容文本</a:t>
            </a:r>
          </a:p>
        </p:txBody>
      </p:sp>
      <p:sp>
        <p:nvSpPr>
          <p:cNvPr id="9" name="矩形 8"/>
          <p:cNvSpPr/>
          <p:nvPr/>
        </p:nvSpPr>
        <p:spPr>
          <a:xfrm>
            <a:off x="4419602" y="3371179"/>
            <a:ext cx="661182" cy="42203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01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60158" y="4103270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就是在此添加标题内容文本</a:t>
            </a:r>
          </a:p>
        </p:txBody>
      </p:sp>
      <p:sp>
        <p:nvSpPr>
          <p:cNvPr id="11" name="矩形 10"/>
          <p:cNvSpPr/>
          <p:nvPr/>
        </p:nvSpPr>
        <p:spPr>
          <a:xfrm>
            <a:off x="4419602" y="4177385"/>
            <a:ext cx="661182" cy="42203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02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60158" y="4909476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就是在此添加标题内容文本</a:t>
            </a:r>
          </a:p>
        </p:txBody>
      </p:sp>
      <p:sp>
        <p:nvSpPr>
          <p:cNvPr id="13" name="矩形 12"/>
          <p:cNvSpPr/>
          <p:nvPr/>
        </p:nvSpPr>
        <p:spPr>
          <a:xfrm>
            <a:off x="4419602" y="4983591"/>
            <a:ext cx="661182" cy="42203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03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60158" y="5715682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就是在此添加标题内容文本</a:t>
            </a:r>
          </a:p>
        </p:txBody>
      </p:sp>
      <p:sp>
        <p:nvSpPr>
          <p:cNvPr id="15" name="矩形 14"/>
          <p:cNvSpPr/>
          <p:nvPr/>
        </p:nvSpPr>
        <p:spPr>
          <a:xfrm>
            <a:off x="4419602" y="5789797"/>
            <a:ext cx="661182" cy="42203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</a:rPr>
              <a:t>04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Box 44"/>
          <p:cNvSpPr txBox="1"/>
          <p:nvPr/>
        </p:nvSpPr>
        <p:spPr>
          <a:xfrm>
            <a:off x="1310543" y="2463632"/>
            <a:ext cx="261449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目录</a:t>
            </a:r>
            <a:endParaRPr lang="en-US" altLang="zh-CN" sz="36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CONTENTE</a:t>
            </a:r>
          </a:p>
        </p:txBody>
      </p:sp>
    </p:spTree>
    <p:extLst>
      <p:ext uri="{BB962C8B-B14F-4D97-AF65-F5344CB8AC3E}">
        <p14:creationId xmlns:p14="http://schemas.microsoft.com/office/powerpoint/2010/main" val="48828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122-吉林大学-im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161" y="-823452"/>
            <a:ext cx="12290322" cy="7681452"/>
          </a:xfrm>
          <a:prstGeom prst="rect">
            <a:avLst/>
          </a:prstGeom>
        </p:spPr>
      </p:pic>
      <p:sp>
        <p:nvSpPr>
          <p:cNvPr id="2" name="梯形 1"/>
          <p:cNvSpPr/>
          <p:nvPr/>
        </p:nvSpPr>
        <p:spPr>
          <a:xfrm>
            <a:off x="569997" y="1458351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801906"/>
            <a:ext cx="12192000" cy="1524343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739205" y="1458351"/>
            <a:ext cx="3185832" cy="948571"/>
          </a:xfrm>
          <a:prstGeom prst="trapezoid">
            <a:avLst>
              <a:gd name="adj" fmla="val 1987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03699" y="2154331"/>
            <a:ext cx="71096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F9F9F9"/>
                </a:solidFill>
              </a:rPr>
              <a:t>在此添加标题内容文本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62569" y="1810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想搞设计淘宝店</a:t>
            </a:r>
          </a:p>
        </p:txBody>
      </p:sp>
    </p:spTree>
    <p:extLst>
      <p:ext uri="{BB962C8B-B14F-4D97-AF65-F5344CB8AC3E}">
        <p14:creationId xmlns:p14="http://schemas.microsoft.com/office/powerpoint/2010/main" val="332965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2553840" y="2139280"/>
            <a:ext cx="1896240" cy="27171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9F9F9"/>
                </a:solidFill>
              </a:rPr>
              <a:t>在此添加关键字</a:t>
            </a:r>
          </a:p>
        </p:txBody>
      </p:sp>
      <p:sp>
        <p:nvSpPr>
          <p:cNvPr id="36" name="矩形 35"/>
          <p:cNvSpPr/>
          <p:nvPr/>
        </p:nvSpPr>
        <p:spPr>
          <a:xfrm>
            <a:off x="6354194" y="4074459"/>
            <a:ext cx="1045712" cy="1045712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455441" y="4104512"/>
            <a:ext cx="1045712" cy="1045712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347884" y="2139280"/>
            <a:ext cx="1045712" cy="1045712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488225" y="2139280"/>
            <a:ext cx="1045712" cy="1045712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17026" y="2297486"/>
            <a:ext cx="608013" cy="676275"/>
            <a:chOff x="6735763" y="10544176"/>
            <a:chExt cx="608013" cy="676275"/>
          </a:xfrm>
          <a:solidFill>
            <a:schemeClr val="bg1"/>
          </a:solidFill>
        </p:grpSpPr>
        <p:sp>
          <p:nvSpPr>
            <p:cNvPr id="12" name="Freeform 1008"/>
            <p:cNvSpPr>
              <a:spLocks/>
            </p:cNvSpPr>
            <p:nvPr/>
          </p:nvSpPr>
          <p:spPr bwMode="auto">
            <a:xfrm>
              <a:off x="6735763" y="10544176"/>
              <a:ext cx="608013" cy="153988"/>
            </a:xfrm>
            <a:custGeom>
              <a:avLst/>
              <a:gdLst>
                <a:gd name="T0" fmla="*/ 0 w 383"/>
                <a:gd name="T1" fmla="*/ 97 h 97"/>
                <a:gd name="T2" fmla="*/ 383 w 383"/>
                <a:gd name="T3" fmla="*/ 97 h 97"/>
                <a:gd name="T4" fmla="*/ 192 w 383"/>
                <a:gd name="T5" fmla="*/ 0 h 97"/>
                <a:gd name="T6" fmla="*/ 0 w 383"/>
                <a:gd name="T7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3" h="97">
                  <a:moveTo>
                    <a:pt x="0" y="97"/>
                  </a:moveTo>
                  <a:lnTo>
                    <a:pt x="383" y="97"/>
                  </a:lnTo>
                  <a:lnTo>
                    <a:pt x="192" y="0"/>
                  </a:lnTo>
                  <a:lnTo>
                    <a:pt x="0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Rectangle 1010"/>
            <p:cNvSpPr>
              <a:spLocks noChangeArrowheads="1"/>
            </p:cNvSpPr>
            <p:nvPr/>
          </p:nvSpPr>
          <p:spPr bwMode="auto">
            <a:xfrm>
              <a:off x="6777039" y="10750551"/>
              <a:ext cx="98425" cy="285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Rectangle 1011"/>
            <p:cNvSpPr>
              <a:spLocks noChangeArrowheads="1"/>
            </p:cNvSpPr>
            <p:nvPr/>
          </p:nvSpPr>
          <p:spPr bwMode="auto">
            <a:xfrm>
              <a:off x="6983414" y="10750551"/>
              <a:ext cx="98425" cy="285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Rectangle 1012"/>
            <p:cNvSpPr>
              <a:spLocks noChangeArrowheads="1"/>
            </p:cNvSpPr>
            <p:nvPr/>
          </p:nvSpPr>
          <p:spPr bwMode="auto">
            <a:xfrm>
              <a:off x="7189789" y="10750551"/>
              <a:ext cx="98425" cy="285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13"/>
            <p:cNvSpPr>
              <a:spLocks/>
            </p:cNvSpPr>
            <p:nvPr/>
          </p:nvSpPr>
          <p:spPr bwMode="auto">
            <a:xfrm>
              <a:off x="6740526" y="11080751"/>
              <a:ext cx="187325" cy="87313"/>
            </a:xfrm>
            <a:custGeom>
              <a:avLst/>
              <a:gdLst>
                <a:gd name="T0" fmla="*/ 50 w 50"/>
                <a:gd name="T1" fmla="*/ 6 h 23"/>
                <a:gd name="T2" fmla="*/ 44 w 50"/>
                <a:gd name="T3" fmla="*/ 0 h 23"/>
                <a:gd name="T4" fmla="*/ 6 w 50"/>
                <a:gd name="T5" fmla="*/ 0 h 23"/>
                <a:gd name="T6" fmla="*/ 0 w 50"/>
                <a:gd name="T7" fmla="*/ 6 h 23"/>
                <a:gd name="T8" fmla="*/ 0 w 50"/>
                <a:gd name="T9" fmla="*/ 17 h 23"/>
                <a:gd name="T10" fmla="*/ 6 w 50"/>
                <a:gd name="T11" fmla="*/ 23 h 23"/>
                <a:gd name="T12" fmla="*/ 44 w 50"/>
                <a:gd name="T13" fmla="*/ 23 h 23"/>
                <a:gd name="T14" fmla="*/ 50 w 50"/>
                <a:gd name="T15" fmla="*/ 17 h 23"/>
                <a:gd name="T16" fmla="*/ 50 w 50"/>
                <a:gd name="T17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23">
                  <a:moveTo>
                    <a:pt x="50" y="6"/>
                  </a:moveTo>
                  <a:cubicBezTo>
                    <a:pt x="50" y="3"/>
                    <a:pt x="47" y="0"/>
                    <a:pt x="4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3" y="23"/>
                    <a:pt x="6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7" y="23"/>
                    <a:pt x="50" y="20"/>
                    <a:pt x="50" y="17"/>
                  </a:cubicBezTo>
                  <a:lnTo>
                    <a:pt x="5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14"/>
            <p:cNvSpPr>
              <a:spLocks/>
            </p:cNvSpPr>
            <p:nvPr/>
          </p:nvSpPr>
          <p:spPr bwMode="auto">
            <a:xfrm>
              <a:off x="7148514" y="11080751"/>
              <a:ext cx="187325" cy="87313"/>
            </a:xfrm>
            <a:custGeom>
              <a:avLst/>
              <a:gdLst>
                <a:gd name="T0" fmla="*/ 50 w 50"/>
                <a:gd name="T1" fmla="*/ 6 h 23"/>
                <a:gd name="T2" fmla="*/ 44 w 50"/>
                <a:gd name="T3" fmla="*/ 0 h 23"/>
                <a:gd name="T4" fmla="*/ 6 w 50"/>
                <a:gd name="T5" fmla="*/ 0 h 23"/>
                <a:gd name="T6" fmla="*/ 0 w 50"/>
                <a:gd name="T7" fmla="*/ 6 h 23"/>
                <a:gd name="T8" fmla="*/ 0 w 50"/>
                <a:gd name="T9" fmla="*/ 17 h 23"/>
                <a:gd name="T10" fmla="*/ 6 w 50"/>
                <a:gd name="T11" fmla="*/ 23 h 23"/>
                <a:gd name="T12" fmla="*/ 44 w 50"/>
                <a:gd name="T13" fmla="*/ 23 h 23"/>
                <a:gd name="T14" fmla="*/ 50 w 50"/>
                <a:gd name="T15" fmla="*/ 17 h 23"/>
                <a:gd name="T16" fmla="*/ 50 w 50"/>
                <a:gd name="T17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23">
                  <a:moveTo>
                    <a:pt x="50" y="6"/>
                  </a:moveTo>
                  <a:cubicBezTo>
                    <a:pt x="50" y="3"/>
                    <a:pt x="47" y="0"/>
                    <a:pt x="4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2" y="23"/>
                    <a:pt x="6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7" y="23"/>
                    <a:pt x="50" y="20"/>
                    <a:pt x="50" y="17"/>
                  </a:cubicBezTo>
                  <a:lnTo>
                    <a:pt x="5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015"/>
            <p:cNvSpPr>
              <a:spLocks/>
            </p:cNvSpPr>
            <p:nvPr/>
          </p:nvSpPr>
          <p:spPr bwMode="auto">
            <a:xfrm>
              <a:off x="6950075" y="11080751"/>
              <a:ext cx="173038" cy="19050"/>
            </a:xfrm>
            <a:custGeom>
              <a:avLst/>
              <a:gdLst>
                <a:gd name="T0" fmla="*/ 46 w 46"/>
                <a:gd name="T1" fmla="*/ 3 h 5"/>
                <a:gd name="T2" fmla="*/ 42 w 46"/>
                <a:gd name="T3" fmla="*/ 0 h 5"/>
                <a:gd name="T4" fmla="*/ 3 w 46"/>
                <a:gd name="T5" fmla="*/ 0 h 5"/>
                <a:gd name="T6" fmla="*/ 0 w 46"/>
                <a:gd name="T7" fmla="*/ 3 h 5"/>
                <a:gd name="T8" fmla="*/ 0 w 46"/>
                <a:gd name="T9" fmla="*/ 3 h 5"/>
                <a:gd name="T10" fmla="*/ 3 w 46"/>
                <a:gd name="T11" fmla="*/ 5 h 5"/>
                <a:gd name="T12" fmla="*/ 42 w 46"/>
                <a:gd name="T13" fmla="*/ 5 h 5"/>
                <a:gd name="T14" fmla="*/ 46 w 46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5">
                  <a:moveTo>
                    <a:pt x="46" y="3"/>
                  </a:moveTo>
                  <a:cubicBezTo>
                    <a:pt x="46" y="1"/>
                    <a:pt x="45" y="0"/>
                    <a:pt x="4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5" y="5"/>
                    <a:pt x="46" y="4"/>
                    <a:pt x="4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016"/>
            <p:cNvSpPr>
              <a:spLocks/>
            </p:cNvSpPr>
            <p:nvPr/>
          </p:nvSpPr>
          <p:spPr bwMode="auto">
            <a:xfrm>
              <a:off x="6950075" y="11141076"/>
              <a:ext cx="173038" cy="19050"/>
            </a:xfrm>
            <a:custGeom>
              <a:avLst/>
              <a:gdLst>
                <a:gd name="T0" fmla="*/ 46 w 46"/>
                <a:gd name="T1" fmla="*/ 3 h 5"/>
                <a:gd name="T2" fmla="*/ 42 w 46"/>
                <a:gd name="T3" fmla="*/ 0 h 5"/>
                <a:gd name="T4" fmla="*/ 3 w 46"/>
                <a:gd name="T5" fmla="*/ 0 h 5"/>
                <a:gd name="T6" fmla="*/ 0 w 46"/>
                <a:gd name="T7" fmla="*/ 3 h 5"/>
                <a:gd name="T8" fmla="*/ 0 w 46"/>
                <a:gd name="T9" fmla="*/ 3 h 5"/>
                <a:gd name="T10" fmla="*/ 3 w 46"/>
                <a:gd name="T11" fmla="*/ 5 h 5"/>
                <a:gd name="T12" fmla="*/ 42 w 46"/>
                <a:gd name="T13" fmla="*/ 5 h 5"/>
                <a:gd name="T14" fmla="*/ 46 w 46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5">
                  <a:moveTo>
                    <a:pt x="46" y="3"/>
                  </a:moveTo>
                  <a:cubicBezTo>
                    <a:pt x="46" y="1"/>
                    <a:pt x="45" y="0"/>
                    <a:pt x="4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5" y="5"/>
                    <a:pt x="46" y="4"/>
                    <a:pt x="4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017"/>
            <p:cNvSpPr>
              <a:spLocks/>
            </p:cNvSpPr>
            <p:nvPr/>
          </p:nvSpPr>
          <p:spPr bwMode="auto">
            <a:xfrm>
              <a:off x="6950075" y="11201401"/>
              <a:ext cx="173038" cy="19050"/>
            </a:xfrm>
            <a:custGeom>
              <a:avLst/>
              <a:gdLst>
                <a:gd name="T0" fmla="*/ 46 w 46"/>
                <a:gd name="T1" fmla="*/ 3 h 5"/>
                <a:gd name="T2" fmla="*/ 42 w 46"/>
                <a:gd name="T3" fmla="*/ 0 h 5"/>
                <a:gd name="T4" fmla="*/ 3 w 46"/>
                <a:gd name="T5" fmla="*/ 0 h 5"/>
                <a:gd name="T6" fmla="*/ 0 w 46"/>
                <a:gd name="T7" fmla="*/ 3 h 5"/>
                <a:gd name="T8" fmla="*/ 0 w 46"/>
                <a:gd name="T9" fmla="*/ 3 h 5"/>
                <a:gd name="T10" fmla="*/ 3 w 46"/>
                <a:gd name="T11" fmla="*/ 5 h 5"/>
                <a:gd name="T12" fmla="*/ 42 w 46"/>
                <a:gd name="T13" fmla="*/ 5 h 5"/>
                <a:gd name="T14" fmla="*/ 46 w 46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5">
                  <a:moveTo>
                    <a:pt x="46" y="3"/>
                  </a:moveTo>
                  <a:cubicBezTo>
                    <a:pt x="46" y="1"/>
                    <a:pt x="45" y="0"/>
                    <a:pt x="4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5" y="5"/>
                    <a:pt x="46" y="4"/>
                    <a:pt x="4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565814" y="2410992"/>
            <a:ext cx="646112" cy="449263"/>
            <a:chOff x="7767638" y="10672763"/>
            <a:chExt cx="646112" cy="449263"/>
          </a:xfrm>
          <a:solidFill>
            <a:schemeClr val="bg1"/>
          </a:solidFill>
        </p:grpSpPr>
        <p:sp>
          <p:nvSpPr>
            <p:cNvPr id="22" name="Freeform 1018"/>
            <p:cNvSpPr>
              <a:spLocks/>
            </p:cNvSpPr>
            <p:nvPr/>
          </p:nvSpPr>
          <p:spPr bwMode="auto">
            <a:xfrm>
              <a:off x="7959725" y="10672763"/>
              <a:ext cx="261938" cy="123825"/>
            </a:xfrm>
            <a:custGeom>
              <a:avLst/>
              <a:gdLst>
                <a:gd name="T0" fmla="*/ 70 w 70"/>
                <a:gd name="T1" fmla="*/ 26 h 33"/>
                <a:gd name="T2" fmla="*/ 63 w 70"/>
                <a:gd name="T3" fmla="*/ 33 h 33"/>
                <a:gd name="T4" fmla="*/ 7 w 70"/>
                <a:gd name="T5" fmla="*/ 33 h 33"/>
                <a:gd name="T6" fmla="*/ 0 w 70"/>
                <a:gd name="T7" fmla="*/ 26 h 33"/>
                <a:gd name="T8" fmla="*/ 0 w 70"/>
                <a:gd name="T9" fmla="*/ 8 h 33"/>
                <a:gd name="T10" fmla="*/ 7 w 70"/>
                <a:gd name="T11" fmla="*/ 0 h 33"/>
                <a:gd name="T12" fmla="*/ 63 w 70"/>
                <a:gd name="T13" fmla="*/ 0 h 33"/>
                <a:gd name="T14" fmla="*/ 70 w 70"/>
                <a:gd name="T15" fmla="*/ 8 h 33"/>
                <a:gd name="T16" fmla="*/ 70 w 70"/>
                <a:gd name="T17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33">
                  <a:moveTo>
                    <a:pt x="70" y="26"/>
                  </a:moveTo>
                  <a:cubicBezTo>
                    <a:pt x="70" y="30"/>
                    <a:pt x="67" y="33"/>
                    <a:pt x="63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3" y="33"/>
                    <a:pt x="0" y="30"/>
                    <a:pt x="0" y="2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7" y="0"/>
                    <a:pt x="70" y="4"/>
                    <a:pt x="70" y="8"/>
                  </a:cubicBezTo>
                  <a:lnTo>
                    <a:pt x="7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019"/>
            <p:cNvSpPr>
              <a:spLocks/>
            </p:cNvSpPr>
            <p:nvPr/>
          </p:nvSpPr>
          <p:spPr bwMode="auto">
            <a:xfrm>
              <a:off x="7767638" y="10995026"/>
              <a:ext cx="184150" cy="127000"/>
            </a:xfrm>
            <a:custGeom>
              <a:avLst/>
              <a:gdLst>
                <a:gd name="T0" fmla="*/ 49 w 49"/>
                <a:gd name="T1" fmla="*/ 7 h 34"/>
                <a:gd name="T2" fmla="*/ 42 w 49"/>
                <a:gd name="T3" fmla="*/ 0 h 34"/>
                <a:gd name="T4" fmla="*/ 8 w 49"/>
                <a:gd name="T5" fmla="*/ 0 h 34"/>
                <a:gd name="T6" fmla="*/ 0 w 49"/>
                <a:gd name="T7" fmla="*/ 7 h 34"/>
                <a:gd name="T8" fmla="*/ 0 w 49"/>
                <a:gd name="T9" fmla="*/ 26 h 34"/>
                <a:gd name="T10" fmla="*/ 8 w 49"/>
                <a:gd name="T11" fmla="*/ 34 h 34"/>
                <a:gd name="T12" fmla="*/ 42 w 49"/>
                <a:gd name="T13" fmla="*/ 34 h 34"/>
                <a:gd name="T14" fmla="*/ 49 w 49"/>
                <a:gd name="T15" fmla="*/ 26 h 34"/>
                <a:gd name="T16" fmla="*/ 49 w 49"/>
                <a:gd name="T17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4">
                  <a:moveTo>
                    <a:pt x="49" y="7"/>
                  </a:moveTo>
                  <a:cubicBezTo>
                    <a:pt x="49" y="3"/>
                    <a:pt x="46" y="0"/>
                    <a:pt x="4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6" y="34"/>
                    <a:pt x="49" y="30"/>
                    <a:pt x="49" y="26"/>
                  </a:cubicBez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020"/>
            <p:cNvSpPr>
              <a:spLocks/>
            </p:cNvSpPr>
            <p:nvPr/>
          </p:nvSpPr>
          <p:spPr bwMode="auto">
            <a:xfrm>
              <a:off x="8001000" y="10995026"/>
              <a:ext cx="179388" cy="127000"/>
            </a:xfrm>
            <a:custGeom>
              <a:avLst/>
              <a:gdLst>
                <a:gd name="T0" fmla="*/ 48 w 48"/>
                <a:gd name="T1" fmla="*/ 7 h 34"/>
                <a:gd name="T2" fmla="*/ 41 w 48"/>
                <a:gd name="T3" fmla="*/ 0 h 34"/>
                <a:gd name="T4" fmla="*/ 7 w 48"/>
                <a:gd name="T5" fmla="*/ 0 h 34"/>
                <a:gd name="T6" fmla="*/ 0 w 48"/>
                <a:gd name="T7" fmla="*/ 7 h 34"/>
                <a:gd name="T8" fmla="*/ 0 w 48"/>
                <a:gd name="T9" fmla="*/ 26 h 34"/>
                <a:gd name="T10" fmla="*/ 7 w 48"/>
                <a:gd name="T11" fmla="*/ 34 h 34"/>
                <a:gd name="T12" fmla="*/ 41 w 48"/>
                <a:gd name="T13" fmla="*/ 34 h 34"/>
                <a:gd name="T14" fmla="*/ 48 w 48"/>
                <a:gd name="T15" fmla="*/ 26 h 34"/>
                <a:gd name="T16" fmla="*/ 48 w 48"/>
                <a:gd name="T17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34">
                  <a:moveTo>
                    <a:pt x="48" y="7"/>
                  </a:moveTo>
                  <a:cubicBezTo>
                    <a:pt x="48" y="3"/>
                    <a:pt x="45" y="0"/>
                    <a:pt x="4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3" y="34"/>
                    <a:pt x="7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5" y="34"/>
                    <a:pt x="48" y="30"/>
                    <a:pt x="48" y="26"/>
                  </a:cubicBezTo>
                  <a:lnTo>
                    <a:pt x="4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21"/>
            <p:cNvSpPr>
              <a:spLocks/>
            </p:cNvSpPr>
            <p:nvPr/>
          </p:nvSpPr>
          <p:spPr bwMode="auto">
            <a:xfrm>
              <a:off x="8229600" y="10995026"/>
              <a:ext cx="184150" cy="127000"/>
            </a:xfrm>
            <a:custGeom>
              <a:avLst/>
              <a:gdLst>
                <a:gd name="T0" fmla="*/ 49 w 49"/>
                <a:gd name="T1" fmla="*/ 7 h 34"/>
                <a:gd name="T2" fmla="*/ 41 w 49"/>
                <a:gd name="T3" fmla="*/ 0 h 34"/>
                <a:gd name="T4" fmla="*/ 7 w 49"/>
                <a:gd name="T5" fmla="*/ 0 h 34"/>
                <a:gd name="T6" fmla="*/ 0 w 49"/>
                <a:gd name="T7" fmla="*/ 7 h 34"/>
                <a:gd name="T8" fmla="*/ 0 w 49"/>
                <a:gd name="T9" fmla="*/ 26 h 34"/>
                <a:gd name="T10" fmla="*/ 7 w 49"/>
                <a:gd name="T11" fmla="*/ 34 h 34"/>
                <a:gd name="T12" fmla="*/ 41 w 49"/>
                <a:gd name="T13" fmla="*/ 34 h 34"/>
                <a:gd name="T14" fmla="*/ 49 w 49"/>
                <a:gd name="T15" fmla="*/ 26 h 34"/>
                <a:gd name="T16" fmla="*/ 49 w 49"/>
                <a:gd name="T17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4">
                  <a:moveTo>
                    <a:pt x="49" y="7"/>
                  </a:moveTo>
                  <a:cubicBezTo>
                    <a:pt x="49" y="3"/>
                    <a:pt x="45" y="0"/>
                    <a:pt x="4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3" y="34"/>
                    <a:pt x="7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5" y="34"/>
                    <a:pt x="49" y="30"/>
                    <a:pt x="49" y="26"/>
                  </a:cubicBezTo>
                  <a:lnTo>
                    <a:pt x="4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022"/>
            <p:cNvSpPr>
              <a:spLocks/>
            </p:cNvSpPr>
            <p:nvPr/>
          </p:nvSpPr>
          <p:spPr bwMode="auto">
            <a:xfrm>
              <a:off x="7835901" y="10821988"/>
              <a:ext cx="498475" cy="150813"/>
            </a:xfrm>
            <a:custGeom>
              <a:avLst/>
              <a:gdLst>
                <a:gd name="T0" fmla="*/ 123 w 133"/>
                <a:gd name="T1" fmla="*/ 17 h 40"/>
                <a:gd name="T2" fmla="*/ 72 w 133"/>
                <a:gd name="T3" fmla="*/ 17 h 40"/>
                <a:gd name="T4" fmla="*/ 72 w 133"/>
                <a:gd name="T5" fmla="*/ 0 h 40"/>
                <a:gd name="T6" fmla="*/ 65 w 133"/>
                <a:gd name="T7" fmla="*/ 0 h 40"/>
                <a:gd name="T8" fmla="*/ 65 w 133"/>
                <a:gd name="T9" fmla="*/ 17 h 40"/>
                <a:gd name="T10" fmla="*/ 10 w 133"/>
                <a:gd name="T11" fmla="*/ 17 h 40"/>
                <a:gd name="T12" fmla="*/ 0 w 133"/>
                <a:gd name="T13" fmla="*/ 26 h 40"/>
                <a:gd name="T14" fmla="*/ 0 w 133"/>
                <a:gd name="T15" fmla="*/ 40 h 40"/>
                <a:gd name="T16" fmla="*/ 5 w 133"/>
                <a:gd name="T17" fmla="*/ 40 h 40"/>
                <a:gd name="T18" fmla="*/ 5 w 133"/>
                <a:gd name="T19" fmla="*/ 26 h 40"/>
                <a:gd name="T20" fmla="*/ 10 w 133"/>
                <a:gd name="T21" fmla="*/ 22 h 40"/>
                <a:gd name="T22" fmla="*/ 65 w 133"/>
                <a:gd name="T23" fmla="*/ 22 h 40"/>
                <a:gd name="T24" fmla="*/ 65 w 133"/>
                <a:gd name="T25" fmla="*/ 40 h 40"/>
                <a:gd name="T26" fmla="*/ 72 w 133"/>
                <a:gd name="T27" fmla="*/ 40 h 40"/>
                <a:gd name="T28" fmla="*/ 72 w 133"/>
                <a:gd name="T29" fmla="*/ 22 h 40"/>
                <a:gd name="T30" fmla="*/ 123 w 133"/>
                <a:gd name="T31" fmla="*/ 22 h 40"/>
                <a:gd name="T32" fmla="*/ 128 w 133"/>
                <a:gd name="T33" fmla="*/ 26 h 40"/>
                <a:gd name="T34" fmla="*/ 128 w 133"/>
                <a:gd name="T35" fmla="*/ 40 h 40"/>
                <a:gd name="T36" fmla="*/ 133 w 133"/>
                <a:gd name="T37" fmla="*/ 40 h 40"/>
                <a:gd name="T38" fmla="*/ 133 w 133"/>
                <a:gd name="T39" fmla="*/ 26 h 40"/>
                <a:gd name="T40" fmla="*/ 123 w 133"/>
                <a:gd name="T4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3" h="40">
                  <a:moveTo>
                    <a:pt x="123" y="17"/>
                  </a:moveTo>
                  <a:cubicBezTo>
                    <a:pt x="72" y="17"/>
                    <a:pt x="72" y="17"/>
                    <a:pt x="72" y="17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4" y="17"/>
                    <a:pt x="0" y="21"/>
                    <a:pt x="0" y="2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4"/>
                    <a:pt x="7" y="22"/>
                    <a:pt x="10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5" y="40"/>
                    <a:pt x="65" y="40"/>
                    <a:pt x="65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125" y="22"/>
                    <a:pt x="128" y="24"/>
                    <a:pt x="128" y="26"/>
                  </a:cubicBezTo>
                  <a:cubicBezTo>
                    <a:pt x="128" y="40"/>
                    <a:pt x="128" y="40"/>
                    <a:pt x="128" y="40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26"/>
                    <a:pt x="133" y="26"/>
                    <a:pt x="133" y="26"/>
                  </a:cubicBezTo>
                  <a:cubicBezTo>
                    <a:pt x="133" y="21"/>
                    <a:pt x="128" y="17"/>
                    <a:pt x="12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7" name="Freeform 898"/>
          <p:cNvSpPr>
            <a:spLocks noEditPoints="1"/>
          </p:cNvSpPr>
          <p:nvPr/>
        </p:nvSpPr>
        <p:spPr bwMode="auto">
          <a:xfrm>
            <a:off x="1627332" y="4341672"/>
            <a:ext cx="787400" cy="541338"/>
          </a:xfrm>
          <a:custGeom>
            <a:avLst/>
            <a:gdLst>
              <a:gd name="T0" fmla="*/ 107 w 210"/>
              <a:gd name="T1" fmla="*/ 101 h 144"/>
              <a:gd name="T2" fmla="*/ 94 w 210"/>
              <a:gd name="T3" fmla="*/ 89 h 144"/>
              <a:gd name="T4" fmla="*/ 94 w 210"/>
              <a:gd name="T5" fmla="*/ 80 h 144"/>
              <a:gd name="T6" fmla="*/ 100 w 210"/>
              <a:gd name="T7" fmla="*/ 67 h 144"/>
              <a:gd name="T8" fmla="*/ 102 w 210"/>
              <a:gd name="T9" fmla="*/ 50 h 144"/>
              <a:gd name="T10" fmla="*/ 101 w 210"/>
              <a:gd name="T11" fmla="*/ 32 h 144"/>
              <a:gd name="T12" fmla="*/ 96 w 210"/>
              <a:gd name="T13" fmla="*/ 11 h 144"/>
              <a:gd name="T14" fmla="*/ 88 w 210"/>
              <a:gd name="T15" fmla="*/ 7 h 144"/>
              <a:gd name="T16" fmla="*/ 46 w 210"/>
              <a:gd name="T17" fmla="*/ 45 h 144"/>
              <a:gd name="T18" fmla="*/ 48 w 210"/>
              <a:gd name="T19" fmla="*/ 69 h 144"/>
              <a:gd name="T20" fmla="*/ 53 w 210"/>
              <a:gd name="T21" fmla="*/ 81 h 144"/>
              <a:gd name="T22" fmla="*/ 54 w 210"/>
              <a:gd name="T23" fmla="*/ 89 h 144"/>
              <a:gd name="T24" fmla="*/ 41 w 210"/>
              <a:gd name="T25" fmla="*/ 101 h 144"/>
              <a:gd name="T26" fmla="*/ 1 w 210"/>
              <a:gd name="T27" fmla="*/ 122 h 144"/>
              <a:gd name="T28" fmla="*/ 147 w 210"/>
              <a:gd name="T29" fmla="*/ 144 h 144"/>
              <a:gd name="T30" fmla="*/ 130 w 210"/>
              <a:gd name="T31" fmla="*/ 111 h 144"/>
              <a:gd name="T32" fmla="*/ 155 w 210"/>
              <a:gd name="T33" fmla="*/ 103 h 144"/>
              <a:gd name="T34" fmla="*/ 146 w 210"/>
              <a:gd name="T35" fmla="*/ 95 h 144"/>
              <a:gd name="T36" fmla="*/ 146 w 210"/>
              <a:gd name="T37" fmla="*/ 88 h 144"/>
              <a:gd name="T38" fmla="*/ 150 w 210"/>
              <a:gd name="T39" fmla="*/ 79 h 144"/>
              <a:gd name="T40" fmla="*/ 152 w 210"/>
              <a:gd name="T41" fmla="*/ 67 h 144"/>
              <a:gd name="T42" fmla="*/ 151 w 210"/>
              <a:gd name="T43" fmla="*/ 54 h 144"/>
              <a:gd name="T44" fmla="*/ 147 w 210"/>
              <a:gd name="T45" fmla="*/ 39 h 144"/>
              <a:gd name="T46" fmla="*/ 142 w 210"/>
              <a:gd name="T47" fmla="*/ 36 h 144"/>
              <a:gd name="T48" fmla="*/ 111 w 210"/>
              <a:gd name="T49" fmla="*/ 63 h 144"/>
              <a:gd name="T50" fmla="*/ 113 w 210"/>
              <a:gd name="T51" fmla="*/ 80 h 144"/>
              <a:gd name="T52" fmla="*/ 116 w 210"/>
              <a:gd name="T53" fmla="*/ 89 h 144"/>
              <a:gd name="T54" fmla="*/ 117 w 210"/>
              <a:gd name="T55" fmla="*/ 95 h 144"/>
              <a:gd name="T56" fmla="*/ 122 w 210"/>
              <a:gd name="T57" fmla="*/ 104 h 144"/>
              <a:gd name="T58" fmla="*/ 136 w 210"/>
              <a:gd name="T59" fmla="*/ 109 h 144"/>
              <a:gd name="T60" fmla="*/ 151 w 210"/>
              <a:gd name="T61" fmla="*/ 121 h 144"/>
              <a:gd name="T62" fmla="*/ 151 w 210"/>
              <a:gd name="T63" fmla="*/ 130 h 144"/>
              <a:gd name="T64" fmla="*/ 184 w 210"/>
              <a:gd name="T65" fmla="*/ 134 h 144"/>
              <a:gd name="T66" fmla="*/ 171 w 210"/>
              <a:gd name="T67" fmla="*/ 110 h 144"/>
              <a:gd name="T68" fmla="*/ 201 w 210"/>
              <a:gd name="T69" fmla="*/ 108 h 144"/>
              <a:gd name="T70" fmla="*/ 186 w 210"/>
              <a:gd name="T71" fmla="*/ 102 h 144"/>
              <a:gd name="T72" fmla="*/ 181 w 210"/>
              <a:gd name="T73" fmla="*/ 97 h 144"/>
              <a:gd name="T74" fmla="*/ 184 w 210"/>
              <a:gd name="T75" fmla="*/ 88 h 144"/>
              <a:gd name="T76" fmla="*/ 187 w 210"/>
              <a:gd name="T77" fmla="*/ 83 h 144"/>
              <a:gd name="T78" fmla="*/ 186 w 210"/>
              <a:gd name="T79" fmla="*/ 76 h 144"/>
              <a:gd name="T80" fmla="*/ 186 w 210"/>
              <a:gd name="T81" fmla="*/ 61 h 144"/>
              <a:gd name="T82" fmla="*/ 182 w 210"/>
              <a:gd name="T83" fmla="*/ 58 h 144"/>
              <a:gd name="T84" fmla="*/ 165 w 210"/>
              <a:gd name="T85" fmla="*/ 57 h 144"/>
              <a:gd name="T86" fmla="*/ 158 w 210"/>
              <a:gd name="T87" fmla="*/ 79 h 144"/>
              <a:gd name="T88" fmla="*/ 162 w 210"/>
              <a:gd name="T89" fmla="*/ 87 h 144"/>
              <a:gd name="T90" fmla="*/ 165 w 210"/>
              <a:gd name="T91" fmla="*/ 97 h 144"/>
              <a:gd name="T92" fmla="*/ 161 w 210"/>
              <a:gd name="T93" fmla="*/ 102 h 144"/>
              <a:gd name="T94" fmla="*/ 173 w 210"/>
              <a:gd name="T95" fmla="*/ 107 h 144"/>
              <a:gd name="T96" fmla="*/ 187 w 210"/>
              <a:gd name="T97" fmla="*/ 117 h 144"/>
              <a:gd name="T98" fmla="*/ 187 w 210"/>
              <a:gd name="T99" fmla="*/ 118 h 144"/>
              <a:gd name="T100" fmla="*/ 187 w 210"/>
              <a:gd name="T101" fmla="*/ 125 h 144"/>
              <a:gd name="T102" fmla="*/ 210 w 210"/>
              <a:gd name="T103" fmla="*/ 11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44">
                <a:moveTo>
                  <a:pt x="130" y="111"/>
                </a:moveTo>
                <a:cubicBezTo>
                  <a:pt x="122" y="108"/>
                  <a:pt x="114" y="104"/>
                  <a:pt x="107" y="101"/>
                </a:cubicBezTo>
                <a:cubicBezTo>
                  <a:pt x="105" y="100"/>
                  <a:pt x="102" y="100"/>
                  <a:pt x="100" y="99"/>
                </a:cubicBezTo>
                <a:cubicBezTo>
                  <a:pt x="98" y="98"/>
                  <a:pt x="95" y="92"/>
                  <a:pt x="94" y="89"/>
                </a:cubicBezTo>
                <a:cubicBezTo>
                  <a:pt x="93" y="89"/>
                  <a:pt x="91" y="89"/>
                  <a:pt x="90" y="88"/>
                </a:cubicBezTo>
                <a:cubicBezTo>
                  <a:pt x="90" y="84"/>
                  <a:pt x="93" y="84"/>
                  <a:pt x="94" y="80"/>
                </a:cubicBezTo>
                <a:cubicBezTo>
                  <a:pt x="95" y="77"/>
                  <a:pt x="94" y="73"/>
                  <a:pt x="96" y="71"/>
                </a:cubicBezTo>
                <a:cubicBezTo>
                  <a:pt x="97" y="69"/>
                  <a:pt x="99" y="69"/>
                  <a:pt x="100" y="67"/>
                </a:cubicBezTo>
                <a:cubicBezTo>
                  <a:pt x="101" y="66"/>
                  <a:pt x="102" y="63"/>
                  <a:pt x="102" y="61"/>
                </a:cubicBezTo>
                <a:cubicBezTo>
                  <a:pt x="103" y="58"/>
                  <a:pt x="103" y="53"/>
                  <a:pt x="102" y="50"/>
                </a:cubicBezTo>
                <a:cubicBezTo>
                  <a:pt x="101" y="48"/>
                  <a:pt x="100" y="48"/>
                  <a:pt x="100" y="46"/>
                </a:cubicBezTo>
                <a:cubicBezTo>
                  <a:pt x="100" y="43"/>
                  <a:pt x="101" y="34"/>
                  <a:pt x="101" y="32"/>
                </a:cubicBezTo>
                <a:cubicBezTo>
                  <a:pt x="101" y="26"/>
                  <a:pt x="101" y="22"/>
                  <a:pt x="100" y="17"/>
                </a:cubicBezTo>
                <a:cubicBezTo>
                  <a:pt x="100" y="17"/>
                  <a:pt x="98" y="12"/>
                  <a:pt x="96" y="11"/>
                </a:cubicBezTo>
                <a:cubicBezTo>
                  <a:pt x="91" y="10"/>
                  <a:pt x="91" y="10"/>
                  <a:pt x="91" y="10"/>
                </a:cubicBezTo>
                <a:cubicBezTo>
                  <a:pt x="88" y="7"/>
                  <a:pt x="88" y="7"/>
                  <a:pt x="88" y="7"/>
                </a:cubicBezTo>
                <a:cubicBezTo>
                  <a:pt x="77" y="0"/>
                  <a:pt x="64" y="5"/>
                  <a:pt x="57" y="8"/>
                </a:cubicBezTo>
                <a:cubicBezTo>
                  <a:pt x="48" y="11"/>
                  <a:pt x="41" y="25"/>
                  <a:pt x="46" y="45"/>
                </a:cubicBezTo>
                <a:cubicBezTo>
                  <a:pt x="46" y="49"/>
                  <a:pt x="44" y="50"/>
                  <a:pt x="44" y="52"/>
                </a:cubicBezTo>
                <a:cubicBezTo>
                  <a:pt x="44" y="56"/>
                  <a:pt x="44" y="66"/>
                  <a:pt x="48" y="69"/>
                </a:cubicBezTo>
                <a:cubicBezTo>
                  <a:pt x="49" y="69"/>
                  <a:pt x="51" y="70"/>
                  <a:pt x="51" y="69"/>
                </a:cubicBezTo>
                <a:cubicBezTo>
                  <a:pt x="52" y="73"/>
                  <a:pt x="52" y="77"/>
                  <a:pt x="53" y="81"/>
                </a:cubicBezTo>
                <a:cubicBezTo>
                  <a:pt x="54" y="84"/>
                  <a:pt x="56" y="84"/>
                  <a:pt x="57" y="88"/>
                </a:cubicBezTo>
                <a:cubicBezTo>
                  <a:pt x="54" y="89"/>
                  <a:pt x="54" y="89"/>
                  <a:pt x="54" y="89"/>
                </a:cubicBezTo>
                <a:cubicBezTo>
                  <a:pt x="52" y="92"/>
                  <a:pt x="50" y="98"/>
                  <a:pt x="47" y="99"/>
                </a:cubicBezTo>
                <a:cubicBezTo>
                  <a:pt x="45" y="100"/>
                  <a:pt x="43" y="100"/>
                  <a:pt x="41" y="101"/>
                </a:cubicBezTo>
                <a:cubicBezTo>
                  <a:pt x="34" y="104"/>
                  <a:pt x="25" y="108"/>
                  <a:pt x="18" y="111"/>
                </a:cubicBezTo>
                <a:cubicBezTo>
                  <a:pt x="11" y="114"/>
                  <a:pt x="3" y="115"/>
                  <a:pt x="1" y="122"/>
                </a:cubicBezTo>
                <a:cubicBezTo>
                  <a:pt x="1" y="127"/>
                  <a:pt x="0" y="138"/>
                  <a:pt x="0" y="144"/>
                </a:cubicBezTo>
                <a:cubicBezTo>
                  <a:pt x="147" y="144"/>
                  <a:pt x="147" y="144"/>
                  <a:pt x="147" y="144"/>
                </a:cubicBezTo>
                <a:cubicBezTo>
                  <a:pt x="147" y="138"/>
                  <a:pt x="147" y="127"/>
                  <a:pt x="147" y="122"/>
                </a:cubicBezTo>
                <a:cubicBezTo>
                  <a:pt x="145" y="115"/>
                  <a:pt x="137" y="114"/>
                  <a:pt x="130" y="111"/>
                </a:cubicBezTo>
                <a:close/>
                <a:moveTo>
                  <a:pt x="171" y="110"/>
                </a:moveTo>
                <a:cubicBezTo>
                  <a:pt x="166" y="108"/>
                  <a:pt x="160" y="105"/>
                  <a:pt x="155" y="103"/>
                </a:cubicBezTo>
                <a:cubicBezTo>
                  <a:pt x="153" y="103"/>
                  <a:pt x="152" y="102"/>
                  <a:pt x="150" y="102"/>
                </a:cubicBezTo>
                <a:cubicBezTo>
                  <a:pt x="149" y="101"/>
                  <a:pt x="147" y="97"/>
                  <a:pt x="146" y="95"/>
                </a:cubicBezTo>
                <a:cubicBezTo>
                  <a:pt x="145" y="94"/>
                  <a:pt x="144" y="94"/>
                  <a:pt x="143" y="94"/>
                </a:cubicBezTo>
                <a:cubicBezTo>
                  <a:pt x="143" y="91"/>
                  <a:pt x="145" y="91"/>
                  <a:pt x="146" y="88"/>
                </a:cubicBezTo>
                <a:cubicBezTo>
                  <a:pt x="147" y="86"/>
                  <a:pt x="146" y="84"/>
                  <a:pt x="147" y="82"/>
                </a:cubicBezTo>
                <a:cubicBezTo>
                  <a:pt x="148" y="80"/>
                  <a:pt x="150" y="80"/>
                  <a:pt x="150" y="79"/>
                </a:cubicBezTo>
                <a:cubicBezTo>
                  <a:pt x="151" y="78"/>
                  <a:pt x="152" y="76"/>
                  <a:pt x="152" y="75"/>
                </a:cubicBezTo>
                <a:cubicBezTo>
                  <a:pt x="152" y="72"/>
                  <a:pt x="153" y="69"/>
                  <a:pt x="152" y="67"/>
                </a:cubicBezTo>
                <a:cubicBezTo>
                  <a:pt x="151" y="65"/>
                  <a:pt x="150" y="65"/>
                  <a:pt x="150" y="64"/>
                </a:cubicBezTo>
                <a:cubicBezTo>
                  <a:pt x="150" y="62"/>
                  <a:pt x="151" y="55"/>
                  <a:pt x="151" y="54"/>
                </a:cubicBezTo>
                <a:cubicBezTo>
                  <a:pt x="151" y="50"/>
                  <a:pt x="151" y="47"/>
                  <a:pt x="150" y="43"/>
                </a:cubicBezTo>
                <a:cubicBezTo>
                  <a:pt x="150" y="43"/>
                  <a:pt x="149" y="40"/>
                  <a:pt x="147" y="39"/>
                </a:cubicBezTo>
                <a:cubicBezTo>
                  <a:pt x="144" y="38"/>
                  <a:pt x="144" y="38"/>
                  <a:pt x="144" y="38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33" y="31"/>
                  <a:pt x="124" y="35"/>
                  <a:pt x="120" y="37"/>
                </a:cubicBezTo>
                <a:cubicBezTo>
                  <a:pt x="113" y="39"/>
                  <a:pt x="108" y="49"/>
                  <a:pt x="111" y="63"/>
                </a:cubicBezTo>
                <a:cubicBezTo>
                  <a:pt x="112" y="66"/>
                  <a:pt x="110" y="67"/>
                  <a:pt x="110" y="68"/>
                </a:cubicBezTo>
                <a:cubicBezTo>
                  <a:pt x="110" y="71"/>
                  <a:pt x="111" y="78"/>
                  <a:pt x="113" y="80"/>
                </a:cubicBezTo>
                <a:cubicBezTo>
                  <a:pt x="114" y="80"/>
                  <a:pt x="116" y="81"/>
                  <a:pt x="116" y="81"/>
                </a:cubicBezTo>
                <a:cubicBezTo>
                  <a:pt x="116" y="84"/>
                  <a:pt x="116" y="86"/>
                  <a:pt x="116" y="89"/>
                </a:cubicBezTo>
                <a:cubicBezTo>
                  <a:pt x="117" y="91"/>
                  <a:pt x="119" y="91"/>
                  <a:pt x="119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6" y="96"/>
                  <a:pt x="115" y="99"/>
                  <a:pt x="114" y="100"/>
                </a:cubicBezTo>
                <a:cubicBezTo>
                  <a:pt x="117" y="101"/>
                  <a:pt x="119" y="103"/>
                  <a:pt x="122" y="104"/>
                </a:cubicBezTo>
                <a:cubicBezTo>
                  <a:pt x="125" y="105"/>
                  <a:pt x="128" y="106"/>
                  <a:pt x="131" y="108"/>
                </a:cubicBezTo>
                <a:cubicBezTo>
                  <a:pt x="133" y="108"/>
                  <a:pt x="134" y="109"/>
                  <a:pt x="136" y="109"/>
                </a:cubicBezTo>
                <a:cubicBezTo>
                  <a:pt x="141" y="111"/>
                  <a:pt x="148" y="114"/>
                  <a:pt x="150" y="121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1" y="122"/>
                  <a:pt x="151" y="122"/>
                  <a:pt x="151" y="122"/>
                </a:cubicBezTo>
                <a:cubicBezTo>
                  <a:pt x="151" y="124"/>
                  <a:pt x="151" y="127"/>
                  <a:pt x="151" y="130"/>
                </a:cubicBezTo>
                <a:cubicBezTo>
                  <a:pt x="151" y="131"/>
                  <a:pt x="151" y="133"/>
                  <a:pt x="151" y="134"/>
                </a:cubicBezTo>
                <a:cubicBezTo>
                  <a:pt x="184" y="134"/>
                  <a:pt x="184" y="134"/>
                  <a:pt x="184" y="134"/>
                </a:cubicBezTo>
                <a:cubicBezTo>
                  <a:pt x="184" y="130"/>
                  <a:pt x="184" y="121"/>
                  <a:pt x="184" y="118"/>
                </a:cubicBezTo>
                <a:cubicBezTo>
                  <a:pt x="182" y="113"/>
                  <a:pt x="176" y="112"/>
                  <a:pt x="171" y="110"/>
                </a:cubicBezTo>
                <a:close/>
                <a:moveTo>
                  <a:pt x="210" y="113"/>
                </a:moveTo>
                <a:cubicBezTo>
                  <a:pt x="208" y="110"/>
                  <a:pt x="204" y="109"/>
                  <a:pt x="201" y="108"/>
                </a:cubicBezTo>
                <a:cubicBezTo>
                  <a:pt x="197" y="106"/>
                  <a:pt x="193" y="105"/>
                  <a:pt x="190" y="103"/>
                </a:cubicBezTo>
                <a:cubicBezTo>
                  <a:pt x="188" y="103"/>
                  <a:pt x="187" y="103"/>
                  <a:pt x="186" y="102"/>
                </a:cubicBezTo>
                <a:cubicBezTo>
                  <a:pt x="185" y="101"/>
                  <a:pt x="184" y="99"/>
                  <a:pt x="183" y="97"/>
                </a:cubicBezTo>
                <a:cubicBezTo>
                  <a:pt x="183" y="97"/>
                  <a:pt x="182" y="97"/>
                  <a:pt x="181" y="97"/>
                </a:cubicBezTo>
                <a:cubicBezTo>
                  <a:pt x="181" y="95"/>
                  <a:pt x="183" y="95"/>
                  <a:pt x="183" y="93"/>
                </a:cubicBezTo>
                <a:cubicBezTo>
                  <a:pt x="184" y="91"/>
                  <a:pt x="183" y="89"/>
                  <a:pt x="184" y="88"/>
                </a:cubicBezTo>
                <a:cubicBezTo>
                  <a:pt x="185" y="87"/>
                  <a:pt x="186" y="87"/>
                  <a:pt x="186" y="86"/>
                </a:cubicBezTo>
                <a:cubicBezTo>
                  <a:pt x="187" y="86"/>
                  <a:pt x="187" y="84"/>
                  <a:pt x="187" y="83"/>
                </a:cubicBezTo>
                <a:cubicBezTo>
                  <a:pt x="188" y="82"/>
                  <a:pt x="188" y="79"/>
                  <a:pt x="187" y="78"/>
                </a:cubicBezTo>
                <a:cubicBezTo>
                  <a:pt x="187" y="77"/>
                  <a:pt x="186" y="77"/>
                  <a:pt x="186" y="76"/>
                </a:cubicBezTo>
                <a:cubicBezTo>
                  <a:pt x="186" y="74"/>
                  <a:pt x="187" y="70"/>
                  <a:pt x="187" y="69"/>
                </a:cubicBezTo>
                <a:cubicBezTo>
                  <a:pt x="187" y="66"/>
                  <a:pt x="187" y="64"/>
                  <a:pt x="186" y="61"/>
                </a:cubicBezTo>
                <a:cubicBezTo>
                  <a:pt x="186" y="61"/>
                  <a:pt x="185" y="59"/>
                  <a:pt x="184" y="58"/>
                </a:cubicBezTo>
                <a:cubicBezTo>
                  <a:pt x="182" y="58"/>
                  <a:pt x="182" y="58"/>
                  <a:pt x="182" y="58"/>
                </a:cubicBezTo>
                <a:cubicBezTo>
                  <a:pt x="180" y="57"/>
                  <a:pt x="180" y="57"/>
                  <a:pt x="180" y="57"/>
                </a:cubicBezTo>
                <a:cubicBezTo>
                  <a:pt x="175" y="53"/>
                  <a:pt x="168" y="55"/>
                  <a:pt x="165" y="57"/>
                </a:cubicBezTo>
                <a:cubicBezTo>
                  <a:pt x="160" y="58"/>
                  <a:pt x="157" y="65"/>
                  <a:pt x="159" y="75"/>
                </a:cubicBezTo>
                <a:cubicBezTo>
                  <a:pt x="160" y="77"/>
                  <a:pt x="158" y="78"/>
                  <a:pt x="158" y="79"/>
                </a:cubicBezTo>
                <a:cubicBezTo>
                  <a:pt x="158" y="81"/>
                  <a:pt x="159" y="86"/>
                  <a:pt x="160" y="87"/>
                </a:cubicBezTo>
                <a:cubicBezTo>
                  <a:pt x="161" y="87"/>
                  <a:pt x="162" y="87"/>
                  <a:pt x="162" y="87"/>
                </a:cubicBezTo>
                <a:cubicBezTo>
                  <a:pt x="162" y="89"/>
                  <a:pt x="162" y="91"/>
                  <a:pt x="163" y="93"/>
                </a:cubicBezTo>
                <a:cubicBezTo>
                  <a:pt x="163" y="95"/>
                  <a:pt x="164" y="95"/>
                  <a:pt x="165" y="97"/>
                </a:cubicBezTo>
                <a:cubicBezTo>
                  <a:pt x="163" y="97"/>
                  <a:pt x="163" y="97"/>
                  <a:pt x="163" y="97"/>
                </a:cubicBezTo>
                <a:cubicBezTo>
                  <a:pt x="163" y="98"/>
                  <a:pt x="162" y="101"/>
                  <a:pt x="161" y="102"/>
                </a:cubicBezTo>
                <a:cubicBezTo>
                  <a:pt x="162" y="103"/>
                  <a:pt x="164" y="103"/>
                  <a:pt x="166" y="104"/>
                </a:cubicBezTo>
                <a:cubicBezTo>
                  <a:pt x="168" y="105"/>
                  <a:pt x="171" y="106"/>
                  <a:pt x="173" y="107"/>
                </a:cubicBezTo>
                <a:cubicBezTo>
                  <a:pt x="174" y="107"/>
                  <a:pt x="175" y="108"/>
                  <a:pt x="176" y="108"/>
                </a:cubicBezTo>
                <a:cubicBezTo>
                  <a:pt x="180" y="110"/>
                  <a:pt x="185" y="111"/>
                  <a:pt x="187" y="117"/>
                </a:cubicBezTo>
                <a:cubicBezTo>
                  <a:pt x="187" y="117"/>
                  <a:pt x="187" y="117"/>
                  <a:pt x="187" y="117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7" y="119"/>
                  <a:pt x="187" y="121"/>
                  <a:pt x="187" y="124"/>
                </a:cubicBezTo>
                <a:cubicBezTo>
                  <a:pt x="187" y="124"/>
                  <a:pt x="187" y="124"/>
                  <a:pt x="187" y="125"/>
                </a:cubicBezTo>
                <a:cubicBezTo>
                  <a:pt x="210" y="125"/>
                  <a:pt x="210" y="125"/>
                  <a:pt x="210" y="125"/>
                </a:cubicBezTo>
                <a:cubicBezTo>
                  <a:pt x="210" y="121"/>
                  <a:pt x="210" y="116"/>
                  <a:pt x="210" y="1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1512"/>
          <p:cNvSpPr>
            <a:spLocks noEditPoints="1"/>
          </p:cNvSpPr>
          <p:nvPr/>
        </p:nvSpPr>
        <p:spPr bwMode="auto">
          <a:xfrm>
            <a:off x="6534611" y="4251979"/>
            <a:ext cx="674688" cy="720725"/>
          </a:xfrm>
          <a:custGeom>
            <a:avLst/>
            <a:gdLst>
              <a:gd name="T0" fmla="*/ 180 w 180"/>
              <a:gd name="T1" fmla="*/ 67 h 192"/>
              <a:gd name="T2" fmla="*/ 179 w 180"/>
              <a:gd name="T3" fmla="*/ 64 h 192"/>
              <a:gd name="T4" fmla="*/ 178 w 180"/>
              <a:gd name="T5" fmla="*/ 63 h 192"/>
              <a:gd name="T6" fmla="*/ 91 w 180"/>
              <a:gd name="T7" fmla="*/ 1 h 192"/>
              <a:gd name="T8" fmla="*/ 89 w 180"/>
              <a:gd name="T9" fmla="*/ 1 h 192"/>
              <a:gd name="T10" fmla="*/ 40 w 180"/>
              <a:gd name="T11" fmla="*/ 0 h 192"/>
              <a:gd name="T12" fmla="*/ 37 w 180"/>
              <a:gd name="T13" fmla="*/ 2 h 192"/>
              <a:gd name="T14" fmla="*/ 38 w 180"/>
              <a:gd name="T15" fmla="*/ 6 h 192"/>
              <a:gd name="T16" fmla="*/ 60 w 180"/>
              <a:gd name="T17" fmla="*/ 22 h 192"/>
              <a:gd name="T18" fmla="*/ 50 w 180"/>
              <a:gd name="T19" fmla="*/ 30 h 192"/>
              <a:gd name="T20" fmla="*/ 49 w 180"/>
              <a:gd name="T21" fmla="*/ 30 h 192"/>
              <a:gd name="T22" fmla="*/ 1 w 180"/>
              <a:gd name="T23" fmla="*/ 64 h 192"/>
              <a:gd name="T24" fmla="*/ 0 w 180"/>
              <a:gd name="T25" fmla="*/ 67 h 192"/>
              <a:gd name="T26" fmla="*/ 0 w 180"/>
              <a:gd name="T27" fmla="*/ 67 h 192"/>
              <a:gd name="T28" fmla="*/ 0 w 180"/>
              <a:gd name="T29" fmla="*/ 67 h 192"/>
              <a:gd name="T30" fmla="*/ 0 w 180"/>
              <a:gd name="T31" fmla="*/ 127 h 192"/>
              <a:gd name="T32" fmla="*/ 1 w 180"/>
              <a:gd name="T33" fmla="*/ 130 h 192"/>
              <a:gd name="T34" fmla="*/ 88 w 180"/>
              <a:gd name="T35" fmla="*/ 192 h 192"/>
              <a:gd name="T36" fmla="*/ 88 w 180"/>
              <a:gd name="T37" fmla="*/ 192 h 192"/>
              <a:gd name="T38" fmla="*/ 88 w 180"/>
              <a:gd name="T39" fmla="*/ 192 h 192"/>
              <a:gd name="T40" fmla="*/ 90 w 180"/>
              <a:gd name="T41" fmla="*/ 192 h 192"/>
              <a:gd name="T42" fmla="*/ 92 w 180"/>
              <a:gd name="T43" fmla="*/ 192 h 192"/>
              <a:gd name="T44" fmla="*/ 179 w 180"/>
              <a:gd name="T45" fmla="*/ 130 h 192"/>
              <a:gd name="T46" fmla="*/ 180 w 180"/>
              <a:gd name="T47" fmla="*/ 127 h 192"/>
              <a:gd name="T48" fmla="*/ 180 w 180"/>
              <a:gd name="T49" fmla="*/ 67 h 192"/>
              <a:gd name="T50" fmla="*/ 180 w 180"/>
              <a:gd name="T51" fmla="*/ 67 h 192"/>
              <a:gd name="T52" fmla="*/ 51 w 180"/>
              <a:gd name="T53" fmla="*/ 7 h 192"/>
              <a:gd name="T54" fmla="*/ 88 w 180"/>
              <a:gd name="T55" fmla="*/ 8 h 192"/>
              <a:gd name="T56" fmla="*/ 165 w 180"/>
              <a:gd name="T57" fmla="*/ 62 h 192"/>
              <a:gd name="T58" fmla="*/ 128 w 180"/>
              <a:gd name="T59" fmla="*/ 61 h 192"/>
              <a:gd name="T60" fmla="*/ 51 w 180"/>
              <a:gd name="T61" fmla="*/ 7 h 192"/>
              <a:gd name="T62" fmla="*/ 86 w 180"/>
              <a:gd name="T63" fmla="*/ 182 h 192"/>
              <a:gd name="T64" fmla="*/ 7 w 180"/>
              <a:gd name="T65" fmla="*/ 126 h 192"/>
              <a:gd name="T66" fmla="*/ 7 w 180"/>
              <a:gd name="T67" fmla="*/ 74 h 192"/>
              <a:gd name="T68" fmla="*/ 86 w 180"/>
              <a:gd name="T69" fmla="*/ 131 h 192"/>
              <a:gd name="T70" fmla="*/ 86 w 180"/>
              <a:gd name="T71" fmla="*/ 182 h 192"/>
              <a:gd name="T72" fmla="*/ 90 w 180"/>
              <a:gd name="T73" fmla="*/ 124 h 192"/>
              <a:gd name="T74" fmla="*/ 9 w 180"/>
              <a:gd name="T75" fmla="*/ 67 h 192"/>
              <a:gd name="T76" fmla="*/ 48 w 180"/>
              <a:gd name="T77" fmla="*/ 39 h 192"/>
              <a:gd name="T78" fmla="*/ 129 w 180"/>
              <a:gd name="T79" fmla="*/ 96 h 192"/>
              <a:gd name="T80" fmla="*/ 90 w 180"/>
              <a:gd name="T81" fmla="*/ 124 h 192"/>
              <a:gd name="T82" fmla="*/ 173 w 180"/>
              <a:gd name="T83" fmla="*/ 126 h 192"/>
              <a:gd name="T84" fmla="*/ 94 w 180"/>
              <a:gd name="T85" fmla="*/ 182 h 192"/>
              <a:gd name="T86" fmla="*/ 94 w 180"/>
              <a:gd name="T87" fmla="*/ 131 h 192"/>
              <a:gd name="T88" fmla="*/ 173 w 180"/>
              <a:gd name="T89" fmla="*/ 74 h 192"/>
              <a:gd name="T90" fmla="*/ 173 w 180"/>
              <a:gd name="T91" fmla="*/ 126 h 192"/>
              <a:gd name="T92" fmla="*/ 75 w 180"/>
              <a:gd name="T93" fmla="*/ 135 h 192"/>
              <a:gd name="T94" fmla="*/ 14 w 180"/>
              <a:gd name="T95" fmla="*/ 92 h 192"/>
              <a:gd name="T96" fmla="*/ 14 w 180"/>
              <a:gd name="T97" fmla="*/ 119 h 192"/>
              <a:gd name="T98" fmla="*/ 75 w 180"/>
              <a:gd name="T99" fmla="*/ 162 h 192"/>
              <a:gd name="T100" fmla="*/ 75 w 180"/>
              <a:gd name="T101" fmla="*/ 135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80" h="192">
                <a:moveTo>
                  <a:pt x="180" y="67"/>
                </a:moveTo>
                <a:cubicBezTo>
                  <a:pt x="180" y="66"/>
                  <a:pt x="180" y="65"/>
                  <a:pt x="179" y="64"/>
                </a:cubicBezTo>
                <a:cubicBezTo>
                  <a:pt x="179" y="64"/>
                  <a:pt x="179" y="63"/>
                  <a:pt x="178" y="63"/>
                </a:cubicBezTo>
                <a:cubicBezTo>
                  <a:pt x="91" y="1"/>
                  <a:pt x="91" y="1"/>
                  <a:pt x="91" y="1"/>
                </a:cubicBezTo>
                <a:cubicBezTo>
                  <a:pt x="91" y="1"/>
                  <a:pt x="90" y="1"/>
                  <a:pt x="89" y="1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0"/>
                  <a:pt x="37" y="1"/>
                  <a:pt x="37" y="2"/>
                </a:cubicBezTo>
                <a:cubicBezTo>
                  <a:pt x="36" y="3"/>
                  <a:pt x="37" y="5"/>
                  <a:pt x="38" y="6"/>
                </a:cubicBezTo>
                <a:cubicBezTo>
                  <a:pt x="60" y="22"/>
                  <a:pt x="60" y="22"/>
                  <a:pt x="60" y="22"/>
                </a:cubicBezTo>
                <a:cubicBezTo>
                  <a:pt x="50" y="30"/>
                  <a:pt x="50" y="30"/>
                  <a:pt x="50" y="30"/>
                </a:cubicBezTo>
                <a:cubicBezTo>
                  <a:pt x="49" y="30"/>
                  <a:pt x="49" y="30"/>
                  <a:pt x="49" y="30"/>
                </a:cubicBezTo>
                <a:cubicBezTo>
                  <a:pt x="1" y="64"/>
                  <a:pt x="1" y="64"/>
                  <a:pt x="1" y="64"/>
                </a:cubicBezTo>
                <a:cubicBezTo>
                  <a:pt x="0" y="65"/>
                  <a:pt x="0" y="66"/>
                  <a:pt x="0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127"/>
                  <a:pt x="0" y="127"/>
                  <a:pt x="0" y="127"/>
                </a:cubicBezTo>
                <a:cubicBezTo>
                  <a:pt x="1" y="130"/>
                  <a:pt x="1" y="130"/>
                  <a:pt x="1" y="130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9" y="192"/>
                  <a:pt x="90" y="192"/>
                  <a:pt x="90" y="192"/>
                </a:cubicBezTo>
                <a:cubicBezTo>
                  <a:pt x="91" y="192"/>
                  <a:pt x="92" y="192"/>
                  <a:pt x="92" y="192"/>
                </a:cubicBezTo>
                <a:cubicBezTo>
                  <a:pt x="179" y="130"/>
                  <a:pt x="179" y="130"/>
                  <a:pt x="179" y="130"/>
                </a:cubicBezTo>
                <a:cubicBezTo>
                  <a:pt x="180" y="130"/>
                  <a:pt x="180" y="129"/>
                  <a:pt x="180" y="127"/>
                </a:cubicBezTo>
                <a:cubicBezTo>
                  <a:pt x="180" y="67"/>
                  <a:pt x="180" y="67"/>
                  <a:pt x="180" y="67"/>
                </a:cubicBezTo>
                <a:cubicBezTo>
                  <a:pt x="180" y="67"/>
                  <a:pt x="180" y="67"/>
                  <a:pt x="180" y="67"/>
                </a:cubicBezTo>
                <a:close/>
                <a:moveTo>
                  <a:pt x="51" y="7"/>
                </a:moveTo>
                <a:cubicBezTo>
                  <a:pt x="88" y="8"/>
                  <a:pt x="88" y="8"/>
                  <a:pt x="88" y="8"/>
                </a:cubicBezTo>
                <a:cubicBezTo>
                  <a:pt x="165" y="62"/>
                  <a:pt x="165" y="62"/>
                  <a:pt x="165" y="62"/>
                </a:cubicBezTo>
                <a:cubicBezTo>
                  <a:pt x="128" y="61"/>
                  <a:pt x="128" y="61"/>
                  <a:pt x="128" y="61"/>
                </a:cubicBezTo>
                <a:lnTo>
                  <a:pt x="51" y="7"/>
                </a:lnTo>
                <a:close/>
                <a:moveTo>
                  <a:pt x="86" y="182"/>
                </a:moveTo>
                <a:cubicBezTo>
                  <a:pt x="7" y="126"/>
                  <a:pt x="7" y="126"/>
                  <a:pt x="7" y="126"/>
                </a:cubicBezTo>
                <a:cubicBezTo>
                  <a:pt x="7" y="74"/>
                  <a:pt x="7" y="74"/>
                  <a:pt x="7" y="74"/>
                </a:cubicBezTo>
                <a:cubicBezTo>
                  <a:pt x="86" y="131"/>
                  <a:pt x="86" y="131"/>
                  <a:pt x="86" y="131"/>
                </a:cubicBezTo>
                <a:lnTo>
                  <a:pt x="86" y="182"/>
                </a:lnTo>
                <a:close/>
                <a:moveTo>
                  <a:pt x="90" y="124"/>
                </a:moveTo>
                <a:cubicBezTo>
                  <a:pt x="9" y="67"/>
                  <a:pt x="9" y="67"/>
                  <a:pt x="9" y="67"/>
                </a:cubicBezTo>
                <a:cubicBezTo>
                  <a:pt x="48" y="39"/>
                  <a:pt x="48" y="39"/>
                  <a:pt x="48" y="39"/>
                </a:cubicBezTo>
                <a:cubicBezTo>
                  <a:pt x="129" y="96"/>
                  <a:pt x="129" y="96"/>
                  <a:pt x="129" y="96"/>
                </a:cubicBezTo>
                <a:lnTo>
                  <a:pt x="90" y="124"/>
                </a:lnTo>
                <a:close/>
                <a:moveTo>
                  <a:pt x="173" y="126"/>
                </a:moveTo>
                <a:cubicBezTo>
                  <a:pt x="94" y="182"/>
                  <a:pt x="94" y="182"/>
                  <a:pt x="94" y="182"/>
                </a:cubicBezTo>
                <a:cubicBezTo>
                  <a:pt x="94" y="131"/>
                  <a:pt x="94" y="131"/>
                  <a:pt x="94" y="131"/>
                </a:cubicBezTo>
                <a:cubicBezTo>
                  <a:pt x="173" y="74"/>
                  <a:pt x="173" y="74"/>
                  <a:pt x="173" y="74"/>
                </a:cubicBezTo>
                <a:lnTo>
                  <a:pt x="173" y="126"/>
                </a:lnTo>
                <a:close/>
                <a:moveTo>
                  <a:pt x="75" y="135"/>
                </a:moveTo>
                <a:cubicBezTo>
                  <a:pt x="14" y="92"/>
                  <a:pt x="14" y="92"/>
                  <a:pt x="14" y="92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75" y="162"/>
                  <a:pt x="75" y="162"/>
                  <a:pt x="75" y="162"/>
                </a:cubicBezTo>
                <a:lnTo>
                  <a:pt x="75" y="1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矩形 28"/>
          <p:cNvSpPr/>
          <p:nvPr/>
        </p:nvSpPr>
        <p:spPr>
          <a:xfrm>
            <a:off x="2521473" y="2451059"/>
            <a:ext cx="3165773" cy="67710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38" name="矩形 37"/>
          <p:cNvSpPr/>
          <p:nvPr/>
        </p:nvSpPr>
        <p:spPr>
          <a:xfrm>
            <a:off x="7418745" y="2139280"/>
            <a:ext cx="1896240" cy="27171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9F9F9"/>
                </a:solidFill>
              </a:rPr>
              <a:t>在此添加关键字</a:t>
            </a:r>
          </a:p>
        </p:txBody>
      </p:sp>
      <p:sp>
        <p:nvSpPr>
          <p:cNvPr id="39" name="矩形 38"/>
          <p:cNvSpPr/>
          <p:nvPr/>
        </p:nvSpPr>
        <p:spPr>
          <a:xfrm>
            <a:off x="7386378" y="2451059"/>
            <a:ext cx="3165773" cy="67710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0" name="矩形 39"/>
          <p:cNvSpPr/>
          <p:nvPr/>
        </p:nvSpPr>
        <p:spPr>
          <a:xfrm>
            <a:off x="7425963" y="4069960"/>
            <a:ext cx="1896240" cy="27171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9F9F9"/>
                </a:solidFill>
              </a:rPr>
              <a:t>在此添加关键字</a:t>
            </a:r>
          </a:p>
        </p:txBody>
      </p:sp>
      <p:sp>
        <p:nvSpPr>
          <p:cNvPr id="41" name="矩形 40"/>
          <p:cNvSpPr/>
          <p:nvPr/>
        </p:nvSpPr>
        <p:spPr>
          <a:xfrm>
            <a:off x="7393596" y="4381739"/>
            <a:ext cx="3165773" cy="67710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2" name="矩形 41"/>
          <p:cNvSpPr/>
          <p:nvPr/>
        </p:nvSpPr>
        <p:spPr>
          <a:xfrm>
            <a:off x="2535784" y="4104309"/>
            <a:ext cx="1896240" cy="271712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9F9F9"/>
                </a:solidFill>
              </a:rPr>
              <a:t>在此添加关键字</a:t>
            </a:r>
          </a:p>
        </p:txBody>
      </p:sp>
      <p:sp>
        <p:nvSpPr>
          <p:cNvPr id="43" name="矩形 42"/>
          <p:cNvSpPr/>
          <p:nvPr/>
        </p:nvSpPr>
        <p:spPr>
          <a:xfrm>
            <a:off x="2503417" y="4416088"/>
            <a:ext cx="3165773" cy="67710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45" name="Picture 4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49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1733" y="3855873"/>
            <a:ext cx="468000" cy="468000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39734" y="3855872"/>
            <a:ext cx="2775242" cy="46800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FFFF"/>
                </a:solidFill>
              </a:rPr>
              <a:t>在此添加关键字</a:t>
            </a:r>
          </a:p>
        </p:txBody>
      </p:sp>
      <p:sp>
        <p:nvSpPr>
          <p:cNvPr id="12" name="Freeform 1102"/>
          <p:cNvSpPr>
            <a:spLocks noChangeAspect="1" noEditPoints="1"/>
          </p:cNvSpPr>
          <p:nvPr/>
        </p:nvSpPr>
        <p:spPr bwMode="auto">
          <a:xfrm>
            <a:off x="825734" y="3909872"/>
            <a:ext cx="360000" cy="360000"/>
          </a:xfrm>
          <a:custGeom>
            <a:avLst/>
            <a:gdLst>
              <a:gd name="T0" fmla="*/ 73 w 146"/>
              <a:gd name="T1" fmla="*/ 0 h 146"/>
              <a:gd name="T2" fmla="*/ 0 w 146"/>
              <a:gd name="T3" fmla="*/ 73 h 146"/>
              <a:gd name="T4" fmla="*/ 73 w 146"/>
              <a:gd name="T5" fmla="*/ 146 h 146"/>
              <a:gd name="T6" fmla="*/ 146 w 146"/>
              <a:gd name="T7" fmla="*/ 73 h 146"/>
              <a:gd name="T8" fmla="*/ 73 w 146"/>
              <a:gd name="T9" fmla="*/ 0 h 146"/>
              <a:gd name="T10" fmla="*/ 104 w 146"/>
              <a:gd name="T11" fmla="*/ 119 h 146"/>
              <a:gd name="T12" fmla="*/ 73 w 146"/>
              <a:gd name="T13" fmla="*/ 100 h 146"/>
              <a:gd name="T14" fmla="*/ 42 w 146"/>
              <a:gd name="T15" fmla="*/ 119 h 146"/>
              <a:gd name="T16" fmla="*/ 50 w 146"/>
              <a:gd name="T17" fmla="*/ 83 h 146"/>
              <a:gd name="T18" fmla="*/ 22 w 146"/>
              <a:gd name="T19" fmla="*/ 59 h 146"/>
              <a:gd name="T20" fmla="*/ 59 w 146"/>
              <a:gd name="T21" fmla="*/ 56 h 146"/>
              <a:gd name="T22" fmla="*/ 73 w 146"/>
              <a:gd name="T23" fmla="*/ 22 h 146"/>
              <a:gd name="T24" fmla="*/ 87 w 146"/>
              <a:gd name="T25" fmla="*/ 56 h 146"/>
              <a:gd name="T26" fmla="*/ 124 w 146"/>
              <a:gd name="T27" fmla="*/ 59 h 146"/>
              <a:gd name="T28" fmla="*/ 96 w 146"/>
              <a:gd name="T29" fmla="*/ 83 h 146"/>
              <a:gd name="T30" fmla="*/ 104 w 146"/>
              <a:gd name="T31" fmla="*/ 11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6" h="146">
                <a:moveTo>
                  <a:pt x="73" y="0"/>
                </a:moveTo>
                <a:cubicBezTo>
                  <a:pt x="33" y="0"/>
                  <a:pt x="0" y="33"/>
                  <a:pt x="0" y="73"/>
                </a:cubicBezTo>
                <a:cubicBezTo>
                  <a:pt x="0" y="113"/>
                  <a:pt x="33" y="146"/>
                  <a:pt x="73" y="146"/>
                </a:cubicBezTo>
                <a:cubicBezTo>
                  <a:pt x="113" y="146"/>
                  <a:pt x="146" y="113"/>
                  <a:pt x="146" y="73"/>
                </a:cubicBezTo>
                <a:cubicBezTo>
                  <a:pt x="146" y="33"/>
                  <a:pt x="113" y="0"/>
                  <a:pt x="73" y="0"/>
                </a:cubicBezTo>
                <a:close/>
                <a:moveTo>
                  <a:pt x="104" y="119"/>
                </a:moveTo>
                <a:cubicBezTo>
                  <a:pt x="73" y="100"/>
                  <a:pt x="73" y="100"/>
                  <a:pt x="73" y="100"/>
                </a:cubicBezTo>
                <a:cubicBezTo>
                  <a:pt x="42" y="119"/>
                  <a:pt x="42" y="119"/>
                  <a:pt x="42" y="119"/>
                </a:cubicBezTo>
                <a:cubicBezTo>
                  <a:pt x="50" y="83"/>
                  <a:pt x="50" y="83"/>
                  <a:pt x="50" y="83"/>
                </a:cubicBezTo>
                <a:cubicBezTo>
                  <a:pt x="22" y="59"/>
                  <a:pt x="22" y="59"/>
                  <a:pt x="22" y="59"/>
                </a:cubicBezTo>
                <a:cubicBezTo>
                  <a:pt x="59" y="56"/>
                  <a:pt x="59" y="56"/>
                  <a:pt x="59" y="56"/>
                </a:cubicBezTo>
                <a:cubicBezTo>
                  <a:pt x="73" y="22"/>
                  <a:pt x="73" y="22"/>
                  <a:pt x="73" y="22"/>
                </a:cubicBezTo>
                <a:cubicBezTo>
                  <a:pt x="87" y="56"/>
                  <a:pt x="87" y="56"/>
                  <a:pt x="87" y="56"/>
                </a:cubicBezTo>
                <a:cubicBezTo>
                  <a:pt x="124" y="59"/>
                  <a:pt x="124" y="59"/>
                  <a:pt x="124" y="59"/>
                </a:cubicBezTo>
                <a:cubicBezTo>
                  <a:pt x="96" y="83"/>
                  <a:pt x="96" y="83"/>
                  <a:pt x="96" y="83"/>
                </a:cubicBezTo>
                <a:lnTo>
                  <a:pt x="104" y="1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矩形 20"/>
          <p:cNvSpPr/>
          <p:nvPr/>
        </p:nvSpPr>
        <p:spPr>
          <a:xfrm>
            <a:off x="4614088" y="3855873"/>
            <a:ext cx="468000" cy="468000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082089" y="3855872"/>
            <a:ext cx="2775242" cy="46800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FFFF"/>
                </a:solidFill>
              </a:rPr>
              <a:t>在此添加关键字</a:t>
            </a:r>
          </a:p>
        </p:txBody>
      </p:sp>
      <p:sp>
        <p:nvSpPr>
          <p:cNvPr id="23" name="矩形 22"/>
          <p:cNvSpPr/>
          <p:nvPr/>
        </p:nvSpPr>
        <p:spPr>
          <a:xfrm>
            <a:off x="8453601" y="3855873"/>
            <a:ext cx="468000" cy="468000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921602" y="3855872"/>
            <a:ext cx="2775242" cy="46800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FFFF"/>
                </a:solidFill>
              </a:rPr>
              <a:t>在此添加关键字</a:t>
            </a:r>
          </a:p>
        </p:txBody>
      </p:sp>
      <p:grpSp>
        <p:nvGrpSpPr>
          <p:cNvPr id="26" name="组合 25"/>
          <p:cNvGrpSpPr>
            <a:grpSpLocks noChangeAspect="1"/>
          </p:cNvGrpSpPr>
          <p:nvPr/>
        </p:nvGrpSpPr>
        <p:grpSpPr>
          <a:xfrm>
            <a:off x="8507071" y="3909872"/>
            <a:ext cx="361059" cy="360000"/>
            <a:chOff x="4351844" y="5426076"/>
            <a:chExt cx="541338" cy="539750"/>
          </a:xfrm>
          <a:solidFill>
            <a:schemeClr val="bg1"/>
          </a:solidFill>
        </p:grpSpPr>
        <p:sp>
          <p:nvSpPr>
            <p:cNvPr id="27" name="Freeform 1104"/>
            <p:cNvSpPr>
              <a:spLocks noEditPoints="1"/>
            </p:cNvSpPr>
            <p:nvPr/>
          </p:nvSpPr>
          <p:spPr bwMode="auto">
            <a:xfrm>
              <a:off x="4351844" y="5426076"/>
              <a:ext cx="541338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110 w 144"/>
                <a:gd name="T11" fmla="*/ 91 h 144"/>
                <a:gd name="T12" fmla="*/ 108 w 144"/>
                <a:gd name="T13" fmla="*/ 93 h 144"/>
                <a:gd name="T14" fmla="*/ 84 w 144"/>
                <a:gd name="T15" fmla="*/ 93 h 144"/>
                <a:gd name="T16" fmla="*/ 84 w 144"/>
                <a:gd name="T17" fmla="*/ 100 h 144"/>
                <a:gd name="T18" fmla="*/ 101 w 144"/>
                <a:gd name="T19" fmla="*/ 100 h 144"/>
                <a:gd name="T20" fmla="*/ 103 w 144"/>
                <a:gd name="T21" fmla="*/ 102 h 144"/>
                <a:gd name="T22" fmla="*/ 103 w 144"/>
                <a:gd name="T23" fmla="*/ 108 h 144"/>
                <a:gd name="T24" fmla="*/ 101 w 144"/>
                <a:gd name="T25" fmla="*/ 110 h 144"/>
                <a:gd name="T26" fmla="*/ 43 w 144"/>
                <a:gd name="T27" fmla="*/ 110 h 144"/>
                <a:gd name="T28" fmla="*/ 41 w 144"/>
                <a:gd name="T29" fmla="*/ 108 h 144"/>
                <a:gd name="T30" fmla="*/ 41 w 144"/>
                <a:gd name="T31" fmla="*/ 102 h 144"/>
                <a:gd name="T32" fmla="*/ 43 w 144"/>
                <a:gd name="T33" fmla="*/ 100 h 144"/>
                <a:gd name="T34" fmla="*/ 60 w 144"/>
                <a:gd name="T35" fmla="*/ 100 h 144"/>
                <a:gd name="T36" fmla="*/ 60 w 144"/>
                <a:gd name="T37" fmla="*/ 93 h 144"/>
                <a:gd name="T38" fmla="*/ 36 w 144"/>
                <a:gd name="T39" fmla="*/ 93 h 144"/>
                <a:gd name="T40" fmla="*/ 34 w 144"/>
                <a:gd name="T41" fmla="*/ 91 h 144"/>
                <a:gd name="T42" fmla="*/ 34 w 144"/>
                <a:gd name="T43" fmla="*/ 37 h 144"/>
                <a:gd name="T44" fmla="*/ 36 w 144"/>
                <a:gd name="T45" fmla="*/ 35 h 144"/>
                <a:gd name="T46" fmla="*/ 108 w 144"/>
                <a:gd name="T47" fmla="*/ 35 h 144"/>
                <a:gd name="T48" fmla="*/ 110 w 144"/>
                <a:gd name="T49" fmla="*/ 37 h 144"/>
                <a:gd name="T50" fmla="*/ 110 w 144"/>
                <a:gd name="T51" fmla="*/ 9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110" y="91"/>
                  </a:moveTo>
                  <a:cubicBezTo>
                    <a:pt x="110" y="92"/>
                    <a:pt x="109" y="93"/>
                    <a:pt x="108" y="93"/>
                  </a:cubicBezTo>
                  <a:cubicBezTo>
                    <a:pt x="84" y="93"/>
                    <a:pt x="84" y="93"/>
                    <a:pt x="84" y="93"/>
                  </a:cubicBezTo>
                  <a:cubicBezTo>
                    <a:pt x="84" y="100"/>
                    <a:pt x="84" y="100"/>
                    <a:pt x="84" y="100"/>
                  </a:cubicBezTo>
                  <a:cubicBezTo>
                    <a:pt x="101" y="100"/>
                    <a:pt x="101" y="100"/>
                    <a:pt x="101" y="100"/>
                  </a:cubicBezTo>
                  <a:cubicBezTo>
                    <a:pt x="102" y="100"/>
                    <a:pt x="103" y="101"/>
                    <a:pt x="103" y="102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3" y="109"/>
                    <a:pt x="102" y="110"/>
                    <a:pt x="101" y="110"/>
                  </a:cubicBezTo>
                  <a:cubicBezTo>
                    <a:pt x="43" y="110"/>
                    <a:pt x="43" y="110"/>
                    <a:pt x="43" y="110"/>
                  </a:cubicBezTo>
                  <a:cubicBezTo>
                    <a:pt x="42" y="110"/>
                    <a:pt x="41" y="109"/>
                    <a:pt x="41" y="108"/>
                  </a:cubicBezTo>
                  <a:cubicBezTo>
                    <a:pt x="41" y="102"/>
                    <a:pt x="41" y="102"/>
                    <a:pt x="41" y="102"/>
                  </a:cubicBezTo>
                  <a:cubicBezTo>
                    <a:pt x="41" y="101"/>
                    <a:pt x="42" y="100"/>
                    <a:pt x="43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36" y="93"/>
                    <a:pt x="36" y="93"/>
                    <a:pt x="36" y="93"/>
                  </a:cubicBezTo>
                  <a:cubicBezTo>
                    <a:pt x="35" y="93"/>
                    <a:pt x="34" y="92"/>
                    <a:pt x="34" y="91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5" y="35"/>
                    <a:pt x="36" y="35"/>
                  </a:cubicBezTo>
                  <a:cubicBezTo>
                    <a:pt x="108" y="35"/>
                    <a:pt x="108" y="35"/>
                    <a:pt x="108" y="35"/>
                  </a:cubicBezTo>
                  <a:cubicBezTo>
                    <a:pt x="109" y="35"/>
                    <a:pt x="110" y="36"/>
                    <a:pt x="110" y="37"/>
                  </a:cubicBezTo>
                  <a:lnTo>
                    <a:pt x="11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05"/>
            <p:cNvSpPr>
              <a:spLocks/>
            </p:cNvSpPr>
            <p:nvPr/>
          </p:nvSpPr>
          <p:spPr bwMode="auto">
            <a:xfrm>
              <a:off x="4516944" y="5597526"/>
              <a:ext cx="211138" cy="134938"/>
            </a:xfrm>
            <a:custGeom>
              <a:avLst/>
              <a:gdLst>
                <a:gd name="T0" fmla="*/ 54 w 56"/>
                <a:gd name="T1" fmla="*/ 0 h 36"/>
                <a:gd name="T2" fmla="*/ 2 w 56"/>
                <a:gd name="T3" fmla="*/ 0 h 36"/>
                <a:gd name="T4" fmla="*/ 0 w 56"/>
                <a:gd name="T5" fmla="*/ 2 h 36"/>
                <a:gd name="T6" fmla="*/ 0 w 56"/>
                <a:gd name="T7" fmla="*/ 34 h 36"/>
                <a:gd name="T8" fmla="*/ 2 w 56"/>
                <a:gd name="T9" fmla="*/ 36 h 36"/>
                <a:gd name="T10" fmla="*/ 54 w 56"/>
                <a:gd name="T11" fmla="*/ 36 h 36"/>
                <a:gd name="T12" fmla="*/ 56 w 56"/>
                <a:gd name="T13" fmla="*/ 34 h 36"/>
                <a:gd name="T14" fmla="*/ 56 w 56"/>
                <a:gd name="T15" fmla="*/ 2 h 36"/>
                <a:gd name="T16" fmla="*/ 54 w 56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6">
                  <a:moveTo>
                    <a:pt x="5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5" y="36"/>
                    <a:pt x="56" y="35"/>
                    <a:pt x="56" y="34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6" y="0"/>
                    <a:pt x="55" y="0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Freeform 1103"/>
          <p:cNvSpPr>
            <a:spLocks noChangeAspect="1" noEditPoints="1"/>
          </p:cNvSpPr>
          <p:nvPr/>
        </p:nvSpPr>
        <p:spPr bwMode="auto">
          <a:xfrm>
            <a:off x="4668088" y="3909872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41 w 144"/>
              <a:gd name="T11" fmla="*/ 109 h 144"/>
              <a:gd name="T12" fmla="*/ 35 w 144"/>
              <a:gd name="T13" fmla="*/ 103 h 144"/>
              <a:gd name="T14" fmla="*/ 37 w 144"/>
              <a:gd name="T15" fmla="*/ 79 h 144"/>
              <a:gd name="T16" fmla="*/ 65 w 144"/>
              <a:gd name="T17" fmla="*/ 107 h 144"/>
              <a:gd name="T18" fmla="*/ 41 w 144"/>
              <a:gd name="T19" fmla="*/ 109 h 144"/>
              <a:gd name="T20" fmla="*/ 78 w 144"/>
              <a:gd name="T21" fmla="*/ 105 h 144"/>
              <a:gd name="T22" fmla="*/ 39 w 144"/>
              <a:gd name="T23" fmla="*/ 65 h 144"/>
              <a:gd name="T24" fmla="*/ 40 w 144"/>
              <a:gd name="T25" fmla="*/ 51 h 144"/>
              <a:gd name="T26" fmla="*/ 92 w 144"/>
              <a:gd name="T27" fmla="*/ 104 h 144"/>
              <a:gd name="T28" fmla="*/ 78 w 144"/>
              <a:gd name="T29" fmla="*/ 105 h 144"/>
              <a:gd name="T30" fmla="*/ 106 w 144"/>
              <a:gd name="T31" fmla="*/ 103 h 144"/>
              <a:gd name="T32" fmla="*/ 41 w 144"/>
              <a:gd name="T33" fmla="*/ 38 h 144"/>
              <a:gd name="T34" fmla="*/ 43 w 144"/>
              <a:gd name="T35" fmla="*/ 24 h 144"/>
              <a:gd name="T36" fmla="*/ 120 w 144"/>
              <a:gd name="T37" fmla="*/ 101 h 144"/>
              <a:gd name="T38" fmla="*/ 106 w 144"/>
              <a:gd name="T39" fmla="*/ 10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41" y="109"/>
                </a:moveTo>
                <a:cubicBezTo>
                  <a:pt x="38" y="109"/>
                  <a:pt x="35" y="106"/>
                  <a:pt x="35" y="103"/>
                </a:cubicBezTo>
                <a:cubicBezTo>
                  <a:pt x="37" y="79"/>
                  <a:pt x="37" y="79"/>
                  <a:pt x="37" y="79"/>
                </a:cubicBezTo>
                <a:cubicBezTo>
                  <a:pt x="52" y="81"/>
                  <a:pt x="63" y="92"/>
                  <a:pt x="65" y="107"/>
                </a:cubicBezTo>
                <a:lnTo>
                  <a:pt x="41" y="109"/>
                </a:lnTo>
                <a:close/>
                <a:moveTo>
                  <a:pt x="78" y="105"/>
                </a:moveTo>
                <a:cubicBezTo>
                  <a:pt x="77" y="84"/>
                  <a:pt x="60" y="67"/>
                  <a:pt x="39" y="65"/>
                </a:cubicBezTo>
                <a:cubicBezTo>
                  <a:pt x="40" y="51"/>
                  <a:pt x="40" y="51"/>
                  <a:pt x="40" y="51"/>
                </a:cubicBezTo>
                <a:cubicBezTo>
                  <a:pt x="68" y="54"/>
                  <a:pt x="90" y="76"/>
                  <a:pt x="92" y="104"/>
                </a:cubicBezTo>
                <a:lnTo>
                  <a:pt x="78" y="105"/>
                </a:lnTo>
                <a:close/>
                <a:moveTo>
                  <a:pt x="106" y="103"/>
                </a:moveTo>
                <a:cubicBezTo>
                  <a:pt x="103" y="68"/>
                  <a:pt x="76" y="41"/>
                  <a:pt x="41" y="38"/>
                </a:cubicBezTo>
                <a:cubicBezTo>
                  <a:pt x="43" y="24"/>
                  <a:pt x="43" y="24"/>
                  <a:pt x="43" y="24"/>
                </a:cubicBezTo>
                <a:cubicBezTo>
                  <a:pt x="84" y="28"/>
                  <a:pt x="116" y="60"/>
                  <a:pt x="120" y="101"/>
                </a:cubicBezTo>
                <a:lnTo>
                  <a:pt x="106" y="1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矩形 29"/>
          <p:cNvSpPr/>
          <p:nvPr/>
        </p:nvSpPr>
        <p:spPr>
          <a:xfrm>
            <a:off x="771733" y="4323872"/>
            <a:ext cx="32432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</a:t>
            </a:r>
            <a:endParaRPr lang="zh-CN" altLang="en-US" sz="1200" dirty="0">
              <a:solidFill>
                <a:srgbClr val="1B283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03626" y="4323872"/>
            <a:ext cx="32432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</a:t>
            </a:r>
            <a:endParaRPr lang="zh-CN" altLang="en-US" sz="1200" dirty="0">
              <a:solidFill>
                <a:srgbClr val="1B283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445981" y="4323872"/>
            <a:ext cx="32432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</a:t>
            </a:r>
            <a:endParaRPr lang="zh-CN" altLang="en-US" sz="1200" dirty="0">
              <a:solidFill>
                <a:srgbClr val="1B2831"/>
              </a:solidFill>
            </a:endParaRPr>
          </a:p>
        </p:txBody>
      </p:sp>
      <p:pic>
        <p:nvPicPr>
          <p:cNvPr id="37" name="Picture 36" descr="122-吉林大学-img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33" y="1838797"/>
            <a:ext cx="3243242" cy="2027027"/>
          </a:xfrm>
          <a:prstGeom prst="rect">
            <a:avLst/>
          </a:prstGeom>
        </p:spPr>
      </p:pic>
      <p:pic>
        <p:nvPicPr>
          <p:cNvPr id="38" name="Picture 37" descr="122-吉林大学-img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833" y="1838797"/>
            <a:ext cx="3243242" cy="2027027"/>
          </a:xfrm>
          <a:prstGeom prst="rect">
            <a:avLst/>
          </a:prstGeom>
        </p:spPr>
      </p:pic>
      <p:pic>
        <p:nvPicPr>
          <p:cNvPr id="39" name="Picture 38" descr="122-吉林大学-img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981" y="1838797"/>
            <a:ext cx="3243242" cy="2027027"/>
          </a:xfrm>
          <a:prstGeom prst="rect">
            <a:avLst/>
          </a:prstGeom>
        </p:spPr>
      </p:pic>
      <p:pic>
        <p:nvPicPr>
          <p:cNvPr id="40" name="Picture 39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8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17"/>
          <p:cNvSpPr txBox="1"/>
          <p:nvPr/>
        </p:nvSpPr>
        <p:spPr>
          <a:xfrm>
            <a:off x="932819" y="1585699"/>
            <a:ext cx="3836942" cy="55399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800" b="1" dirty="0">
                <a:solidFill>
                  <a:srgbClr val="061978"/>
                </a:solidFill>
              </a:rPr>
              <a:t>单击此处添加文本内容</a:t>
            </a:r>
            <a:endParaRPr lang="en-US" sz="2800" b="1" dirty="0">
              <a:solidFill>
                <a:srgbClr val="1F487C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32819" y="2121763"/>
            <a:ext cx="7759578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400" dirty="0">
              <a:solidFill>
                <a:srgbClr val="1B283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9" y="3600450"/>
            <a:ext cx="7928901" cy="1940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7"/>
          <a:stretch/>
        </p:blipFill>
        <p:spPr>
          <a:xfrm>
            <a:off x="1005550" y="5540967"/>
            <a:ext cx="1200440" cy="803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8" r="15023"/>
          <a:stretch/>
        </p:blipFill>
        <p:spPr>
          <a:xfrm>
            <a:off x="9092852" y="1670548"/>
            <a:ext cx="2505641" cy="3859804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205990" y="5604316"/>
            <a:ext cx="9392503" cy="738660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0928BB"/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14" name="Picture 13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4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 rot="16200000">
            <a:off x="4284684" y="2382821"/>
            <a:ext cx="1409700" cy="1179188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</a:rPr>
              <a:t>01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1" name="任意多边形 10"/>
          <p:cNvSpPr/>
          <p:nvPr/>
        </p:nvSpPr>
        <p:spPr>
          <a:xfrm rot="16200000">
            <a:off x="6098241" y="2382819"/>
            <a:ext cx="1409700" cy="1179188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2" name="任意多边形 11"/>
          <p:cNvSpPr/>
          <p:nvPr/>
        </p:nvSpPr>
        <p:spPr>
          <a:xfrm rot="16200000">
            <a:off x="4265633" y="4097320"/>
            <a:ext cx="1409700" cy="1179189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</a:rPr>
              <a:t>03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 rot="16200000">
            <a:off x="6079190" y="4097319"/>
            <a:ext cx="1409700" cy="1179188"/>
          </a:xfrm>
          <a:custGeom>
            <a:avLst/>
            <a:gdLst>
              <a:gd name="connsiteX0" fmla="*/ 1771650 w 1771650"/>
              <a:gd name="connsiteY0" fmla="*/ 0 h 1666875"/>
              <a:gd name="connsiteX1" fmla="*/ 1771650 w 1771650"/>
              <a:gd name="connsiteY1" fmla="*/ 1666875 h 1666875"/>
              <a:gd name="connsiteX2" fmla="*/ 0 w 1771650"/>
              <a:gd name="connsiteY2" fmla="*/ 1666875 h 1666875"/>
              <a:gd name="connsiteX3" fmla="*/ 553936 w 1771650"/>
              <a:gd name="connsiteY3" fmla="*/ 833438 h 1666875"/>
              <a:gd name="connsiteX4" fmla="*/ 0 w 1771650"/>
              <a:gd name="connsiteY4" fmla="*/ 0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1650" h="1666875">
                <a:moveTo>
                  <a:pt x="1771650" y="0"/>
                </a:moveTo>
                <a:lnTo>
                  <a:pt x="1771650" y="1666875"/>
                </a:lnTo>
                <a:lnTo>
                  <a:pt x="0" y="1666875"/>
                </a:lnTo>
                <a:lnTo>
                  <a:pt x="553936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</a:rPr>
              <a:t>04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86887" y="2267561"/>
            <a:ext cx="3319761" cy="101565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4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5" name="矩形 14"/>
          <p:cNvSpPr/>
          <p:nvPr/>
        </p:nvSpPr>
        <p:spPr>
          <a:xfrm>
            <a:off x="7586887" y="3978541"/>
            <a:ext cx="3319761" cy="101565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4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6" name="矩形 15"/>
          <p:cNvSpPr/>
          <p:nvPr/>
        </p:nvSpPr>
        <p:spPr>
          <a:xfrm>
            <a:off x="895623" y="2267561"/>
            <a:ext cx="3319761" cy="101565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4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7" name="矩形 16"/>
          <p:cNvSpPr/>
          <p:nvPr/>
        </p:nvSpPr>
        <p:spPr>
          <a:xfrm>
            <a:off x="895623" y="3978541"/>
            <a:ext cx="3319761" cy="101565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4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19" name="Picture 18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9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22-吉林大学-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161" y="-823452"/>
            <a:ext cx="12290322" cy="7681452"/>
          </a:xfrm>
          <a:prstGeom prst="rect">
            <a:avLst/>
          </a:prstGeom>
        </p:spPr>
      </p:pic>
      <p:sp>
        <p:nvSpPr>
          <p:cNvPr id="3" name="梯形 2">
            <a:extLst>
              <a:ext uri="{FF2B5EF4-FFF2-40B4-BE49-F238E27FC236}">
                <a16:creationId xmlns:a16="http://schemas.microsoft.com/office/drawing/2014/main" id="{1C46CEE8-509F-3EB0-A7CF-B0FFEF502961}"/>
              </a:ext>
            </a:extLst>
          </p:cNvPr>
          <p:cNvSpPr/>
          <p:nvPr/>
        </p:nvSpPr>
        <p:spPr>
          <a:xfrm>
            <a:off x="569997" y="1458351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C8A80A-D170-FB80-7945-00008E1948DA}"/>
              </a:ext>
            </a:extLst>
          </p:cNvPr>
          <p:cNvSpPr/>
          <p:nvPr/>
        </p:nvSpPr>
        <p:spPr>
          <a:xfrm>
            <a:off x="0" y="1801906"/>
            <a:ext cx="12192000" cy="1524343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A19F1CDB-D5E9-A2A7-99B3-C2056766ABB9}"/>
              </a:ext>
            </a:extLst>
          </p:cNvPr>
          <p:cNvSpPr/>
          <p:nvPr/>
        </p:nvSpPr>
        <p:spPr>
          <a:xfrm flipV="1">
            <a:off x="739205" y="1458351"/>
            <a:ext cx="3185832" cy="948571"/>
          </a:xfrm>
          <a:prstGeom prst="trapezoid">
            <a:avLst>
              <a:gd name="adj" fmla="val 1987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206BC2-991A-F5E5-0506-6A4618E2A8E3}"/>
              </a:ext>
            </a:extLst>
          </p:cNvPr>
          <p:cNvSpPr/>
          <p:nvPr/>
        </p:nvSpPr>
        <p:spPr>
          <a:xfrm>
            <a:off x="4503699" y="2154331"/>
            <a:ext cx="71096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F9F9F9"/>
                </a:solidFill>
              </a:rPr>
              <a:t>在此添加标题内容文本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3D567B-F649-D5A8-9351-BB9FC560DF29}"/>
              </a:ext>
            </a:extLst>
          </p:cNvPr>
          <p:cNvSpPr txBox="1"/>
          <p:nvPr/>
        </p:nvSpPr>
        <p:spPr>
          <a:xfrm>
            <a:off x="1162569" y="1810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想搞设计淘宝店</a:t>
            </a:r>
          </a:p>
        </p:txBody>
      </p:sp>
    </p:spTree>
    <p:extLst>
      <p:ext uri="{BB962C8B-B14F-4D97-AF65-F5344CB8AC3E}">
        <p14:creationId xmlns:p14="http://schemas.microsoft.com/office/powerpoint/2010/main" val="2613463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_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矩形 2"/>
          <p:cNvSpPr/>
          <p:nvPr/>
        </p:nvSpPr>
        <p:spPr>
          <a:xfrm>
            <a:off x="0" y="1967360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2_7"/>
          <p:cNvSpPr/>
          <p:nvPr/>
        </p:nvSpPr>
        <p:spPr>
          <a:xfrm>
            <a:off x="0" y="4091128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_8"/>
          <p:cNvSpPr/>
          <p:nvPr/>
        </p:nvSpPr>
        <p:spPr>
          <a:xfrm flipH="1" flipV="1">
            <a:off x="5314950" y="3029244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_9"/>
          <p:cNvSpPr/>
          <p:nvPr/>
        </p:nvSpPr>
        <p:spPr>
          <a:xfrm flipH="1" flipV="1">
            <a:off x="5314950" y="5153012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45590" y="2005794"/>
            <a:ext cx="4170299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2" name="矩形 11"/>
          <p:cNvSpPr/>
          <p:nvPr/>
        </p:nvSpPr>
        <p:spPr>
          <a:xfrm>
            <a:off x="1545590" y="4116056"/>
            <a:ext cx="4170299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3" name="矩形 12"/>
          <p:cNvSpPr/>
          <p:nvPr/>
        </p:nvSpPr>
        <p:spPr>
          <a:xfrm>
            <a:off x="6668325" y="3069740"/>
            <a:ext cx="4170299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4" name="矩形 13"/>
          <p:cNvSpPr/>
          <p:nvPr/>
        </p:nvSpPr>
        <p:spPr>
          <a:xfrm>
            <a:off x="6668325" y="5191446"/>
            <a:ext cx="4170299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6" name="Freeform 1008"/>
          <p:cNvSpPr>
            <a:spLocks/>
          </p:cNvSpPr>
          <p:nvPr/>
        </p:nvSpPr>
        <p:spPr bwMode="auto">
          <a:xfrm>
            <a:off x="7069263" y="2062094"/>
            <a:ext cx="608013" cy="153988"/>
          </a:xfrm>
          <a:custGeom>
            <a:avLst/>
            <a:gdLst>
              <a:gd name="T0" fmla="*/ 0 w 383"/>
              <a:gd name="T1" fmla="*/ 97 h 97"/>
              <a:gd name="T2" fmla="*/ 383 w 383"/>
              <a:gd name="T3" fmla="*/ 97 h 97"/>
              <a:gd name="T4" fmla="*/ 192 w 383"/>
              <a:gd name="T5" fmla="*/ 0 h 97"/>
              <a:gd name="T6" fmla="*/ 0 w 383"/>
              <a:gd name="T7" fmla="*/ 9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3" h="97">
                <a:moveTo>
                  <a:pt x="0" y="97"/>
                </a:moveTo>
                <a:lnTo>
                  <a:pt x="383" y="97"/>
                </a:lnTo>
                <a:lnTo>
                  <a:pt x="192" y="0"/>
                </a:lnTo>
                <a:lnTo>
                  <a:pt x="0" y="97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Rectangle 1010"/>
          <p:cNvSpPr>
            <a:spLocks noChangeArrowheads="1"/>
          </p:cNvSpPr>
          <p:nvPr/>
        </p:nvSpPr>
        <p:spPr bwMode="auto">
          <a:xfrm>
            <a:off x="7110539" y="2268469"/>
            <a:ext cx="98425" cy="28575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Rectangle 1011"/>
          <p:cNvSpPr>
            <a:spLocks noChangeArrowheads="1"/>
          </p:cNvSpPr>
          <p:nvPr/>
        </p:nvSpPr>
        <p:spPr bwMode="auto">
          <a:xfrm>
            <a:off x="7316914" y="2268469"/>
            <a:ext cx="98425" cy="28575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Rectangle 1012"/>
          <p:cNvSpPr>
            <a:spLocks noChangeArrowheads="1"/>
          </p:cNvSpPr>
          <p:nvPr/>
        </p:nvSpPr>
        <p:spPr bwMode="auto">
          <a:xfrm>
            <a:off x="7523289" y="2268469"/>
            <a:ext cx="98425" cy="28575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1013"/>
          <p:cNvSpPr>
            <a:spLocks/>
          </p:cNvSpPr>
          <p:nvPr/>
        </p:nvSpPr>
        <p:spPr bwMode="auto">
          <a:xfrm>
            <a:off x="7074026" y="2598669"/>
            <a:ext cx="187325" cy="87313"/>
          </a:xfrm>
          <a:custGeom>
            <a:avLst/>
            <a:gdLst>
              <a:gd name="T0" fmla="*/ 50 w 50"/>
              <a:gd name="T1" fmla="*/ 6 h 23"/>
              <a:gd name="T2" fmla="*/ 44 w 50"/>
              <a:gd name="T3" fmla="*/ 0 h 23"/>
              <a:gd name="T4" fmla="*/ 6 w 50"/>
              <a:gd name="T5" fmla="*/ 0 h 23"/>
              <a:gd name="T6" fmla="*/ 0 w 50"/>
              <a:gd name="T7" fmla="*/ 6 h 23"/>
              <a:gd name="T8" fmla="*/ 0 w 50"/>
              <a:gd name="T9" fmla="*/ 17 h 23"/>
              <a:gd name="T10" fmla="*/ 6 w 50"/>
              <a:gd name="T11" fmla="*/ 23 h 23"/>
              <a:gd name="T12" fmla="*/ 44 w 50"/>
              <a:gd name="T13" fmla="*/ 23 h 23"/>
              <a:gd name="T14" fmla="*/ 50 w 50"/>
              <a:gd name="T15" fmla="*/ 17 h 23"/>
              <a:gd name="T16" fmla="*/ 50 w 50"/>
              <a:gd name="T17" fmla="*/ 6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" h="23">
                <a:moveTo>
                  <a:pt x="50" y="6"/>
                </a:moveTo>
                <a:cubicBezTo>
                  <a:pt x="50" y="3"/>
                  <a:pt x="47" y="0"/>
                  <a:pt x="44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20"/>
                  <a:pt x="3" y="23"/>
                  <a:pt x="6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7" y="23"/>
                  <a:pt x="50" y="20"/>
                  <a:pt x="50" y="17"/>
                </a:cubicBezTo>
                <a:lnTo>
                  <a:pt x="50" y="6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1014"/>
          <p:cNvSpPr>
            <a:spLocks/>
          </p:cNvSpPr>
          <p:nvPr/>
        </p:nvSpPr>
        <p:spPr bwMode="auto">
          <a:xfrm>
            <a:off x="7482014" y="2598669"/>
            <a:ext cx="187325" cy="87313"/>
          </a:xfrm>
          <a:custGeom>
            <a:avLst/>
            <a:gdLst>
              <a:gd name="T0" fmla="*/ 50 w 50"/>
              <a:gd name="T1" fmla="*/ 6 h 23"/>
              <a:gd name="T2" fmla="*/ 44 w 50"/>
              <a:gd name="T3" fmla="*/ 0 h 23"/>
              <a:gd name="T4" fmla="*/ 6 w 50"/>
              <a:gd name="T5" fmla="*/ 0 h 23"/>
              <a:gd name="T6" fmla="*/ 0 w 50"/>
              <a:gd name="T7" fmla="*/ 6 h 23"/>
              <a:gd name="T8" fmla="*/ 0 w 50"/>
              <a:gd name="T9" fmla="*/ 17 h 23"/>
              <a:gd name="T10" fmla="*/ 6 w 50"/>
              <a:gd name="T11" fmla="*/ 23 h 23"/>
              <a:gd name="T12" fmla="*/ 44 w 50"/>
              <a:gd name="T13" fmla="*/ 23 h 23"/>
              <a:gd name="T14" fmla="*/ 50 w 50"/>
              <a:gd name="T15" fmla="*/ 17 h 23"/>
              <a:gd name="T16" fmla="*/ 50 w 50"/>
              <a:gd name="T17" fmla="*/ 6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" h="23">
                <a:moveTo>
                  <a:pt x="50" y="6"/>
                </a:moveTo>
                <a:cubicBezTo>
                  <a:pt x="50" y="3"/>
                  <a:pt x="47" y="0"/>
                  <a:pt x="44" y="0"/>
                </a:cubicBez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3"/>
                  <a:pt x="0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20"/>
                  <a:pt x="2" y="23"/>
                  <a:pt x="6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7" y="23"/>
                  <a:pt x="50" y="20"/>
                  <a:pt x="50" y="17"/>
                </a:cubicBezTo>
                <a:lnTo>
                  <a:pt x="50" y="6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1015"/>
          <p:cNvSpPr>
            <a:spLocks/>
          </p:cNvSpPr>
          <p:nvPr/>
        </p:nvSpPr>
        <p:spPr bwMode="auto">
          <a:xfrm>
            <a:off x="7283575" y="2598669"/>
            <a:ext cx="173038" cy="19050"/>
          </a:xfrm>
          <a:custGeom>
            <a:avLst/>
            <a:gdLst>
              <a:gd name="T0" fmla="*/ 46 w 46"/>
              <a:gd name="T1" fmla="*/ 3 h 5"/>
              <a:gd name="T2" fmla="*/ 42 w 46"/>
              <a:gd name="T3" fmla="*/ 0 h 5"/>
              <a:gd name="T4" fmla="*/ 3 w 46"/>
              <a:gd name="T5" fmla="*/ 0 h 5"/>
              <a:gd name="T6" fmla="*/ 0 w 46"/>
              <a:gd name="T7" fmla="*/ 3 h 5"/>
              <a:gd name="T8" fmla="*/ 0 w 46"/>
              <a:gd name="T9" fmla="*/ 3 h 5"/>
              <a:gd name="T10" fmla="*/ 3 w 46"/>
              <a:gd name="T11" fmla="*/ 5 h 5"/>
              <a:gd name="T12" fmla="*/ 42 w 46"/>
              <a:gd name="T13" fmla="*/ 5 h 5"/>
              <a:gd name="T14" fmla="*/ 46 w 46"/>
              <a:gd name="T15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5">
                <a:moveTo>
                  <a:pt x="46" y="3"/>
                </a:moveTo>
                <a:cubicBezTo>
                  <a:pt x="46" y="1"/>
                  <a:pt x="45" y="0"/>
                  <a:pt x="4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42" y="5"/>
                  <a:pt x="42" y="5"/>
                  <a:pt x="42" y="5"/>
                </a:cubicBezTo>
                <a:cubicBezTo>
                  <a:pt x="45" y="5"/>
                  <a:pt x="46" y="4"/>
                  <a:pt x="46" y="3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016"/>
          <p:cNvSpPr>
            <a:spLocks/>
          </p:cNvSpPr>
          <p:nvPr/>
        </p:nvSpPr>
        <p:spPr bwMode="auto">
          <a:xfrm>
            <a:off x="7283575" y="2658994"/>
            <a:ext cx="173038" cy="19050"/>
          </a:xfrm>
          <a:custGeom>
            <a:avLst/>
            <a:gdLst>
              <a:gd name="T0" fmla="*/ 46 w 46"/>
              <a:gd name="T1" fmla="*/ 3 h 5"/>
              <a:gd name="T2" fmla="*/ 42 w 46"/>
              <a:gd name="T3" fmla="*/ 0 h 5"/>
              <a:gd name="T4" fmla="*/ 3 w 46"/>
              <a:gd name="T5" fmla="*/ 0 h 5"/>
              <a:gd name="T6" fmla="*/ 0 w 46"/>
              <a:gd name="T7" fmla="*/ 3 h 5"/>
              <a:gd name="T8" fmla="*/ 0 w 46"/>
              <a:gd name="T9" fmla="*/ 3 h 5"/>
              <a:gd name="T10" fmla="*/ 3 w 46"/>
              <a:gd name="T11" fmla="*/ 5 h 5"/>
              <a:gd name="T12" fmla="*/ 42 w 46"/>
              <a:gd name="T13" fmla="*/ 5 h 5"/>
              <a:gd name="T14" fmla="*/ 46 w 46"/>
              <a:gd name="T15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5">
                <a:moveTo>
                  <a:pt x="46" y="3"/>
                </a:moveTo>
                <a:cubicBezTo>
                  <a:pt x="46" y="1"/>
                  <a:pt x="45" y="0"/>
                  <a:pt x="4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42" y="5"/>
                  <a:pt x="42" y="5"/>
                  <a:pt x="42" y="5"/>
                </a:cubicBezTo>
                <a:cubicBezTo>
                  <a:pt x="45" y="5"/>
                  <a:pt x="46" y="4"/>
                  <a:pt x="46" y="3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1017"/>
          <p:cNvSpPr>
            <a:spLocks/>
          </p:cNvSpPr>
          <p:nvPr/>
        </p:nvSpPr>
        <p:spPr bwMode="auto">
          <a:xfrm>
            <a:off x="7283575" y="2719319"/>
            <a:ext cx="173038" cy="19050"/>
          </a:xfrm>
          <a:custGeom>
            <a:avLst/>
            <a:gdLst>
              <a:gd name="T0" fmla="*/ 46 w 46"/>
              <a:gd name="T1" fmla="*/ 3 h 5"/>
              <a:gd name="T2" fmla="*/ 42 w 46"/>
              <a:gd name="T3" fmla="*/ 0 h 5"/>
              <a:gd name="T4" fmla="*/ 3 w 46"/>
              <a:gd name="T5" fmla="*/ 0 h 5"/>
              <a:gd name="T6" fmla="*/ 0 w 46"/>
              <a:gd name="T7" fmla="*/ 3 h 5"/>
              <a:gd name="T8" fmla="*/ 0 w 46"/>
              <a:gd name="T9" fmla="*/ 3 h 5"/>
              <a:gd name="T10" fmla="*/ 3 w 46"/>
              <a:gd name="T11" fmla="*/ 5 h 5"/>
              <a:gd name="T12" fmla="*/ 42 w 46"/>
              <a:gd name="T13" fmla="*/ 5 h 5"/>
              <a:gd name="T14" fmla="*/ 46 w 46"/>
              <a:gd name="T15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5">
                <a:moveTo>
                  <a:pt x="46" y="3"/>
                </a:moveTo>
                <a:cubicBezTo>
                  <a:pt x="46" y="1"/>
                  <a:pt x="45" y="0"/>
                  <a:pt x="42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3" y="5"/>
                </a:cubicBezTo>
                <a:cubicBezTo>
                  <a:pt x="42" y="5"/>
                  <a:pt x="42" y="5"/>
                  <a:pt x="42" y="5"/>
                </a:cubicBezTo>
                <a:cubicBezTo>
                  <a:pt x="45" y="5"/>
                  <a:pt x="46" y="4"/>
                  <a:pt x="46" y="3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1018"/>
          <p:cNvSpPr>
            <a:spLocks/>
          </p:cNvSpPr>
          <p:nvPr/>
        </p:nvSpPr>
        <p:spPr bwMode="auto">
          <a:xfrm>
            <a:off x="4830542" y="3196987"/>
            <a:ext cx="261938" cy="123825"/>
          </a:xfrm>
          <a:custGeom>
            <a:avLst/>
            <a:gdLst>
              <a:gd name="T0" fmla="*/ 70 w 70"/>
              <a:gd name="T1" fmla="*/ 26 h 33"/>
              <a:gd name="T2" fmla="*/ 63 w 70"/>
              <a:gd name="T3" fmla="*/ 33 h 33"/>
              <a:gd name="T4" fmla="*/ 7 w 70"/>
              <a:gd name="T5" fmla="*/ 33 h 33"/>
              <a:gd name="T6" fmla="*/ 0 w 70"/>
              <a:gd name="T7" fmla="*/ 26 h 33"/>
              <a:gd name="T8" fmla="*/ 0 w 70"/>
              <a:gd name="T9" fmla="*/ 8 h 33"/>
              <a:gd name="T10" fmla="*/ 7 w 70"/>
              <a:gd name="T11" fmla="*/ 0 h 33"/>
              <a:gd name="T12" fmla="*/ 63 w 70"/>
              <a:gd name="T13" fmla="*/ 0 h 33"/>
              <a:gd name="T14" fmla="*/ 70 w 70"/>
              <a:gd name="T15" fmla="*/ 8 h 33"/>
              <a:gd name="T16" fmla="*/ 70 w 70"/>
              <a:gd name="T17" fmla="*/ 26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0" h="33">
                <a:moveTo>
                  <a:pt x="70" y="26"/>
                </a:moveTo>
                <a:cubicBezTo>
                  <a:pt x="70" y="30"/>
                  <a:pt x="67" y="33"/>
                  <a:pt x="63" y="33"/>
                </a:cubicBezTo>
                <a:cubicBezTo>
                  <a:pt x="7" y="33"/>
                  <a:pt x="7" y="33"/>
                  <a:pt x="7" y="33"/>
                </a:cubicBezTo>
                <a:cubicBezTo>
                  <a:pt x="3" y="33"/>
                  <a:pt x="0" y="30"/>
                  <a:pt x="0" y="26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7" y="0"/>
                  <a:pt x="70" y="4"/>
                  <a:pt x="70" y="8"/>
                </a:cubicBezTo>
                <a:lnTo>
                  <a:pt x="70" y="26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1019"/>
          <p:cNvSpPr>
            <a:spLocks/>
          </p:cNvSpPr>
          <p:nvPr/>
        </p:nvSpPr>
        <p:spPr bwMode="auto">
          <a:xfrm>
            <a:off x="4638455" y="3519250"/>
            <a:ext cx="184150" cy="127000"/>
          </a:xfrm>
          <a:custGeom>
            <a:avLst/>
            <a:gdLst>
              <a:gd name="T0" fmla="*/ 49 w 49"/>
              <a:gd name="T1" fmla="*/ 7 h 34"/>
              <a:gd name="T2" fmla="*/ 42 w 49"/>
              <a:gd name="T3" fmla="*/ 0 h 34"/>
              <a:gd name="T4" fmla="*/ 8 w 49"/>
              <a:gd name="T5" fmla="*/ 0 h 34"/>
              <a:gd name="T6" fmla="*/ 0 w 49"/>
              <a:gd name="T7" fmla="*/ 7 h 34"/>
              <a:gd name="T8" fmla="*/ 0 w 49"/>
              <a:gd name="T9" fmla="*/ 26 h 34"/>
              <a:gd name="T10" fmla="*/ 8 w 49"/>
              <a:gd name="T11" fmla="*/ 34 h 34"/>
              <a:gd name="T12" fmla="*/ 42 w 49"/>
              <a:gd name="T13" fmla="*/ 34 h 34"/>
              <a:gd name="T14" fmla="*/ 49 w 49"/>
              <a:gd name="T15" fmla="*/ 26 h 34"/>
              <a:gd name="T16" fmla="*/ 49 w 49"/>
              <a:gd name="T17" fmla="*/ 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9" h="34">
                <a:moveTo>
                  <a:pt x="49" y="7"/>
                </a:moveTo>
                <a:cubicBezTo>
                  <a:pt x="49" y="3"/>
                  <a:pt x="46" y="0"/>
                  <a:pt x="42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30"/>
                  <a:pt x="4" y="34"/>
                  <a:pt x="8" y="34"/>
                </a:cubicBezTo>
                <a:cubicBezTo>
                  <a:pt x="42" y="34"/>
                  <a:pt x="42" y="34"/>
                  <a:pt x="42" y="34"/>
                </a:cubicBezTo>
                <a:cubicBezTo>
                  <a:pt x="46" y="34"/>
                  <a:pt x="49" y="30"/>
                  <a:pt x="49" y="26"/>
                </a:cubicBezTo>
                <a:lnTo>
                  <a:pt x="49" y="7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1020"/>
          <p:cNvSpPr>
            <a:spLocks/>
          </p:cNvSpPr>
          <p:nvPr/>
        </p:nvSpPr>
        <p:spPr bwMode="auto">
          <a:xfrm>
            <a:off x="4871817" y="3519250"/>
            <a:ext cx="179388" cy="127000"/>
          </a:xfrm>
          <a:custGeom>
            <a:avLst/>
            <a:gdLst>
              <a:gd name="T0" fmla="*/ 48 w 48"/>
              <a:gd name="T1" fmla="*/ 7 h 34"/>
              <a:gd name="T2" fmla="*/ 41 w 48"/>
              <a:gd name="T3" fmla="*/ 0 h 34"/>
              <a:gd name="T4" fmla="*/ 7 w 48"/>
              <a:gd name="T5" fmla="*/ 0 h 34"/>
              <a:gd name="T6" fmla="*/ 0 w 48"/>
              <a:gd name="T7" fmla="*/ 7 h 34"/>
              <a:gd name="T8" fmla="*/ 0 w 48"/>
              <a:gd name="T9" fmla="*/ 26 h 34"/>
              <a:gd name="T10" fmla="*/ 7 w 48"/>
              <a:gd name="T11" fmla="*/ 34 h 34"/>
              <a:gd name="T12" fmla="*/ 41 w 48"/>
              <a:gd name="T13" fmla="*/ 34 h 34"/>
              <a:gd name="T14" fmla="*/ 48 w 48"/>
              <a:gd name="T15" fmla="*/ 26 h 34"/>
              <a:gd name="T16" fmla="*/ 48 w 48"/>
              <a:gd name="T17" fmla="*/ 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" h="34">
                <a:moveTo>
                  <a:pt x="48" y="7"/>
                </a:moveTo>
                <a:cubicBezTo>
                  <a:pt x="48" y="3"/>
                  <a:pt x="45" y="0"/>
                  <a:pt x="41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30"/>
                  <a:pt x="3" y="34"/>
                  <a:pt x="7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45" y="34"/>
                  <a:pt x="48" y="30"/>
                  <a:pt x="48" y="26"/>
                </a:cubicBezTo>
                <a:lnTo>
                  <a:pt x="48" y="7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021"/>
          <p:cNvSpPr>
            <a:spLocks/>
          </p:cNvSpPr>
          <p:nvPr/>
        </p:nvSpPr>
        <p:spPr bwMode="auto">
          <a:xfrm>
            <a:off x="5100417" y="3519250"/>
            <a:ext cx="184150" cy="127000"/>
          </a:xfrm>
          <a:custGeom>
            <a:avLst/>
            <a:gdLst>
              <a:gd name="T0" fmla="*/ 49 w 49"/>
              <a:gd name="T1" fmla="*/ 7 h 34"/>
              <a:gd name="T2" fmla="*/ 41 w 49"/>
              <a:gd name="T3" fmla="*/ 0 h 34"/>
              <a:gd name="T4" fmla="*/ 7 w 49"/>
              <a:gd name="T5" fmla="*/ 0 h 34"/>
              <a:gd name="T6" fmla="*/ 0 w 49"/>
              <a:gd name="T7" fmla="*/ 7 h 34"/>
              <a:gd name="T8" fmla="*/ 0 w 49"/>
              <a:gd name="T9" fmla="*/ 26 h 34"/>
              <a:gd name="T10" fmla="*/ 7 w 49"/>
              <a:gd name="T11" fmla="*/ 34 h 34"/>
              <a:gd name="T12" fmla="*/ 41 w 49"/>
              <a:gd name="T13" fmla="*/ 34 h 34"/>
              <a:gd name="T14" fmla="*/ 49 w 49"/>
              <a:gd name="T15" fmla="*/ 26 h 34"/>
              <a:gd name="T16" fmla="*/ 49 w 49"/>
              <a:gd name="T17" fmla="*/ 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9" h="34">
                <a:moveTo>
                  <a:pt x="49" y="7"/>
                </a:moveTo>
                <a:cubicBezTo>
                  <a:pt x="49" y="3"/>
                  <a:pt x="45" y="0"/>
                  <a:pt x="41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30"/>
                  <a:pt x="3" y="34"/>
                  <a:pt x="7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45" y="34"/>
                  <a:pt x="49" y="30"/>
                  <a:pt x="49" y="26"/>
                </a:cubicBezTo>
                <a:lnTo>
                  <a:pt x="49" y="7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Freeform 1022"/>
          <p:cNvSpPr>
            <a:spLocks/>
          </p:cNvSpPr>
          <p:nvPr/>
        </p:nvSpPr>
        <p:spPr bwMode="auto">
          <a:xfrm>
            <a:off x="4706718" y="3346212"/>
            <a:ext cx="498475" cy="150813"/>
          </a:xfrm>
          <a:custGeom>
            <a:avLst/>
            <a:gdLst>
              <a:gd name="T0" fmla="*/ 123 w 133"/>
              <a:gd name="T1" fmla="*/ 17 h 40"/>
              <a:gd name="T2" fmla="*/ 72 w 133"/>
              <a:gd name="T3" fmla="*/ 17 h 40"/>
              <a:gd name="T4" fmla="*/ 72 w 133"/>
              <a:gd name="T5" fmla="*/ 0 h 40"/>
              <a:gd name="T6" fmla="*/ 65 w 133"/>
              <a:gd name="T7" fmla="*/ 0 h 40"/>
              <a:gd name="T8" fmla="*/ 65 w 133"/>
              <a:gd name="T9" fmla="*/ 17 h 40"/>
              <a:gd name="T10" fmla="*/ 10 w 133"/>
              <a:gd name="T11" fmla="*/ 17 h 40"/>
              <a:gd name="T12" fmla="*/ 0 w 133"/>
              <a:gd name="T13" fmla="*/ 26 h 40"/>
              <a:gd name="T14" fmla="*/ 0 w 133"/>
              <a:gd name="T15" fmla="*/ 40 h 40"/>
              <a:gd name="T16" fmla="*/ 5 w 133"/>
              <a:gd name="T17" fmla="*/ 40 h 40"/>
              <a:gd name="T18" fmla="*/ 5 w 133"/>
              <a:gd name="T19" fmla="*/ 26 h 40"/>
              <a:gd name="T20" fmla="*/ 10 w 133"/>
              <a:gd name="T21" fmla="*/ 22 h 40"/>
              <a:gd name="T22" fmla="*/ 65 w 133"/>
              <a:gd name="T23" fmla="*/ 22 h 40"/>
              <a:gd name="T24" fmla="*/ 65 w 133"/>
              <a:gd name="T25" fmla="*/ 40 h 40"/>
              <a:gd name="T26" fmla="*/ 72 w 133"/>
              <a:gd name="T27" fmla="*/ 40 h 40"/>
              <a:gd name="T28" fmla="*/ 72 w 133"/>
              <a:gd name="T29" fmla="*/ 22 h 40"/>
              <a:gd name="T30" fmla="*/ 123 w 133"/>
              <a:gd name="T31" fmla="*/ 22 h 40"/>
              <a:gd name="T32" fmla="*/ 128 w 133"/>
              <a:gd name="T33" fmla="*/ 26 h 40"/>
              <a:gd name="T34" fmla="*/ 128 w 133"/>
              <a:gd name="T35" fmla="*/ 40 h 40"/>
              <a:gd name="T36" fmla="*/ 133 w 133"/>
              <a:gd name="T37" fmla="*/ 40 h 40"/>
              <a:gd name="T38" fmla="*/ 133 w 133"/>
              <a:gd name="T39" fmla="*/ 26 h 40"/>
              <a:gd name="T40" fmla="*/ 123 w 133"/>
              <a:gd name="T41" fmla="*/ 17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33" h="40">
                <a:moveTo>
                  <a:pt x="123" y="17"/>
                </a:moveTo>
                <a:cubicBezTo>
                  <a:pt x="72" y="17"/>
                  <a:pt x="72" y="17"/>
                  <a:pt x="72" y="17"/>
                </a:cubicBezTo>
                <a:cubicBezTo>
                  <a:pt x="72" y="0"/>
                  <a:pt x="72" y="0"/>
                  <a:pt x="72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5" y="17"/>
                  <a:pt x="65" y="17"/>
                  <a:pt x="65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4" y="17"/>
                  <a:pt x="0" y="21"/>
                  <a:pt x="0" y="26"/>
                </a:cubicBezTo>
                <a:cubicBezTo>
                  <a:pt x="0" y="40"/>
                  <a:pt x="0" y="40"/>
                  <a:pt x="0" y="40"/>
                </a:cubicBezTo>
                <a:cubicBezTo>
                  <a:pt x="5" y="40"/>
                  <a:pt x="5" y="40"/>
                  <a:pt x="5" y="40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4"/>
                  <a:pt x="7" y="22"/>
                  <a:pt x="10" y="22"/>
                </a:cubicBezTo>
                <a:cubicBezTo>
                  <a:pt x="65" y="22"/>
                  <a:pt x="65" y="22"/>
                  <a:pt x="65" y="22"/>
                </a:cubicBezTo>
                <a:cubicBezTo>
                  <a:pt x="65" y="40"/>
                  <a:pt x="65" y="40"/>
                  <a:pt x="65" y="40"/>
                </a:cubicBezTo>
                <a:cubicBezTo>
                  <a:pt x="72" y="40"/>
                  <a:pt x="72" y="40"/>
                  <a:pt x="72" y="40"/>
                </a:cubicBezTo>
                <a:cubicBezTo>
                  <a:pt x="72" y="22"/>
                  <a:pt x="72" y="22"/>
                  <a:pt x="72" y="22"/>
                </a:cubicBezTo>
                <a:cubicBezTo>
                  <a:pt x="123" y="22"/>
                  <a:pt x="123" y="22"/>
                  <a:pt x="123" y="22"/>
                </a:cubicBezTo>
                <a:cubicBezTo>
                  <a:pt x="125" y="22"/>
                  <a:pt x="128" y="24"/>
                  <a:pt x="128" y="26"/>
                </a:cubicBezTo>
                <a:cubicBezTo>
                  <a:pt x="128" y="40"/>
                  <a:pt x="128" y="40"/>
                  <a:pt x="128" y="40"/>
                </a:cubicBezTo>
                <a:cubicBezTo>
                  <a:pt x="133" y="40"/>
                  <a:pt x="133" y="40"/>
                  <a:pt x="133" y="40"/>
                </a:cubicBezTo>
                <a:cubicBezTo>
                  <a:pt x="133" y="26"/>
                  <a:pt x="133" y="26"/>
                  <a:pt x="133" y="26"/>
                </a:cubicBezTo>
                <a:cubicBezTo>
                  <a:pt x="133" y="21"/>
                  <a:pt x="128" y="17"/>
                  <a:pt x="123" y="17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898"/>
          <p:cNvSpPr>
            <a:spLocks noEditPoints="1"/>
          </p:cNvSpPr>
          <p:nvPr/>
        </p:nvSpPr>
        <p:spPr bwMode="auto">
          <a:xfrm>
            <a:off x="6972426" y="4282600"/>
            <a:ext cx="787400" cy="541338"/>
          </a:xfrm>
          <a:custGeom>
            <a:avLst/>
            <a:gdLst>
              <a:gd name="T0" fmla="*/ 107 w 210"/>
              <a:gd name="T1" fmla="*/ 101 h 144"/>
              <a:gd name="T2" fmla="*/ 94 w 210"/>
              <a:gd name="T3" fmla="*/ 89 h 144"/>
              <a:gd name="T4" fmla="*/ 94 w 210"/>
              <a:gd name="T5" fmla="*/ 80 h 144"/>
              <a:gd name="T6" fmla="*/ 100 w 210"/>
              <a:gd name="T7" fmla="*/ 67 h 144"/>
              <a:gd name="T8" fmla="*/ 102 w 210"/>
              <a:gd name="T9" fmla="*/ 50 h 144"/>
              <a:gd name="T10" fmla="*/ 101 w 210"/>
              <a:gd name="T11" fmla="*/ 32 h 144"/>
              <a:gd name="T12" fmla="*/ 96 w 210"/>
              <a:gd name="T13" fmla="*/ 11 h 144"/>
              <a:gd name="T14" fmla="*/ 88 w 210"/>
              <a:gd name="T15" fmla="*/ 7 h 144"/>
              <a:gd name="T16" fmla="*/ 46 w 210"/>
              <a:gd name="T17" fmla="*/ 45 h 144"/>
              <a:gd name="T18" fmla="*/ 48 w 210"/>
              <a:gd name="T19" fmla="*/ 69 h 144"/>
              <a:gd name="T20" fmla="*/ 53 w 210"/>
              <a:gd name="T21" fmla="*/ 81 h 144"/>
              <a:gd name="T22" fmla="*/ 54 w 210"/>
              <a:gd name="T23" fmla="*/ 89 h 144"/>
              <a:gd name="T24" fmla="*/ 41 w 210"/>
              <a:gd name="T25" fmla="*/ 101 h 144"/>
              <a:gd name="T26" fmla="*/ 1 w 210"/>
              <a:gd name="T27" fmla="*/ 122 h 144"/>
              <a:gd name="T28" fmla="*/ 147 w 210"/>
              <a:gd name="T29" fmla="*/ 144 h 144"/>
              <a:gd name="T30" fmla="*/ 130 w 210"/>
              <a:gd name="T31" fmla="*/ 111 h 144"/>
              <a:gd name="T32" fmla="*/ 155 w 210"/>
              <a:gd name="T33" fmla="*/ 103 h 144"/>
              <a:gd name="T34" fmla="*/ 146 w 210"/>
              <a:gd name="T35" fmla="*/ 95 h 144"/>
              <a:gd name="T36" fmla="*/ 146 w 210"/>
              <a:gd name="T37" fmla="*/ 88 h 144"/>
              <a:gd name="T38" fmla="*/ 150 w 210"/>
              <a:gd name="T39" fmla="*/ 79 h 144"/>
              <a:gd name="T40" fmla="*/ 152 w 210"/>
              <a:gd name="T41" fmla="*/ 67 h 144"/>
              <a:gd name="T42" fmla="*/ 151 w 210"/>
              <a:gd name="T43" fmla="*/ 54 h 144"/>
              <a:gd name="T44" fmla="*/ 147 w 210"/>
              <a:gd name="T45" fmla="*/ 39 h 144"/>
              <a:gd name="T46" fmla="*/ 142 w 210"/>
              <a:gd name="T47" fmla="*/ 36 h 144"/>
              <a:gd name="T48" fmla="*/ 111 w 210"/>
              <a:gd name="T49" fmla="*/ 63 h 144"/>
              <a:gd name="T50" fmla="*/ 113 w 210"/>
              <a:gd name="T51" fmla="*/ 80 h 144"/>
              <a:gd name="T52" fmla="*/ 116 w 210"/>
              <a:gd name="T53" fmla="*/ 89 h 144"/>
              <a:gd name="T54" fmla="*/ 117 w 210"/>
              <a:gd name="T55" fmla="*/ 95 h 144"/>
              <a:gd name="T56" fmla="*/ 122 w 210"/>
              <a:gd name="T57" fmla="*/ 104 h 144"/>
              <a:gd name="T58" fmla="*/ 136 w 210"/>
              <a:gd name="T59" fmla="*/ 109 h 144"/>
              <a:gd name="T60" fmla="*/ 151 w 210"/>
              <a:gd name="T61" fmla="*/ 121 h 144"/>
              <a:gd name="T62" fmla="*/ 151 w 210"/>
              <a:gd name="T63" fmla="*/ 130 h 144"/>
              <a:gd name="T64" fmla="*/ 184 w 210"/>
              <a:gd name="T65" fmla="*/ 134 h 144"/>
              <a:gd name="T66" fmla="*/ 171 w 210"/>
              <a:gd name="T67" fmla="*/ 110 h 144"/>
              <a:gd name="T68" fmla="*/ 201 w 210"/>
              <a:gd name="T69" fmla="*/ 108 h 144"/>
              <a:gd name="T70" fmla="*/ 186 w 210"/>
              <a:gd name="T71" fmla="*/ 102 h 144"/>
              <a:gd name="T72" fmla="*/ 181 w 210"/>
              <a:gd name="T73" fmla="*/ 97 h 144"/>
              <a:gd name="T74" fmla="*/ 184 w 210"/>
              <a:gd name="T75" fmla="*/ 88 h 144"/>
              <a:gd name="T76" fmla="*/ 187 w 210"/>
              <a:gd name="T77" fmla="*/ 83 h 144"/>
              <a:gd name="T78" fmla="*/ 186 w 210"/>
              <a:gd name="T79" fmla="*/ 76 h 144"/>
              <a:gd name="T80" fmla="*/ 186 w 210"/>
              <a:gd name="T81" fmla="*/ 61 h 144"/>
              <a:gd name="T82" fmla="*/ 182 w 210"/>
              <a:gd name="T83" fmla="*/ 58 h 144"/>
              <a:gd name="T84" fmla="*/ 165 w 210"/>
              <a:gd name="T85" fmla="*/ 57 h 144"/>
              <a:gd name="T86" fmla="*/ 158 w 210"/>
              <a:gd name="T87" fmla="*/ 79 h 144"/>
              <a:gd name="T88" fmla="*/ 162 w 210"/>
              <a:gd name="T89" fmla="*/ 87 h 144"/>
              <a:gd name="T90" fmla="*/ 165 w 210"/>
              <a:gd name="T91" fmla="*/ 97 h 144"/>
              <a:gd name="T92" fmla="*/ 161 w 210"/>
              <a:gd name="T93" fmla="*/ 102 h 144"/>
              <a:gd name="T94" fmla="*/ 173 w 210"/>
              <a:gd name="T95" fmla="*/ 107 h 144"/>
              <a:gd name="T96" fmla="*/ 187 w 210"/>
              <a:gd name="T97" fmla="*/ 117 h 144"/>
              <a:gd name="T98" fmla="*/ 187 w 210"/>
              <a:gd name="T99" fmla="*/ 118 h 144"/>
              <a:gd name="T100" fmla="*/ 187 w 210"/>
              <a:gd name="T101" fmla="*/ 125 h 144"/>
              <a:gd name="T102" fmla="*/ 210 w 210"/>
              <a:gd name="T103" fmla="*/ 11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44">
                <a:moveTo>
                  <a:pt x="130" y="111"/>
                </a:moveTo>
                <a:cubicBezTo>
                  <a:pt x="122" y="108"/>
                  <a:pt x="114" y="104"/>
                  <a:pt x="107" y="101"/>
                </a:cubicBezTo>
                <a:cubicBezTo>
                  <a:pt x="105" y="100"/>
                  <a:pt x="102" y="100"/>
                  <a:pt x="100" y="99"/>
                </a:cubicBezTo>
                <a:cubicBezTo>
                  <a:pt x="98" y="98"/>
                  <a:pt x="95" y="92"/>
                  <a:pt x="94" y="89"/>
                </a:cubicBezTo>
                <a:cubicBezTo>
                  <a:pt x="93" y="89"/>
                  <a:pt x="91" y="89"/>
                  <a:pt x="90" y="88"/>
                </a:cubicBezTo>
                <a:cubicBezTo>
                  <a:pt x="90" y="84"/>
                  <a:pt x="93" y="84"/>
                  <a:pt x="94" y="80"/>
                </a:cubicBezTo>
                <a:cubicBezTo>
                  <a:pt x="95" y="77"/>
                  <a:pt x="94" y="73"/>
                  <a:pt x="96" y="71"/>
                </a:cubicBezTo>
                <a:cubicBezTo>
                  <a:pt x="97" y="69"/>
                  <a:pt x="99" y="69"/>
                  <a:pt x="100" y="67"/>
                </a:cubicBezTo>
                <a:cubicBezTo>
                  <a:pt x="101" y="66"/>
                  <a:pt x="102" y="63"/>
                  <a:pt x="102" y="61"/>
                </a:cubicBezTo>
                <a:cubicBezTo>
                  <a:pt x="103" y="58"/>
                  <a:pt x="103" y="53"/>
                  <a:pt x="102" y="50"/>
                </a:cubicBezTo>
                <a:cubicBezTo>
                  <a:pt x="101" y="48"/>
                  <a:pt x="100" y="48"/>
                  <a:pt x="100" y="46"/>
                </a:cubicBezTo>
                <a:cubicBezTo>
                  <a:pt x="100" y="43"/>
                  <a:pt x="101" y="34"/>
                  <a:pt x="101" y="32"/>
                </a:cubicBezTo>
                <a:cubicBezTo>
                  <a:pt x="101" y="26"/>
                  <a:pt x="101" y="22"/>
                  <a:pt x="100" y="17"/>
                </a:cubicBezTo>
                <a:cubicBezTo>
                  <a:pt x="100" y="17"/>
                  <a:pt x="98" y="12"/>
                  <a:pt x="96" y="11"/>
                </a:cubicBezTo>
                <a:cubicBezTo>
                  <a:pt x="91" y="10"/>
                  <a:pt x="91" y="10"/>
                  <a:pt x="91" y="10"/>
                </a:cubicBezTo>
                <a:cubicBezTo>
                  <a:pt x="88" y="7"/>
                  <a:pt x="88" y="7"/>
                  <a:pt x="88" y="7"/>
                </a:cubicBezTo>
                <a:cubicBezTo>
                  <a:pt x="77" y="0"/>
                  <a:pt x="64" y="5"/>
                  <a:pt x="57" y="8"/>
                </a:cubicBezTo>
                <a:cubicBezTo>
                  <a:pt x="48" y="11"/>
                  <a:pt x="41" y="25"/>
                  <a:pt x="46" y="45"/>
                </a:cubicBezTo>
                <a:cubicBezTo>
                  <a:pt x="46" y="49"/>
                  <a:pt x="44" y="50"/>
                  <a:pt x="44" y="52"/>
                </a:cubicBezTo>
                <a:cubicBezTo>
                  <a:pt x="44" y="56"/>
                  <a:pt x="44" y="66"/>
                  <a:pt x="48" y="69"/>
                </a:cubicBezTo>
                <a:cubicBezTo>
                  <a:pt x="49" y="69"/>
                  <a:pt x="51" y="70"/>
                  <a:pt x="51" y="69"/>
                </a:cubicBezTo>
                <a:cubicBezTo>
                  <a:pt x="52" y="73"/>
                  <a:pt x="52" y="77"/>
                  <a:pt x="53" y="81"/>
                </a:cubicBezTo>
                <a:cubicBezTo>
                  <a:pt x="54" y="84"/>
                  <a:pt x="56" y="84"/>
                  <a:pt x="57" y="88"/>
                </a:cubicBezTo>
                <a:cubicBezTo>
                  <a:pt x="54" y="89"/>
                  <a:pt x="54" y="89"/>
                  <a:pt x="54" y="89"/>
                </a:cubicBezTo>
                <a:cubicBezTo>
                  <a:pt x="52" y="92"/>
                  <a:pt x="50" y="98"/>
                  <a:pt x="47" y="99"/>
                </a:cubicBezTo>
                <a:cubicBezTo>
                  <a:pt x="45" y="100"/>
                  <a:pt x="43" y="100"/>
                  <a:pt x="41" y="101"/>
                </a:cubicBezTo>
                <a:cubicBezTo>
                  <a:pt x="34" y="104"/>
                  <a:pt x="25" y="108"/>
                  <a:pt x="18" y="111"/>
                </a:cubicBezTo>
                <a:cubicBezTo>
                  <a:pt x="11" y="114"/>
                  <a:pt x="3" y="115"/>
                  <a:pt x="1" y="122"/>
                </a:cubicBezTo>
                <a:cubicBezTo>
                  <a:pt x="1" y="127"/>
                  <a:pt x="0" y="138"/>
                  <a:pt x="0" y="144"/>
                </a:cubicBezTo>
                <a:cubicBezTo>
                  <a:pt x="147" y="144"/>
                  <a:pt x="147" y="144"/>
                  <a:pt x="147" y="144"/>
                </a:cubicBezTo>
                <a:cubicBezTo>
                  <a:pt x="147" y="138"/>
                  <a:pt x="147" y="127"/>
                  <a:pt x="147" y="122"/>
                </a:cubicBezTo>
                <a:cubicBezTo>
                  <a:pt x="145" y="115"/>
                  <a:pt x="137" y="114"/>
                  <a:pt x="130" y="111"/>
                </a:cubicBezTo>
                <a:close/>
                <a:moveTo>
                  <a:pt x="171" y="110"/>
                </a:moveTo>
                <a:cubicBezTo>
                  <a:pt x="166" y="108"/>
                  <a:pt x="160" y="105"/>
                  <a:pt x="155" y="103"/>
                </a:cubicBezTo>
                <a:cubicBezTo>
                  <a:pt x="153" y="103"/>
                  <a:pt x="152" y="102"/>
                  <a:pt x="150" y="102"/>
                </a:cubicBezTo>
                <a:cubicBezTo>
                  <a:pt x="149" y="101"/>
                  <a:pt x="147" y="97"/>
                  <a:pt x="146" y="95"/>
                </a:cubicBezTo>
                <a:cubicBezTo>
                  <a:pt x="145" y="94"/>
                  <a:pt x="144" y="94"/>
                  <a:pt x="143" y="94"/>
                </a:cubicBezTo>
                <a:cubicBezTo>
                  <a:pt x="143" y="91"/>
                  <a:pt x="145" y="91"/>
                  <a:pt x="146" y="88"/>
                </a:cubicBezTo>
                <a:cubicBezTo>
                  <a:pt x="147" y="86"/>
                  <a:pt x="146" y="84"/>
                  <a:pt x="147" y="82"/>
                </a:cubicBezTo>
                <a:cubicBezTo>
                  <a:pt x="148" y="80"/>
                  <a:pt x="150" y="80"/>
                  <a:pt x="150" y="79"/>
                </a:cubicBezTo>
                <a:cubicBezTo>
                  <a:pt x="151" y="78"/>
                  <a:pt x="152" y="76"/>
                  <a:pt x="152" y="75"/>
                </a:cubicBezTo>
                <a:cubicBezTo>
                  <a:pt x="152" y="72"/>
                  <a:pt x="153" y="69"/>
                  <a:pt x="152" y="67"/>
                </a:cubicBezTo>
                <a:cubicBezTo>
                  <a:pt x="151" y="65"/>
                  <a:pt x="150" y="65"/>
                  <a:pt x="150" y="64"/>
                </a:cubicBezTo>
                <a:cubicBezTo>
                  <a:pt x="150" y="62"/>
                  <a:pt x="151" y="55"/>
                  <a:pt x="151" y="54"/>
                </a:cubicBezTo>
                <a:cubicBezTo>
                  <a:pt x="151" y="50"/>
                  <a:pt x="151" y="47"/>
                  <a:pt x="150" y="43"/>
                </a:cubicBezTo>
                <a:cubicBezTo>
                  <a:pt x="150" y="43"/>
                  <a:pt x="149" y="40"/>
                  <a:pt x="147" y="39"/>
                </a:cubicBezTo>
                <a:cubicBezTo>
                  <a:pt x="144" y="38"/>
                  <a:pt x="144" y="38"/>
                  <a:pt x="144" y="38"/>
                </a:cubicBezTo>
                <a:cubicBezTo>
                  <a:pt x="142" y="36"/>
                  <a:pt x="142" y="36"/>
                  <a:pt x="142" y="36"/>
                </a:cubicBezTo>
                <a:cubicBezTo>
                  <a:pt x="133" y="31"/>
                  <a:pt x="124" y="35"/>
                  <a:pt x="120" y="37"/>
                </a:cubicBezTo>
                <a:cubicBezTo>
                  <a:pt x="113" y="39"/>
                  <a:pt x="108" y="49"/>
                  <a:pt x="111" y="63"/>
                </a:cubicBezTo>
                <a:cubicBezTo>
                  <a:pt x="112" y="66"/>
                  <a:pt x="110" y="67"/>
                  <a:pt x="110" y="68"/>
                </a:cubicBezTo>
                <a:cubicBezTo>
                  <a:pt x="110" y="71"/>
                  <a:pt x="111" y="78"/>
                  <a:pt x="113" y="80"/>
                </a:cubicBezTo>
                <a:cubicBezTo>
                  <a:pt x="114" y="80"/>
                  <a:pt x="116" y="81"/>
                  <a:pt x="116" y="81"/>
                </a:cubicBezTo>
                <a:cubicBezTo>
                  <a:pt x="116" y="84"/>
                  <a:pt x="116" y="86"/>
                  <a:pt x="116" y="89"/>
                </a:cubicBezTo>
                <a:cubicBezTo>
                  <a:pt x="117" y="91"/>
                  <a:pt x="119" y="91"/>
                  <a:pt x="119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6" y="96"/>
                  <a:pt x="115" y="99"/>
                  <a:pt x="114" y="100"/>
                </a:cubicBezTo>
                <a:cubicBezTo>
                  <a:pt x="117" y="101"/>
                  <a:pt x="119" y="103"/>
                  <a:pt x="122" y="104"/>
                </a:cubicBezTo>
                <a:cubicBezTo>
                  <a:pt x="125" y="105"/>
                  <a:pt x="128" y="106"/>
                  <a:pt x="131" y="108"/>
                </a:cubicBezTo>
                <a:cubicBezTo>
                  <a:pt x="133" y="108"/>
                  <a:pt x="134" y="109"/>
                  <a:pt x="136" y="109"/>
                </a:cubicBezTo>
                <a:cubicBezTo>
                  <a:pt x="141" y="111"/>
                  <a:pt x="148" y="114"/>
                  <a:pt x="150" y="121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1" y="122"/>
                  <a:pt x="151" y="122"/>
                  <a:pt x="151" y="122"/>
                </a:cubicBezTo>
                <a:cubicBezTo>
                  <a:pt x="151" y="124"/>
                  <a:pt x="151" y="127"/>
                  <a:pt x="151" y="130"/>
                </a:cubicBezTo>
                <a:cubicBezTo>
                  <a:pt x="151" y="131"/>
                  <a:pt x="151" y="133"/>
                  <a:pt x="151" y="134"/>
                </a:cubicBezTo>
                <a:cubicBezTo>
                  <a:pt x="184" y="134"/>
                  <a:pt x="184" y="134"/>
                  <a:pt x="184" y="134"/>
                </a:cubicBezTo>
                <a:cubicBezTo>
                  <a:pt x="184" y="130"/>
                  <a:pt x="184" y="121"/>
                  <a:pt x="184" y="118"/>
                </a:cubicBezTo>
                <a:cubicBezTo>
                  <a:pt x="182" y="113"/>
                  <a:pt x="176" y="112"/>
                  <a:pt x="171" y="110"/>
                </a:cubicBezTo>
                <a:close/>
                <a:moveTo>
                  <a:pt x="210" y="113"/>
                </a:moveTo>
                <a:cubicBezTo>
                  <a:pt x="208" y="110"/>
                  <a:pt x="204" y="109"/>
                  <a:pt x="201" y="108"/>
                </a:cubicBezTo>
                <a:cubicBezTo>
                  <a:pt x="197" y="106"/>
                  <a:pt x="193" y="105"/>
                  <a:pt x="190" y="103"/>
                </a:cubicBezTo>
                <a:cubicBezTo>
                  <a:pt x="188" y="103"/>
                  <a:pt x="187" y="103"/>
                  <a:pt x="186" y="102"/>
                </a:cubicBezTo>
                <a:cubicBezTo>
                  <a:pt x="185" y="101"/>
                  <a:pt x="184" y="99"/>
                  <a:pt x="183" y="97"/>
                </a:cubicBezTo>
                <a:cubicBezTo>
                  <a:pt x="183" y="97"/>
                  <a:pt x="182" y="97"/>
                  <a:pt x="181" y="97"/>
                </a:cubicBezTo>
                <a:cubicBezTo>
                  <a:pt x="181" y="95"/>
                  <a:pt x="183" y="95"/>
                  <a:pt x="183" y="93"/>
                </a:cubicBezTo>
                <a:cubicBezTo>
                  <a:pt x="184" y="91"/>
                  <a:pt x="183" y="89"/>
                  <a:pt x="184" y="88"/>
                </a:cubicBezTo>
                <a:cubicBezTo>
                  <a:pt x="185" y="87"/>
                  <a:pt x="186" y="87"/>
                  <a:pt x="186" y="86"/>
                </a:cubicBezTo>
                <a:cubicBezTo>
                  <a:pt x="187" y="86"/>
                  <a:pt x="187" y="84"/>
                  <a:pt x="187" y="83"/>
                </a:cubicBezTo>
                <a:cubicBezTo>
                  <a:pt x="188" y="82"/>
                  <a:pt x="188" y="79"/>
                  <a:pt x="187" y="78"/>
                </a:cubicBezTo>
                <a:cubicBezTo>
                  <a:pt x="187" y="77"/>
                  <a:pt x="186" y="77"/>
                  <a:pt x="186" y="76"/>
                </a:cubicBezTo>
                <a:cubicBezTo>
                  <a:pt x="186" y="74"/>
                  <a:pt x="187" y="70"/>
                  <a:pt x="187" y="69"/>
                </a:cubicBezTo>
                <a:cubicBezTo>
                  <a:pt x="187" y="66"/>
                  <a:pt x="187" y="64"/>
                  <a:pt x="186" y="61"/>
                </a:cubicBezTo>
                <a:cubicBezTo>
                  <a:pt x="186" y="61"/>
                  <a:pt x="185" y="59"/>
                  <a:pt x="184" y="58"/>
                </a:cubicBezTo>
                <a:cubicBezTo>
                  <a:pt x="182" y="58"/>
                  <a:pt x="182" y="58"/>
                  <a:pt x="182" y="58"/>
                </a:cubicBezTo>
                <a:cubicBezTo>
                  <a:pt x="180" y="57"/>
                  <a:pt x="180" y="57"/>
                  <a:pt x="180" y="57"/>
                </a:cubicBezTo>
                <a:cubicBezTo>
                  <a:pt x="175" y="53"/>
                  <a:pt x="168" y="55"/>
                  <a:pt x="165" y="57"/>
                </a:cubicBezTo>
                <a:cubicBezTo>
                  <a:pt x="160" y="58"/>
                  <a:pt x="157" y="65"/>
                  <a:pt x="159" y="75"/>
                </a:cubicBezTo>
                <a:cubicBezTo>
                  <a:pt x="160" y="77"/>
                  <a:pt x="158" y="78"/>
                  <a:pt x="158" y="79"/>
                </a:cubicBezTo>
                <a:cubicBezTo>
                  <a:pt x="158" y="81"/>
                  <a:pt x="159" y="86"/>
                  <a:pt x="160" y="87"/>
                </a:cubicBezTo>
                <a:cubicBezTo>
                  <a:pt x="161" y="87"/>
                  <a:pt x="162" y="87"/>
                  <a:pt x="162" y="87"/>
                </a:cubicBezTo>
                <a:cubicBezTo>
                  <a:pt x="162" y="89"/>
                  <a:pt x="162" y="91"/>
                  <a:pt x="163" y="93"/>
                </a:cubicBezTo>
                <a:cubicBezTo>
                  <a:pt x="163" y="95"/>
                  <a:pt x="164" y="95"/>
                  <a:pt x="165" y="97"/>
                </a:cubicBezTo>
                <a:cubicBezTo>
                  <a:pt x="163" y="97"/>
                  <a:pt x="163" y="97"/>
                  <a:pt x="163" y="97"/>
                </a:cubicBezTo>
                <a:cubicBezTo>
                  <a:pt x="163" y="98"/>
                  <a:pt x="162" y="101"/>
                  <a:pt x="161" y="102"/>
                </a:cubicBezTo>
                <a:cubicBezTo>
                  <a:pt x="162" y="103"/>
                  <a:pt x="164" y="103"/>
                  <a:pt x="166" y="104"/>
                </a:cubicBezTo>
                <a:cubicBezTo>
                  <a:pt x="168" y="105"/>
                  <a:pt x="171" y="106"/>
                  <a:pt x="173" y="107"/>
                </a:cubicBezTo>
                <a:cubicBezTo>
                  <a:pt x="174" y="107"/>
                  <a:pt x="175" y="108"/>
                  <a:pt x="176" y="108"/>
                </a:cubicBezTo>
                <a:cubicBezTo>
                  <a:pt x="180" y="110"/>
                  <a:pt x="185" y="111"/>
                  <a:pt x="187" y="117"/>
                </a:cubicBezTo>
                <a:cubicBezTo>
                  <a:pt x="187" y="117"/>
                  <a:pt x="187" y="117"/>
                  <a:pt x="187" y="117"/>
                </a:cubicBezTo>
                <a:cubicBezTo>
                  <a:pt x="187" y="118"/>
                  <a:pt x="187" y="118"/>
                  <a:pt x="187" y="118"/>
                </a:cubicBezTo>
                <a:cubicBezTo>
                  <a:pt x="187" y="119"/>
                  <a:pt x="187" y="121"/>
                  <a:pt x="187" y="124"/>
                </a:cubicBezTo>
                <a:cubicBezTo>
                  <a:pt x="187" y="124"/>
                  <a:pt x="187" y="124"/>
                  <a:pt x="187" y="125"/>
                </a:cubicBezTo>
                <a:cubicBezTo>
                  <a:pt x="210" y="125"/>
                  <a:pt x="210" y="125"/>
                  <a:pt x="210" y="125"/>
                </a:cubicBezTo>
                <a:cubicBezTo>
                  <a:pt x="210" y="121"/>
                  <a:pt x="210" y="116"/>
                  <a:pt x="210" y="113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Freeform 1512"/>
          <p:cNvSpPr>
            <a:spLocks noEditPoints="1"/>
          </p:cNvSpPr>
          <p:nvPr/>
        </p:nvSpPr>
        <p:spPr bwMode="auto">
          <a:xfrm>
            <a:off x="4555565" y="5217037"/>
            <a:ext cx="674688" cy="720725"/>
          </a:xfrm>
          <a:custGeom>
            <a:avLst/>
            <a:gdLst>
              <a:gd name="T0" fmla="*/ 180 w 180"/>
              <a:gd name="T1" fmla="*/ 67 h 192"/>
              <a:gd name="T2" fmla="*/ 179 w 180"/>
              <a:gd name="T3" fmla="*/ 64 h 192"/>
              <a:gd name="T4" fmla="*/ 178 w 180"/>
              <a:gd name="T5" fmla="*/ 63 h 192"/>
              <a:gd name="T6" fmla="*/ 91 w 180"/>
              <a:gd name="T7" fmla="*/ 1 h 192"/>
              <a:gd name="T8" fmla="*/ 89 w 180"/>
              <a:gd name="T9" fmla="*/ 1 h 192"/>
              <a:gd name="T10" fmla="*/ 40 w 180"/>
              <a:gd name="T11" fmla="*/ 0 h 192"/>
              <a:gd name="T12" fmla="*/ 37 w 180"/>
              <a:gd name="T13" fmla="*/ 2 h 192"/>
              <a:gd name="T14" fmla="*/ 38 w 180"/>
              <a:gd name="T15" fmla="*/ 6 h 192"/>
              <a:gd name="T16" fmla="*/ 60 w 180"/>
              <a:gd name="T17" fmla="*/ 22 h 192"/>
              <a:gd name="T18" fmla="*/ 50 w 180"/>
              <a:gd name="T19" fmla="*/ 30 h 192"/>
              <a:gd name="T20" fmla="*/ 49 w 180"/>
              <a:gd name="T21" fmla="*/ 30 h 192"/>
              <a:gd name="T22" fmla="*/ 1 w 180"/>
              <a:gd name="T23" fmla="*/ 64 h 192"/>
              <a:gd name="T24" fmla="*/ 0 w 180"/>
              <a:gd name="T25" fmla="*/ 67 h 192"/>
              <a:gd name="T26" fmla="*/ 0 w 180"/>
              <a:gd name="T27" fmla="*/ 67 h 192"/>
              <a:gd name="T28" fmla="*/ 0 w 180"/>
              <a:gd name="T29" fmla="*/ 67 h 192"/>
              <a:gd name="T30" fmla="*/ 0 w 180"/>
              <a:gd name="T31" fmla="*/ 127 h 192"/>
              <a:gd name="T32" fmla="*/ 1 w 180"/>
              <a:gd name="T33" fmla="*/ 130 h 192"/>
              <a:gd name="T34" fmla="*/ 88 w 180"/>
              <a:gd name="T35" fmla="*/ 192 h 192"/>
              <a:gd name="T36" fmla="*/ 88 w 180"/>
              <a:gd name="T37" fmla="*/ 192 h 192"/>
              <a:gd name="T38" fmla="*/ 88 w 180"/>
              <a:gd name="T39" fmla="*/ 192 h 192"/>
              <a:gd name="T40" fmla="*/ 90 w 180"/>
              <a:gd name="T41" fmla="*/ 192 h 192"/>
              <a:gd name="T42" fmla="*/ 92 w 180"/>
              <a:gd name="T43" fmla="*/ 192 h 192"/>
              <a:gd name="T44" fmla="*/ 179 w 180"/>
              <a:gd name="T45" fmla="*/ 130 h 192"/>
              <a:gd name="T46" fmla="*/ 180 w 180"/>
              <a:gd name="T47" fmla="*/ 127 h 192"/>
              <a:gd name="T48" fmla="*/ 180 w 180"/>
              <a:gd name="T49" fmla="*/ 67 h 192"/>
              <a:gd name="T50" fmla="*/ 180 w 180"/>
              <a:gd name="T51" fmla="*/ 67 h 192"/>
              <a:gd name="T52" fmla="*/ 51 w 180"/>
              <a:gd name="T53" fmla="*/ 7 h 192"/>
              <a:gd name="T54" fmla="*/ 88 w 180"/>
              <a:gd name="T55" fmla="*/ 8 h 192"/>
              <a:gd name="T56" fmla="*/ 165 w 180"/>
              <a:gd name="T57" fmla="*/ 62 h 192"/>
              <a:gd name="T58" fmla="*/ 128 w 180"/>
              <a:gd name="T59" fmla="*/ 61 h 192"/>
              <a:gd name="T60" fmla="*/ 51 w 180"/>
              <a:gd name="T61" fmla="*/ 7 h 192"/>
              <a:gd name="T62" fmla="*/ 86 w 180"/>
              <a:gd name="T63" fmla="*/ 182 h 192"/>
              <a:gd name="T64" fmla="*/ 7 w 180"/>
              <a:gd name="T65" fmla="*/ 126 h 192"/>
              <a:gd name="T66" fmla="*/ 7 w 180"/>
              <a:gd name="T67" fmla="*/ 74 h 192"/>
              <a:gd name="T68" fmla="*/ 86 w 180"/>
              <a:gd name="T69" fmla="*/ 131 h 192"/>
              <a:gd name="T70" fmla="*/ 86 w 180"/>
              <a:gd name="T71" fmla="*/ 182 h 192"/>
              <a:gd name="T72" fmla="*/ 90 w 180"/>
              <a:gd name="T73" fmla="*/ 124 h 192"/>
              <a:gd name="T74" fmla="*/ 9 w 180"/>
              <a:gd name="T75" fmla="*/ 67 h 192"/>
              <a:gd name="T76" fmla="*/ 48 w 180"/>
              <a:gd name="T77" fmla="*/ 39 h 192"/>
              <a:gd name="T78" fmla="*/ 129 w 180"/>
              <a:gd name="T79" fmla="*/ 96 h 192"/>
              <a:gd name="T80" fmla="*/ 90 w 180"/>
              <a:gd name="T81" fmla="*/ 124 h 192"/>
              <a:gd name="T82" fmla="*/ 173 w 180"/>
              <a:gd name="T83" fmla="*/ 126 h 192"/>
              <a:gd name="T84" fmla="*/ 94 w 180"/>
              <a:gd name="T85" fmla="*/ 182 h 192"/>
              <a:gd name="T86" fmla="*/ 94 w 180"/>
              <a:gd name="T87" fmla="*/ 131 h 192"/>
              <a:gd name="T88" fmla="*/ 173 w 180"/>
              <a:gd name="T89" fmla="*/ 74 h 192"/>
              <a:gd name="T90" fmla="*/ 173 w 180"/>
              <a:gd name="T91" fmla="*/ 126 h 192"/>
              <a:gd name="T92" fmla="*/ 75 w 180"/>
              <a:gd name="T93" fmla="*/ 135 h 192"/>
              <a:gd name="T94" fmla="*/ 14 w 180"/>
              <a:gd name="T95" fmla="*/ 92 h 192"/>
              <a:gd name="T96" fmla="*/ 14 w 180"/>
              <a:gd name="T97" fmla="*/ 119 h 192"/>
              <a:gd name="T98" fmla="*/ 75 w 180"/>
              <a:gd name="T99" fmla="*/ 162 h 192"/>
              <a:gd name="T100" fmla="*/ 75 w 180"/>
              <a:gd name="T101" fmla="*/ 135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80" h="192">
                <a:moveTo>
                  <a:pt x="180" y="67"/>
                </a:moveTo>
                <a:cubicBezTo>
                  <a:pt x="180" y="66"/>
                  <a:pt x="180" y="65"/>
                  <a:pt x="179" y="64"/>
                </a:cubicBezTo>
                <a:cubicBezTo>
                  <a:pt x="179" y="64"/>
                  <a:pt x="179" y="63"/>
                  <a:pt x="178" y="63"/>
                </a:cubicBezTo>
                <a:cubicBezTo>
                  <a:pt x="91" y="1"/>
                  <a:pt x="91" y="1"/>
                  <a:pt x="91" y="1"/>
                </a:cubicBezTo>
                <a:cubicBezTo>
                  <a:pt x="91" y="1"/>
                  <a:pt x="90" y="1"/>
                  <a:pt x="89" y="1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0"/>
                  <a:pt x="37" y="1"/>
                  <a:pt x="37" y="2"/>
                </a:cubicBezTo>
                <a:cubicBezTo>
                  <a:pt x="36" y="3"/>
                  <a:pt x="37" y="5"/>
                  <a:pt x="38" y="6"/>
                </a:cubicBezTo>
                <a:cubicBezTo>
                  <a:pt x="60" y="22"/>
                  <a:pt x="60" y="22"/>
                  <a:pt x="60" y="22"/>
                </a:cubicBezTo>
                <a:cubicBezTo>
                  <a:pt x="50" y="30"/>
                  <a:pt x="50" y="30"/>
                  <a:pt x="50" y="30"/>
                </a:cubicBezTo>
                <a:cubicBezTo>
                  <a:pt x="49" y="30"/>
                  <a:pt x="49" y="30"/>
                  <a:pt x="49" y="30"/>
                </a:cubicBezTo>
                <a:cubicBezTo>
                  <a:pt x="1" y="64"/>
                  <a:pt x="1" y="64"/>
                  <a:pt x="1" y="64"/>
                </a:cubicBezTo>
                <a:cubicBezTo>
                  <a:pt x="0" y="65"/>
                  <a:pt x="0" y="66"/>
                  <a:pt x="0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127"/>
                  <a:pt x="0" y="127"/>
                  <a:pt x="0" y="127"/>
                </a:cubicBezTo>
                <a:cubicBezTo>
                  <a:pt x="1" y="130"/>
                  <a:pt x="1" y="130"/>
                  <a:pt x="1" y="130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89" y="192"/>
                  <a:pt x="90" y="192"/>
                  <a:pt x="90" y="192"/>
                </a:cubicBezTo>
                <a:cubicBezTo>
                  <a:pt x="91" y="192"/>
                  <a:pt x="92" y="192"/>
                  <a:pt x="92" y="192"/>
                </a:cubicBezTo>
                <a:cubicBezTo>
                  <a:pt x="179" y="130"/>
                  <a:pt x="179" y="130"/>
                  <a:pt x="179" y="130"/>
                </a:cubicBezTo>
                <a:cubicBezTo>
                  <a:pt x="180" y="130"/>
                  <a:pt x="180" y="129"/>
                  <a:pt x="180" y="127"/>
                </a:cubicBezTo>
                <a:cubicBezTo>
                  <a:pt x="180" y="67"/>
                  <a:pt x="180" y="67"/>
                  <a:pt x="180" y="67"/>
                </a:cubicBezTo>
                <a:cubicBezTo>
                  <a:pt x="180" y="67"/>
                  <a:pt x="180" y="67"/>
                  <a:pt x="180" y="67"/>
                </a:cubicBezTo>
                <a:close/>
                <a:moveTo>
                  <a:pt x="51" y="7"/>
                </a:moveTo>
                <a:cubicBezTo>
                  <a:pt x="88" y="8"/>
                  <a:pt x="88" y="8"/>
                  <a:pt x="88" y="8"/>
                </a:cubicBezTo>
                <a:cubicBezTo>
                  <a:pt x="165" y="62"/>
                  <a:pt x="165" y="62"/>
                  <a:pt x="165" y="62"/>
                </a:cubicBezTo>
                <a:cubicBezTo>
                  <a:pt x="128" y="61"/>
                  <a:pt x="128" y="61"/>
                  <a:pt x="128" y="61"/>
                </a:cubicBezTo>
                <a:lnTo>
                  <a:pt x="51" y="7"/>
                </a:lnTo>
                <a:close/>
                <a:moveTo>
                  <a:pt x="86" y="182"/>
                </a:moveTo>
                <a:cubicBezTo>
                  <a:pt x="7" y="126"/>
                  <a:pt x="7" y="126"/>
                  <a:pt x="7" y="126"/>
                </a:cubicBezTo>
                <a:cubicBezTo>
                  <a:pt x="7" y="74"/>
                  <a:pt x="7" y="74"/>
                  <a:pt x="7" y="74"/>
                </a:cubicBezTo>
                <a:cubicBezTo>
                  <a:pt x="86" y="131"/>
                  <a:pt x="86" y="131"/>
                  <a:pt x="86" y="131"/>
                </a:cubicBezTo>
                <a:lnTo>
                  <a:pt x="86" y="182"/>
                </a:lnTo>
                <a:close/>
                <a:moveTo>
                  <a:pt x="90" y="124"/>
                </a:moveTo>
                <a:cubicBezTo>
                  <a:pt x="9" y="67"/>
                  <a:pt x="9" y="67"/>
                  <a:pt x="9" y="67"/>
                </a:cubicBezTo>
                <a:cubicBezTo>
                  <a:pt x="48" y="39"/>
                  <a:pt x="48" y="39"/>
                  <a:pt x="48" y="39"/>
                </a:cubicBezTo>
                <a:cubicBezTo>
                  <a:pt x="129" y="96"/>
                  <a:pt x="129" y="96"/>
                  <a:pt x="129" y="96"/>
                </a:cubicBezTo>
                <a:lnTo>
                  <a:pt x="90" y="124"/>
                </a:lnTo>
                <a:close/>
                <a:moveTo>
                  <a:pt x="173" y="126"/>
                </a:moveTo>
                <a:cubicBezTo>
                  <a:pt x="94" y="182"/>
                  <a:pt x="94" y="182"/>
                  <a:pt x="94" y="182"/>
                </a:cubicBezTo>
                <a:cubicBezTo>
                  <a:pt x="94" y="131"/>
                  <a:pt x="94" y="131"/>
                  <a:pt x="94" y="131"/>
                </a:cubicBezTo>
                <a:cubicBezTo>
                  <a:pt x="173" y="74"/>
                  <a:pt x="173" y="74"/>
                  <a:pt x="173" y="74"/>
                </a:cubicBezTo>
                <a:lnTo>
                  <a:pt x="173" y="126"/>
                </a:lnTo>
                <a:close/>
                <a:moveTo>
                  <a:pt x="75" y="135"/>
                </a:moveTo>
                <a:cubicBezTo>
                  <a:pt x="14" y="92"/>
                  <a:pt x="14" y="92"/>
                  <a:pt x="14" y="92"/>
                </a:cubicBezTo>
                <a:cubicBezTo>
                  <a:pt x="14" y="119"/>
                  <a:pt x="14" y="119"/>
                  <a:pt x="14" y="119"/>
                </a:cubicBezTo>
                <a:cubicBezTo>
                  <a:pt x="75" y="162"/>
                  <a:pt x="75" y="162"/>
                  <a:pt x="75" y="162"/>
                </a:cubicBezTo>
                <a:lnTo>
                  <a:pt x="75" y="135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4" name="Picture 33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8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>
            <a:stCxn id="9" idx="6"/>
            <a:endCxn id="10" idx="2"/>
          </p:cNvCxnSpPr>
          <p:nvPr/>
        </p:nvCxnSpPr>
        <p:spPr>
          <a:xfrm>
            <a:off x="4470172" y="3606800"/>
            <a:ext cx="3421468" cy="0"/>
          </a:xfrm>
          <a:prstGeom prst="line">
            <a:avLst/>
          </a:prstGeom>
          <a:ln>
            <a:solidFill>
              <a:srgbClr val="0619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1" idx="7"/>
            <a:endCxn id="12" idx="3"/>
          </p:cNvCxnSpPr>
          <p:nvPr/>
        </p:nvCxnSpPr>
        <p:spPr>
          <a:xfrm flipV="1">
            <a:off x="4813826" y="2737727"/>
            <a:ext cx="2850048" cy="1925263"/>
          </a:xfrm>
          <a:prstGeom prst="line">
            <a:avLst/>
          </a:prstGeom>
          <a:ln>
            <a:solidFill>
              <a:srgbClr val="0619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8" idx="5"/>
            <a:endCxn id="13" idx="1"/>
          </p:cNvCxnSpPr>
          <p:nvPr/>
        </p:nvCxnSpPr>
        <p:spPr>
          <a:xfrm>
            <a:off x="4813826" y="2737727"/>
            <a:ext cx="2850048" cy="1925263"/>
          </a:xfrm>
          <a:prstGeom prst="line">
            <a:avLst/>
          </a:prstGeom>
          <a:ln>
            <a:solidFill>
              <a:srgbClr val="0619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5542279" y="3033486"/>
            <a:ext cx="1146628" cy="1146628"/>
          </a:xfrm>
          <a:prstGeom prst="ellipse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3984172" y="1908073"/>
            <a:ext cx="972000" cy="972000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</a:rPr>
              <a:t>1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9" name="椭圆 8"/>
          <p:cNvSpPr>
            <a:spLocks noChangeAspect="1"/>
          </p:cNvSpPr>
          <p:nvPr/>
        </p:nvSpPr>
        <p:spPr>
          <a:xfrm>
            <a:off x="3498172" y="3120800"/>
            <a:ext cx="972000" cy="972000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</a:rPr>
              <a:t>2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10" name="椭圆 9"/>
          <p:cNvSpPr>
            <a:spLocks noChangeAspect="1"/>
          </p:cNvSpPr>
          <p:nvPr/>
        </p:nvSpPr>
        <p:spPr>
          <a:xfrm>
            <a:off x="7891640" y="3120800"/>
            <a:ext cx="972000" cy="972000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</a:rPr>
              <a:t>B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11" name="椭圆 10"/>
          <p:cNvSpPr>
            <a:spLocks noChangeAspect="1"/>
          </p:cNvSpPr>
          <p:nvPr/>
        </p:nvSpPr>
        <p:spPr>
          <a:xfrm>
            <a:off x="3984172" y="4520644"/>
            <a:ext cx="972000" cy="972000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</a:rPr>
              <a:t>3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12" name="椭圆 11"/>
          <p:cNvSpPr>
            <a:spLocks noChangeAspect="1"/>
          </p:cNvSpPr>
          <p:nvPr/>
        </p:nvSpPr>
        <p:spPr>
          <a:xfrm>
            <a:off x="7521528" y="1908073"/>
            <a:ext cx="972000" cy="972000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</a:rPr>
              <a:t>A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13" name="椭圆 12"/>
          <p:cNvSpPr>
            <a:spLocks noChangeAspect="1"/>
          </p:cNvSpPr>
          <p:nvPr/>
        </p:nvSpPr>
        <p:spPr>
          <a:xfrm>
            <a:off x="7521528" y="4520644"/>
            <a:ext cx="972000" cy="972000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</a:rPr>
              <a:t>C</a:t>
            </a:r>
            <a:endParaRPr lang="zh-CN" altLang="en-US" sz="4400" dirty="0">
              <a:solidFill>
                <a:srgbClr val="FFFFFF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70857" y="1856717"/>
            <a:ext cx="3016175" cy="8925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3" name="矩形 22"/>
          <p:cNvSpPr/>
          <p:nvPr/>
        </p:nvSpPr>
        <p:spPr>
          <a:xfrm>
            <a:off x="384857" y="3160526"/>
            <a:ext cx="3016175" cy="8925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4" name="矩形 23"/>
          <p:cNvSpPr/>
          <p:nvPr/>
        </p:nvSpPr>
        <p:spPr>
          <a:xfrm>
            <a:off x="867285" y="4560370"/>
            <a:ext cx="3016175" cy="8925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5" name="矩形 24"/>
          <p:cNvSpPr/>
          <p:nvPr/>
        </p:nvSpPr>
        <p:spPr>
          <a:xfrm>
            <a:off x="8721142" y="4560370"/>
            <a:ext cx="3016175" cy="8925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6" name="矩形 25"/>
          <p:cNvSpPr/>
          <p:nvPr/>
        </p:nvSpPr>
        <p:spPr>
          <a:xfrm>
            <a:off x="9091406" y="3160526"/>
            <a:ext cx="3016175" cy="8925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7" name="矩形 26"/>
          <p:cNvSpPr/>
          <p:nvPr/>
        </p:nvSpPr>
        <p:spPr>
          <a:xfrm>
            <a:off x="8733014" y="1856717"/>
            <a:ext cx="3016175" cy="8925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8" name="Freeform 871"/>
          <p:cNvSpPr>
            <a:spLocks noEditPoints="1"/>
          </p:cNvSpPr>
          <p:nvPr/>
        </p:nvSpPr>
        <p:spPr bwMode="auto">
          <a:xfrm>
            <a:off x="5774280" y="3275012"/>
            <a:ext cx="682625" cy="663575"/>
          </a:xfrm>
          <a:custGeom>
            <a:avLst/>
            <a:gdLst>
              <a:gd name="T0" fmla="*/ 91 w 182"/>
              <a:gd name="T1" fmla="*/ 75 h 177"/>
              <a:gd name="T2" fmla="*/ 35 w 182"/>
              <a:gd name="T3" fmla="*/ 177 h 177"/>
              <a:gd name="T4" fmla="*/ 57 w 182"/>
              <a:gd name="T5" fmla="*/ 169 h 177"/>
              <a:gd name="T6" fmla="*/ 125 w 182"/>
              <a:gd name="T7" fmla="*/ 169 h 177"/>
              <a:gd name="T8" fmla="*/ 147 w 182"/>
              <a:gd name="T9" fmla="*/ 177 h 177"/>
              <a:gd name="T10" fmla="*/ 91 w 182"/>
              <a:gd name="T11" fmla="*/ 75 h 177"/>
              <a:gd name="T12" fmla="*/ 97 w 182"/>
              <a:gd name="T13" fmla="*/ 97 h 177"/>
              <a:gd name="T14" fmla="*/ 91 w 182"/>
              <a:gd name="T15" fmla="*/ 81 h 177"/>
              <a:gd name="T16" fmla="*/ 101 w 182"/>
              <a:gd name="T17" fmla="*/ 107 h 177"/>
              <a:gd name="T18" fmla="*/ 91 w 182"/>
              <a:gd name="T19" fmla="*/ 120 h 177"/>
              <a:gd name="T20" fmla="*/ 81 w 182"/>
              <a:gd name="T21" fmla="*/ 107 h 177"/>
              <a:gd name="T22" fmla="*/ 81 w 182"/>
              <a:gd name="T23" fmla="*/ 126 h 177"/>
              <a:gd name="T24" fmla="*/ 75 w 182"/>
              <a:gd name="T25" fmla="*/ 122 h 177"/>
              <a:gd name="T26" fmla="*/ 93 w 182"/>
              <a:gd name="T27" fmla="*/ 145 h 177"/>
              <a:gd name="T28" fmla="*/ 62 w 182"/>
              <a:gd name="T29" fmla="*/ 156 h 177"/>
              <a:gd name="T30" fmla="*/ 91 w 182"/>
              <a:gd name="T31" fmla="*/ 132 h 177"/>
              <a:gd name="T32" fmla="*/ 120 w 182"/>
              <a:gd name="T33" fmla="*/ 156 h 177"/>
              <a:gd name="T34" fmla="*/ 101 w 182"/>
              <a:gd name="T35" fmla="*/ 126 h 177"/>
              <a:gd name="T36" fmla="*/ 110 w 182"/>
              <a:gd name="T37" fmla="*/ 132 h 177"/>
              <a:gd name="T38" fmla="*/ 51 w 182"/>
              <a:gd name="T39" fmla="*/ 66 h 177"/>
              <a:gd name="T40" fmla="*/ 51 w 182"/>
              <a:gd name="T41" fmla="*/ 56 h 177"/>
              <a:gd name="T42" fmla="*/ 51 w 182"/>
              <a:gd name="T43" fmla="*/ 28 h 177"/>
              <a:gd name="T44" fmla="*/ 41 w 182"/>
              <a:gd name="T45" fmla="*/ 18 h 177"/>
              <a:gd name="T46" fmla="*/ 41 w 182"/>
              <a:gd name="T47" fmla="*/ 66 h 177"/>
              <a:gd name="T48" fmla="*/ 131 w 182"/>
              <a:gd name="T49" fmla="*/ 18 h 177"/>
              <a:gd name="T50" fmla="*/ 137 w 182"/>
              <a:gd name="T51" fmla="*/ 42 h 177"/>
              <a:gd name="T52" fmla="*/ 131 w 182"/>
              <a:gd name="T53" fmla="*/ 66 h 177"/>
              <a:gd name="T54" fmla="*/ 141 w 182"/>
              <a:gd name="T55" fmla="*/ 66 h 177"/>
              <a:gd name="T56" fmla="*/ 141 w 182"/>
              <a:gd name="T57" fmla="*/ 18 h 177"/>
              <a:gd name="T58" fmla="*/ 27 w 182"/>
              <a:gd name="T59" fmla="*/ 71 h 177"/>
              <a:gd name="T60" fmla="*/ 27 w 182"/>
              <a:gd name="T61" fmla="*/ 13 h 177"/>
              <a:gd name="T62" fmla="*/ 16 w 182"/>
              <a:gd name="T63" fmla="*/ 3 h 177"/>
              <a:gd name="T64" fmla="*/ 16 w 182"/>
              <a:gd name="T65" fmla="*/ 81 h 177"/>
              <a:gd name="T66" fmla="*/ 27 w 182"/>
              <a:gd name="T67" fmla="*/ 81 h 177"/>
              <a:gd name="T68" fmla="*/ 166 w 182"/>
              <a:gd name="T69" fmla="*/ 3 h 177"/>
              <a:gd name="T70" fmla="*/ 155 w 182"/>
              <a:gd name="T71" fmla="*/ 13 h 177"/>
              <a:gd name="T72" fmla="*/ 155 w 182"/>
              <a:gd name="T73" fmla="*/ 71 h 177"/>
              <a:gd name="T74" fmla="*/ 160 w 182"/>
              <a:gd name="T75" fmla="*/ 84 h 177"/>
              <a:gd name="T76" fmla="*/ 182 w 182"/>
              <a:gd name="T77" fmla="*/ 42 h 177"/>
              <a:gd name="T78" fmla="*/ 91 w 182"/>
              <a:gd name="T79" fmla="*/ 64 h 177"/>
              <a:gd name="T80" fmla="*/ 91 w 182"/>
              <a:gd name="T81" fmla="*/ 20 h 177"/>
              <a:gd name="T82" fmla="*/ 91 w 182"/>
              <a:gd name="T83" fmla="*/ 64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82" h="177">
                <a:moveTo>
                  <a:pt x="91" y="75"/>
                </a:moveTo>
                <a:cubicBezTo>
                  <a:pt x="91" y="75"/>
                  <a:pt x="91" y="75"/>
                  <a:pt x="91" y="75"/>
                </a:cubicBezTo>
                <a:cubicBezTo>
                  <a:pt x="86" y="75"/>
                  <a:pt x="80" y="74"/>
                  <a:pt x="75" y="72"/>
                </a:cubicBezTo>
                <a:cubicBezTo>
                  <a:pt x="35" y="177"/>
                  <a:pt x="35" y="177"/>
                  <a:pt x="35" y="177"/>
                </a:cubicBezTo>
                <a:cubicBezTo>
                  <a:pt x="54" y="177"/>
                  <a:pt x="54" y="177"/>
                  <a:pt x="54" y="177"/>
                </a:cubicBezTo>
                <a:cubicBezTo>
                  <a:pt x="57" y="169"/>
                  <a:pt x="57" y="169"/>
                  <a:pt x="57" y="169"/>
                </a:cubicBezTo>
                <a:cubicBezTo>
                  <a:pt x="91" y="155"/>
                  <a:pt x="91" y="155"/>
                  <a:pt x="91" y="155"/>
                </a:cubicBezTo>
                <a:cubicBezTo>
                  <a:pt x="125" y="169"/>
                  <a:pt x="125" y="169"/>
                  <a:pt x="125" y="169"/>
                </a:cubicBezTo>
                <a:cubicBezTo>
                  <a:pt x="128" y="177"/>
                  <a:pt x="128" y="177"/>
                  <a:pt x="128" y="177"/>
                </a:cubicBezTo>
                <a:cubicBezTo>
                  <a:pt x="147" y="177"/>
                  <a:pt x="147" y="177"/>
                  <a:pt x="147" y="177"/>
                </a:cubicBezTo>
                <a:cubicBezTo>
                  <a:pt x="106" y="72"/>
                  <a:pt x="106" y="72"/>
                  <a:pt x="106" y="72"/>
                </a:cubicBezTo>
                <a:cubicBezTo>
                  <a:pt x="102" y="74"/>
                  <a:pt x="96" y="75"/>
                  <a:pt x="91" y="75"/>
                </a:cubicBezTo>
                <a:close/>
                <a:moveTo>
                  <a:pt x="91" y="81"/>
                </a:moveTo>
                <a:cubicBezTo>
                  <a:pt x="97" y="97"/>
                  <a:pt x="97" y="97"/>
                  <a:pt x="97" y="97"/>
                </a:cubicBezTo>
                <a:cubicBezTo>
                  <a:pt x="85" y="97"/>
                  <a:pt x="85" y="97"/>
                  <a:pt x="85" y="97"/>
                </a:cubicBezTo>
                <a:lnTo>
                  <a:pt x="91" y="81"/>
                </a:lnTo>
                <a:close/>
                <a:moveTo>
                  <a:pt x="81" y="107"/>
                </a:moveTo>
                <a:cubicBezTo>
                  <a:pt x="101" y="107"/>
                  <a:pt x="101" y="107"/>
                  <a:pt x="101" y="107"/>
                </a:cubicBezTo>
                <a:cubicBezTo>
                  <a:pt x="103" y="113"/>
                  <a:pt x="103" y="113"/>
                  <a:pt x="103" y="113"/>
                </a:cubicBezTo>
                <a:cubicBezTo>
                  <a:pt x="91" y="120"/>
                  <a:pt x="91" y="120"/>
                  <a:pt x="91" y="120"/>
                </a:cubicBezTo>
                <a:cubicBezTo>
                  <a:pt x="79" y="113"/>
                  <a:pt x="79" y="113"/>
                  <a:pt x="79" y="113"/>
                </a:cubicBezTo>
                <a:lnTo>
                  <a:pt x="81" y="107"/>
                </a:lnTo>
                <a:close/>
                <a:moveTo>
                  <a:pt x="75" y="122"/>
                </a:moveTo>
                <a:cubicBezTo>
                  <a:pt x="81" y="126"/>
                  <a:pt x="81" y="126"/>
                  <a:pt x="81" y="126"/>
                </a:cubicBezTo>
                <a:cubicBezTo>
                  <a:pt x="72" y="132"/>
                  <a:pt x="72" y="132"/>
                  <a:pt x="72" y="132"/>
                </a:cubicBezTo>
                <a:lnTo>
                  <a:pt x="75" y="122"/>
                </a:lnTo>
                <a:close/>
                <a:moveTo>
                  <a:pt x="120" y="156"/>
                </a:moveTo>
                <a:cubicBezTo>
                  <a:pt x="93" y="145"/>
                  <a:pt x="93" y="145"/>
                  <a:pt x="93" y="145"/>
                </a:cubicBezTo>
                <a:cubicBezTo>
                  <a:pt x="89" y="145"/>
                  <a:pt x="89" y="145"/>
                  <a:pt x="89" y="145"/>
                </a:cubicBezTo>
                <a:cubicBezTo>
                  <a:pt x="62" y="156"/>
                  <a:pt x="62" y="156"/>
                  <a:pt x="62" y="156"/>
                </a:cubicBezTo>
                <a:cubicBezTo>
                  <a:pt x="66" y="146"/>
                  <a:pt x="66" y="146"/>
                  <a:pt x="66" y="146"/>
                </a:cubicBezTo>
                <a:cubicBezTo>
                  <a:pt x="91" y="132"/>
                  <a:pt x="91" y="132"/>
                  <a:pt x="91" y="132"/>
                </a:cubicBezTo>
                <a:cubicBezTo>
                  <a:pt x="116" y="147"/>
                  <a:pt x="116" y="147"/>
                  <a:pt x="116" y="147"/>
                </a:cubicBezTo>
                <a:lnTo>
                  <a:pt x="120" y="156"/>
                </a:lnTo>
                <a:close/>
                <a:moveTo>
                  <a:pt x="110" y="132"/>
                </a:moveTo>
                <a:cubicBezTo>
                  <a:pt x="101" y="126"/>
                  <a:pt x="101" y="126"/>
                  <a:pt x="101" y="126"/>
                </a:cubicBezTo>
                <a:cubicBezTo>
                  <a:pt x="107" y="123"/>
                  <a:pt x="107" y="123"/>
                  <a:pt x="107" y="123"/>
                </a:cubicBezTo>
                <a:lnTo>
                  <a:pt x="110" y="132"/>
                </a:lnTo>
                <a:close/>
                <a:moveTo>
                  <a:pt x="46" y="69"/>
                </a:moveTo>
                <a:cubicBezTo>
                  <a:pt x="48" y="69"/>
                  <a:pt x="50" y="68"/>
                  <a:pt x="51" y="66"/>
                </a:cubicBezTo>
                <a:cubicBezTo>
                  <a:pt x="54" y="63"/>
                  <a:pt x="54" y="59"/>
                  <a:pt x="51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47" y="52"/>
                  <a:pt x="45" y="47"/>
                  <a:pt x="45" y="42"/>
                </a:cubicBezTo>
                <a:cubicBezTo>
                  <a:pt x="45" y="37"/>
                  <a:pt x="47" y="32"/>
                  <a:pt x="51" y="28"/>
                </a:cubicBezTo>
                <a:cubicBezTo>
                  <a:pt x="54" y="25"/>
                  <a:pt x="54" y="21"/>
                  <a:pt x="51" y="18"/>
                </a:cubicBezTo>
                <a:cubicBezTo>
                  <a:pt x="48" y="15"/>
                  <a:pt x="43" y="15"/>
                  <a:pt x="41" y="18"/>
                </a:cubicBezTo>
                <a:cubicBezTo>
                  <a:pt x="34" y="24"/>
                  <a:pt x="30" y="33"/>
                  <a:pt x="30" y="42"/>
                </a:cubicBezTo>
                <a:cubicBezTo>
                  <a:pt x="30" y="51"/>
                  <a:pt x="34" y="60"/>
                  <a:pt x="41" y="66"/>
                </a:cubicBezTo>
                <a:cubicBezTo>
                  <a:pt x="42" y="68"/>
                  <a:pt x="44" y="69"/>
                  <a:pt x="46" y="69"/>
                </a:cubicBezTo>
                <a:close/>
                <a:moveTo>
                  <a:pt x="131" y="18"/>
                </a:moveTo>
                <a:cubicBezTo>
                  <a:pt x="128" y="21"/>
                  <a:pt x="128" y="25"/>
                  <a:pt x="131" y="28"/>
                </a:cubicBezTo>
                <a:cubicBezTo>
                  <a:pt x="135" y="32"/>
                  <a:pt x="137" y="37"/>
                  <a:pt x="137" y="42"/>
                </a:cubicBezTo>
                <a:cubicBezTo>
                  <a:pt x="137" y="47"/>
                  <a:pt x="135" y="52"/>
                  <a:pt x="131" y="56"/>
                </a:cubicBezTo>
                <a:cubicBezTo>
                  <a:pt x="128" y="59"/>
                  <a:pt x="128" y="63"/>
                  <a:pt x="131" y="66"/>
                </a:cubicBezTo>
                <a:cubicBezTo>
                  <a:pt x="132" y="68"/>
                  <a:pt x="134" y="69"/>
                  <a:pt x="136" y="69"/>
                </a:cubicBezTo>
                <a:cubicBezTo>
                  <a:pt x="138" y="69"/>
                  <a:pt x="140" y="68"/>
                  <a:pt x="141" y="66"/>
                </a:cubicBezTo>
                <a:cubicBezTo>
                  <a:pt x="148" y="60"/>
                  <a:pt x="152" y="51"/>
                  <a:pt x="152" y="42"/>
                </a:cubicBezTo>
                <a:cubicBezTo>
                  <a:pt x="152" y="33"/>
                  <a:pt x="148" y="24"/>
                  <a:pt x="141" y="18"/>
                </a:cubicBezTo>
                <a:cubicBezTo>
                  <a:pt x="139" y="15"/>
                  <a:pt x="134" y="15"/>
                  <a:pt x="131" y="18"/>
                </a:cubicBezTo>
                <a:close/>
                <a:moveTo>
                  <a:pt x="27" y="71"/>
                </a:moveTo>
                <a:cubicBezTo>
                  <a:pt x="19" y="63"/>
                  <a:pt x="15" y="52"/>
                  <a:pt x="15" y="42"/>
                </a:cubicBezTo>
                <a:cubicBezTo>
                  <a:pt x="15" y="32"/>
                  <a:pt x="19" y="21"/>
                  <a:pt x="27" y="13"/>
                </a:cubicBezTo>
                <a:cubicBezTo>
                  <a:pt x="30" y="10"/>
                  <a:pt x="30" y="6"/>
                  <a:pt x="27" y="3"/>
                </a:cubicBezTo>
                <a:cubicBezTo>
                  <a:pt x="24" y="0"/>
                  <a:pt x="19" y="0"/>
                  <a:pt x="16" y="3"/>
                </a:cubicBezTo>
                <a:cubicBezTo>
                  <a:pt x="6" y="14"/>
                  <a:pt x="0" y="28"/>
                  <a:pt x="0" y="42"/>
                </a:cubicBezTo>
                <a:cubicBezTo>
                  <a:pt x="0" y="56"/>
                  <a:pt x="6" y="71"/>
                  <a:pt x="16" y="81"/>
                </a:cubicBezTo>
                <a:cubicBezTo>
                  <a:pt x="18" y="83"/>
                  <a:pt x="20" y="84"/>
                  <a:pt x="22" y="84"/>
                </a:cubicBezTo>
                <a:cubicBezTo>
                  <a:pt x="24" y="84"/>
                  <a:pt x="26" y="83"/>
                  <a:pt x="27" y="81"/>
                </a:cubicBezTo>
                <a:cubicBezTo>
                  <a:pt x="30" y="78"/>
                  <a:pt x="30" y="74"/>
                  <a:pt x="27" y="71"/>
                </a:cubicBezTo>
                <a:close/>
                <a:moveTo>
                  <a:pt x="166" y="3"/>
                </a:moveTo>
                <a:cubicBezTo>
                  <a:pt x="163" y="0"/>
                  <a:pt x="158" y="0"/>
                  <a:pt x="155" y="3"/>
                </a:cubicBezTo>
                <a:cubicBezTo>
                  <a:pt x="152" y="6"/>
                  <a:pt x="152" y="10"/>
                  <a:pt x="155" y="13"/>
                </a:cubicBezTo>
                <a:cubicBezTo>
                  <a:pt x="163" y="21"/>
                  <a:pt x="167" y="32"/>
                  <a:pt x="167" y="42"/>
                </a:cubicBezTo>
                <a:cubicBezTo>
                  <a:pt x="167" y="52"/>
                  <a:pt x="163" y="63"/>
                  <a:pt x="155" y="71"/>
                </a:cubicBezTo>
                <a:cubicBezTo>
                  <a:pt x="152" y="74"/>
                  <a:pt x="152" y="78"/>
                  <a:pt x="155" y="81"/>
                </a:cubicBezTo>
                <a:cubicBezTo>
                  <a:pt x="156" y="83"/>
                  <a:pt x="158" y="84"/>
                  <a:pt x="160" y="84"/>
                </a:cubicBezTo>
                <a:cubicBezTo>
                  <a:pt x="162" y="84"/>
                  <a:pt x="164" y="83"/>
                  <a:pt x="166" y="81"/>
                </a:cubicBezTo>
                <a:cubicBezTo>
                  <a:pt x="176" y="71"/>
                  <a:pt x="182" y="56"/>
                  <a:pt x="182" y="42"/>
                </a:cubicBezTo>
                <a:cubicBezTo>
                  <a:pt x="182" y="28"/>
                  <a:pt x="176" y="14"/>
                  <a:pt x="166" y="3"/>
                </a:cubicBezTo>
                <a:close/>
                <a:moveTo>
                  <a:pt x="91" y="64"/>
                </a:moveTo>
                <a:cubicBezTo>
                  <a:pt x="103" y="64"/>
                  <a:pt x="113" y="54"/>
                  <a:pt x="113" y="42"/>
                </a:cubicBezTo>
                <a:cubicBezTo>
                  <a:pt x="113" y="30"/>
                  <a:pt x="103" y="20"/>
                  <a:pt x="91" y="20"/>
                </a:cubicBezTo>
                <a:cubicBezTo>
                  <a:pt x="79" y="20"/>
                  <a:pt x="69" y="30"/>
                  <a:pt x="69" y="42"/>
                </a:cubicBezTo>
                <a:cubicBezTo>
                  <a:pt x="69" y="54"/>
                  <a:pt x="79" y="64"/>
                  <a:pt x="91" y="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" name="Picture 29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A2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五边形 6"/>
          <p:cNvSpPr/>
          <p:nvPr/>
        </p:nvSpPr>
        <p:spPr>
          <a:xfrm flipH="1">
            <a:off x="7512424" y="2393577"/>
            <a:ext cx="4679576" cy="605117"/>
          </a:xfrm>
          <a:prstGeom prst="homePlate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五边形 7"/>
          <p:cNvSpPr/>
          <p:nvPr/>
        </p:nvSpPr>
        <p:spPr>
          <a:xfrm flipH="1">
            <a:off x="8252012" y="3112995"/>
            <a:ext cx="3939988" cy="605117"/>
          </a:xfrm>
          <a:prstGeom prst="homePlat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五边形 8"/>
          <p:cNvSpPr/>
          <p:nvPr/>
        </p:nvSpPr>
        <p:spPr>
          <a:xfrm flipH="1">
            <a:off x="8884024" y="3832413"/>
            <a:ext cx="3307976" cy="605117"/>
          </a:xfrm>
          <a:prstGeom prst="homePlate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边形 9"/>
          <p:cNvSpPr/>
          <p:nvPr/>
        </p:nvSpPr>
        <p:spPr>
          <a:xfrm flipH="1">
            <a:off x="9529482" y="4551831"/>
            <a:ext cx="2662518" cy="605117"/>
          </a:xfrm>
          <a:prstGeom prst="homePlat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H="1">
            <a:off x="7901075" y="249423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</a:rPr>
              <a:t>在此添加关键字</a:t>
            </a:r>
          </a:p>
        </p:txBody>
      </p:sp>
      <p:sp>
        <p:nvSpPr>
          <p:cNvPr id="12" name="矩形 11"/>
          <p:cNvSpPr/>
          <p:nvPr/>
        </p:nvSpPr>
        <p:spPr>
          <a:xfrm flipH="1">
            <a:off x="8629235" y="321706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</a:rPr>
              <a:t>在此添加关键字</a:t>
            </a:r>
          </a:p>
        </p:txBody>
      </p:sp>
      <p:sp>
        <p:nvSpPr>
          <p:cNvPr id="13" name="矩形 12"/>
          <p:cNvSpPr/>
          <p:nvPr/>
        </p:nvSpPr>
        <p:spPr>
          <a:xfrm flipH="1">
            <a:off x="9150456" y="393648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</a:rPr>
              <a:t>在此添加关键字</a:t>
            </a:r>
          </a:p>
        </p:txBody>
      </p:sp>
      <p:sp>
        <p:nvSpPr>
          <p:cNvPr id="14" name="矩形 13"/>
          <p:cNvSpPr/>
          <p:nvPr/>
        </p:nvSpPr>
        <p:spPr>
          <a:xfrm flipH="1">
            <a:off x="9752772" y="467453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</a:rPr>
              <a:t>在此添加关键字</a:t>
            </a:r>
          </a:p>
        </p:txBody>
      </p:sp>
      <p:sp>
        <p:nvSpPr>
          <p:cNvPr id="15" name="TextBox 17"/>
          <p:cNvSpPr txBox="1"/>
          <p:nvPr/>
        </p:nvSpPr>
        <p:spPr>
          <a:xfrm>
            <a:off x="624312" y="1692257"/>
            <a:ext cx="3836942" cy="55399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800" b="1" dirty="0">
                <a:solidFill>
                  <a:srgbClr val="061978"/>
                </a:solidFill>
              </a:rPr>
              <a:t>单击此处添加文本内容</a:t>
            </a:r>
            <a:endParaRPr lang="en-US" sz="2800" b="1" dirty="0">
              <a:solidFill>
                <a:srgbClr val="1F487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4312" y="2228321"/>
            <a:ext cx="512584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400" dirty="0">
              <a:solidFill>
                <a:srgbClr val="1B2831"/>
              </a:solidFill>
            </a:endParaRPr>
          </a:p>
        </p:txBody>
      </p:sp>
      <p:graphicFrame>
        <p:nvGraphicFramePr>
          <p:cNvPr id="20" name="图表 19"/>
          <p:cNvGraphicFramePr/>
          <p:nvPr>
            <p:extLst>
              <p:ext uri="{D42A27DB-BD31-4B8C-83A1-F6EECF244321}">
                <p14:modId xmlns:p14="http://schemas.microsoft.com/office/powerpoint/2010/main" val="1658440011"/>
              </p:ext>
            </p:extLst>
          </p:nvPr>
        </p:nvGraphicFramePr>
        <p:xfrm>
          <a:off x="142240" y="3718112"/>
          <a:ext cx="8128000" cy="2420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1" name="Picture 20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4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六边形 16"/>
          <p:cNvSpPr/>
          <p:nvPr/>
        </p:nvSpPr>
        <p:spPr>
          <a:xfrm>
            <a:off x="5468057" y="5906030"/>
            <a:ext cx="913704" cy="105023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0" tIns="95250" rIns="95250" bIns="95250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500" kern="1200" dirty="0"/>
          </a:p>
        </p:txBody>
      </p:sp>
      <p:sp>
        <p:nvSpPr>
          <p:cNvPr id="30" name="六边形 29"/>
          <p:cNvSpPr/>
          <p:nvPr/>
        </p:nvSpPr>
        <p:spPr>
          <a:xfrm rot="5400000">
            <a:off x="6247517" y="2232783"/>
            <a:ext cx="1112792" cy="96812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六边形 27"/>
          <p:cNvSpPr/>
          <p:nvPr/>
        </p:nvSpPr>
        <p:spPr>
          <a:xfrm rot="5400000">
            <a:off x="4911661" y="2232783"/>
            <a:ext cx="1112792" cy="96812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4" name="六边形 23"/>
          <p:cNvSpPr/>
          <p:nvPr/>
        </p:nvSpPr>
        <p:spPr>
          <a:xfrm rot="5400000">
            <a:off x="6826358" y="3351490"/>
            <a:ext cx="1112792" cy="96812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2" name="六边形 21"/>
          <p:cNvSpPr/>
          <p:nvPr/>
        </p:nvSpPr>
        <p:spPr>
          <a:xfrm rot="5400000">
            <a:off x="6247517" y="4455682"/>
            <a:ext cx="1112792" cy="96812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" name="六边形 19"/>
          <p:cNvSpPr/>
          <p:nvPr/>
        </p:nvSpPr>
        <p:spPr>
          <a:xfrm rot="5400000">
            <a:off x="4882633" y="4426654"/>
            <a:ext cx="1112792" cy="96812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" name="六边形 14"/>
          <p:cNvSpPr/>
          <p:nvPr/>
        </p:nvSpPr>
        <p:spPr>
          <a:xfrm>
            <a:off x="5280000" y="4397105"/>
            <a:ext cx="666394" cy="76597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600" kern="1200"/>
          </a:p>
        </p:txBody>
      </p:sp>
      <p:sp>
        <p:nvSpPr>
          <p:cNvPr id="16" name="六边形 15"/>
          <p:cNvSpPr/>
          <p:nvPr/>
        </p:nvSpPr>
        <p:spPr>
          <a:xfrm rot="5400000">
            <a:off x="4277578" y="3346333"/>
            <a:ext cx="1112792" cy="96812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" name="六边形 18"/>
          <p:cNvSpPr/>
          <p:nvPr/>
        </p:nvSpPr>
        <p:spPr>
          <a:xfrm>
            <a:off x="6901665" y="5906030"/>
            <a:ext cx="913704" cy="105023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600" kern="1200"/>
          </a:p>
        </p:txBody>
      </p:sp>
      <p:sp>
        <p:nvSpPr>
          <p:cNvPr id="32" name="六边形 31"/>
          <p:cNvSpPr/>
          <p:nvPr/>
        </p:nvSpPr>
        <p:spPr>
          <a:xfrm rot="5400000">
            <a:off x="5373103" y="3164210"/>
            <a:ext cx="1525763" cy="1327414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Freeform 902"/>
          <p:cNvSpPr>
            <a:spLocks noEditPoints="1"/>
          </p:cNvSpPr>
          <p:nvPr/>
        </p:nvSpPr>
        <p:spPr bwMode="auto">
          <a:xfrm>
            <a:off x="5801815" y="3569533"/>
            <a:ext cx="668338" cy="517525"/>
          </a:xfrm>
          <a:custGeom>
            <a:avLst/>
            <a:gdLst>
              <a:gd name="T0" fmla="*/ 51 w 178"/>
              <a:gd name="T1" fmla="*/ 100 h 138"/>
              <a:gd name="T2" fmla="*/ 63 w 178"/>
              <a:gd name="T3" fmla="*/ 112 h 138"/>
              <a:gd name="T4" fmla="*/ 89 w 178"/>
              <a:gd name="T5" fmla="*/ 101 h 138"/>
              <a:gd name="T6" fmla="*/ 115 w 178"/>
              <a:gd name="T7" fmla="*/ 112 h 138"/>
              <a:gd name="T8" fmla="*/ 127 w 178"/>
              <a:gd name="T9" fmla="*/ 100 h 138"/>
              <a:gd name="T10" fmla="*/ 89 w 178"/>
              <a:gd name="T11" fmla="*/ 84 h 138"/>
              <a:gd name="T12" fmla="*/ 51 w 178"/>
              <a:gd name="T13" fmla="*/ 100 h 138"/>
              <a:gd name="T14" fmla="*/ 89 w 178"/>
              <a:gd name="T15" fmla="*/ 120 h 138"/>
              <a:gd name="T16" fmla="*/ 76 w 178"/>
              <a:gd name="T17" fmla="*/ 125 h 138"/>
              <a:gd name="T18" fmla="*/ 89 w 178"/>
              <a:gd name="T19" fmla="*/ 138 h 138"/>
              <a:gd name="T20" fmla="*/ 102 w 178"/>
              <a:gd name="T21" fmla="*/ 125 h 138"/>
              <a:gd name="T22" fmla="*/ 89 w 178"/>
              <a:gd name="T23" fmla="*/ 120 h 138"/>
              <a:gd name="T24" fmla="*/ 177 w 178"/>
              <a:gd name="T25" fmla="*/ 49 h 138"/>
              <a:gd name="T26" fmla="*/ 1 w 178"/>
              <a:gd name="T27" fmla="*/ 49 h 138"/>
              <a:gd name="T28" fmla="*/ 0 w 178"/>
              <a:gd name="T29" fmla="*/ 49 h 138"/>
              <a:gd name="T30" fmla="*/ 13 w 178"/>
              <a:gd name="T31" fmla="*/ 62 h 138"/>
              <a:gd name="T32" fmla="*/ 89 w 178"/>
              <a:gd name="T33" fmla="*/ 29 h 138"/>
              <a:gd name="T34" fmla="*/ 165 w 178"/>
              <a:gd name="T35" fmla="*/ 62 h 138"/>
              <a:gd name="T36" fmla="*/ 178 w 178"/>
              <a:gd name="T37" fmla="*/ 49 h 138"/>
              <a:gd name="T38" fmla="*/ 177 w 178"/>
              <a:gd name="T39" fmla="*/ 49 h 138"/>
              <a:gd name="T40" fmla="*/ 89 w 178"/>
              <a:gd name="T41" fmla="*/ 48 h 138"/>
              <a:gd name="T42" fmla="*/ 26 w 178"/>
              <a:gd name="T43" fmla="*/ 74 h 138"/>
              <a:gd name="T44" fmla="*/ 26 w 178"/>
              <a:gd name="T45" fmla="*/ 75 h 138"/>
              <a:gd name="T46" fmla="*/ 38 w 178"/>
              <a:gd name="T47" fmla="*/ 87 h 138"/>
              <a:gd name="T48" fmla="*/ 89 w 178"/>
              <a:gd name="T49" fmla="*/ 66 h 138"/>
              <a:gd name="T50" fmla="*/ 140 w 178"/>
              <a:gd name="T51" fmla="*/ 87 h 138"/>
              <a:gd name="T52" fmla="*/ 152 w 178"/>
              <a:gd name="T53" fmla="*/ 75 h 138"/>
              <a:gd name="T54" fmla="*/ 152 w 178"/>
              <a:gd name="T55" fmla="*/ 74 h 138"/>
              <a:gd name="T56" fmla="*/ 89 w 178"/>
              <a:gd name="T57" fmla="*/ 4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78" h="138">
                <a:moveTo>
                  <a:pt x="51" y="100"/>
                </a:moveTo>
                <a:cubicBezTo>
                  <a:pt x="63" y="112"/>
                  <a:pt x="63" y="112"/>
                  <a:pt x="63" y="112"/>
                </a:cubicBezTo>
                <a:cubicBezTo>
                  <a:pt x="70" y="106"/>
                  <a:pt x="79" y="101"/>
                  <a:pt x="89" y="101"/>
                </a:cubicBezTo>
                <a:cubicBezTo>
                  <a:pt x="99" y="101"/>
                  <a:pt x="108" y="106"/>
                  <a:pt x="115" y="112"/>
                </a:cubicBezTo>
                <a:cubicBezTo>
                  <a:pt x="127" y="100"/>
                  <a:pt x="127" y="100"/>
                  <a:pt x="127" y="100"/>
                </a:cubicBezTo>
                <a:cubicBezTo>
                  <a:pt x="117" y="90"/>
                  <a:pt x="104" y="84"/>
                  <a:pt x="89" y="84"/>
                </a:cubicBezTo>
                <a:cubicBezTo>
                  <a:pt x="74" y="84"/>
                  <a:pt x="61" y="90"/>
                  <a:pt x="51" y="100"/>
                </a:cubicBezTo>
                <a:close/>
                <a:moveTo>
                  <a:pt x="89" y="120"/>
                </a:moveTo>
                <a:cubicBezTo>
                  <a:pt x="84" y="120"/>
                  <a:pt x="79" y="122"/>
                  <a:pt x="76" y="125"/>
                </a:cubicBezTo>
                <a:cubicBezTo>
                  <a:pt x="89" y="138"/>
                  <a:pt x="89" y="138"/>
                  <a:pt x="89" y="138"/>
                </a:cubicBezTo>
                <a:cubicBezTo>
                  <a:pt x="102" y="125"/>
                  <a:pt x="102" y="125"/>
                  <a:pt x="102" y="125"/>
                </a:cubicBezTo>
                <a:cubicBezTo>
                  <a:pt x="99" y="122"/>
                  <a:pt x="94" y="120"/>
                  <a:pt x="89" y="120"/>
                </a:cubicBezTo>
                <a:close/>
                <a:moveTo>
                  <a:pt x="177" y="49"/>
                </a:moveTo>
                <a:cubicBezTo>
                  <a:pt x="128" y="0"/>
                  <a:pt x="50" y="0"/>
                  <a:pt x="1" y="49"/>
                </a:cubicBezTo>
                <a:cubicBezTo>
                  <a:pt x="1" y="49"/>
                  <a:pt x="1" y="49"/>
                  <a:pt x="0" y="49"/>
                </a:cubicBezTo>
                <a:cubicBezTo>
                  <a:pt x="13" y="62"/>
                  <a:pt x="13" y="62"/>
                  <a:pt x="13" y="62"/>
                </a:cubicBezTo>
                <a:cubicBezTo>
                  <a:pt x="32" y="42"/>
                  <a:pt x="59" y="29"/>
                  <a:pt x="89" y="29"/>
                </a:cubicBezTo>
                <a:cubicBezTo>
                  <a:pt x="119" y="29"/>
                  <a:pt x="146" y="42"/>
                  <a:pt x="165" y="62"/>
                </a:cubicBezTo>
                <a:cubicBezTo>
                  <a:pt x="178" y="49"/>
                  <a:pt x="178" y="49"/>
                  <a:pt x="178" y="49"/>
                </a:cubicBezTo>
                <a:cubicBezTo>
                  <a:pt x="177" y="49"/>
                  <a:pt x="177" y="49"/>
                  <a:pt x="177" y="49"/>
                </a:cubicBezTo>
                <a:close/>
                <a:moveTo>
                  <a:pt x="89" y="48"/>
                </a:moveTo>
                <a:cubicBezTo>
                  <a:pt x="65" y="48"/>
                  <a:pt x="43" y="57"/>
                  <a:pt x="26" y="74"/>
                </a:cubicBezTo>
                <a:cubicBezTo>
                  <a:pt x="26" y="74"/>
                  <a:pt x="26" y="74"/>
                  <a:pt x="26" y="75"/>
                </a:cubicBezTo>
                <a:cubicBezTo>
                  <a:pt x="38" y="87"/>
                  <a:pt x="38" y="87"/>
                  <a:pt x="38" y="87"/>
                </a:cubicBezTo>
                <a:cubicBezTo>
                  <a:pt x="51" y="74"/>
                  <a:pt x="69" y="66"/>
                  <a:pt x="89" y="66"/>
                </a:cubicBezTo>
                <a:cubicBezTo>
                  <a:pt x="109" y="66"/>
                  <a:pt x="127" y="74"/>
                  <a:pt x="140" y="87"/>
                </a:cubicBezTo>
                <a:cubicBezTo>
                  <a:pt x="152" y="75"/>
                  <a:pt x="152" y="75"/>
                  <a:pt x="152" y="75"/>
                </a:cubicBezTo>
                <a:cubicBezTo>
                  <a:pt x="152" y="74"/>
                  <a:pt x="152" y="74"/>
                  <a:pt x="152" y="74"/>
                </a:cubicBezTo>
                <a:cubicBezTo>
                  <a:pt x="135" y="57"/>
                  <a:pt x="113" y="48"/>
                  <a:pt x="8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97"/>
          <p:cNvSpPr>
            <a:spLocks noEditPoints="1"/>
          </p:cNvSpPr>
          <p:nvPr/>
        </p:nvSpPr>
        <p:spPr bwMode="auto">
          <a:xfrm>
            <a:off x="4691105" y="3662817"/>
            <a:ext cx="330200" cy="330200"/>
          </a:xfrm>
          <a:custGeom>
            <a:avLst/>
            <a:gdLst>
              <a:gd name="T0" fmla="*/ 44 w 88"/>
              <a:gd name="T1" fmla="*/ 0 h 88"/>
              <a:gd name="T2" fmla="*/ 0 w 88"/>
              <a:gd name="T3" fmla="*/ 44 h 88"/>
              <a:gd name="T4" fmla="*/ 44 w 88"/>
              <a:gd name="T5" fmla="*/ 88 h 88"/>
              <a:gd name="T6" fmla="*/ 88 w 88"/>
              <a:gd name="T7" fmla="*/ 44 h 88"/>
              <a:gd name="T8" fmla="*/ 44 w 88"/>
              <a:gd name="T9" fmla="*/ 0 h 88"/>
              <a:gd name="T10" fmla="*/ 61 w 88"/>
              <a:gd name="T11" fmla="*/ 52 h 88"/>
              <a:gd name="T12" fmla="*/ 52 w 88"/>
              <a:gd name="T13" fmla="*/ 52 h 88"/>
              <a:gd name="T14" fmla="*/ 52 w 88"/>
              <a:gd name="T15" fmla="*/ 61 h 88"/>
              <a:gd name="T16" fmla="*/ 44 w 88"/>
              <a:gd name="T17" fmla="*/ 69 h 88"/>
              <a:gd name="T18" fmla="*/ 36 w 88"/>
              <a:gd name="T19" fmla="*/ 61 h 88"/>
              <a:gd name="T20" fmla="*/ 36 w 88"/>
              <a:gd name="T21" fmla="*/ 52 h 88"/>
              <a:gd name="T22" fmla="*/ 28 w 88"/>
              <a:gd name="T23" fmla="*/ 52 h 88"/>
              <a:gd name="T24" fmla="*/ 20 w 88"/>
              <a:gd name="T25" fmla="*/ 44 h 88"/>
              <a:gd name="T26" fmla="*/ 28 w 88"/>
              <a:gd name="T27" fmla="*/ 36 h 88"/>
              <a:gd name="T28" fmla="*/ 36 w 88"/>
              <a:gd name="T29" fmla="*/ 36 h 88"/>
              <a:gd name="T30" fmla="*/ 36 w 88"/>
              <a:gd name="T31" fmla="*/ 28 h 88"/>
              <a:gd name="T32" fmla="*/ 44 w 88"/>
              <a:gd name="T33" fmla="*/ 20 h 88"/>
              <a:gd name="T34" fmla="*/ 52 w 88"/>
              <a:gd name="T35" fmla="*/ 28 h 88"/>
              <a:gd name="T36" fmla="*/ 52 w 88"/>
              <a:gd name="T37" fmla="*/ 36 h 88"/>
              <a:gd name="T38" fmla="*/ 61 w 88"/>
              <a:gd name="T39" fmla="*/ 36 h 88"/>
              <a:gd name="T40" fmla="*/ 69 w 88"/>
              <a:gd name="T41" fmla="*/ 44 h 88"/>
              <a:gd name="T42" fmla="*/ 61 w 88"/>
              <a:gd name="T43" fmla="*/ 52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8" h="88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69"/>
                  <a:pt x="20" y="88"/>
                  <a:pt x="44" y="88"/>
                </a:cubicBezTo>
                <a:cubicBezTo>
                  <a:pt x="69" y="88"/>
                  <a:pt x="88" y="69"/>
                  <a:pt x="88" y="44"/>
                </a:cubicBezTo>
                <a:cubicBezTo>
                  <a:pt x="88" y="20"/>
                  <a:pt x="69" y="0"/>
                  <a:pt x="44" y="0"/>
                </a:cubicBezTo>
                <a:close/>
                <a:moveTo>
                  <a:pt x="61" y="52"/>
                </a:moveTo>
                <a:cubicBezTo>
                  <a:pt x="52" y="52"/>
                  <a:pt x="52" y="52"/>
                  <a:pt x="52" y="52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5"/>
                  <a:pt x="49" y="69"/>
                  <a:pt x="44" y="69"/>
                </a:cubicBezTo>
                <a:cubicBezTo>
                  <a:pt x="40" y="69"/>
                  <a:pt x="36" y="65"/>
                  <a:pt x="36" y="61"/>
                </a:cubicBezTo>
                <a:cubicBezTo>
                  <a:pt x="36" y="52"/>
                  <a:pt x="36" y="52"/>
                  <a:pt x="36" y="52"/>
                </a:cubicBezTo>
                <a:cubicBezTo>
                  <a:pt x="28" y="52"/>
                  <a:pt x="28" y="52"/>
                  <a:pt x="28" y="52"/>
                </a:cubicBezTo>
                <a:cubicBezTo>
                  <a:pt x="23" y="52"/>
                  <a:pt x="20" y="49"/>
                  <a:pt x="20" y="44"/>
                </a:cubicBezTo>
                <a:cubicBezTo>
                  <a:pt x="20" y="40"/>
                  <a:pt x="23" y="36"/>
                  <a:pt x="2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3"/>
                  <a:pt x="40" y="20"/>
                  <a:pt x="44" y="20"/>
                </a:cubicBezTo>
                <a:cubicBezTo>
                  <a:pt x="49" y="20"/>
                  <a:pt x="52" y="23"/>
                  <a:pt x="52" y="28"/>
                </a:cubicBezTo>
                <a:cubicBezTo>
                  <a:pt x="52" y="36"/>
                  <a:pt x="52" y="36"/>
                  <a:pt x="52" y="36"/>
                </a:cubicBezTo>
                <a:cubicBezTo>
                  <a:pt x="61" y="36"/>
                  <a:pt x="61" y="36"/>
                  <a:pt x="61" y="36"/>
                </a:cubicBezTo>
                <a:cubicBezTo>
                  <a:pt x="65" y="36"/>
                  <a:pt x="69" y="40"/>
                  <a:pt x="69" y="44"/>
                </a:cubicBezTo>
                <a:cubicBezTo>
                  <a:pt x="69" y="49"/>
                  <a:pt x="65" y="52"/>
                  <a:pt x="6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98"/>
          <p:cNvSpPr>
            <a:spLocks noEditPoints="1"/>
          </p:cNvSpPr>
          <p:nvPr/>
        </p:nvSpPr>
        <p:spPr bwMode="auto">
          <a:xfrm>
            <a:off x="6617129" y="4779357"/>
            <a:ext cx="365125" cy="363538"/>
          </a:xfrm>
          <a:custGeom>
            <a:avLst/>
            <a:gdLst>
              <a:gd name="T0" fmla="*/ 17 w 97"/>
              <a:gd name="T1" fmla="*/ 17 h 97"/>
              <a:gd name="T2" fmla="*/ 17 w 97"/>
              <a:gd name="T3" fmla="*/ 79 h 97"/>
              <a:gd name="T4" fmla="*/ 80 w 97"/>
              <a:gd name="T5" fmla="*/ 79 h 97"/>
              <a:gd name="T6" fmla="*/ 80 w 97"/>
              <a:gd name="T7" fmla="*/ 17 h 97"/>
              <a:gd name="T8" fmla="*/ 17 w 97"/>
              <a:gd name="T9" fmla="*/ 17 h 97"/>
              <a:gd name="T10" fmla="*/ 66 w 97"/>
              <a:gd name="T11" fmla="*/ 42 h 97"/>
              <a:gd name="T12" fmla="*/ 60 w 97"/>
              <a:gd name="T13" fmla="*/ 48 h 97"/>
              <a:gd name="T14" fmla="*/ 66 w 97"/>
              <a:gd name="T15" fmla="*/ 54 h 97"/>
              <a:gd name="T16" fmla="*/ 66 w 97"/>
              <a:gd name="T17" fmla="*/ 66 h 97"/>
              <a:gd name="T18" fmla="*/ 55 w 97"/>
              <a:gd name="T19" fmla="*/ 66 h 97"/>
              <a:gd name="T20" fmla="*/ 49 w 97"/>
              <a:gd name="T21" fmla="*/ 59 h 97"/>
              <a:gd name="T22" fmla="*/ 42 w 97"/>
              <a:gd name="T23" fmla="*/ 66 h 97"/>
              <a:gd name="T24" fmla="*/ 31 w 97"/>
              <a:gd name="T25" fmla="*/ 66 h 97"/>
              <a:gd name="T26" fmla="*/ 31 w 97"/>
              <a:gd name="T27" fmla="*/ 54 h 97"/>
              <a:gd name="T28" fmla="*/ 37 w 97"/>
              <a:gd name="T29" fmla="*/ 48 h 97"/>
              <a:gd name="T30" fmla="*/ 31 w 97"/>
              <a:gd name="T31" fmla="*/ 42 h 97"/>
              <a:gd name="T32" fmla="*/ 31 w 97"/>
              <a:gd name="T33" fmla="*/ 31 h 97"/>
              <a:gd name="T34" fmla="*/ 42 w 97"/>
              <a:gd name="T35" fmla="*/ 31 h 97"/>
              <a:gd name="T36" fmla="*/ 49 w 97"/>
              <a:gd name="T37" fmla="*/ 37 h 97"/>
              <a:gd name="T38" fmla="*/ 55 w 97"/>
              <a:gd name="T39" fmla="*/ 31 h 97"/>
              <a:gd name="T40" fmla="*/ 66 w 97"/>
              <a:gd name="T41" fmla="*/ 31 h 97"/>
              <a:gd name="T42" fmla="*/ 66 w 97"/>
              <a:gd name="T43" fmla="*/ 42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7" h="97">
                <a:moveTo>
                  <a:pt x="17" y="17"/>
                </a:moveTo>
                <a:cubicBezTo>
                  <a:pt x="0" y="34"/>
                  <a:pt x="0" y="62"/>
                  <a:pt x="17" y="79"/>
                </a:cubicBezTo>
                <a:cubicBezTo>
                  <a:pt x="35" y="97"/>
                  <a:pt x="62" y="97"/>
                  <a:pt x="80" y="79"/>
                </a:cubicBezTo>
                <a:cubicBezTo>
                  <a:pt x="97" y="62"/>
                  <a:pt x="97" y="34"/>
                  <a:pt x="80" y="17"/>
                </a:cubicBezTo>
                <a:cubicBezTo>
                  <a:pt x="62" y="0"/>
                  <a:pt x="35" y="0"/>
                  <a:pt x="17" y="17"/>
                </a:cubicBezTo>
                <a:close/>
                <a:moveTo>
                  <a:pt x="66" y="42"/>
                </a:moveTo>
                <a:cubicBezTo>
                  <a:pt x="60" y="48"/>
                  <a:pt x="60" y="48"/>
                  <a:pt x="60" y="48"/>
                </a:cubicBezTo>
                <a:cubicBezTo>
                  <a:pt x="66" y="54"/>
                  <a:pt x="66" y="54"/>
                  <a:pt x="66" y="54"/>
                </a:cubicBezTo>
                <a:cubicBezTo>
                  <a:pt x="69" y="58"/>
                  <a:pt x="69" y="63"/>
                  <a:pt x="66" y="66"/>
                </a:cubicBezTo>
                <a:cubicBezTo>
                  <a:pt x="63" y="69"/>
                  <a:pt x="58" y="69"/>
                  <a:pt x="55" y="66"/>
                </a:cubicBezTo>
                <a:cubicBezTo>
                  <a:pt x="49" y="59"/>
                  <a:pt x="49" y="59"/>
                  <a:pt x="49" y="59"/>
                </a:cubicBezTo>
                <a:cubicBezTo>
                  <a:pt x="42" y="66"/>
                  <a:pt x="42" y="66"/>
                  <a:pt x="42" y="66"/>
                </a:cubicBezTo>
                <a:cubicBezTo>
                  <a:pt x="39" y="69"/>
                  <a:pt x="34" y="69"/>
                  <a:pt x="31" y="66"/>
                </a:cubicBezTo>
                <a:cubicBezTo>
                  <a:pt x="28" y="63"/>
                  <a:pt x="28" y="58"/>
                  <a:pt x="31" y="54"/>
                </a:cubicBezTo>
                <a:cubicBezTo>
                  <a:pt x="37" y="48"/>
                  <a:pt x="37" y="48"/>
                  <a:pt x="37" y="48"/>
                </a:cubicBezTo>
                <a:cubicBezTo>
                  <a:pt x="31" y="42"/>
                  <a:pt x="31" y="42"/>
                  <a:pt x="31" y="42"/>
                </a:cubicBezTo>
                <a:cubicBezTo>
                  <a:pt x="28" y="39"/>
                  <a:pt x="28" y="34"/>
                  <a:pt x="31" y="31"/>
                </a:cubicBezTo>
                <a:cubicBezTo>
                  <a:pt x="34" y="28"/>
                  <a:pt x="39" y="28"/>
                  <a:pt x="42" y="31"/>
                </a:cubicBezTo>
                <a:cubicBezTo>
                  <a:pt x="49" y="37"/>
                  <a:pt x="49" y="37"/>
                  <a:pt x="49" y="37"/>
                </a:cubicBezTo>
                <a:cubicBezTo>
                  <a:pt x="55" y="31"/>
                  <a:pt x="55" y="31"/>
                  <a:pt x="55" y="31"/>
                </a:cubicBezTo>
                <a:cubicBezTo>
                  <a:pt x="58" y="28"/>
                  <a:pt x="63" y="28"/>
                  <a:pt x="66" y="31"/>
                </a:cubicBezTo>
                <a:cubicBezTo>
                  <a:pt x="69" y="34"/>
                  <a:pt x="69" y="39"/>
                  <a:pt x="66" y="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100"/>
          <p:cNvSpPr>
            <a:spLocks noEditPoints="1"/>
          </p:cNvSpPr>
          <p:nvPr/>
        </p:nvSpPr>
        <p:spPr bwMode="auto">
          <a:xfrm>
            <a:off x="5238610" y="4741685"/>
            <a:ext cx="363538" cy="363538"/>
          </a:xfrm>
          <a:custGeom>
            <a:avLst/>
            <a:gdLst>
              <a:gd name="T0" fmla="*/ 80 w 97"/>
              <a:gd name="T1" fmla="*/ 17 h 97"/>
              <a:gd name="T2" fmla="*/ 17 w 97"/>
              <a:gd name="T3" fmla="*/ 17 h 97"/>
              <a:gd name="T4" fmla="*/ 17 w 97"/>
              <a:gd name="T5" fmla="*/ 79 h 97"/>
              <a:gd name="T6" fmla="*/ 80 w 97"/>
              <a:gd name="T7" fmla="*/ 79 h 97"/>
              <a:gd name="T8" fmla="*/ 80 w 97"/>
              <a:gd name="T9" fmla="*/ 17 h 97"/>
              <a:gd name="T10" fmla="*/ 79 w 97"/>
              <a:gd name="T11" fmla="*/ 43 h 97"/>
              <a:gd name="T12" fmla="*/ 50 w 97"/>
              <a:gd name="T13" fmla="*/ 72 h 97"/>
              <a:gd name="T14" fmla="*/ 50 w 97"/>
              <a:gd name="T15" fmla="*/ 72 h 97"/>
              <a:gd name="T16" fmla="*/ 44 w 97"/>
              <a:gd name="T17" fmla="*/ 75 h 97"/>
              <a:gd name="T18" fmla="*/ 38 w 97"/>
              <a:gd name="T19" fmla="*/ 72 h 97"/>
              <a:gd name="T20" fmla="*/ 38 w 97"/>
              <a:gd name="T21" fmla="*/ 72 h 97"/>
              <a:gd name="T22" fmla="*/ 21 w 97"/>
              <a:gd name="T23" fmla="*/ 55 h 97"/>
              <a:gd name="T24" fmla="*/ 21 w 97"/>
              <a:gd name="T25" fmla="*/ 44 h 97"/>
              <a:gd name="T26" fmla="*/ 32 w 97"/>
              <a:gd name="T27" fmla="*/ 44 h 97"/>
              <a:gd name="T28" fmla="*/ 44 w 97"/>
              <a:gd name="T29" fmla="*/ 55 h 97"/>
              <a:gd name="T30" fmla="*/ 68 w 97"/>
              <a:gd name="T31" fmla="*/ 32 h 97"/>
              <a:gd name="T32" fmla="*/ 79 w 97"/>
              <a:gd name="T33" fmla="*/ 32 h 97"/>
              <a:gd name="T34" fmla="*/ 79 w 97"/>
              <a:gd name="T35" fmla="*/ 43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7" h="97">
                <a:moveTo>
                  <a:pt x="80" y="17"/>
                </a:moveTo>
                <a:cubicBezTo>
                  <a:pt x="62" y="0"/>
                  <a:pt x="34" y="0"/>
                  <a:pt x="17" y="17"/>
                </a:cubicBezTo>
                <a:cubicBezTo>
                  <a:pt x="0" y="34"/>
                  <a:pt x="0" y="62"/>
                  <a:pt x="17" y="79"/>
                </a:cubicBezTo>
                <a:cubicBezTo>
                  <a:pt x="34" y="97"/>
                  <a:pt x="62" y="97"/>
                  <a:pt x="80" y="79"/>
                </a:cubicBezTo>
                <a:cubicBezTo>
                  <a:pt x="97" y="62"/>
                  <a:pt x="97" y="34"/>
                  <a:pt x="80" y="17"/>
                </a:cubicBezTo>
                <a:close/>
                <a:moveTo>
                  <a:pt x="79" y="43"/>
                </a:moveTo>
                <a:cubicBezTo>
                  <a:pt x="50" y="72"/>
                  <a:pt x="50" y="72"/>
                  <a:pt x="50" y="72"/>
                </a:cubicBezTo>
                <a:cubicBezTo>
                  <a:pt x="50" y="72"/>
                  <a:pt x="50" y="72"/>
                  <a:pt x="50" y="72"/>
                </a:cubicBezTo>
                <a:cubicBezTo>
                  <a:pt x="48" y="74"/>
                  <a:pt x="46" y="75"/>
                  <a:pt x="44" y="75"/>
                </a:cubicBezTo>
                <a:cubicBezTo>
                  <a:pt x="42" y="75"/>
                  <a:pt x="40" y="74"/>
                  <a:pt x="38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21" y="55"/>
                  <a:pt x="21" y="55"/>
                  <a:pt x="21" y="55"/>
                </a:cubicBezTo>
                <a:cubicBezTo>
                  <a:pt x="18" y="52"/>
                  <a:pt x="18" y="47"/>
                  <a:pt x="21" y="44"/>
                </a:cubicBezTo>
                <a:cubicBezTo>
                  <a:pt x="24" y="41"/>
                  <a:pt x="29" y="41"/>
                  <a:pt x="32" y="44"/>
                </a:cubicBezTo>
                <a:cubicBezTo>
                  <a:pt x="44" y="55"/>
                  <a:pt x="44" y="55"/>
                  <a:pt x="44" y="55"/>
                </a:cubicBezTo>
                <a:cubicBezTo>
                  <a:pt x="68" y="32"/>
                  <a:pt x="68" y="32"/>
                  <a:pt x="68" y="32"/>
                </a:cubicBezTo>
                <a:cubicBezTo>
                  <a:pt x="71" y="29"/>
                  <a:pt x="76" y="29"/>
                  <a:pt x="79" y="32"/>
                </a:cubicBezTo>
                <a:cubicBezTo>
                  <a:pt x="82" y="35"/>
                  <a:pt x="82" y="40"/>
                  <a:pt x="79" y="4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148"/>
          <p:cNvSpPr>
            <a:spLocks noEditPoints="1"/>
          </p:cNvSpPr>
          <p:nvPr/>
        </p:nvSpPr>
        <p:spPr bwMode="auto">
          <a:xfrm>
            <a:off x="6694487" y="2516771"/>
            <a:ext cx="365125" cy="363538"/>
          </a:xfrm>
          <a:custGeom>
            <a:avLst/>
            <a:gdLst>
              <a:gd name="T0" fmla="*/ 79 w 97"/>
              <a:gd name="T1" fmla="*/ 17 h 97"/>
              <a:gd name="T2" fmla="*/ 17 w 97"/>
              <a:gd name="T3" fmla="*/ 17 h 97"/>
              <a:gd name="T4" fmla="*/ 17 w 97"/>
              <a:gd name="T5" fmla="*/ 80 h 97"/>
              <a:gd name="T6" fmla="*/ 79 w 97"/>
              <a:gd name="T7" fmla="*/ 80 h 97"/>
              <a:gd name="T8" fmla="*/ 79 w 97"/>
              <a:gd name="T9" fmla="*/ 17 h 97"/>
              <a:gd name="T10" fmla="*/ 75 w 97"/>
              <a:gd name="T11" fmla="*/ 53 h 97"/>
              <a:gd name="T12" fmla="*/ 59 w 97"/>
              <a:gd name="T13" fmla="*/ 66 h 97"/>
              <a:gd name="T14" fmla="*/ 54 w 97"/>
              <a:gd name="T15" fmla="*/ 63 h 97"/>
              <a:gd name="T16" fmla="*/ 53 w 97"/>
              <a:gd name="T17" fmla="*/ 58 h 97"/>
              <a:gd name="T18" fmla="*/ 48 w 97"/>
              <a:gd name="T19" fmla="*/ 57 h 97"/>
              <a:gd name="T20" fmla="*/ 27 w 97"/>
              <a:gd name="T21" fmla="*/ 57 h 97"/>
              <a:gd name="T22" fmla="*/ 18 w 97"/>
              <a:gd name="T23" fmla="*/ 48 h 97"/>
              <a:gd name="T24" fmla="*/ 27 w 97"/>
              <a:gd name="T25" fmla="*/ 39 h 97"/>
              <a:gd name="T26" fmla="*/ 49 w 97"/>
              <a:gd name="T27" fmla="*/ 39 h 97"/>
              <a:gd name="T28" fmla="*/ 53 w 97"/>
              <a:gd name="T29" fmla="*/ 39 h 97"/>
              <a:gd name="T30" fmla="*/ 54 w 97"/>
              <a:gd name="T31" fmla="*/ 34 h 97"/>
              <a:gd name="T32" fmla="*/ 59 w 97"/>
              <a:gd name="T33" fmla="*/ 31 h 97"/>
              <a:gd name="T34" fmla="*/ 75 w 97"/>
              <a:gd name="T35" fmla="*/ 44 h 97"/>
              <a:gd name="T36" fmla="*/ 75 w 97"/>
              <a:gd name="T37" fmla="*/ 53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7" h="97">
                <a:moveTo>
                  <a:pt x="79" y="17"/>
                </a:moveTo>
                <a:cubicBezTo>
                  <a:pt x="62" y="0"/>
                  <a:pt x="34" y="0"/>
                  <a:pt x="17" y="17"/>
                </a:cubicBezTo>
                <a:cubicBezTo>
                  <a:pt x="0" y="34"/>
                  <a:pt x="0" y="62"/>
                  <a:pt x="17" y="80"/>
                </a:cubicBezTo>
                <a:cubicBezTo>
                  <a:pt x="34" y="97"/>
                  <a:pt x="62" y="97"/>
                  <a:pt x="79" y="80"/>
                </a:cubicBezTo>
                <a:cubicBezTo>
                  <a:pt x="97" y="62"/>
                  <a:pt x="97" y="34"/>
                  <a:pt x="79" y="17"/>
                </a:cubicBezTo>
                <a:close/>
                <a:moveTo>
                  <a:pt x="75" y="53"/>
                </a:moveTo>
                <a:cubicBezTo>
                  <a:pt x="59" y="66"/>
                  <a:pt x="59" y="66"/>
                  <a:pt x="59" y="66"/>
                </a:cubicBezTo>
                <a:cubicBezTo>
                  <a:pt x="56" y="68"/>
                  <a:pt x="54" y="67"/>
                  <a:pt x="54" y="63"/>
                </a:cubicBezTo>
                <a:cubicBezTo>
                  <a:pt x="54" y="63"/>
                  <a:pt x="54" y="59"/>
                  <a:pt x="53" y="58"/>
                </a:cubicBezTo>
                <a:cubicBezTo>
                  <a:pt x="52" y="57"/>
                  <a:pt x="48" y="57"/>
                  <a:pt x="48" y="57"/>
                </a:cubicBezTo>
                <a:cubicBezTo>
                  <a:pt x="27" y="57"/>
                  <a:pt x="27" y="57"/>
                  <a:pt x="27" y="57"/>
                </a:cubicBezTo>
                <a:cubicBezTo>
                  <a:pt x="22" y="57"/>
                  <a:pt x="18" y="53"/>
                  <a:pt x="18" y="48"/>
                </a:cubicBezTo>
                <a:cubicBezTo>
                  <a:pt x="18" y="43"/>
                  <a:pt x="22" y="39"/>
                  <a:pt x="27" y="39"/>
                </a:cubicBezTo>
                <a:cubicBezTo>
                  <a:pt x="49" y="39"/>
                  <a:pt x="49" y="39"/>
                  <a:pt x="49" y="39"/>
                </a:cubicBezTo>
                <a:cubicBezTo>
                  <a:pt x="49" y="39"/>
                  <a:pt x="52" y="40"/>
                  <a:pt x="53" y="39"/>
                </a:cubicBezTo>
                <a:cubicBezTo>
                  <a:pt x="54" y="38"/>
                  <a:pt x="54" y="34"/>
                  <a:pt x="54" y="34"/>
                </a:cubicBezTo>
                <a:cubicBezTo>
                  <a:pt x="54" y="30"/>
                  <a:pt x="56" y="29"/>
                  <a:pt x="59" y="31"/>
                </a:cubicBezTo>
                <a:cubicBezTo>
                  <a:pt x="75" y="44"/>
                  <a:pt x="75" y="44"/>
                  <a:pt x="75" y="44"/>
                </a:cubicBezTo>
                <a:cubicBezTo>
                  <a:pt x="79" y="46"/>
                  <a:pt x="79" y="50"/>
                  <a:pt x="75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149"/>
          <p:cNvSpPr>
            <a:spLocks noEditPoints="1"/>
          </p:cNvSpPr>
          <p:nvPr/>
        </p:nvSpPr>
        <p:spPr bwMode="auto">
          <a:xfrm>
            <a:off x="7169824" y="3646148"/>
            <a:ext cx="360363" cy="363538"/>
          </a:xfrm>
          <a:custGeom>
            <a:avLst/>
            <a:gdLst>
              <a:gd name="T0" fmla="*/ 79 w 96"/>
              <a:gd name="T1" fmla="*/ 17 h 97"/>
              <a:gd name="T2" fmla="*/ 17 w 96"/>
              <a:gd name="T3" fmla="*/ 17 h 97"/>
              <a:gd name="T4" fmla="*/ 17 w 96"/>
              <a:gd name="T5" fmla="*/ 80 h 97"/>
              <a:gd name="T6" fmla="*/ 79 w 96"/>
              <a:gd name="T7" fmla="*/ 80 h 97"/>
              <a:gd name="T8" fmla="*/ 79 w 96"/>
              <a:gd name="T9" fmla="*/ 17 h 97"/>
              <a:gd name="T10" fmla="*/ 69 w 96"/>
              <a:gd name="T11" fmla="*/ 57 h 97"/>
              <a:gd name="T12" fmla="*/ 47 w 96"/>
              <a:gd name="T13" fmla="*/ 57 h 97"/>
              <a:gd name="T14" fmla="*/ 43 w 96"/>
              <a:gd name="T15" fmla="*/ 58 h 97"/>
              <a:gd name="T16" fmla="*/ 42 w 96"/>
              <a:gd name="T17" fmla="*/ 63 h 97"/>
              <a:gd name="T18" fmla="*/ 37 w 96"/>
              <a:gd name="T19" fmla="*/ 66 h 97"/>
              <a:gd name="T20" fmla="*/ 21 w 96"/>
              <a:gd name="T21" fmla="*/ 53 h 97"/>
              <a:gd name="T22" fmla="*/ 21 w 96"/>
              <a:gd name="T23" fmla="*/ 44 h 97"/>
              <a:gd name="T24" fmla="*/ 37 w 96"/>
              <a:gd name="T25" fmla="*/ 31 h 97"/>
              <a:gd name="T26" fmla="*/ 42 w 96"/>
              <a:gd name="T27" fmla="*/ 34 h 97"/>
              <a:gd name="T28" fmla="*/ 43 w 96"/>
              <a:gd name="T29" fmla="*/ 39 h 97"/>
              <a:gd name="T30" fmla="*/ 48 w 96"/>
              <a:gd name="T31" fmla="*/ 39 h 97"/>
              <a:gd name="T32" fmla="*/ 69 w 96"/>
              <a:gd name="T33" fmla="*/ 39 h 97"/>
              <a:gd name="T34" fmla="*/ 78 w 96"/>
              <a:gd name="T35" fmla="*/ 48 h 97"/>
              <a:gd name="T36" fmla="*/ 69 w 96"/>
              <a:gd name="T37" fmla="*/ 57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6" h="97">
                <a:moveTo>
                  <a:pt x="79" y="17"/>
                </a:moveTo>
                <a:cubicBezTo>
                  <a:pt x="62" y="0"/>
                  <a:pt x="34" y="0"/>
                  <a:pt x="17" y="17"/>
                </a:cubicBezTo>
                <a:cubicBezTo>
                  <a:pt x="0" y="34"/>
                  <a:pt x="0" y="62"/>
                  <a:pt x="17" y="80"/>
                </a:cubicBezTo>
                <a:cubicBezTo>
                  <a:pt x="34" y="97"/>
                  <a:pt x="62" y="97"/>
                  <a:pt x="79" y="80"/>
                </a:cubicBezTo>
                <a:cubicBezTo>
                  <a:pt x="96" y="62"/>
                  <a:pt x="96" y="34"/>
                  <a:pt x="79" y="17"/>
                </a:cubicBezTo>
                <a:close/>
                <a:moveTo>
                  <a:pt x="69" y="57"/>
                </a:moveTo>
                <a:cubicBezTo>
                  <a:pt x="47" y="57"/>
                  <a:pt x="47" y="57"/>
                  <a:pt x="47" y="57"/>
                </a:cubicBezTo>
                <a:cubicBezTo>
                  <a:pt x="47" y="57"/>
                  <a:pt x="44" y="57"/>
                  <a:pt x="43" y="58"/>
                </a:cubicBezTo>
                <a:cubicBezTo>
                  <a:pt x="42" y="59"/>
                  <a:pt x="42" y="63"/>
                  <a:pt x="42" y="63"/>
                </a:cubicBezTo>
                <a:cubicBezTo>
                  <a:pt x="42" y="67"/>
                  <a:pt x="40" y="68"/>
                  <a:pt x="37" y="66"/>
                </a:cubicBezTo>
                <a:cubicBezTo>
                  <a:pt x="21" y="53"/>
                  <a:pt x="21" y="53"/>
                  <a:pt x="21" y="53"/>
                </a:cubicBezTo>
                <a:cubicBezTo>
                  <a:pt x="18" y="50"/>
                  <a:pt x="18" y="46"/>
                  <a:pt x="21" y="44"/>
                </a:cubicBezTo>
                <a:cubicBezTo>
                  <a:pt x="37" y="31"/>
                  <a:pt x="37" y="31"/>
                  <a:pt x="37" y="31"/>
                </a:cubicBezTo>
                <a:cubicBezTo>
                  <a:pt x="40" y="29"/>
                  <a:pt x="42" y="30"/>
                  <a:pt x="42" y="34"/>
                </a:cubicBezTo>
                <a:cubicBezTo>
                  <a:pt x="42" y="34"/>
                  <a:pt x="42" y="37"/>
                  <a:pt x="43" y="39"/>
                </a:cubicBezTo>
                <a:cubicBezTo>
                  <a:pt x="44" y="40"/>
                  <a:pt x="48" y="39"/>
                  <a:pt x="48" y="39"/>
                </a:cubicBezTo>
                <a:cubicBezTo>
                  <a:pt x="69" y="39"/>
                  <a:pt x="69" y="39"/>
                  <a:pt x="69" y="39"/>
                </a:cubicBezTo>
                <a:cubicBezTo>
                  <a:pt x="74" y="39"/>
                  <a:pt x="78" y="43"/>
                  <a:pt x="78" y="48"/>
                </a:cubicBezTo>
                <a:cubicBezTo>
                  <a:pt x="78" y="53"/>
                  <a:pt x="74" y="57"/>
                  <a:pt x="69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99"/>
          <p:cNvSpPr>
            <a:spLocks noEditPoints="1"/>
          </p:cNvSpPr>
          <p:nvPr/>
        </p:nvSpPr>
        <p:spPr bwMode="auto">
          <a:xfrm>
            <a:off x="5300977" y="2510662"/>
            <a:ext cx="330200" cy="330200"/>
          </a:xfrm>
          <a:custGeom>
            <a:avLst/>
            <a:gdLst>
              <a:gd name="T0" fmla="*/ 44 w 88"/>
              <a:gd name="T1" fmla="*/ 0 h 88"/>
              <a:gd name="T2" fmla="*/ 0 w 88"/>
              <a:gd name="T3" fmla="*/ 44 h 88"/>
              <a:gd name="T4" fmla="*/ 44 w 88"/>
              <a:gd name="T5" fmla="*/ 88 h 88"/>
              <a:gd name="T6" fmla="*/ 88 w 88"/>
              <a:gd name="T7" fmla="*/ 44 h 88"/>
              <a:gd name="T8" fmla="*/ 44 w 88"/>
              <a:gd name="T9" fmla="*/ 0 h 88"/>
              <a:gd name="T10" fmla="*/ 61 w 88"/>
              <a:gd name="T11" fmla="*/ 52 h 88"/>
              <a:gd name="T12" fmla="*/ 27 w 88"/>
              <a:gd name="T13" fmla="*/ 52 h 88"/>
              <a:gd name="T14" fmla="*/ 19 w 88"/>
              <a:gd name="T15" fmla="*/ 44 h 88"/>
              <a:gd name="T16" fmla="*/ 27 w 88"/>
              <a:gd name="T17" fmla="*/ 36 h 88"/>
              <a:gd name="T18" fmla="*/ 61 w 88"/>
              <a:gd name="T19" fmla="*/ 36 h 88"/>
              <a:gd name="T20" fmla="*/ 68 w 88"/>
              <a:gd name="T21" fmla="*/ 44 h 88"/>
              <a:gd name="T22" fmla="*/ 61 w 88"/>
              <a:gd name="T23" fmla="*/ 52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8" h="88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68"/>
                  <a:pt x="20" y="88"/>
                  <a:pt x="44" y="88"/>
                </a:cubicBezTo>
                <a:cubicBezTo>
                  <a:pt x="68" y="88"/>
                  <a:pt x="88" y="68"/>
                  <a:pt x="88" y="44"/>
                </a:cubicBezTo>
                <a:cubicBezTo>
                  <a:pt x="88" y="20"/>
                  <a:pt x="68" y="0"/>
                  <a:pt x="44" y="0"/>
                </a:cubicBezTo>
                <a:close/>
                <a:moveTo>
                  <a:pt x="61" y="52"/>
                </a:moveTo>
                <a:cubicBezTo>
                  <a:pt x="27" y="52"/>
                  <a:pt x="27" y="52"/>
                  <a:pt x="27" y="52"/>
                </a:cubicBezTo>
                <a:cubicBezTo>
                  <a:pt x="23" y="52"/>
                  <a:pt x="19" y="48"/>
                  <a:pt x="19" y="44"/>
                </a:cubicBezTo>
                <a:cubicBezTo>
                  <a:pt x="19" y="39"/>
                  <a:pt x="23" y="36"/>
                  <a:pt x="27" y="36"/>
                </a:cubicBezTo>
                <a:cubicBezTo>
                  <a:pt x="61" y="36"/>
                  <a:pt x="61" y="36"/>
                  <a:pt x="61" y="36"/>
                </a:cubicBezTo>
                <a:cubicBezTo>
                  <a:pt x="65" y="36"/>
                  <a:pt x="68" y="39"/>
                  <a:pt x="68" y="44"/>
                </a:cubicBezTo>
                <a:cubicBezTo>
                  <a:pt x="68" y="48"/>
                  <a:pt x="65" y="52"/>
                  <a:pt x="6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矩形 40"/>
          <p:cNvSpPr/>
          <p:nvPr/>
        </p:nvSpPr>
        <p:spPr>
          <a:xfrm>
            <a:off x="1361504" y="2267889"/>
            <a:ext cx="3593462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2" name="矩形 41"/>
          <p:cNvSpPr/>
          <p:nvPr/>
        </p:nvSpPr>
        <p:spPr>
          <a:xfrm>
            <a:off x="620883" y="3473976"/>
            <a:ext cx="3593462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3" name="矩形 42"/>
          <p:cNvSpPr/>
          <p:nvPr/>
        </p:nvSpPr>
        <p:spPr>
          <a:xfrm>
            <a:off x="1198254" y="4570675"/>
            <a:ext cx="3593462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/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4" name="矩形 43"/>
          <p:cNvSpPr/>
          <p:nvPr/>
        </p:nvSpPr>
        <p:spPr>
          <a:xfrm>
            <a:off x="7965816" y="3481612"/>
            <a:ext cx="3593462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5" name="矩形 44"/>
          <p:cNvSpPr/>
          <p:nvPr/>
        </p:nvSpPr>
        <p:spPr>
          <a:xfrm>
            <a:off x="7382754" y="2362905"/>
            <a:ext cx="3593462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46" name="矩形 45"/>
          <p:cNvSpPr/>
          <p:nvPr/>
        </p:nvSpPr>
        <p:spPr>
          <a:xfrm>
            <a:off x="7397342" y="4599383"/>
            <a:ext cx="3593462" cy="707882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47" name="Picture 46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50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22-吉林大学-im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161" y="-823452"/>
            <a:ext cx="12290322" cy="7681452"/>
          </a:xfrm>
          <a:prstGeom prst="rect">
            <a:avLst/>
          </a:prstGeom>
        </p:spPr>
      </p:pic>
      <p:sp>
        <p:nvSpPr>
          <p:cNvPr id="3" name="梯形 2">
            <a:extLst>
              <a:ext uri="{FF2B5EF4-FFF2-40B4-BE49-F238E27FC236}">
                <a16:creationId xmlns:a16="http://schemas.microsoft.com/office/drawing/2014/main" id="{33F02837-90A0-241E-7BE7-7ECFEF10E7F9}"/>
              </a:ext>
            </a:extLst>
          </p:cNvPr>
          <p:cNvSpPr/>
          <p:nvPr/>
        </p:nvSpPr>
        <p:spPr>
          <a:xfrm>
            <a:off x="569997" y="1458351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783FEF-BAC1-6D34-1B3E-D4A02836AA78}"/>
              </a:ext>
            </a:extLst>
          </p:cNvPr>
          <p:cNvSpPr/>
          <p:nvPr/>
        </p:nvSpPr>
        <p:spPr>
          <a:xfrm>
            <a:off x="0" y="1801906"/>
            <a:ext cx="12192000" cy="1524343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160F07DB-BE17-B03E-B79E-59D589B77B43}"/>
              </a:ext>
            </a:extLst>
          </p:cNvPr>
          <p:cNvSpPr/>
          <p:nvPr/>
        </p:nvSpPr>
        <p:spPr>
          <a:xfrm flipV="1">
            <a:off x="739205" y="1458351"/>
            <a:ext cx="3185832" cy="948571"/>
          </a:xfrm>
          <a:prstGeom prst="trapezoid">
            <a:avLst>
              <a:gd name="adj" fmla="val 1987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2EA01B-8A87-3927-BF62-F9CE75D33B0C}"/>
              </a:ext>
            </a:extLst>
          </p:cNvPr>
          <p:cNvSpPr/>
          <p:nvPr/>
        </p:nvSpPr>
        <p:spPr>
          <a:xfrm>
            <a:off x="4503699" y="2154331"/>
            <a:ext cx="71096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F9F9F9"/>
                </a:solidFill>
              </a:rPr>
              <a:t>在此添加标题内容文本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03795C-426C-AA08-98B4-FB2D3B88DC3A}"/>
              </a:ext>
            </a:extLst>
          </p:cNvPr>
          <p:cNvSpPr txBox="1"/>
          <p:nvPr/>
        </p:nvSpPr>
        <p:spPr>
          <a:xfrm>
            <a:off x="1162569" y="1810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想搞设计淘宝店</a:t>
            </a:r>
          </a:p>
        </p:txBody>
      </p:sp>
    </p:spTree>
    <p:extLst>
      <p:ext uri="{BB962C8B-B14F-4D97-AF65-F5344CB8AC3E}">
        <p14:creationId xmlns:p14="http://schemas.microsoft.com/office/powerpoint/2010/main" val="4171432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720586" y="5616224"/>
            <a:ext cx="2552727" cy="43815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90077" y="1893537"/>
            <a:ext cx="3310893" cy="3941762"/>
            <a:chOff x="3684588" y="-10437812"/>
            <a:chExt cx="495300" cy="6286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2" name="Rectangle 192"/>
            <p:cNvSpPr>
              <a:spLocks noChangeArrowheads="1"/>
            </p:cNvSpPr>
            <p:nvPr/>
          </p:nvSpPr>
          <p:spPr bwMode="auto">
            <a:xfrm>
              <a:off x="3887787" y="-10437812"/>
              <a:ext cx="44450" cy="201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93"/>
            <p:cNvSpPr>
              <a:spLocks noChangeArrowheads="1"/>
            </p:cNvSpPr>
            <p:nvPr/>
          </p:nvSpPr>
          <p:spPr bwMode="auto">
            <a:xfrm>
              <a:off x="3887787" y="-10213975"/>
              <a:ext cx="44450" cy="180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94"/>
            <p:cNvSpPr>
              <a:spLocks noChangeArrowheads="1"/>
            </p:cNvSpPr>
            <p:nvPr/>
          </p:nvSpPr>
          <p:spPr bwMode="auto">
            <a:xfrm>
              <a:off x="3887787" y="-10010775"/>
              <a:ext cx="44450" cy="2016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91"/>
            <p:cNvSpPr>
              <a:spLocks/>
            </p:cNvSpPr>
            <p:nvPr/>
          </p:nvSpPr>
          <p:spPr bwMode="auto">
            <a:xfrm>
              <a:off x="3684588" y="-10145712"/>
              <a:ext cx="473075" cy="112713"/>
            </a:xfrm>
            <a:custGeom>
              <a:avLst/>
              <a:gdLst>
                <a:gd name="T0" fmla="*/ 0 w 298"/>
                <a:gd name="T1" fmla="*/ 35 h 71"/>
                <a:gd name="T2" fmla="*/ 43 w 298"/>
                <a:gd name="T3" fmla="*/ 0 h 71"/>
                <a:gd name="T4" fmla="*/ 298 w 298"/>
                <a:gd name="T5" fmla="*/ 0 h 71"/>
                <a:gd name="T6" fmla="*/ 298 w 298"/>
                <a:gd name="T7" fmla="*/ 71 h 71"/>
                <a:gd name="T8" fmla="*/ 43 w 298"/>
                <a:gd name="T9" fmla="*/ 71 h 71"/>
                <a:gd name="T10" fmla="*/ 0 w 298"/>
                <a:gd name="T11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71">
                  <a:moveTo>
                    <a:pt x="0" y="35"/>
                  </a:moveTo>
                  <a:lnTo>
                    <a:pt x="43" y="0"/>
                  </a:lnTo>
                  <a:lnTo>
                    <a:pt x="298" y="0"/>
                  </a:lnTo>
                  <a:lnTo>
                    <a:pt x="298" y="71"/>
                  </a:lnTo>
                  <a:lnTo>
                    <a:pt x="43" y="71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0619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90"/>
            <p:cNvSpPr>
              <a:spLocks/>
            </p:cNvSpPr>
            <p:nvPr/>
          </p:nvSpPr>
          <p:spPr bwMode="auto">
            <a:xfrm>
              <a:off x="3706813" y="-10348912"/>
              <a:ext cx="473075" cy="112713"/>
            </a:xfrm>
            <a:custGeom>
              <a:avLst/>
              <a:gdLst>
                <a:gd name="T0" fmla="*/ 298 w 298"/>
                <a:gd name="T1" fmla="*/ 36 h 71"/>
                <a:gd name="T2" fmla="*/ 256 w 298"/>
                <a:gd name="T3" fmla="*/ 71 h 71"/>
                <a:gd name="T4" fmla="*/ 0 w 298"/>
                <a:gd name="T5" fmla="*/ 71 h 71"/>
                <a:gd name="T6" fmla="*/ 0 w 298"/>
                <a:gd name="T7" fmla="*/ 0 h 71"/>
                <a:gd name="T8" fmla="*/ 256 w 298"/>
                <a:gd name="T9" fmla="*/ 0 h 71"/>
                <a:gd name="T10" fmla="*/ 298 w 298"/>
                <a:gd name="T11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71">
                  <a:moveTo>
                    <a:pt x="298" y="36"/>
                  </a:moveTo>
                  <a:lnTo>
                    <a:pt x="256" y="71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98" y="36"/>
                  </a:lnTo>
                  <a:close/>
                </a:path>
              </a:pathLst>
            </a:custGeom>
            <a:solidFill>
              <a:srgbClr val="0928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977612" y="2173961"/>
            <a:ext cx="2400651" cy="492438"/>
          </a:xfrm>
          <a:prstGeom prst="rect">
            <a:avLst/>
          </a:prstGeom>
          <a:solidFill>
            <a:srgbClr val="0928BB"/>
          </a:solidFill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单击此添加文本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77612" y="2710025"/>
            <a:ext cx="36619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400" dirty="0">
              <a:solidFill>
                <a:srgbClr val="1B2831"/>
              </a:solidFill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1945203" y="2173961"/>
            <a:ext cx="2400651" cy="492438"/>
          </a:xfrm>
          <a:prstGeom prst="rect">
            <a:avLst/>
          </a:prstGeom>
          <a:solidFill>
            <a:srgbClr val="061978"/>
          </a:solidFill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</a:rPr>
              <a:t>单击此添加文本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3916" y="2710025"/>
            <a:ext cx="36619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400" dirty="0">
              <a:solidFill>
                <a:srgbClr val="1B283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 flipH="1">
            <a:off x="5076557" y="258983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</a:rPr>
              <a:t>在此添加关键字</a:t>
            </a:r>
          </a:p>
        </p:txBody>
      </p:sp>
      <p:sp>
        <p:nvSpPr>
          <p:cNvPr id="22" name="矩形 21"/>
          <p:cNvSpPr/>
          <p:nvPr/>
        </p:nvSpPr>
        <p:spPr>
          <a:xfrm flipH="1">
            <a:off x="5114269" y="389376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</a:rPr>
              <a:t>在此添加关键字</a:t>
            </a:r>
          </a:p>
        </p:txBody>
      </p:sp>
      <p:pic>
        <p:nvPicPr>
          <p:cNvPr id="24" name="Picture 23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51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8741" y="2438400"/>
            <a:ext cx="3982065" cy="65876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>
            <a:off x="4680474" y="2438401"/>
            <a:ext cx="1421885" cy="1430286"/>
          </a:xfrm>
          <a:custGeom>
            <a:avLst/>
            <a:gdLst>
              <a:gd name="connsiteX0" fmla="*/ 0 w 591715"/>
              <a:gd name="connsiteY0" fmla="*/ 658761 h 658761"/>
              <a:gd name="connsiteX1" fmla="*/ 0 w 591715"/>
              <a:gd name="connsiteY1" fmla="*/ 0 h 658761"/>
              <a:gd name="connsiteX2" fmla="*/ 591715 w 591715"/>
              <a:gd name="connsiteY2" fmla="*/ 658761 h 658761"/>
              <a:gd name="connsiteX3" fmla="*/ 0 w 591715"/>
              <a:gd name="connsiteY3" fmla="*/ 658761 h 658761"/>
              <a:gd name="connsiteX0" fmla="*/ 0 w 1429915"/>
              <a:gd name="connsiteY0" fmla="*/ 658761 h 1135011"/>
              <a:gd name="connsiteX1" fmla="*/ 0 w 1429915"/>
              <a:gd name="connsiteY1" fmla="*/ 0 h 1135011"/>
              <a:gd name="connsiteX2" fmla="*/ 1429915 w 1429915"/>
              <a:gd name="connsiteY2" fmla="*/ 1135011 h 1135011"/>
              <a:gd name="connsiteX3" fmla="*/ 0 w 1429915"/>
              <a:gd name="connsiteY3" fmla="*/ 658761 h 1135011"/>
              <a:gd name="connsiteX0" fmla="*/ 0 w 1420390"/>
              <a:gd name="connsiteY0" fmla="*/ 658761 h 1430286"/>
              <a:gd name="connsiteX1" fmla="*/ 0 w 1420390"/>
              <a:gd name="connsiteY1" fmla="*/ 0 h 1430286"/>
              <a:gd name="connsiteX2" fmla="*/ 1420390 w 1420390"/>
              <a:gd name="connsiteY2" fmla="*/ 1430286 h 1430286"/>
              <a:gd name="connsiteX3" fmla="*/ 0 w 1420390"/>
              <a:gd name="connsiteY3" fmla="*/ 658761 h 14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390" h="1430286">
                <a:moveTo>
                  <a:pt x="0" y="658761"/>
                </a:moveTo>
                <a:lnTo>
                  <a:pt x="0" y="0"/>
                </a:lnTo>
                <a:lnTo>
                  <a:pt x="1420390" y="1430286"/>
                </a:lnTo>
                <a:lnTo>
                  <a:pt x="0" y="65876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98741" y="3434417"/>
            <a:ext cx="3982065" cy="65876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>
            <a:off x="4680806" y="3434417"/>
            <a:ext cx="1429915" cy="658761"/>
          </a:xfrm>
          <a:custGeom>
            <a:avLst/>
            <a:gdLst>
              <a:gd name="connsiteX0" fmla="*/ 0 w 591715"/>
              <a:gd name="connsiteY0" fmla="*/ 658761 h 658761"/>
              <a:gd name="connsiteX1" fmla="*/ 0 w 591715"/>
              <a:gd name="connsiteY1" fmla="*/ 0 h 658761"/>
              <a:gd name="connsiteX2" fmla="*/ 591715 w 591715"/>
              <a:gd name="connsiteY2" fmla="*/ 658761 h 658761"/>
              <a:gd name="connsiteX3" fmla="*/ 0 w 591715"/>
              <a:gd name="connsiteY3" fmla="*/ 658761 h 658761"/>
              <a:gd name="connsiteX0" fmla="*/ 0 w 1372765"/>
              <a:gd name="connsiteY0" fmla="*/ 658761 h 811161"/>
              <a:gd name="connsiteX1" fmla="*/ 0 w 1372765"/>
              <a:gd name="connsiteY1" fmla="*/ 0 h 811161"/>
              <a:gd name="connsiteX2" fmla="*/ 1372765 w 1372765"/>
              <a:gd name="connsiteY2" fmla="*/ 811161 h 811161"/>
              <a:gd name="connsiteX3" fmla="*/ 0 w 1372765"/>
              <a:gd name="connsiteY3" fmla="*/ 658761 h 811161"/>
              <a:gd name="connsiteX0" fmla="*/ 0 w 1429915"/>
              <a:gd name="connsiteY0" fmla="*/ 658761 h 658761"/>
              <a:gd name="connsiteX1" fmla="*/ 0 w 1429915"/>
              <a:gd name="connsiteY1" fmla="*/ 0 h 658761"/>
              <a:gd name="connsiteX2" fmla="*/ 1429915 w 1429915"/>
              <a:gd name="connsiteY2" fmla="*/ 430161 h 658761"/>
              <a:gd name="connsiteX3" fmla="*/ 0 w 1429915"/>
              <a:gd name="connsiteY3" fmla="*/ 658761 h 65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9915" h="658761">
                <a:moveTo>
                  <a:pt x="0" y="658761"/>
                </a:moveTo>
                <a:lnTo>
                  <a:pt x="0" y="0"/>
                </a:lnTo>
                <a:lnTo>
                  <a:pt x="1429915" y="430161"/>
                </a:lnTo>
                <a:lnTo>
                  <a:pt x="0" y="65876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8741" y="4430435"/>
            <a:ext cx="3982065" cy="65876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直角三角形 16"/>
          <p:cNvSpPr/>
          <p:nvPr/>
        </p:nvSpPr>
        <p:spPr>
          <a:xfrm flipV="1">
            <a:off x="4680806" y="3868460"/>
            <a:ext cx="1395257" cy="1220736"/>
          </a:xfrm>
          <a:custGeom>
            <a:avLst/>
            <a:gdLst>
              <a:gd name="connsiteX0" fmla="*/ 0 w 1271432"/>
              <a:gd name="connsiteY0" fmla="*/ 658761 h 658761"/>
              <a:gd name="connsiteX1" fmla="*/ 0 w 1271432"/>
              <a:gd name="connsiteY1" fmla="*/ 0 h 658761"/>
              <a:gd name="connsiteX2" fmla="*/ 1271432 w 1271432"/>
              <a:gd name="connsiteY2" fmla="*/ 658761 h 658761"/>
              <a:gd name="connsiteX3" fmla="*/ 0 w 1271432"/>
              <a:gd name="connsiteY3" fmla="*/ 658761 h 658761"/>
              <a:gd name="connsiteX0" fmla="*/ 0 w 1395257"/>
              <a:gd name="connsiteY0" fmla="*/ 658761 h 1220736"/>
              <a:gd name="connsiteX1" fmla="*/ 0 w 1395257"/>
              <a:gd name="connsiteY1" fmla="*/ 0 h 1220736"/>
              <a:gd name="connsiteX2" fmla="*/ 1395257 w 1395257"/>
              <a:gd name="connsiteY2" fmla="*/ 1220736 h 1220736"/>
              <a:gd name="connsiteX3" fmla="*/ 0 w 1395257"/>
              <a:gd name="connsiteY3" fmla="*/ 658761 h 1220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257" h="1220736">
                <a:moveTo>
                  <a:pt x="0" y="658761"/>
                </a:moveTo>
                <a:lnTo>
                  <a:pt x="0" y="0"/>
                </a:lnTo>
                <a:lnTo>
                  <a:pt x="1395257" y="1220736"/>
                </a:lnTo>
                <a:lnTo>
                  <a:pt x="0" y="65876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383069" y="2438400"/>
            <a:ext cx="3982065" cy="65876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383069" y="3434417"/>
            <a:ext cx="3982065" cy="65876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383069" y="4430435"/>
            <a:ext cx="3982065" cy="65876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直角三角形 20"/>
          <p:cNvSpPr/>
          <p:nvPr/>
        </p:nvSpPr>
        <p:spPr>
          <a:xfrm flipH="1">
            <a:off x="6111053" y="2438401"/>
            <a:ext cx="1285142" cy="1430286"/>
          </a:xfrm>
          <a:custGeom>
            <a:avLst/>
            <a:gdLst>
              <a:gd name="connsiteX0" fmla="*/ 0 w 1323242"/>
              <a:gd name="connsiteY0" fmla="*/ 658761 h 658761"/>
              <a:gd name="connsiteX1" fmla="*/ 0 w 1323242"/>
              <a:gd name="connsiteY1" fmla="*/ 0 h 658761"/>
              <a:gd name="connsiteX2" fmla="*/ 1323242 w 1323242"/>
              <a:gd name="connsiteY2" fmla="*/ 658761 h 658761"/>
              <a:gd name="connsiteX3" fmla="*/ 0 w 1323242"/>
              <a:gd name="connsiteY3" fmla="*/ 658761 h 658761"/>
              <a:gd name="connsiteX0" fmla="*/ 0 w 1285142"/>
              <a:gd name="connsiteY0" fmla="*/ 658761 h 1430286"/>
              <a:gd name="connsiteX1" fmla="*/ 0 w 1285142"/>
              <a:gd name="connsiteY1" fmla="*/ 0 h 1430286"/>
              <a:gd name="connsiteX2" fmla="*/ 1285142 w 1285142"/>
              <a:gd name="connsiteY2" fmla="*/ 1430286 h 1430286"/>
              <a:gd name="connsiteX3" fmla="*/ 0 w 1285142"/>
              <a:gd name="connsiteY3" fmla="*/ 658761 h 14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5142" h="1430286">
                <a:moveTo>
                  <a:pt x="0" y="658761"/>
                </a:moveTo>
                <a:lnTo>
                  <a:pt x="0" y="0"/>
                </a:lnTo>
                <a:lnTo>
                  <a:pt x="1285142" y="1430286"/>
                </a:lnTo>
                <a:lnTo>
                  <a:pt x="0" y="65876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直角三角形 21"/>
          <p:cNvSpPr/>
          <p:nvPr/>
        </p:nvSpPr>
        <p:spPr>
          <a:xfrm flipH="1">
            <a:off x="6082479" y="3434416"/>
            <a:ext cx="1313716" cy="658761"/>
          </a:xfrm>
          <a:custGeom>
            <a:avLst/>
            <a:gdLst>
              <a:gd name="connsiteX0" fmla="*/ 0 w 1323241"/>
              <a:gd name="connsiteY0" fmla="*/ 658761 h 658761"/>
              <a:gd name="connsiteX1" fmla="*/ 0 w 1323241"/>
              <a:gd name="connsiteY1" fmla="*/ 0 h 658761"/>
              <a:gd name="connsiteX2" fmla="*/ 1323241 w 1323241"/>
              <a:gd name="connsiteY2" fmla="*/ 658761 h 658761"/>
              <a:gd name="connsiteX3" fmla="*/ 0 w 1323241"/>
              <a:gd name="connsiteY3" fmla="*/ 658761 h 658761"/>
              <a:gd name="connsiteX0" fmla="*/ 0 w 1313716"/>
              <a:gd name="connsiteY0" fmla="*/ 658761 h 658761"/>
              <a:gd name="connsiteX1" fmla="*/ 0 w 1313716"/>
              <a:gd name="connsiteY1" fmla="*/ 0 h 658761"/>
              <a:gd name="connsiteX2" fmla="*/ 1313716 w 1313716"/>
              <a:gd name="connsiteY2" fmla="*/ 439686 h 658761"/>
              <a:gd name="connsiteX3" fmla="*/ 0 w 1313716"/>
              <a:gd name="connsiteY3" fmla="*/ 658761 h 65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3716" h="658761">
                <a:moveTo>
                  <a:pt x="0" y="658761"/>
                </a:moveTo>
                <a:lnTo>
                  <a:pt x="0" y="0"/>
                </a:lnTo>
                <a:lnTo>
                  <a:pt x="1313716" y="439686"/>
                </a:lnTo>
                <a:lnTo>
                  <a:pt x="0" y="65876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直角三角形 22"/>
          <p:cNvSpPr/>
          <p:nvPr/>
        </p:nvSpPr>
        <p:spPr>
          <a:xfrm flipH="1" flipV="1">
            <a:off x="6103343" y="3887510"/>
            <a:ext cx="1292852" cy="1201686"/>
          </a:xfrm>
          <a:custGeom>
            <a:avLst/>
            <a:gdLst>
              <a:gd name="connsiteX0" fmla="*/ 0 w 1121402"/>
              <a:gd name="connsiteY0" fmla="*/ 658761 h 658761"/>
              <a:gd name="connsiteX1" fmla="*/ 0 w 1121402"/>
              <a:gd name="connsiteY1" fmla="*/ 0 h 658761"/>
              <a:gd name="connsiteX2" fmla="*/ 1121402 w 1121402"/>
              <a:gd name="connsiteY2" fmla="*/ 658761 h 658761"/>
              <a:gd name="connsiteX3" fmla="*/ 0 w 1121402"/>
              <a:gd name="connsiteY3" fmla="*/ 658761 h 658761"/>
              <a:gd name="connsiteX0" fmla="*/ 0 w 1292852"/>
              <a:gd name="connsiteY0" fmla="*/ 658761 h 1201686"/>
              <a:gd name="connsiteX1" fmla="*/ 0 w 1292852"/>
              <a:gd name="connsiteY1" fmla="*/ 0 h 1201686"/>
              <a:gd name="connsiteX2" fmla="*/ 1292852 w 1292852"/>
              <a:gd name="connsiteY2" fmla="*/ 1201686 h 1201686"/>
              <a:gd name="connsiteX3" fmla="*/ 0 w 1292852"/>
              <a:gd name="connsiteY3" fmla="*/ 658761 h 120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2852" h="1201686">
                <a:moveTo>
                  <a:pt x="0" y="658761"/>
                </a:moveTo>
                <a:lnTo>
                  <a:pt x="0" y="0"/>
                </a:lnTo>
                <a:lnTo>
                  <a:pt x="1292852" y="1201686"/>
                </a:lnTo>
                <a:lnTo>
                  <a:pt x="0" y="658761"/>
                </a:lnTo>
                <a:close/>
              </a:path>
            </a:pathLst>
          </a:cu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1517"/>
          <p:cNvSpPr>
            <a:spLocks/>
          </p:cNvSpPr>
          <p:nvPr/>
        </p:nvSpPr>
        <p:spPr bwMode="auto">
          <a:xfrm>
            <a:off x="5465398" y="2898000"/>
            <a:ext cx="1252382" cy="3272072"/>
          </a:xfrm>
          <a:custGeom>
            <a:avLst/>
            <a:gdLst>
              <a:gd name="T0" fmla="*/ 0 w 60"/>
              <a:gd name="T1" fmla="*/ 152 h 157"/>
              <a:gd name="T2" fmla="*/ 1 w 60"/>
              <a:gd name="T3" fmla="*/ 151 h 157"/>
              <a:gd name="T4" fmla="*/ 1 w 60"/>
              <a:gd name="T5" fmla="*/ 151 h 157"/>
              <a:gd name="T6" fmla="*/ 4 w 60"/>
              <a:gd name="T7" fmla="*/ 147 h 157"/>
              <a:gd name="T8" fmla="*/ 4 w 60"/>
              <a:gd name="T9" fmla="*/ 147 h 157"/>
              <a:gd name="T10" fmla="*/ 12 w 60"/>
              <a:gd name="T11" fmla="*/ 125 h 157"/>
              <a:gd name="T12" fmla="*/ 12 w 60"/>
              <a:gd name="T13" fmla="*/ 125 h 157"/>
              <a:gd name="T14" fmla="*/ 25 w 60"/>
              <a:gd name="T15" fmla="*/ 4 h 157"/>
              <a:gd name="T16" fmla="*/ 25 w 60"/>
              <a:gd name="T17" fmla="*/ 4 h 157"/>
              <a:gd name="T18" fmla="*/ 25 w 60"/>
              <a:gd name="T19" fmla="*/ 0 h 157"/>
              <a:gd name="T20" fmla="*/ 28 w 60"/>
              <a:gd name="T21" fmla="*/ 0 h 157"/>
              <a:gd name="T22" fmla="*/ 35 w 60"/>
              <a:gd name="T23" fmla="*/ 0 h 157"/>
              <a:gd name="T24" fmla="*/ 35 w 60"/>
              <a:gd name="T25" fmla="*/ 4 h 157"/>
              <a:gd name="T26" fmla="*/ 59 w 60"/>
              <a:gd name="T27" fmla="*/ 151 h 157"/>
              <a:gd name="T28" fmla="*/ 59 w 60"/>
              <a:gd name="T29" fmla="*/ 151 h 157"/>
              <a:gd name="T30" fmla="*/ 60 w 60"/>
              <a:gd name="T31" fmla="*/ 152 h 157"/>
              <a:gd name="T32" fmla="*/ 60 w 60"/>
              <a:gd name="T33" fmla="*/ 152 h 157"/>
              <a:gd name="T34" fmla="*/ 60 w 60"/>
              <a:gd name="T35" fmla="*/ 152 h 157"/>
              <a:gd name="T36" fmla="*/ 55 w 60"/>
              <a:gd name="T37" fmla="*/ 157 h 157"/>
              <a:gd name="T38" fmla="*/ 30 w 60"/>
              <a:gd name="T39" fmla="*/ 47 h 157"/>
              <a:gd name="T40" fmla="*/ 30 w 60"/>
              <a:gd name="T41" fmla="*/ 47 h 157"/>
              <a:gd name="T42" fmla="*/ 5 w 60"/>
              <a:gd name="T43" fmla="*/ 157 h 157"/>
              <a:gd name="T44" fmla="*/ 5 w 60"/>
              <a:gd name="T45" fmla="*/ 157 h 157"/>
              <a:gd name="T46" fmla="*/ 0 w 60"/>
              <a:gd name="T47" fmla="*/ 152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0" h="157">
                <a:moveTo>
                  <a:pt x="0" y="152"/>
                </a:moveTo>
                <a:cubicBezTo>
                  <a:pt x="0" y="152"/>
                  <a:pt x="1" y="152"/>
                  <a:pt x="1" y="151"/>
                </a:cubicBezTo>
                <a:cubicBezTo>
                  <a:pt x="1" y="151"/>
                  <a:pt x="1" y="151"/>
                  <a:pt x="1" y="151"/>
                </a:cubicBezTo>
                <a:cubicBezTo>
                  <a:pt x="2" y="150"/>
                  <a:pt x="3" y="149"/>
                  <a:pt x="4" y="147"/>
                </a:cubicBezTo>
                <a:cubicBezTo>
                  <a:pt x="4" y="147"/>
                  <a:pt x="4" y="147"/>
                  <a:pt x="4" y="147"/>
                </a:cubicBezTo>
                <a:cubicBezTo>
                  <a:pt x="6" y="143"/>
                  <a:pt x="9" y="136"/>
                  <a:pt x="12" y="125"/>
                </a:cubicBezTo>
                <a:cubicBezTo>
                  <a:pt x="12" y="125"/>
                  <a:pt x="12" y="125"/>
                  <a:pt x="12" y="125"/>
                </a:cubicBezTo>
                <a:cubicBezTo>
                  <a:pt x="18" y="104"/>
                  <a:pt x="25" y="66"/>
                  <a:pt x="25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0"/>
                  <a:pt x="25" y="0"/>
                  <a:pt x="25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113"/>
                  <a:pt x="55" y="145"/>
                  <a:pt x="59" y="151"/>
                </a:cubicBezTo>
                <a:cubicBezTo>
                  <a:pt x="59" y="151"/>
                  <a:pt x="59" y="151"/>
                  <a:pt x="59" y="151"/>
                </a:cubicBezTo>
                <a:cubicBezTo>
                  <a:pt x="59" y="152"/>
                  <a:pt x="60" y="152"/>
                  <a:pt x="60" y="152"/>
                </a:cubicBezTo>
                <a:cubicBezTo>
                  <a:pt x="60" y="152"/>
                  <a:pt x="60" y="152"/>
                  <a:pt x="60" y="152"/>
                </a:cubicBezTo>
                <a:cubicBezTo>
                  <a:pt x="60" y="152"/>
                  <a:pt x="60" y="152"/>
                  <a:pt x="60" y="152"/>
                </a:cubicBezTo>
                <a:cubicBezTo>
                  <a:pt x="55" y="157"/>
                  <a:pt x="55" y="157"/>
                  <a:pt x="55" y="157"/>
                </a:cubicBezTo>
                <a:cubicBezTo>
                  <a:pt x="54" y="156"/>
                  <a:pt x="35" y="136"/>
                  <a:pt x="30" y="47"/>
                </a:cubicBezTo>
                <a:cubicBezTo>
                  <a:pt x="30" y="47"/>
                  <a:pt x="30" y="47"/>
                  <a:pt x="30" y="47"/>
                </a:cubicBezTo>
                <a:cubicBezTo>
                  <a:pt x="25" y="136"/>
                  <a:pt x="6" y="156"/>
                  <a:pt x="5" y="157"/>
                </a:cubicBezTo>
                <a:cubicBezTo>
                  <a:pt x="5" y="157"/>
                  <a:pt x="5" y="157"/>
                  <a:pt x="5" y="157"/>
                </a:cubicBezTo>
                <a:cubicBezTo>
                  <a:pt x="0" y="152"/>
                  <a:pt x="0" y="152"/>
                  <a:pt x="0" y="152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518"/>
          <p:cNvSpPr>
            <a:spLocks noEditPoints="1"/>
          </p:cNvSpPr>
          <p:nvPr/>
        </p:nvSpPr>
        <p:spPr bwMode="auto">
          <a:xfrm>
            <a:off x="4742191" y="5923123"/>
            <a:ext cx="2707618" cy="934877"/>
          </a:xfrm>
          <a:custGeom>
            <a:avLst/>
            <a:gdLst>
              <a:gd name="T0" fmla="*/ 97 w 130"/>
              <a:gd name="T1" fmla="*/ 45 h 45"/>
              <a:gd name="T2" fmla="*/ 97 w 130"/>
              <a:gd name="T3" fmla="*/ 43 h 45"/>
              <a:gd name="T4" fmla="*/ 65 w 130"/>
              <a:gd name="T5" fmla="*/ 28 h 45"/>
              <a:gd name="T6" fmla="*/ 65 w 130"/>
              <a:gd name="T7" fmla="*/ 28 h 45"/>
              <a:gd name="T8" fmla="*/ 34 w 130"/>
              <a:gd name="T9" fmla="*/ 43 h 45"/>
              <a:gd name="T10" fmla="*/ 34 w 130"/>
              <a:gd name="T11" fmla="*/ 43 h 45"/>
              <a:gd name="T12" fmla="*/ 33 w 130"/>
              <a:gd name="T13" fmla="*/ 45 h 45"/>
              <a:gd name="T14" fmla="*/ 0 w 130"/>
              <a:gd name="T15" fmla="*/ 45 h 45"/>
              <a:gd name="T16" fmla="*/ 3 w 130"/>
              <a:gd name="T17" fmla="*/ 40 h 45"/>
              <a:gd name="T18" fmla="*/ 65 w 130"/>
              <a:gd name="T19" fmla="*/ 0 h 45"/>
              <a:gd name="T20" fmla="*/ 65 w 130"/>
              <a:gd name="T21" fmla="*/ 0 h 45"/>
              <a:gd name="T22" fmla="*/ 127 w 130"/>
              <a:gd name="T23" fmla="*/ 40 h 45"/>
              <a:gd name="T24" fmla="*/ 127 w 130"/>
              <a:gd name="T25" fmla="*/ 40 h 45"/>
              <a:gd name="T26" fmla="*/ 130 w 130"/>
              <a:gd name="T27" fmla="*/ 45 h 45"/>
              <a:gd name="T28" fmla="*/ 97 w 130"/>
              <a:gd name="T29" fmla="*/ 45 h 45"/>
              <a:gd name="T30" fmla="*/ 31 w 130"/>
              <a:gd name="T31" fmla="*/ 41 h 45"/>
              <a:gd name="T32" fmla="*/ 31 w 130"/>
              <a:gd name="T33" fmla="*/ 38 h 45"/>
              <a:gd name="T34" fmla="*/ 31 w 130"/>
              <a:gd name="T35" fmla="*/ 41 h 45"/>
              <a:gd name="T36" fmla="*/ 119 w 130"/>
              <a:gd name="T37" fmla="*/ 38 h 45"/>
              <a:gd name="T38" fmla="*/ 65 w 130"/>
              <a:gd name="T39" fmla="*/ 6 h 45"/>
              <a:gd name="T40" fmla="*/ 65 w 130"/>
              <a:gd name="T41" fmla="*/ 6 h 45"/>
              <a:gd name="T42" fmla="*/ 11 w 130"/>
              <a:gd name="T43" fmla="*/ 38 h 45"/>
              <a:gd name="T44" fmla="*/ 11 w 130"/>
              <a:gd name="T45" fmla="*/ 38 h 45"/>
              <a:gd name="T46" fmla="*/ 29 w 130"/>
              <a:gd name="T47" fmla="*/ 38 h 45"/>
              <a:gd name="T48" fmla="*/ 65 w 130"/>
              <a:gd name="T49" fmla="*/ 22 h 45"/>
              <a:gd name="T50" fmla="*/ 65 w 130"/>
              <a:gd name="T51" fmla="*/ 22 h 45"/>
              <a:gd name="T52" fmla="*/ 101 w 130"/>
              <a:gd name="T53" fmla="*/ 38 h 45"/>
              <a:gd name="T54" fmla="*/ 101 w 130"/>
              <a:gd name="T55" fmla="*/ 38 h 45"/>
              <a:gd name="T56" fmla="*/ 119 w 130"/>
              <a:gd name="T5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30" h="45">
                <a:moveTo>
                  <a:pt x="97" y="45"/>
                </a:moveTo>
                <a:cubicBezTo>
                  <a:pt x="97" y="43"/>
                  <a:pt x="97" y="43"/>
                  <a:pt x="97" y="43"/>
                </a:cubicBezTo>
                <a:cubicBezTo>
                  <a:pt x="89" y="34"/>
                  <a:pt x="78" y="28"/>
                  <a:pt x="65" y="28"/>
                </a:cubicBezTo>
                <a:cubicBezTo>
                  <a:pt x="65" y="28"/>
                  <a:pt x="65" y="28"/>
                  <a:pt x="65" y="28"/>
                </a:cubicBezTo>
                <a:cubicBezTo>
                  <a:pt x="52" y="28"/>
                  <a:pt x="41" y="34"/>
                  <a:pt x="34" y="43"/>
                </a:cubicBezTo>
                <a:cubicBezTo>
                  <a:pt x="34" y="43"/>
                  <a:pt x="34" y="43"/>
                  <a:pt x="34" y="43"/>
                </a:cubicBezTo>
                <a:cubicBezTo>
                  <a:pt x="33" y="45"/>
                  <a:pt x="33" y="45"/>
                  <a:pt x="33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3" y="40"/>
                  <a:pt x="3" y="40"/>
                  <a:pt x="3" y="40"/>
                </a:cubicBezTo>
                <a:cubicBezTo>
                  <a:pt x="13" y="16"/>
                  <a:pt x="37" y="0"/>
                  <a:pt x="65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93" y="0"/>
                  <a:pt x="117" y="16"/>
                  <a:pt x="127" y="40"/>
                </a:cubicBezTo>
                <a:cubicBezTo>
                  <a:pt x="127" y="40"/>
                  <a:pt x="127" y="40"/>
                  <a:pt x="127" y="40"/>
                </a:cubicBezTo>
                <a:cubicBezTo>
                  <a:pt x="130" y="45"/>
                  <a:pt x="130" y="45"/>
                  <a:pt x="130" y="45"/>
                </a:cubicBezTo>
                <a:cubicBezTo>
                  <a:pt x="97" y="45"/>
                  <a:pt x="97" y="45"/>
                  <a:pt x="97" y="45"/>
                </a:cubicBezTo>
                <a:close/>
                <a:moveTo>
                  <a:pt x="31" y="41"/>
                </a:moveTo>
                <a:cubicBezTo>
                  <a:pt x="31" y="38"/>
                  <a:pt x="31" y="38"/>
                  <a:pt x="31" y="38"/>
                </a:cubicBezTo>
                <a:cubicBezTo>
                  <a:pt x="31" y="41"/>
                  <a:pt x="31" y="41"/>
                  <a:pt x="31" y="41"/>
                </a:cubicBezTo>
                <a:close/>
                <a:moveTo>
                  <a:pt x="119" y="38"/>
                </a:moveTo>
                <a:cubicBezTo>
                  <a:pt x="108" y="19"/>
                  <a:pt x="88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42" y="6"/>
                  <a:pt x="22" y="19"/>
                  <a:pt x="11" y="38"/>
                </a:cubicBezTo>
                <a:cubicBezTo>
                  <a:pt x="11" y="38"/>
                  <a:pt x="11" y="38"/>
                  <a:pt x="11" y="38"/>
                </a:cubicBezTo>
                <a:cubicBezTo>
                  <a:pt x="29" y="38"/>
                  <a:pt x="29" y="38"/>
                  <a:pt x="29" y="38"/>
                </a:cubicBezTo>
                <a:cubicBezTo>
                  <a:pt x="38" y="28"/>
                  <a:pt x="51" y="22"/>
                  <a:pt x="65" y="22"/>
                </a:cubicBezTo>
                <a:cubicBezTo>
                  <a:pt x="65" y="22"/>
                  <a:pt x="65" y="22"/>
                  <a:pt x="65" y="22"/>
                </a:cubicBezTo>
                <a:cubicBezTo>
                  <a:pt x="79" y="22"/>
                  <a:pt x="92" y="28"/>
                  <a:pt x="101" y="38"/>
                </a:cubicBezTo>
                <a:cubicBezTo>
                  <a:pt x="101" y="38"/>
                  <a:pt x="101" y="38"/>
                  <a:pt x="101" y="38"/>
                </a:cubicBezTo>
                <a:cubicBezTo>
                  <a:pt x="119" y="38"/>
                  <a:pt x="119" y="38"/>
                  <a:pt x="119" y="38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519"/>
          <p:cNvSpPr>
            <a:spLocks/>
          </p:cNvSpPr>
          <p:nvPr/>
        </p:nvSpPr>
        <p:spPr bwMode="auto">
          <a:xfrm>
            <a:off x="5844643" y="5358669"/>
            <a:ext cx="502720" cy="123474"/>
          </a:xfrm>
          <a:custGeom>
            <a:avLst/>
            <a:gdLst>
              <a:gd name="T0" fmla="*/ 0 w 57"/>
              <a:gd name="T1" fmla="*/ 14 h 14"/>
              <a:gd name="T2" fmla="*/ 0 w 57"/>
              <a:gd name="T3" fmla="*/ 0 h 14"/>
              <a:gd name="T4" fmla="*/ 57 w 57"/>
              <a:gd name="T5" fmla="*/ 0 h 14"/>
              <a:gd name="T6" fmla="*/ 57 w 57"/>
              <a:gd name="T7" fmla="*/ 14 h 14"/>
              <a:gd name="T8" fmla="*/ 0 w 57"/>
              <a:gd name="T9" fmla="*/ 14 h 14"/>
              <a:gd name="T10" fmla="*/ 0 w 57"/>
              <a:gd name="T11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14">
                <a:moveTo>
                  <a:pt x="0" y="14"/>
                </a:moveTo>
                <a:lnTo>
                  <a:pt x="0" y="0"/>
                </a:lnTo>
                <a:lnTo>
                  <a:pt x="57" y="0"/>
                </a:lnTo>
                <a:lnTo>
                  <a:pt x="57" y="14"/>
                </a:lnTo>
                <a:lnTo>
                  <a:pt x="0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520"/>
          <p:cNvSpPr>
            <a:spLocks noEditPoints="1"/>
          </p:cNvSpPr>
          <p:nvPr/>
        </p:nvSpPr>
        <p:spPr bwMode="auto">
          <a:xfrm>
            <a:off x="5888738" y="5570339"/>
            <a:ext cx="432163" cy="291049"/>
          </a:xfrm>
          <a:custGeom>
            <a:avLst/>
            <a:gdLst>
              <a:gd name="T0" fmla="*/ 3 w 21"/>
              <a:gd name="T1" fmla="*/ 1 h 14"/>
              <a:gd name="T2" fmla="*/ 3 w 21"/>
              <a:gd name="T3" fmla="*/ 0 h 14"/>
              <a:gd name="T4" fmla="*/ 16 w 21"/>
              <a:gd name="T5" fmla="*/ 0 h 14"/>
              <a:gd name="T6" fmla="*/ 21 w 21"/>
              <a:gd name="T7" fmla="*/ 13 h 14"/>
              <a:gd name="T8" fmla="*/ 20 w 21"/>
              <a:gd name="T9" fmla="*/ 13 h 14"/>
              <a:gd name="T10" fmla="*/ 9 w 21"/>
              <a:gd name="T11" fmla="*/ 12 h 14"/>
              <a:gd name="T12" fmla="*/ 9 w 21"/>
              <a:gd name="T13" fmla="*/ 12 h 14"/>
              <a:gd name="T14" fmla="*/ 1 w 21"/>
              <a:gd name="T15" fmla="*/ 13 h 14"/>
              <a:gd name="T16" fmla="*/ 1 w 21"/>
              <a:gd name="T17" fmla="*/ 13 h 14"/>
              <a:gd name="T18" fmla="*/ 0 w 21"/>
              <a:gd name="T19" fmla="*/ 14 h 14"/>
              <a:gd name="T20" fmla="*/ 3 w 21"/>
              <a:gd name="T21" fmla="*/ 1 h 14"/>
              <a:gd name="T22" fmla="*/ 2 w 21"/>
              <a:gd name="T23" fmla="*/ 11 h 14"/>
              <a:gd name="T24" fmla="*/ 9 w 21"/>
              <a:gd name="T25" fmla="*/ 11 h 14"/>
              <a:gd name="T26" fmla="*/ 9 w 21"/>
              <a:gd name="T27" fmla="*/ 11 h 14"/>
              <a:gd name="T28" fmla="*/ 19 w 21"/>
              <a:gd name="T29" fmla="*/ 11 h 14"/>
              <a:gd name="T30" fmla="*/ 19 w 21"/>
              <a:gd name="T31" fmla="*/ 11 h 14"/>
              <a:gd name="T32" fmla="*/ 15 w 21"/>
              <a:gd name="T33" fmla="*/ 2 h 14"/>
              <a:gd name="T34" fmla="*/ 4 w 21"/>
              <a:gd name="T35" fmla="*/ 2 h 14"/>
              <a:gd name="T36" fmla="*/ 2 w 21"/>
              <a:gd name="T37" fmla="*/ 11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" h="14">
                <a:moveTo>
                  <a:pt x="3" y="1"/>
                </a:moveTo>
                <a:cubicBezTo>
                  <a:pt x="3" y="0"/>
                  <a:pt x="3" y="0"/>
                  <a:pt x="3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21" y="13"/>
                  <a:pt x="21" y="13"/>
                  <a:pt x="21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14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6" y="12"/>
                  <a:pt x="3" y="13"/>
                  <a:pt x="1" y="13"/>
                </a:cubicBezTo>
                <a:cubicBezTo>
                  <a:pt x="1" y="13"/>
                  <a:pt x="1" y="13"/>
                  <a:pt x="1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3" y="1"/>
                  <a:pt x="3" y="1"/>
                  <a:pt x="3" y="1"/>
                </a:cubicBezTo>
                <a:close/>
                <a:moveTo>
                  <a:pt x="2" y="11"/>
                </a:moveTo>
                <a:cubicBezTo>
                  <a:pt x="4" y="11"/>
                  <a:pt x="7" y="11"/>
                  <a:pt x="9" y="11"/>
                </a:cubicBezTo>
                <a:cubicBezTo>
                  <a:pt x="9" y="11"/>
                  <a:pt x="9" y="11"/>
                  <a:pt x="9" y="11"/>
                </a:cubicBezTo>
                <a:cubicBezTo>
                  <a:pt x="13" y="11"/>
                  <a:pt x="17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5" y="2"/>
                  <a:pt x="15" y="2"/>
                  <a:pt x="15" y="2"/>
                </a:cubicBezTo>
                <a:cubicBezTo>
                  <a:pt x="4" y="2"/>
                  <a:pt x="4" y="2"/>
                  <a:pt x="4" y="2"/>
                </a:cubicBezTo>
                <a:cubicBezTo>
                  <a:pt x="2" y="11"/>
                  <a:pt x="2" y="11"/>
                  <a:pt x="2" y="11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矩形 23"/>
          <p:cNvSpPr/>
          <p:nvPr/>
        </p:nvSpPr>
        <p:spPr>
          <a:xfrm>
            <a:off x="7492139" y="2438399"/>
            <a:ext cx="3593462" cy="646327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1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5" name="矩形 24"/>
          <p:cNvSpPr/>
          <p:nvPr/>
        </p:nvSpPr>
        <p:spPr>
          <a:xfrm>
            <a:off x="7492139" y="3446850"/>
            <a:ext cx="3593462" cy="646327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1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6" name="矩形 25"/>
          <p:cNvSpPr/>
          <p:nvPr/>
        </p:nvSpPr>
        <p:spPr>
          <a:xfrm>
            <a:off x="7492139" y="4436651"/>
            <a:ext cx="3593462" cy="646327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11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7" name="矩形 26"/>
          <p:cNvSpPr/>
          <p:nvPr/>
        </p:nvSpPr>
        <p:spPr>
          <a:xfrm>
            <a:off x="858355" y="2450834"/>
            <a:ext cx="3593462" cy="646327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8" name="矩形 27"/>
          <p:cNvSpPr/>
          <p:nvPr/>
        </p:nvSpPr>
        <p:spPr>
          <a:xfrm>
            <a:off x="858355" y="3446850"/>
            <a:ext cx="3593462" cy="646327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9" name="矩形 28"/>
          <p:cNvSpPr/>
          <p:nvPr/>
        </p:nvSpPr>
        <p:spPr>
          <a:xfrm>
            <a:off x="858355" y="4436651"/>
            <a:ext cx="3593462" cy="646327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2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31" name="Picture 30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40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918934" y="2088019"/>
            <a:ext cx="1619999" cy="2160000"/>
            <a:chOff x="5816601" y="-11436350"/>
            <a:chExt cx="404813" cy="53975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" name="Freeform 178"/>
            <p:cNvSpPr>
              <a:spLocks/>
            </p:cNvSpPr>
            <p:nvPr/>
          </p:nvSpPr>
          <p:spPr bwMode="auto">
            <a:xfrm>
              <a:off x="5816601" y="-11345862"/>
              <a:ext cx="404813" cy="449263"/>
            </a:xfrm>
            <a:custGeom>
              <a:avLst/>
              <a:gdLst>
                <a:gd name="T0" fmla="*/ 43 w 255"/>
                <a:gd name="T1" fmla="*/ 92 h 283"/>
                <a:gd name="T2" fmla="*/ 99 w 255"/>
                <a:gd name="T3" fmla="*/ 35 h 283"/>
                <a:gd name="T4" fmla="*/ 128 w 255"/>
                <a:gd name="T5" fmla="*/ 35 h 283"/>
                <a:gd name="T6" fmla="*/ 85 w 255"/>
                <a:gd name="T7" fmla="*/ 113 h 283"/>
                <a:gd name="T8" fmla="*/ 85 w 255"/>
                <a:gd name="T9" fmla="*/ 198 h 283"/>
                <a:gd name="T10" fmla="*/ 0 w 255"/>
                <a:gd name="T11" fmla="*/ 198 h 283"/>
                <a:gd name="T12" fmla="*/ 0 w 255"/>
                <a:gd name="T13" fmla="*/ 227 h 283"/>
                <a:gd name="T14" fmla="*/ 113 w 255"/>
                <a:gd name="T15" fmla="*/ 227 h 283"/>
                <a:gd name="T16" fmla="*/ 113 w 255"/>
                <a:gd name="T17" fmla="*/ 141 h 283"/>
                <a:gd name="T18" fmla="*/ 170 w 255"/>
                <a:gd name="T19" fmla="*/ 191 h 283"/>
                <a:gd name="T20" fmla="*/ 170 w 255"/>
                <a:gd name="T21" fmla="*/ 283 h 283"/>
                <a:gd name="T22" fmla="*/ 199 w 255"/>
                <a:gd name="T23" fmla="*/ 283 h 283"/>
                <a:gd name="T24" fmla="*/ 199 w 255"/>
                <a:gd name="T25" fmla="*/ 170 h 283"/>
                <a:gd name="T26" fmla="*/ 142 w 255"/>
                <a:gd name="T27" fmla="*/ 120 h 283"/>
                <a:gd name="T28" fmla="*/ 156 w 255"/>
                <a:gd name="T29" fmla="*/ 85 h 283"/>
                <a:gd name="T30" fmla="*/ 170 w 255"/>
                <a:gd name="T31" fmla="*/ 99 h 283"/>
                <a:gd name="T32" fmla="*/ 255 w 255"/>
                <a:gd name="T33" fmla="*/ 99 h 283"/>
                <a:gd name="T34" fmla="*/ 255 w 255"/>
                <a:gd name="T35" fmla="*/ 71 h 283"/>
                <a:gd name="T36" fmla="*/ 184 w 255"/>
                <a:gd name="T37" fmla="*/ 71 h 283"/>
                <a:gd name="T38" fmla="*/ 184 w 255"/>
                <a:gd name="T39" fmla="*/ 0 h 283"/>
                <a:gd name="T40" fmla="*/ 85 w 255"/>
                <a:gd name="T41" fmla="*/ 0 h 283"/>
                <a:gd name="T42" fmla="*/ 28 w 255"/>
                <a:gd name="T43" fmla="*/ 78 h 283"/>
                <a:gd name="T44" fmla="*/ 43 w 255"/>
                <a:gd name="T45" fmla="*/ 9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5" h="283">
                  <a:moveTo>
                    <a:pt x="43" y="92"/>
                  </a:moveTo>
                  <a:lnTo>
                    <a:pt x="99" y="35"/>
                  </a:lnTo>
                  <a:lnTo>
                    <a:pt x="128" y="35"/>
                  </a:lnTo>
                  <a:lnTo>
                    <a:pt x="85" y="113"/>
                  </a:lnTo>
                  <a:lnTo>
                    <a:pt x="85" y="198"/>
                  </a:lnTo>
                  <a:lnTo>
                    <a:pt x="0" y="198"/>
                  </a:lnTo>
                  <a:lnTo>
                    <a:pt x="0" y="227"/>
                  </a:lnTo>
                  <a:lnTo>
                    <a:pt x="113" y="227"/>
                  </a:lnTo>
                  <a:lnTo>
                    <a:pt x="113" y="141"/>
                  </a:lnTo>
                  <a:lnTo>
                    <a:pt x="170" y="191"/>
                  </a:lnTo>
                  <a:lnTo>
                    <a:pt x="170" y="283"/>
                  </a:lnTo>
                  <a:lnTo>
                    <a:pt x="199" y="283"/>
                  </a:lnTo>
                  <a:lnTo>
                    <a:pt x="199" y="170"/>
                  </a:lnTo>
                  <a:lnTo>
                    <a:pt x="142" y="120"/>
                  </a:lnTo>
                  <a:lnTo>
                    <a:pt x="156" y="85"/>
                  </a:lnTo>
                  <a:lnTo>
                    <a:pt x="170" y="99"/>
                  </a:lnTo>
                  <a:lnTo>
                    <a:pt x="255" y="99"/>
                  </a:lnTo>
                  <a:lnTo>
                    <a:pt x="255" y="71"/>
                  </a:lnTo>
                  <a:lnTo>
                    <a:pt x="184" y="71"/>
                  </a:lnTo>
                  <a:lnTo>
                    <a:pt x="184" y="0"/>
                  </a:lnTo>
                  <a:lnTo>
                    <a:pt x="85" y="0"/>
                  </a:lnTo>
                  <a:lnTo>
                    <a:pt x="28" y="78"/>
                  </a:lnTo>
                  <a:lnTo>
                    <a:pt x="43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179"/>
            <p:cNvSpPr>
              <a:spLocks noChangeArrowheads="1"/>
            </p:cNvSpPr>
            <p:nvPr/>
          </p:nvSpPr>
          <p:spPr bwMode="auto">
            <a:xfrm>
              <a:off x="6086475" y="-11436350"/>
              <a:ext cx="90488" cy="904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608362" y="4610138"/>
            <a:ext cx="3143250" cy="416844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9F9F9"/>
                </a:solidFill>
              </a:rPr>
              <a:t>Step 01</a:t>
            </a:r>
            <a:endParaRPr lang="zh-CN" altLang="en-US" dirty="0">
              <a:solidFill>
                <a:srgbClr val="F9F9F9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21825" y="3699957"/>
            <a:ext cx="3143250" cy="416844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9F9F9"/>
                </a:solidFill>
              </a:rPr>
              <a:t>Step 02</a:t>
            </a:r>
            <a:endParaRPr lang="zh-CN" altLang="en-US" dirty="0">
              <a:solidFill>
                <a:srgbClr val="F9F9F9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35288" y="2789777"/>
            <a:ext cx="3143250" cy="416844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9F9F9"/>
                </a:solidFill>
              </a:rPr>
              <a:t>Step 03</a:t>
            </a:r>
            <a:endParaRPr lang="zh-CN" altLang="en-US" dirty="0">
              <a:solidFill>
                <a:srgbClr val="F9F9F9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048750" y="1879597"/>
            <a:ext cx="3143250" cy="416844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9F9F9"/>
                </a:solidFill>
              </a:rPr>
              <a:t>Step 04</a:t>
            </a:r>
            <a:endParaRPr lang="zh-CN" altLang="en-US" dirty="0">
              <a:solidFill>
                <a:srgbClr val="F9F9F9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8361" y="5101134"/>
            <a:ext cx="3187297" cy="127726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5" name="矩形 14"/>
          <p:cNvSpPr/>
          <p:nvPr/>
        </p:nvSpPr>
        <p:spPr>
          <a:xfrm>
            <a:off x="3962400" y="4116801"/>
            <a:ext cx="2602675" cy="127726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6" name="矩形 15"/>
          <p:cNvSpPr/>
          <p:nvPr/>
        </p:nvSpPr>
        <p:spPr>
          <a:xfrm>
            <a:off x="6775863" y="3206621"/>
            <a:ext cx="2602675" cy="127726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7" name="矩形 16"/>
          <p:cNvSpPr/>
          <p:nvPr/>
        </p:nvSpPr>
        <p:spPr>
          <a:xfrm>
            <a:off x="9589326" y="2296441"/>
            <a:ext cx="2391887" cy="155426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19" name="Picture 18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51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969" y="2068393"/>
            <a:ext cx="1873109" cy="3960000"/>
          </a:xfrm>
          <a:prstGeom prst="rect">
            <a:avLst/>
          </a:prstGeom>
        </p:spPr>
      </p:pic>
      <p:sp>
        <p:nvSpPr>
          <p:cNvPr id="11" name="同侧圆角矩形 10"/>
          <p:cNvSpPr/>
          <p:nvPr/>
        </p:nvSpPr>
        <p:spPr>
          <a:xfrm rot="5400000">
            <a:off x="9312680" y="1337609"/>
            <a:ext cx="582704" cy="277681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同侧圆角矩形 11"/>
          <p:cNvSpPr/>
          <p:nvPr/>
        </p:nvSpPr>
        <p:spPr>
          <a:xfrm rot="5400000">
            <a:off x="9122040" y="2254950"/>
            <a:ext cx="582704" cy="23955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同侧圆角矩形 12"/>
          <p:cNvSpPr/>
          <p:nvPr/>
        </p:nvSpPr>
        <p:spPr>
          <a:xfrm rot="5400000">
            <a:off x="9312680" y="2791013"/>
            <a:ext cx="582704" cy="277681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同侧圆角矩形 13"/>
          <p:cNvSpPr/>
          <p:nvPr/>
        </p:nvSpPr>
        <p:spPr>
          <a:xfrm rot="5400000">
            <a:off x="9122040" y="3708355"/>
            <a:ext cx="582703" cy="23955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511726" y="2714063"/>
            <a:ext cx="583200" cy="58270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同侧圆角矩形 15"/>
          <p:cNvSpPr/>
          <p:nvPr/>
        </p:nvSpPr>
        <p:spPr>
          <a:xfrm rot="16200000" flipH="1">
            <a:off x="2395663" y="1337607"/>
            <a:ext cx="582704" cy="277681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同侧圆角矩形 16"/>
          <p:cNvSpPr/>
          <p:nvPr/>
        </p:nvSpPr>
        <p:spPr>
          <a:xfrm rot="16200000" flipH="1">
            <a:off x="2586303" y="2254950"/>
            <a:ext cx="582704" cy="23955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同侧圆角矩形 17"/>
          <p:cNvSpPr/>
          <p:nvPr/>
        </p:nvSpPr>
        <p:spPr>
          <a:xfrm rot="16200000" flipH="1">
            <a:off x="2395663" y="2791013"/>
            <a:ext cx="582704" cy="277681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同侧圆角矩形 18"/>
          <p:cNvSpPr/>
          <p:nvPr/>
        </p:nvSpPr>
        <p:spPr>
          <a:xfrm rot="16200000" flipH="1">
            <a:off x="2586304" y="3708355"/>
            <a:ext cx="582703" cy="23955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511726" y="3440766"/>
            <a:ext cx="583200" cy="58270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511726" y="4167469"/>
            <a:ext cx="583200" cy="58270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11726" y="4894172"/>
            <a:ext cx="583200" cy="58270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196121" y="2714063"/>
            <a:ext cx="583200" cy="58270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196121" y="3440766"/>
            <a:ext cx="583200" cy="58270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196121" y="4167469"/>
            <a:ext cx="583200" cy="58270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196121" y="4894172"/>
            <a:ext cx="583200" cy="58270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平行四边形 26"/>
          <p:cNvSpPr/>
          <p:nvPr/>
        </p:nvSpPr>
        <p:spPr>
          <a:xfrm rot="5400000">
            <a:off x="3862522" y="2647564"/>
            <a:ext cx="862104" cy="436303"/>
          </a:xfrm>
          <a:prstGeom prst="parallelogram">
            <a:avLst>
              <a:gd name="adj" fmla="val 64392"/>
            </a:avLst>
          </a:prstGeom>
          <a:solidFill>
            <a:srgbClr val="0415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平行四边形 27"/>
          <p:cNvSpPr/>
          <p:nvPr/>
        </p:nvSpPr>
        <p:spPr>
          <a:xfrm rot="5400000">
            <a:off x="3859240" y="3372314"/>
            <a:ext cx="862104" cy="440210"/>
          </a:xfrm>
          <a:prstGeom prst="parallelogram">
            <a:avLst>
              <a:gd name="adj" fmla="val 63664"/>
            </a:avLst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平行四边形 28"/>
          <p:cNvSpPr/>
          <p:nvPr/>
        </p:nvSpPr>
        <p:spPr>
          <a:xfrm rot="5400000">
            <a:off x="3859904" y="4098351"/>
            <a:ext cx="862104" cy="441537"/>
          </a:xfrm>
          <a:prstGeom prst="parallelogram">
            <a:avLst>
              <a:gd name="adj" fmla="val 64392"/>
            </a:avLst>
          </a:prstGeom>
          <a:solidFill>
            <a:srgbClr val="0415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平行四边形 29"/>
          <p:cNvSpPr/>
          <p:nvPr/>
        </p:nvSpPr>
        <p:spPr>
          <a:xfrm rot="5400000">
            <a:off x="3859240" y="4825716"/>
            <a:ext cx="862104" cy="440210"/>
          </a:xfrm>
          <a:prstGeom prst="parallelogram">
            <a:avLst>
              <a:gd name="adj" fmla="val 63869"/>
            </a:avLst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平行四边形 30"/>
          <p:cNvSpPr/>
          <p:nvPr/>
        </p:nvSpPr>
        <p:spPr>
          <a:xfrm rot="16200000" flipH="1">
            <a:off x="7566420" y="2647564"/>
            <a:ext cx="862104" cy="436303"/>
          </a:xfrm>
          <a:prstGeom prst="parallelogram">
            <a:avLst>
              <a:gd name="adj" fmla="val 64392"/>
            </a:avLst>
          </a:prstGeom>
          <a:solidFill>
            <a:srgbClr val="0415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平行四边形 31"/>
          <p:cNvSpPr/>
          <p:nvPr/>
        </p:nvSpPr>
        <p:spPr>
          <a:xfrm rot="16200000" flipH="1">
            <a:off x="7566420" y="3374267"/>
            <a:ext cx="862104" cy="436303"/>
          </a:xfrm>
          <a:prstGeom prst="parallelogram">
            <a:avLst>
              <a:gd name="adj" fmla="val 64392"/>
            </a:avLst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平行四边形 32"/>
          <p:cNvSpPr/>
          <p:nvPr/>
        </p:nvSpPr>
        <p:spPr>
          <a:xfrm rot="16200000" flipH="1">
            <a:off x="7566420" y="4100969"/>
            <a:ext cx="862104" cy="436303"/>
          </a:xfrm>
          <a:prstGeom prst="parallelogram">
            <a:avLst>
              <a:gd name="adj" fmla="val 64392"/>
            </a:avLst>
          </a:prstGeom>
          <a:solidFill>
            <a:srgbClr val="0415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平行四边形 33"/>
          <p:cNvSpPr/>
          <p:nvPr/>
        </p:nvSpPr>
        <p:spPr>
          <a:xfrm rot="16200000" flipH="1">
            <a:off x="7566420" y="4827670"/>
            <a:ext cx="862104" cy="436303"/>
          </a:xfrm>
          <a:prstGeom prst="parallelogram">
            <a:avLst>
              <a:gd name="adj" fmla="val 62937"/>
            </a:avLst>
          </a:prstGeom>
          <a:solidFill>
            <a:srgbClr val="071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039433" y="2437066"/>
            <a:ext cx="2033372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36" name="矩形 35"/>
          <p:cNvSpPr/>
          <p:nvPr/>
        </p:nvSpPr>
        <p:spPr>
          <a:xfrm>
            <a:off x="1887848" y="3178124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37" name="矩形 36"/>
          <p:cNvSpPr/>
          <p:nvPr/>
        </p:nvSpPr>
        <p:spPr>
          <a:xfrm>
            <a:off x="1887848" y="3890469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38" name="矩形 37"/>
          <p:cNvSpPr/>
          <p:nvPr/>
        </p:nvSpPr>
        <p:spPr>
          <a:xfrm>
            <a:off x="1894415" y="4623870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pPr algn="r"/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39" name="矩形 38"/>
          <p:cNvSpPr/>
          <p:nvPr/>
        </p:nvSpPr>
        <p:spPr>
          <a:xfrm>
            <a:off x="8215622" y="4631530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40" name="矩形 39"/>
          <p:cNvSpPr/>
          <p:nvPr/>
        </p:nvSpPr>
        <p:spPr>
          <a:xfrm>
            <a:off x="8215622" y="3907605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41" name="矩形 40"/>
          <p:cNvSpPr/>
          <p:nvPr/>
        </p:nvSpPr>
        <p:spPr>
          <a:xfrm>
            <a:off x="8215622" y="3183305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42" name="矩形 41"/>
          <p:cNvSpPr/>
          <p:nvPr/>
        </p:nvSpPr>
        <p:spPr>
          <a:xfrm>
            <a:off x="8215622" y="2439018"/>
            <a:ext cx="2181010" cy="55399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 b="1" dirty="0">
                <a:solidFill>
                  <a:schemeClr val="bg1"/>
                </a:solidFill>
              </a:rPr>
              <a:t>在此添加关键字</a:t>
            </a:r>
          </a:p>
          <a:p>
            <a:r>
              <a:rPr lang="en-US" altLang="zh-CN" sz="9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0" r="8810"/>
          <a:stretch/>
        </p:blipFill>
        <p:spPr>
          <a:xfrm>
            <a:off x="5384101" y="2644856"/>
            <a:ext cx="1550092" cy="2849389"/>
          </a:xfrm>
          <a:prstGeom prst="rect">
            <a:avLst/>
          </a:prstGeom>
        </p:spPr>
      </p:pic>
      <p:sp>
        <p:nvSpPr>
          <p:cNvPr id="44" name="Freeform 1102"/>
          <p:cNvSpPr>
            <a:spLocks noChangeAspect="1" noEditPoints="1"/>
          </p:cNvSpPr>
          <p:nvPr/>
        </p:nvSpPr>
        <p:spPr bwMode="auto">
          <a:xfrm>
            <a:off x="4619362" y="2824231"/>
            <a:ext cx="360000" cy="360000"/>
          </a:xfrm>
          <a:custGeom>
            <a:avLst/>
            <a:gdLst>
              <a:gd name="T0" fmla="*/ 73 w 146"/>
              <a:gd name="T1" fmla="*/ 0 h 146"/>
              <a:gd name="T2" fmla="*/ 0 w 146"/>
              <a:gd name="T3" fmla="*/ 73 h 146"/>
              <a:gd name="T4" fmla="*/ 73 w 146"/>
              <a:gd name="T5" fmla="*/ 146 h 146"/>
              <a:gd name="T6" fmla="*/ 146 w 146"/>
              <a:gd name="T7" fmla="*/ 73 h 146"/>
              <a:gd name="T8" fmla="*/ 73 w 146"/>
              <a:gd name="T9" fmla="*/ 0 h 146"/>
              <a:gd name="T10" fmla="*/ 104 w 146"/>
              <a:gd name="T11" fmla="*/ 119 h 146"/>
              <a:gd name="T12" fmla="*/ 73 w 146"/>
              <a:gd name="T13" fmla="*/ 100 h 146"/>
              <a:gd name="T14" fmla="*/ 42 w 146"/>
              <a:gd name="T15" fmla="*/ 119 h 146"/>
              <a:gd name="T16" fmla="*/ 50 w 146"/>
              <a:gd name="T17" fmla="*/ 83 h 146"/>
              <a:gd name="T18" fmla="*/ 22 w 146"/>
              <a:gd name="T19" fmla="*/ 59 h 146"/>
              <a:gd name="T20" fmla="*/ 59 w 146"/>
              <a:gd name="T21" fmla="*/ 56 h 146"/>
              <a:gd name="T22" fmla="*/ 73 w 146"/>
              <a:gd name="T23" fmla="*/ 22 h 146"/>
              <a:gd name="T24" fmla="*/ 87 w 146"/>
              <a:gd name="T25" fmla="*/ 56 h 146"/>
              <a:gd name="T26" fmla="*/ 124 w 146"/>
              <a:gd name="T27" fmla="*/ 59 h 146"/>
              <a:gd name="T28" fmla="*/ 96 w 146"/>
              <a:gd name="T29" fmla="*/ 83 h 146"/>
              <a:gd name="T30" fmla="*/ 104 w 146"/>
              <a:gd name="T31" fmla="*/ 11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6" h="146">
                <a:moveTo>
                  <a:pt x="73" y="0"/>
                </a:moveTo>
                <a:cubicBezTo>
                  <a:pt x="33" y="0"/>
                  <a:pt x="0" y="33"/>
                  <a:pt x="0" y="73"/>
                </a:cubicBezTo>
                <a:cubicBezTo>
                  <a:pt x="0" y="113"/>
                  <a:pt x="33" y="146"/>
                  <a:pt x="73" y="146"/>
                </a:cubicBezTo>
                <a:cubicBezTo>
                  <a:pt x="113" y="146"/>
                  <a:pt x="146" y="113"/>
                  <a:pt x="146" y="73"/>
                </a:cubicBezTo>
                <a:cubicBezTo>
                  <a:pt x="146" y="33"/>
                  <a:pt x="113" y="0"/>
                  <a:pt x="73" y="0"/>
                </a:cubicBezTo>
                <a:close/>
                <a:moveTo>
                  <a:pt x="104" y="119"/>
                </a:moveTo>
                <a:cubicBezTo>
                  <a:pt x="73" y="100"/>
                  <a:pt x="73" y="100"/>
                  <a:pt x="73" y="100"/>
                </a:cubicBezTo>
                <a:cubicBezTo>
                  <a:pt x="42" y="119"/>
                  <a:pt x="42" y="119"/>
                  <a:pt x="42" y="119"/>
                </a:cubicBezTo>
                <a:cubicBezTo>
                  <a:pt x="50" y="83"/>
                  <a:pt x="50" y="83"/>
                  <a:pt x="50" y="83"/>
                </a:cubicBezTo>
                <a:cubicBezTo>
                  <a:pt x="22" y="59"/>
                  <a:pt x="22" y="59"/>
                  <a:pt x="22" y="59"/>
                </a:cubicBezTo>
                <a:cubicBezTo>
                  <a:pt x="59" y="56"/>
                  <a:pt x="59" y="56"/>
                  <a:pt x="59" y="56"/>
                </a:cubicBezTo>
                <a:cubicBezTo>
                  <a:pt x="73" y="22"/>
                  <a:pt x="73" y="22"/>
                  <a:pt x="73" y="22"/>
                </a:cubicBezTo>
                <a:cubicBezTo>
                  <a:pt x="87" y="56"/>
                  <a:pt x="87" y="56"/>
                  <a:pt x="87" y="56"/>
                </a:cubicBezTo>
                <a:cubicBezTo>
                  <a:pt x="124" y="59"/>
                  <a:pt x="124" y="59"/>
                  <a:pt x="124" y="59"/>
                </a:cubicBezTo>
                <a:cubicBezTo>
                  <a:pt x="96" y="83"/>
                  <a:pt x="96" y="83"/>
                  <a:pt x="96" y="83"/>
                </a:cubicBezTo>
                <a:lnTo>
                  <a:pt x="104" y="1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1103"/>
          <p:cNvSpPr>
            <a:spLocks noChangeAspect="1" noEditPoints="1"/>
          </p:cNvSpPr>
          <p:nvPr/>
        </p:nvSpPr>
        <p:spPr bwMode="auto">
          <a:xfrm>
            <a:off x="4643155" y="3534310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41 w 144"/>
              <a:gd name="T11" fmla="*/ 109 h 144"/>
              <a:gd name="T12" fmla="*/ 35 w 144"/>
              <a:gd name="T13" fmla="*/ 103 h 144"/>
              <a:gd name="T14" fmla="*/ 37 w 144"/>
              <a:gd name="T15" fmla="*/ 79 h 144"/>
              <a:gd name="T16" fmla="*/ 65 w 144"/>
              <a:gd name="T17" fmla="*/ 107 h 144"/>
              <a:gd name="T18" fmla="*/ 41 w 144"/>
              <a:gd name="T19" fmla="*/ 109 h 144"/>
              <a:gd name="T20" fmla="*/ 78 w 144"/>
              <a:gd name="T21" fmla="*/ 105 h 144"/>
              <a:gd name="T22" fmla="*/ 39 w 144"/>
              <a:gd name="T23" fmla="*/ 65 h 144"/>
              <a:gd name="T24" fmla="*/ 40 w 144"/>
              <a:gd name="T25" fmla="*/ 51 h 144"/>
              <a:gd name="T26" fmla="*/ 92 w 144"/>
              <a:gd name="T27" fmla="*/ 104 h 144"/>
              <a:gd name="T28" fmla="*/ 78 w 144"/>
              <a:gd name="T29" fmla="*/ 105 h 144"/>
              <a:gd name="T30" fmla="*/ 106 w 144"/>
              <a:gd name="T31" fmla="*/ 103 h 144"/>
              <a:gd name="T32" fmla="*/ 41 w 144"/>
              <a:gd name="T33" fmla="*/ 38 h 144"/>
              <a:gd name="T34" fmla="*/ 43 w 144"/>
              <a:gd name="T35" fmla="*/ 24 h 144"/>
              <a:gd name="T36" fmla="*/ 120 w 144"/>
              <a:gd name="T37" fmla="*/ 101 h 144"/>
              <a:gd name="T38" fmla="*/ 106 w 144"/>
              <a:gd name="T39" fmla="*/ 10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41" y="109"/>
                </a:moveTo>
                <a:cubicBezTo>
                  <a:pt x="38" y="109"/>
                  <a:pt x="35" y="106"/>
                  <a:pt x="35" y="103"/>
                </a:cubicBezTo>
                <a:cubicBezTo>
                  <a:pt x="37" y="79"/>
                  <a:pt x="37" y="79"/>
                  <a:pt x="37" y="79"/>
                </a:cubicBezTo>
                <a:cubicBezTo>
                  <a:pt x="52" y="81"/>
                  <a:pt x="63" y="92"/>
                  <a:pt x="65" y="107"/>
                </a:cubicBezTo>
                <a:lnTo>
                  <a:pt x="41" y="109"/>
                </a:lnTo>
                <a:close/>
                <a:moveTo>
                  <a:pt x="78" y="105"/>
                </a:moveTo>
                <a:cubicBezTo>
                  <a:pt x="77" y="84"/>
                  <a:pt x="60" y="67"/>
                  <a:pt x="39" y="65"/>
                </a:cubicBezTo>
                <a:cubicBezTo>
                  <a:pt x="40" y="51"/>
                  <a:pt x="40" y="51"/>
                  <a:pt x="40" y="51"/>
                </a:cubicBezTo>
                <a:cubicBezTo>
                  <a:pt x="68" y="54"/>
                  <a:pt x="90" y="76"/>
                  <a:pt x="92" y="104"/>
                </a:cubicBezTo>
                <a:lnTo>
                  <a:pt x="78" y="105"/>
                </a:lnTo>
                <a:close/>
                <a:moveTo>
                  <a:pt x="106" y="103"/>
                </a:moveTo>
                <a:cubicBezTo>
                  <a:pt x="103" y="68"/>
                  <a:pt x="76" y="41"/>
                  <a:pt x="41" y="38"/>
                </a:cubicBezTo>
                <a:cubicBezTo>
                  <a:pt x="43" y="24"/>
                  <a:pt x="43" y="24"/>
                  <a:pt x="43" y="24"/>
                </a:cubicBezTo>
                <a:cubicBezTo>
                  <a:pt x="84" y="28"/>
                  <a:pt x="116" y="60"/>
                  <a:pt x="120" y="101"/>
                </a:cubicBezTo>
                <a:lnTo>
                  <a:pt x="106" y="1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5" name="组合 54"/>
          <p:cNvGrpSpPr>
            <a:grpSpLocks noChangeAspect="1"/>
          </p:cNvGrpSpPr>
          <p:nvPr/>
        </p:nvGrpSpPr>
        <p:grpSpPr>
          <a:xfrm>
            <a:off x="4650475" y="4262945"/>
            <a:ext cx="361059" cy="360000"/>
            <a:chOff x="4223068" y="6249011"/>
            <a:chExt cx="541338" cy="539750"/>
          </a:xfrm>
          <a:solidFill>
            <a:schemeClr val="bg1"/>
          </a:solidFill>
        </p:grpSpPr>
        <p:sp>
          <p:nvSpPr>
            <p:cNvPr id="46" name="Freeform 1104"/>
            <p:cNvSpPr>
              <a:spLocks noEditPoints="1"/>
            </p:cNvSpPr>
            <p:nvPr/>
          </p:nvSpPr>
          <p:spPr bwMode="auto">
            <a:xfrm>
              <a:off x="4223068" y="6249011"/>
              <a:ext cx="541338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110 w 144"/>
                <a:gd name="T11" fmla="*/ 91 h 144"/>
                <a:gd name="T12" fmla="*/ 108 w 144"/>
                <a:gd name="T13" fmla="*/ 93 h 144"/>
                <a:gd name="T14" fmla="*/ 84 w 144"/>
                <a:gd name="T15" fmla="*/ 93 h 144"/>
                <a:gd name="T16" fmla="*/ 84 w 144"/>
                <a:gd name="T17" fmla="*/ 100 h 144"/>
                <a:gd name="T18" fmla="*/ 101 w 144"/>
                <a:gd name="T19" fmla="*/ 100 h 144"/>
                <a:gd name="T20" fmla="*/ 103 w 144"/>
                <a:gd name="T21" fmla="*/ 102 h 144"/>
                <a:gd name="T22" fmla="*/ 103 w 144"/>
                <a:gd name="T23" fmla="*/ 108 h 144"/>
                <a:gd name="T24" fmla="*/ 101 w 144"/>
                <a:gd name="T25" fmla="*/ 110 h 144"/>
                <a:gd name="T26" fmla="*/ 43 w 144"/>
                <a:gd name="T27" fmla="*/ 110 h 144"/>
                <a:gd name="T28" fmla="*/ 41 w 144"/>
                <a:gd name="T29" fmla="*/ 108 h 144"/>
                <a:gd name="T30" fmla="*/ 41 w 144"/>
                <a:gd name="T31" fmla="*/ 102 h 144"/>
                <a:gd name="T32" fmla="*/ 43 w 144"/>
                <a:gd name="T33" fmla="*/ 100 h 144"/>
                <a:gd name="T34" fmla="*/ 60 w 144"/>
                <a:gd name="T35" fmla="*/ 100 h 144"/>
                <a:gd name="T36" fmla="*/ 60 w 144"/>
                <a:gd name="T37" fmla="*/ 93 h 144"/>
                <a:gd name="T38" fmla="*/ 36 w 144"/>
                <a:gd name="T39" fmla="*/ 93 h 144"/>
                <a:gd name="T40" fmla="*/ 34 w 144"/>
                <a:gd name="T41" fmla="*/ 91 h 144"/>
                <a:gd name="T42" fmla="*/ 34 w 144"/>
                <a:gd name="T43" fmla="*/ 37 h 144"/>
                <a:gd name="T44" fmla="*/ 36 w 144"/>
                <a:gd name="T45" fmla="*/ 35 h 144"/>
                <a:gd name="T46" fmla="*/ 108 w 144"/>
                <a:gd name="T47" fmla="*/ 35 h 144"/>
                <a:gd name="T48" fmla="*/ 110 w 144"/>
                <a:gd name="T49" fmla="*/ 37 h 144"/>
                <a:gd name="T50" fmla="*/ 110 w 144"/>
                <a:gd name="T51" fmla="*/ 9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110" y="91"/>
                  </a:moveTo>
                  <a:cubicBezTo>
                    <a:pt x="110" y="92"/>
                    <a:pt x="109" y="93"/>
                    <a:pt x="108" y="93"/>
                  </a:cubicBezTo>
                  <a:cubicBezTo>
                    <a:pt x="84" y="93"/>
                    <a:pt x="84" y="93"/>
                    <a:pt x="84" y="93"/>
                  </a:cubicBezTo>
                  <a:cubicBezTo>
                    <a:pt x="84" y="100"/>
                    <a:pt x="84" y="100"/>
                    <a:pt x="84" y="100"/>
                  </a:cubicBezTo>
                  <a:cubicBezTo>
                    <a:pt x="101" y="100"/>
                    <a:pt x="101" y="100"/>
                    <a:pt x="101" y="100"/>
                  </a:cubicBezTo>
                  <a:cubicBezTo>
                    <a:pt x="102" y="100"/>
                    <a:pt x="103" y="101"/>
                    <a:pt x="103" y="102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3" y="109"/>
                    <a:pt x="102" y="110"/>
                    <a:pt x="101" y="110"/>
                  </a:cubicBezTo>
                  <a:cubicBezTo>
                    <a:pt x="43" y="110"/>
                    <a:pt x="43" y="110"/>
                    <a:pt x="43" y="110"/>
                  </a:cubicBezTo>
                  <a:cubicBezTo>
                    <a:pt x="42" y="110"/>
                    <a:pt x="41" y="109"/>
                    <a:pt x="41" y="108"/>
                  </a:cubicBezTo>
                  <a:cubicBezTo>
                    <a:pt x="41" y="102"/>
                    <a:pt x="41" y="102"/>
                    <a:pt x="41" y="102"/>
                  </a:cubicBezTo>
                  <a:cubicBezTo>
                    <a:pt x="41" y="101"/>
                    <a:pt x="42" y="100"/>
                    <a:pt x="43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36" y="93"/>
                    <a:pt x="36" y="93"/>
                    <a:pt x="36" y="93"/>
                  </a:cubicBezTo>
                  <a:cubicBezTo>
                    <a:pt x="35" y="93"/>
                    <a:pt x="34" y="92"/>
                    <a:pt x="34" y="91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5" y="35"/>
                    <a:pt x="36" y="35"/>
                  </a:cubicBezTo>
                  <a:cubicBezTo>
                    <a:pt x="108" y="35"/>
                    <a:pt x="108" y="35"/>
                    <a:pt x="108" y="35"/>
                  </a:cubicBezTo>
                  <a:cubicBezTo>
                    <a:pt x="109" y="35"/>
                    <a:pt x="110" y="36"/>
                    <a:pt x="110" y="37"/>
                  </a:cubicBezTo>
                  <a:lnTo>
                    <a:pt x="11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105"/>
            <p:cNvSpPr>
              <a:spLocks/>
            </p:cNvSpPr>
            <p:nvPr/>
          </p:nvSpPr>
          <p:spPr bwMode="auto">
            <a:xfrm>
              <a:off x="4388168" y="6420461"/>
              <a:ext cx="211138" cy="134938"/>
            </a:xfrm>
            <a:custGeom>
              <a:avLst/>
              <a:gdLst>
                <a:gd name="T0" fmla="*/ 54 w 56"/>
                <a:gd name="T1" fmla="*/ 0 h 36"/>
                <a:gd name="T2" fmla="*/ 2 w 56"/>
                <a:gd name="T3" fmla="*/ 0 h 36"/>
                <a:gd name="T4" fmla="*/ 0 w 56"/>
                <a:gd name="T5" fmla="*/ 2 h 36"/>
                <a:gd name="T6" fmla="*/ 0 w 56"/>
                <a:gd name="T7" fmla="*/ 34 h 36"/>
                <a:gd name="T8" fmla="*/ 2 w 56"/>
                <a:gd name="T9" fmla="*/ 36 h 36"/>
                <a:gd name="T10" fmla="*/ 54 w 56"/>
                <a:gd name="T11" fmla="*/ 36 h 36"/>
                <a:gd name="T12" fmla="*/ 56 w 56"/>
                <a:gd name="T13" fmla="*/ 34 h 36"/>
                <a:gd name="T14" fmla="*/ 56 w 56"/>
                <a:gd name="T15" fmla="*/ 2 h 36"/>
                <a:gd name="T16" fmla="*/ 54 w 56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6">
                  <a:moveTo>
                    <a:pt x="5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2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5" y="36"/>
                    <a:pt x="56" y="35"/>
                    <a:pt x="56" y="34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6" y="0"/>
                    <a:pt x="55" y="0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Freeform 1106"/>
          <p:cNvSpPr>
            <a:spLocks noChangeAspect="1" noEditPoints="1"/>
          </p:cNvSpPr>
          <p:nvPr/>
        </p:nvSpPr>
        <p:spPr bwMode="auto">
          <a:xfrm>
            <a:off x="4651534" y="4997864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100 w 144"/>
              <a:gd name="T11" fmla="*/ 99 h 144"/>
              <a:gd name="T12" fmla="*/ 58 w 144"/>
              <a:gd name="T13" fmla="*/ 123 h 144"/>
              <a:gd name="T14" fmla="*/ 68 w 144"/>
              <a:gd name="T15" fmla="*/ 104 h 144"/>
              <a:gd name="T16" fmla="*/ 20 w 144"/>
              <a:gd name="T17" fmla="*/ 69 h 144"/>
              <a:gd name="T18" fmla="*/ 72 w 144"/>
              <a:gd name="T19" fmla="*/ 35 h 144"/>
              <a:gd name="T20" fmla="*/ 125 w 144"/>
              <a:gd name="T21" fmla="*/ 69 h 144"/>
              <a:gd name="T22" fmla="*/ 100 w 144"/>
              <a:gd name="T23" fmla="*/ 9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00" y="99"/>
                </a:moveTo>
                <a:cubicBezTo>
                  <a:pt x="89" y="104"/>
                  <a:pt x="58" y="123"/>
                  <a:pt x="58" y="123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41" y="102"/>
                  <a:pt x="20" y="87"/>
                  <a:pt x="20" y="69"/>
                </a:cubicBezTo>
                <a:cubicBezTo>
                  <a:pt x="20" y="50"/>
                  <a:pt x="43" y="35"/>
                  <a:pt x="72" y="35"/>
                </a:cubicBezTo>
                <a:cubicBezTo>
                  <a:pt x="101" y="35"/>
                  <a:pt x="125" y="50"/>
                  <a:pt x="125" y="69"/>
                </a:cubicBezTo>
                <a:cubicBezTo>
                  <a:pt x="125" y="82"/>
                  <a:pt x="109" y="93"/>
                  <a:pt x="100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1107"/>
          <p:cNvSpPr>
            <a:spLocks noChangeAspect="1"/>
          </p:cNvSpPr>
          <p:nvPr/>
        </p:nvSpPr>
        <p:spPr bwMode="auto">
          <a:xfrm>
            <a:off x="7322680" y="2816172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6 w 144"/>
              <a:gd name="T5" fmla="*/ 101 h 144"/>
              <a:gd name="T6" fmla="*/ 45 w 144"/>
              <a:gd name="T7" fmla="*/ 40 h 144"/>
              <a:gd name="T8" fmla="*/ 63 w 144"/>
              <a:gd name="T9" fmla="*/ 52 h 144"/>
              <a:gd name="T10" fmla="*/ 56 w 144"/>
              <a:gd name="T11" fmla="*/ 57 h 144"/>
              <a:gd name="T12" fmla="*/ 28 w 144"/>
              <a:gd name="T13" fmla="*/ 102 h 144"/>
              <a:gd name="T14" fmla="*/ 26 w 144"/>
              <a:gd name="T15" fmla="*/ 112 h 144"/>
              <a:gd name="T16" fmla="*/ 31 w 144"/>
              <a:gd name="T17" fmla="*/ 119 h 144"/>
              <a:gd name="T18" fmla="*/ 40 w 144"/>
              <a:gd name="T19" fmla="*/ 120 h 144"/>
              <a:gd name="T20" fmla="*/ 47 w 144"/>
              <a:gd name="T21" fmla="*/ 115 h 144"/>
              <a:gd name="T22" fmla="*/ 65 w 144"/>
              <a:gd name="T23" fmla="*/ 86 h 144"/>
              <a:gd name="T24" fmla="*/ 64 w 144"/>
              <a:gd name="T25" fmla="*/ 81 h 144"/>
              <a:gd name="T26" fmla="*/ 59 w 144"/>
              <a:gd name="T27" fmla="*/ 82 h 144"/>
              <a:gd name="T28" fmla="*/ 41 w 144"/>
              <a:gd name="T29" fmla="*/ 111 h 144"/>
              <a:gd name="T30" fmla="*/ 38 w 144"/>
              <a:gd name="T31" fmla="*/ 114 h 144"/>
              <a:gd name="T32" fmla="*/ 35 w 144"/>
              <a:gd name="T33" fmla="*/ 113 h 144"/>
              <a:gd name="T34" fmla="*/ 33 w 144"/>
              <a:gd name="T35" fmla="*/ 110 h 144"/>
              <a:gd name="T36" fmla="*/ 34 w 144"/>
              <a:gd name="T37" fmla="*/ 106 h 144"/>
              <a:gd name="T38" fmla="*/ 62 w 144"/>
              <a:gd name="T39" fmla="*/ 61 h 144"/>
              <a:gd name="T40" fmla="*/ 71 w 144"/>
              <a:gd name="T41" fmla="*/ 57 h 144"/>
              <a:gd name="T42" fmla="*/ 113 w 144"/>
              <a:gd name="T43" fmla="*/ 83 h 144"/>
              <a:gd name="T44" fmla="*/ 75 w 144"/>
              <a:gd name="T45" fmla="*/ 144 h 144"/>
              <a:gd name="T46" fmla="*/ 144 w 144"/>
              <a:gd name="T47" fmla="*/ 72 h 144"/>
              <a:gd name="T48" fmla="*/ 72 w 144"/>
              <a:gd name="T49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82"/>
                  <a:pt x="2" y="92"/>
                  <a:pt x="6" y="101"/>
                </a:cubicBezTo>
                <a:cubicBezTo>
                  <a:pt x="45" y="40"/>
                  <a:pt x="45" y="40"/>
                  <a:pt x="45" y="40"/>
                </a:cubicBezTo>
                <a:cubicBezTo>
                  <a:pt x="63" y="52"/>
                  <a:pt x="63" y="52"/>
                  <a:pt x="63" y="52"/>
                </a:cubicBezTo>
                <a:cubicBezTo>
                  <a:pt x="60" y="53"/>
                  <a:pt x="58" y="55"/>
                  <a:pt x="56" y="57"/>
                </a:cubicBezTo>
                <a:cubicBezTo>
                  <a:pt x="28" y="102"/>
                  <a:pt x="28" y="102"/>
                  <a:pt x="28" y="102"/>
                </a:cubicBezTo>
                <a:cubicBezTo>
                  <a:pt x="26" y="105"/>
                  <a:pt x="25" y="109"/>
                  <a:pt x="26" y="112"/>
                </a:cubicBezTo>
                <a:cubicBezTo>
                  <a:pt x="27" y="114"/>
                  <a:pt x="29" y="117"/>
                  <a:pt x="31" y="119"/>
                </a:cubicBezTo>
                <a:cubicBezTo>
                  <a:pt x="34" y="120"/>
                  <a:pt x="37" y="121"/>
                  <a:pt x="40" y="120"/>
                </a:cubicBezTo>
                <a:cubicBezTo>
                  <a:pt x="43" y="120"/>
                  <a:pt x="45" y="118"/>
                  <a:pt x="47" y="115"/>
                </a:cubicBezTo>
                <a:cubicBezTo>
                  <a:pt x="65" y="86"/>
                  <a:pt x="65" y="86"/>
                  <a:pt x="65" y="86"/>
                </a:cubicBezTo>
                <a:cubicBezTo>
                  <a:pt x="66" y="84"/>
                  <a:pt x="66" y="82"/>
                  <a:pt x="64" y="81"/>
                </a:cubicBezTo>
                <a:cubicBezTo>
                  <a:pt x="63" y="80"/>
                  <a:pt x="60" y="81"/>
                  <a:pt x="59" y="82"/>
                </a:cubicBezTo>
                <a:cubicBezTo>
                  <a:pt x="41" y="111"/>
                  <a:pt x="41" y="111"/>
                  <a:pt x="41" y="111"/>
                </a:cubicBezTo>
                <a:cubicBezTo>
                  <a:pt x="41" y="113"/>
                  <a:pt x="39" y="113"/>
                  <a:pt x="38" y="114"/>
                </a:cubicBezTo>
                <a:cubicBezTo>
                  <a:pt x="37" y="114"/>
                  <a:pt x="36" y="114"/>
                  <a:pt x="35" y="113"/>
                </a:cubicBezTo>
                <a:cubicBezTo>
                  <a:pt x="34" y="112"/>
                  <a:pt x="33" y="111"/>
                  <a:pt x="33" y="110"/>
                </a:cubicBezTo>
                <a:cubicBezTo>
                  <a:pt x="32" y="109"/>
                  <a:pt x="33" y="108"/>
                  <a:pt x="34" y="106"/>
                </a:cubicBezTo>
                <a:cubicBezTo>
                  <a:pt x="62" y="61"/>
                  <a:pt x="62" y="61"/>
                  <a:pt x="62" y="61"/>
                </a:cubicBezTo>
                <a:cubicBezTo>
                  <a:pt x="64" y="58"/>
                  <a:pt x="68" y="56"/>
                  <a:pt x="71" y="57"/>
                </a:cubicBezTo>
                <a:cubicBezTo>
                  <a:pt x="113" y="83"/>
                  <a:pt x="113" y="83"/>
                  <a:pt x="113" y="83"/>
                </a:cubicBezTo>
                <a:cubicBezTo>
                  <a:pt x="75" y="144"/>
                  <a:pt x="75" y="144"/>
                  <a:pt x="75" y="144"/>
                </a:cubicBezTo>
                <a:cubicBezTo>
                  <a:pt x="113" y="143"/>
                  <a:pt x="144" y="111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7" name="组合 56"/>
          <p:cNvGrpSpPr>
            <a:grpSpLocks noChangeAspect="1"/>
          </p:cNvGrpSpPr>
          <p:nvPr/>
        </p:nvGrpSpPr>
        <p:grpSpPr>
          <a:xfrm>
            <a:off x="7307721" y="3564071"/>
            <a:ext cx="360000" cy="360000"/>
            <a:chOff x="7331393" y="6218848"/>
            <a:chExt cx="539750" cy="539750"/>
          </a:xfrm>
          <a:solidFill>
            <a:schemeClr val="bg1"/>
          </a:solidFill>
        </p:grpSpPr>
        <p:sp>
          <p:nvSpPr>
            <p:cNvPr id="50" name="Freeform 1108"/>
            <p:cNvSpPr>
              <a:spLocks noChangeAspect="1"/>
            </p:cNvSpPr>
            <p:nvPr/>
          </p:nvSpPr>
          <p:spPr bwMode="auto">
            <a:xfrm>
              <a:off x="7482205" y="6372836"/>
              <a:ext cx="63500" cy="66675"/>
            </a:xfrm>
            <a:custGeom>
              <a:avLst/>
              <a:gdLst>
                <a:gd name="T0" fmla="*/ 3 w 17"/>
                <a:gd name="T1" fmla="*/ 3 h 18"/>
                <a:gd name="T2" fmla="*/ 3 w 17"/>
                <a:gd name="T3" fmla="*/ 15 h 18"/>
                <a:gd name="T4" fmla="*/ 14 w 17"/>
                <a:gd name="T5" fmla="*/ 15 h 18"/>
                <a:gd name="T6" fmla="*/ 14 w 17"/>
                <a:gd name="T7" fmla="*/ 3 h 18"/>
                <a:gd name="T8" fmla="*/ 3 w 17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8">
                  <a:moveTo>
                    <a:pt x="3" y="3"/>
                  </a:moveTo>
                  <a:cubicBezTo>
                    <a:pt x="0" y="7"/>
                    <a:pt x="0" y="12"/>
                    <a:pt x="3" y="15"/>
                  </a:cubicBezTo>
                  <a:cubicBezTo>
                    <a:pt x="6" y="18"/>
                    <a:pt x="11" y="18"/>
                    <a:pt x="14" y="15"/>
                  </a:cubicBezTo>
                  <a:cubicBezTo>
                    <a:pt x="17" y="12"/>
                    <a:pt x="17" y="7"/>
                    <a:pt x="14" y="3"/>
                  </a:cubicBezTo>
                  <a:cubicBezTo>
                    <a:pt x="11" y="0"/>
                    <a:pt x="6" y="0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109"/>
            <p:cNvSpPr>
              <a:spLocks noChangeAspect="1" noEditPoints="1"/>
            </p:cNvSpPr>
            <p:nvPr/>
          </p:nvSpPr>
          <p:spPr bwMode="auto">
            <a:xfrm>
              <a:off x="7331393" y="6218848"/>
              <a:ext cx="539750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77 w 144"/>
                <a:gd name="T11" fmla="*/ 124 h 144"/>
                <a:gd name="T12" fmla="*/ 29 w 144"/>
                <a:gd name="T13" fmla="*/ 76 h 144"/>
                <a:gd name="T14" fmla="*/ 29 w 144"/>
                <a:gd name="T15" fmla="*/ 47 h 144"/>
                <a:gd name="T16" fmla="*/ 46 w 144"/>
                <a:gd name="T17" fmla="*/ 30 h 144"/>
                <a:gd name="T18" fmla="*/ 74 w 144"/>
                <a:gd name="T19" fmla="*/ 30 h 144"/>
                <a:gd name="T20" fmla="*/ 123 w 144"/>
                <a:gd name="T21" fmla="*/ 79 h 144"/>
                <a:gd name="T22" fmla="*/ 77 w 144"/>
                <a:gd name="T23" fmla="*/ 12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77" y="124"/>
                  </a:moveTo>
                  <a:cubicBezTo>
                    <a:pt x="29" y="76"/>
                    <a:pt x="29" y="76"/>
                    <a:pt x="29" y="76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123" y="79"/>
                    <a:pt x="123" y="79"/>
                    <a:pt x="123" y="79"/>
                  </a:cubicBezTo>
                  <a:lnTo>
                    <a:pt x="77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2" name="Freeform 1110"/>
          <p:cNvSpPr>
            <a:spLocks noChangeAspect="1" noEditPoints="1"/>
          </p:cNvSpPr>
          <p:nvPr/>
        </p:nvSpPr>
        <p:spPr bwMode="auto">
          <a:xfrm>
            <a:off x="7307721" y="4287298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110 w 144"/>
              <a:gd name="T11" fmla="*/ 76 h 144"/>
              <a:gd name="T12" fmla="*/ 105 w 144"/>
              <a:gd name="T13" fmla="*/ 91 h 144"/>
              <a:gd name="T14" fmla="*/ 109 w 144"/>
              <a:gd name="T15" fmla="*/ 104 h 144"/>
              <a:gd name="T16" fmla="*/ 91 w 144"/>
              <a:gd name="T17" fmla="*/ 117 h 144"/>
              <a:gd name="T18" fmla="*/ 80 w 144"/>
              <a:gd name="T19" fmla="*/ 110 h 144"/>
              <a:gd name="T20" fmla="*/ 72 w 144"/>
              <a:gd name="T21" fmla="*/ 111 h 144"/>
              <a:gd name="T22" fmla="*/ 64 w 144"/>
              <a:gd name="T23" fmla="*/ 110 h 144"/>
              <a:gd name="T24" fmla="*/ 53 w 144"/>
              <a:gd name="T25" fmla="*/ 117 h 144"/>
              <a:gd name="T26" fmla="*/ 35 w 144"/>
              <a:gd name="T27" fmla="*/ 104 h 144"/>
              <a:gd name="T28" fmla="*/ 39 w 144"/>
              <a:gd name="T29" fmla="*/ 91 h 144"/>
              <a:gd name="T30" fmla="*/ 34 w 144"/>
              <a:gd name="T31" fmla="*/ 76 h 144"/>
              <a:gd name="T32" fmla="*/ 23 w 144"/>
              <a:gd name="T33" fmla="*/ 68 h 144"/>
              <a:gd name="T34" fmla="*/ 30 w 144"/>
              <a:gd name="T35" fmla="*/ 46 h 144"/>
              <a:gd name="T36" fmla="*/ 43 w 144"/>
              <a:gd name="T37" fmla="*/ 46 h 144"/>
              <a:gd name="T38" fmla="*/ 56 w 144"/>
              <a:gd name="T39" fmla="*/ 37 h 144"/>
              <a:gd name="T40" fmla="*/ 60 w 144"/>
              <a:gd name="T41" fmla="*/ 24 h 144"/>
              <a:gd name="T42" fmla="*/ 84 w 144"/>
              <a:gd name="T43" fmla="*/ 24 h 144"/>
              <a:gd name="T44" fmla="*/ 88 w 144"/>
              <a:gd name="T45" fmla="*/ 37 h 144"/>
              <a:gd name="T46" fmla="*/ 101 w 144"/>
              <a:gd name="T47" fmla="*/ 46 h 144"/>
              <a:gd name="T48" fmla="*/ 114 w 144"/>
              <a:gd name="T49" fmla="*/ 46 h 144"/>
              <a:gd name="T50" fmla="*/ 121 w 144"/>
              <a:gd name="T51" fmla="*/ 68 h 144"/>
              <a:gd name="T52" fmla="*/ 110 w 144"/>
              <a:gd name="T53" fmla="*/ 7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10" y="76"/>
                </a:moveTo>
                <a:cubicBezTo>
                  <a:pt x="110" y="81"/>
                  <a:pt x="108" y="87"/>
                  <a:pt x="105" y="91"/>
                </a:cubicBezTo>
                <a:cubicBezTo>
                  <a:pt x="109" y="104"/>
                  <a:pt x="109" y="104"/>
                  <a:pt x="109" y="104"/>
                </a:cubicBezTo>
                <a:cubicBezTo>
                  <a:pt x="91" y="117"/>
                  <a:pt x="91" y="117"/>
                  <a:pt x="91" y="117"/>
                </a:cubicBezTo>
                <a:cubicBezTo>
                  <a:pt x="80" y="110"/>
                  <a:pt x="80" y="110"/>
                  <a:pt x="80" y="110"/>
                </a:cubicBezTo>
                <a:cubicBezTo>
                  <a:pt x="78" y="110"/>
                  <a:pt x="75" y="111"/>
                  <a:pt x="72" y="111"/>
                </a:cubicBezTo>
                <a:cubicBezTo>
                  <a:pt x="69" y="111"/>
                  <a:pt x="66" y="110"/>
                  <a:pt x="64" y="110"/>
                </a:cubicBezTo>
                <a:cubicBezTo>
                  <a:pt x="53" y="117"/>
                  <a:pt x="53" y="117"/>
                  <a:pt x="53" y="117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39" y="91"/>
                  <a:pt x="39" y="91"/>
                  <a:pt x="39" y="91"/>
                </a:cubicBezTo>
                <a:cubicBezTo>
                  <a:pt x="36" y="87"/>
                  <a:pt x="34" y="81"/>
                  <a:pt x="34" y="76"/>
                </a:cubicBezTo>
                <a:cubicBezTo>
                  <a:pt x="23" y="68"/>
                  <a:pt x="23" y="68"/>
                  <a:pt x="23" y="68"/>
                </a:cubicBezTo>
                <a:cubicBezTo>
                  <a:pt x="30" y="46"/>
                  <a:pt x="30" y="46"/>
                  <a:pt x="30" y="46"/>
                </a:cubicBezTo>
                <a:cubicBezTo>
                  <a:pt x="43" y="46"/>
                  <a:pt x="43" y="46"/>
                  <a:pt x="43" y="46"/>
                </a:cubicBezTo>
                <a:cubicBezTo>
                  <a:pt x="47" y="42"/>
                  <a:pt x="51" y="39"/>
                  <a:pt x="56" y="37"/>
                </a:cubicBezTo>
                <a:cubicBezTo>
                  <a:pt x="60" y="24"/>
                  <a:pt x="60" y="24"/>
                  <a:pt x="60" y="24"/>
                </a:cubicBezTo>
                <a:cubicBezTo>
                  <a:pt x="84" y="24"/>
                  <a:pt x="84" y="24"/>
                  <a:pt x="84" y="24"/>
                </a:cubicBezTo>
                <a:cubicBezTo>
                  <a:pt x="88" y="37"/>
                  <a:pt x="88" y="37"/>
                  <a:pt x="88" y="37"/>
                </a:cubicBezTo>
                <a:cubicBezTo>
                  <a:pt x="93" y="39"/>
                  <a:pt x="97" y="42"/>
                  <a:pt x="101" y="46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21" y="68"/>
                  <a:pt x="121" y="68"/>
                  <a:pt x="121" y="68"/>
                </a:cubicBezTo>
                <a:lnTo>
                  <a:pt x="110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6" name="组合 55"/>
          <p:cNvGrpSpPr>
            <a:grpSpLocks noChangeAspect="1"/>
          </p:cNvGrpSpPr>
          <p:nvPr/>
        </p:nvGrpSpPr>
        <p:grpSpPr>
          <a:xfrm>
            <a:off x="7304263" y="5017475"/>
            <a:ext cx="361059" cy="360000"/>
            <a:chOff x="9477693" y="6218848"/>
            <a:chExt cx="541338" cy="539750"/>
          </a:xfrm>
          <a:solidFill>
            <a:schemeClr val="bg1"/>
          </a:solidFill>
        </p:grpSpPr>
        <p:sp>
          <p:nvSpPr>
            <p:cNvPr id="53" name="Freeform 1111"/>
            <p:cNvSpPr>
              <a:spLocks noEditPoints="1"/>
            </p:cNvSpPr>
            <p:nvPr/>
          </p:nvSpPr>
          <p:spPr bwMode="auto">
            <a:xfrm>
              <a:off x="9477693" y="6218848"/>
              <a:ext cx="541338" cy="539750"/>
            </a:xfrm>
            <a:custGeom>
              <a:avLst/>
              <a:gdLst>
                <a:gd name="T0" fmla="*/ 72 w 144"/>
                <a:gd name="T1" fmla="*/ 0 h 144"/>
                <a:gd name="T2" fmla="*/ 0 w 144"/>
                <a:gd name="T3" fmla="*/ 72 h 144"/>
                <a:gd name="T4" fmla="*/ 72 w 144"/>
                <a:gd name="T5" fmla="*/ 144 h 144"/>
                <a:gd name="T6" fmla="*/ 144 w 144"/>
                <a:gd name="T7" fmla="*/ 72 h 144"/>
                <a:gd name="T8" fmla="*/ 72 w 144"/>
                <a:gd name="T9" fmla="*/ 0 h 144"/>
                <a:gd name="T10" fmla="*/ 114 w 144"/>
                <a:gd name="T11" fmla="*/ 102 h 144"/>
                <a:gd name="T12" fmla="*/ 96 w 144"/>
                <a:gd name="T13" fmla="*/ 105 h 144"/>
                <a:gd name="T14" fmla="*/ 88 w 144"/>
                <a:gd name="T15" fmla="*/ 121 h 144"/>
                <a:gd name="T16" fmla="*/ 72 w 144"/>
                <a:gd name="T17" fmla="*/ 113 h 144"/>
                <a:gd name="T18" fmla="*/ 56 w 144"/>
                <a:gd name="T19" fmla="*/ 121 h 144"/>
                <a:gd name="T20" fmla="*/ 48 w 144"/>
                <a:gd name="T21" fmla="*/ 105 h 144"/>
                <a:gd name="T22" fmla="*/ 30 w 144"/>
                <a:gd name="T23" fmla="*/ 102 h 144"/>
                <a:gd name="T24" fmla="*/ 33 w 144"/>
                <a:gd name="T25" fmla="*/ 85 h 144"/>
                <a:gd name="T26" fmla="*/ 20 w 144"/>
                <a:gd name="T27" fmla="*/ 72 h 144"/>
                <a:gd name="T28" fmla="*/ 33 w 144"/>
                <a:gd name="T29" fmla="*/ 59 h 144"/>
                <a:gd name="T30" fmla="*/ 30 w 144"/>
                <a:gd name="T31" fmla="*/ 42 h 144"/>
                <a:gd name="T32" fmla="*/ 48 w 144"/>
                <a:gd name="T33" fmla="*/ 39 h 144"/>
                <a:gd name="T34" fmla="*/ 56 w 144"/>
                <a:gd name="T35" fmla="*/ 23 h 144"/>
                <a:gd name="T36" fmla="*/ 72 w 144"/>
                <a:gd name="T37" fmla="*/ 31 h 144"/>
                <a:gd name="T38" fmla="*/ 88 w 144"/>
                <a:gd name="T39" fmla="*/ 23 h 144"/>
                <a:gd name="T40" fmla="*/ 96 w 144"/>
                <a:gd name="T41" fmla="*/ 39 h 144"/>
                <a:gd name="T42" fmla="*/ 114 w 144"/>
                <a:gd name="T43" fmla="*/ 42 h 144"/>
                <a:gd name="T44" fmla="*/ 111 w 144"/>
                <a:gd name="T45" fmla="*/ 59 h 144"/>
                <a:gd name="T46" fmla="*/ 124 w 144"/>
                <a:gd name="T47" fmla="*/ 72 h 144"/>
                <a:gd name="T48" fmla="*/ 111 w 144"/>
                <a:gd name="T49" fmla="*/ 85 h 144"/>
                <a:gd name="T50" fmla="*/ 114 w 144"/>
                <a:gd name="T51" fmla="*/ 10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144">
                  <a:moveTo>
                    <a:pt x="72" y="0"/>
                  </a:moveTo>
                  <a:cubicBezTo>
                    <a:pt x="32" y="0"/>
                    <a:pt x="0" y="32"/>
                    <a:pt x="0" y="72"/>
                  </a:cubicBezTo>
                  <a:cubicBezTo>
                    <a:pt x="0" y="112"/>
                    <a:pt x="32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  <a:moveTo>
                    <a:pt x="114" y="102"/>
                  </a:moveTo>
                  <a:cubicBezTo>
                    <a:pt x="96" y="105"/>
                    <a:pt x="96" y="105"/>
                    <a:pt x="96" y="105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30" y="102"/>
                    <a:pt x="30" y="102"/>
                    <a:pt x="30" y="102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88" y="23"/>
                    <a:pt x="88" y="23"/>
                    <a:pt x="88" y="23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1" y="59"/>
                    <a:pt x="111" y="59"/>
                    <a:pt x="111" y="59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11" y="85"/>
                    <a:pt x="111" y="85"/>
                    <a:pt x="111" y="85"/>
                  </a:cubicBezTo>
                  <a:lnTo>
                    <a:pt x="11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112"/>
            <p:cNvSpPr>
              <a:spLocks/>
            </p:cNvSpPr>
            <p:nvPr/>
          </p:nvSpPr>
          <p:spPr bwMode="auto">
            <a:xfrm>
              <a:off x="9625331" y="6368073"/>
              <a:ext cx="212725" cy="169863"/>
            </a:xfrm>
            <a:custGeom>
              <a:avLst/>
              <a:gdLst>
                <a:gd name="T0" fmla="*/ 29 w 57"/>
                <a:gd name="T1" fmla="*/ 2 h 45"/>
                <a:gd name="T2" fmla="*/ 3 w 57"/>
                <a:gd name="T3" fmla="*/ 36 h 45"/>
                <a:gd name="T4" fmla="*/ 5 w 57"/>
                <a:gd name="T5" fmla="*/ 45 h 45"/>
                <a:gd name="T6" fmla="*/ 35 w 57"/>
                <a:gd name="T7" fmla="*/ 9 h 45"/>
                <a:gd name="T8" fmla="*/ 57 w 57"/>
                <a:gd name="T9" fmla="*/ 14 h 45"/>
                <a:gd name="T10" fmla="*/ 29 w 57"/>
                <a:gd name="T11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45">
                  <a:moveTo>
                    <a:pt x="29" y="2"/>
                  </a:moveTo>
                  <a:cubicBezTo>
                    <a:pt x="12" y="4"/>
                    <a:pt x="0" y="19"/>
                    <a:pt x="3" y="36"/>
                  </a:cubicBezTo>
                  <a:cubicBezTo>
                    <a:pt x="3" y="39"/>
                    <a:pt x="4" y="42"/>
                    <a:pt x="5" y="45"/>
                  </a:cubicBezTo>
                  <a:cubicBezTo>
                    <a:pt x="5" y="27"/>
                    <a:pt x="18" y="12"/>
                    <a:pt x="35" y="9"/>
                  </a:cubicBezTo>
                  <a:cubicBezTo>
                    <a:pt x="43" y="8"/>
                    <a:pt x="51" y="10"/>
                    <a:pt x="57" y="14"/>
                  </a:cubicBezTo>
                  <a:cubicBezTo>
                    <a:pt x="51" y="5"/>
                    <a:pt x="40" y="0"/>
                    <a:pt x="2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9" name="Picture 58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29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22-吉林大学-img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161" y="-823452"/>
            <a:ext cx="12290322" cy="7681452"/>
          </a:xfrm>
          <a:prstGeom prst="rect">
            <a:avLst/>
          </a:prstGeom>
        </p:spPr>
      </p:pic>
      <p:sp>
        <p:nvSpPr>
          <p:cNvPr id="3" name="梯形 2">
            <a:extLst>
              <a:ext uri="{FF2B5EF4-FFF2-40B4-BE49-F238E27FC236}">
                <a16:creationId xmlns:a16="http://schemas.microsoft.com/office/drawing/2014/main" id="{5C71EE2B-FDA4-C2C5-8A2C-AD6E18148B57}"/>
              </a:ext>
            </a:extLst>
          </p:cNvPr>
          <p:cNvSpPr/>
          <p:nvPr/>
        </p:nvSpPr>
        <p:spPr>
          <a:xfrm>
            <a:off x="569997" y="1458351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B23308-AF50-0C88-ED0D-F5F3CEA9D0FE}"/>
              </a:ext>
            </a:extLst>
          </p:cNvPr>
          <p:cNvSpPr/>
          <p:nvPr/>
        </p:nvSpPr>
        <p:spPr>
          <a:xfrm>
            <a:off x="0" y="1801906"/>
            <a:ext cx="12192000" cy="1524343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93991E7C-9E17-9BC4-B148-0A215EA78934}"/>
              </a:ext>
            </a:extLst>
          </p:cNvPr>
          <p:cNvSpPr/>
          <p:nvPr/>
        </p:nvSpPr>
        <p:spPr>
          <a:xfrm flipV="1">
            <a:off x="739205" y="1458351"/>
            <a:ext cx="3185832" cy="948571"/>
          </a:xfrm>
          <a:prstGeom prst="trapezoid">
            <a:avLst>
              <a:gd name="adj" fmla="val 19870"/>
            </a:avLst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0D2630-5BD4-5505-0407-CE3B22278326}"/>
              </a:ext>
            </a:extLst>
          </p:cNvPr>
          <p:cNvSpPr/>
          <p:nvPr/>
        </p:nvSpPr>
        <p:spPr>
          <a:xfrm>
            <a:off x="4503699" y="2154331"/>
            <a:ext cx="71096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F9F9F9"/>
                </a:solidFill>
              </a:rPr>
              <a:t>在此添加标题内容文本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0F85AF-F021-96F1-33DF-F9CFD312893C}"/>
              </a:ext>
            </a:extLst>
          </p:cNvPr>
          <p:cNvSpPr txBox="1"/>
          <p:nvPr/>
        </p:nvSpPr>
        <p:spPr>
          <a:xfrm>
            <a:off x="1162569" y="1810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想搞设计淘宝店</a:t>
            </a:r>
          </a:p>
        </p:txBody>
      </p:sp>
    </p:spTree>
    <p:extLst>
      <p:ext uri="{BB962C8B-B14F-4D97-AF65-F5344CB8AC3E}">
        <p14:creationId xmlns:p14="http://schemas.microsoft.com/office/powerpoint/2010/main" val="4115154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94529" y="2655373"/>
            <a:ext cx="7887820" cy="784170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805091" y="3486333"/>
            <a:ext cx="8377258" cy="78417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689411" y="4317294"/>
            <a:ext cx="8492937" cy="784170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420471" y="5148253"/>
            <a:ext cx="8761878" cy="784170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 1417"/>
          <p:cNvSpPr>
            <a:spLocks/>
          </p:cNvSpPr>
          <p:nvPr/>
        </p:nvSpPr>
        <p:spPr bwMode="auto">
          <a:xfrm>
            <a:off x="1481331" y="1247775"/>
            <a:ext cx="1689033" cy="1517418"/>
          </a:xfrm>
          <a:custGeom>
            <a:avLst/>
            <a:gdLst>
              <a:gd name="T0" fmla="*/ 16 w 79"/>
              <a:gd name="T1" fmla="*/ 60 h 71"/>
              <a:gd name="T2" fmla="*/ 37 w 79"/>
              <a:gd name="T3" fmla="*/ 60 h 71"/>
              <a:gd name="T4" fmla="*/ 68 w 79"/>
              <a:gd name="T5" fmla="*/ 68 h 71"/>
              <a:gd name="T6" fmla="*/ 63 w 79"/>
              <a:gd name="T7" fmla="*/ 49 h 71"/>
              <a:gd name="T8" fmla="*/ 21 w 79"/>
              <a:gd name="T9" fmla="*/ 6 h 71"/>
              <a:gd name="T10" fmla="*/ 16 w 79"/>
              <a:gd name="T11" fmla="*/ 10 h 71"/>
              <a:gd name="T12" fmla="*/ 18 w 79"/>
              <a:gd name="T13" fmla="*/ 23 h 71"/>
              <a:gd name="T14" fmla="*/ 15 w 79"/>
              <a:gd name="T15" fmla="*/ 33 h 71"/>
              <a:gd name="T16" fmla="*/ 16 w 79"/>
              <a:gd name="T17" fmla="*/ 43 h 71"/>
              <a:gd name="T18" fmla="*/ 17 w 79"/>
              <a:gd name="T19" fmla="*/ 53 h 71"/>
              <a:gd name="T20" fmla="*/ 16 w 79"/>
              <a:gd name="T21" fmla="*/ 60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9" h="71">
                <a:moveTo>
                  <a:pt x="16" y="60"/>
                </a:moveTo>
                <a:cubicBezTo>
                  <a:pt x="16" y="60"/>
                  <a:pt x="28" y="56"/>
                  <a:pt x="37" y="60"/>
                </a:cubicBezTo>
                <a:cubicBezTo>
                  <a:pt x="37" y="60"/>
                  <a:pt x="63" y="71"/>
                  <a:pt x="68" y="68"/>
                </a:cubicBezTo>
                <a:cubicBezTo>
                  <a:pt x="68" y="68"/>
                  <a:pt x="79" y="58"/>
                  <a:pt x="63" y="49"/>
                </a:cubicBezTo>
                <a:cubicBezTo>
                  <a:pt x="63" y="49"/>
                  <a:pt x="28" y="34"/>
                  <a:pt x="21" y="6"/>
                </a:cubicBezTo>
                <a:cubicBezTo>
                  <a:pt x="21" y="6"/>
                  <a:pt x="18" y="0"/>
                  <a:pt x="16" y="10"/>
                </a:cubicBezTo>
                <a:cubicBezTo>
                  <a:pt x="16" y="10"/>
                  <a:pt x="14" y="18"/>
                  <a:pt x="18" y="23"/>
                </a:cubicBezTo>
                <a:cubicBezTo>
                  <a:pt x="18" y="23"/>
                  <a:pt x="2" y="19"/>
                  <a:pt x="15" y="33"/>
                </a:cubicBezTo>
                <a:cubicBezTo>
                  <a:pt x="15" y="33"/>
                  <a:pt x="0" y="33"/>
                  <a:pt x="16" y="43"/>
                </a:cubicBezTo>
                <a:cubicBezTo>
                  <a:pt x="16" y="43"/>
                  <a:pt x="0" y="46"/>
                  <a:pt x="17" y="53"/>
                </a:cubicBezTo>
                <a:cubicBezTo>
                  <a:pt x="17" y="53"/>
                  <a:pt x="4" y="62"/>
                  <a:pt x="16" y="60"/>
                </a:cubicBezTo>
                <a:close/>
              </a:path>
            </a:pathLst>
          </a:custGeom>
          <a:solidFill>
            <a:srgbClr val="061978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418"/>
          <p:cNvSpPr>
            <a:spLocks noEditPoints="1"/>
          </p:cNvSpPr>
          <p:nvPr/>
        </p:nvSpPr>
        <p:spPr bwMode="auto">
          <a:xfrm>
            <a:off x="352297" y="2141970"/>
            <a:ext cx="3865802" cy="4145805"/>
          </a:xfrm>
          <a:custGeom>
            <a:avLst/>
            <a:gdLst>
              <a:gd name="T0" fmla="*/ 69 w 181"/>
              <a:gd name="T1" fmla="*/ 172 h 194"/>
              <a:gd name="T2" fmla="*/ 80 w 181"/>
              <a:gd name="T3" fmla="*/ 178 h 194"/>
              <a:gd name="T4" fmla="*/ 93 w 181"/>
              <a:gd name="T5" fmla="*/ 180 h 194"/>
              <a:gd name="T6" fmla="*/ 105 w 181"/>
              <a:gd name="T7" fmla="*/ 179 h 194"/>
              <a:gd name="T8" fmla="*/ 119 w 181"/>
              <a:gd name="T9" fmla="*/ 127 h 194"/>
              <a:gd name="T10" fmla="*/ 127 w 181"/>
              <a:gd name="T11" fmla="*/ 111 h 194"/>
              <a:gd name="T12" fmla="*/ 162 w 181"/>
              <a:gd name="T13" fmla="*/ 47 h 194"/>
              <a:gd name="T14" fmla="*/ 181 w 181"/>
              <a:gd name="T15" fmla="*/ 9 h 194"/>
              <a:gd name="T16" fmla="*/ 169 w 181"/>
              <a:gd name="T17" fmla="*/ 8 h 194"/>
              <a:gd name="T18" fmla="*/ 157 w 181"/>
              <a:gd name="T19" fmla="*/ 1 h 194"/>
              <a:gd name="T20" fmla="*/ 128 w 181"/>
              <a:gd name="T21" fmla="*/ 25 h 194"/>
              <a:gd name="T22" fmla="*/ 109 w 181"/>
              <a:gd name="T23" fmla="*/ 32 h 194"/>
              <a:gd name="T24" fmla="*/ 71 w 181"/>
              <a:gd name="T25" fmla="*/ 21 h 194"/>
              <a:gd name="T26" fmla="*/ 25 w 181"/>
              <a:gd name="T27" fmla="*/ 20 h 194"/>
              <a:gd name="T28" fmla="*/ 32 w 181"/>
              <a:gd name="T29" fmla="*/ 31 h 194"/>
              <a:gd name="T30" fmla="*/ 46 w 181"/>
              <a:gd name="T31" fmla="*/ 41 h 194"/>
              <a:gd name="T32" fmla="*/ 55 w 181"/>
              <a:gd name="T33" fmla="*/ 51 h 194"/>
              <a:gd name="T34" fmla="*/ 65 w 181"/>
              <a:gd name="T35" fmla="*/ 58 h 194"/>
              <a:gd name="T36" fmla="*/ 75 w 181"/>
              <a:gd name="T37" fmla="*/ 64 h 194"/>
              <a:gd name="T38" fmla="*/ 82 w 181"/>
              <a:gd name="T39" fmla="*/ 71 h 194"/>
              <a:gd name="T40" fmla="*/ 91 w 181"/>
              <a:gd name="T41" fmla="*/ 75 h 194"/>
              <a:gd name="T42" fmla="*/ 100 w 181"/>
              <a:gd name="T43" fmla="*/ 80 h 194"/>
              <a:gd name="T44" fmla="*/ 108 w 181"/>
              <a:gd name="T45" fmla="*/ 87 h 194"/>
              <a:gd name="T46" fmla="*/ 101 w 181"/>
              <a:gd name="T47" fmla="*/ 108 h 194"/>
              <a:gd name="T48" fmla="*/ 54 w 181"/>
              <a:gd name="T49" fmla="*/ 153 h 194"/>
              <a:gd name="T50" fmla="*/ 59 w 181"/>
              <a:gd name="T51" fmla="*/ 165 h 194"/>
              <a:gd name="T52" fmla="*/ 69 w 181"/>
              <a:gd name="T53" fmla="*/ 172 h 194"/>
              <a:gd name="T54" fmla="*/ 159 w 181"/>
              <a:gd name="T55" fmla="*/ 9 h 194"/>
              <a:gd name="T56" fmla="*/ 162 w 181"/>
              <a:gd name="T57" fmla="*/ 12 h 194"/>
              <a:gd name="T58" fmla="*/ 159 w 181"/>
              <a:gd name="T59" fmla="*/ 9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81" h="194">
                <a:moveTo>
                  <a:pt x="69" y="172"/>
                </a:moveTo>
                <a:cubicBezTo>
                  <a:pt x="68" y="187"/>
                  <a:pt x="80" y="178"/>
                  <a:pt x="80" y="178"/>
                </a:cubicBezTo>
                <a:cubicBezTo>
                  <a:pt x="84" y="193"/>
                  <a:pt x="93" y="180"/>
                  <a:pt x="93" y="180"/>
                </a:cubicBezTo>
                <a:cubicBezTo>
                  <a:pt x="101" y="194"/>
                  <a:pt x="105" y="179"/>
                  <a:pt x="105" y="179"/>
                </a:cubicBezTo>
                <a:cubicBezTo>
                  <a:pt x="117" y="149"/>
                  <a:pt x="119" y="127"/>
                  <a:pt x="119" y="127"/>
                </a:cubicBezTo>
                <a:cubicBezTo>
                  <a:pt x="120" y="113"/>
                  <a:pt x="127" y="111"/>
                  <a:pt x="127" y="111"/>
                </a:cubicBezTo>
                <a:cubicBezTo>
                  <a:pt x="170" y="88"/>
                  <a:pt x="162" y="47"/>
                  <a:pt x="162" y="47"/>
                </a:cubicBezTo>
                <a:cubicBezTo>
                  <a:pt x="157" y="18"/>
                  <a:pt x="181" y="9"/>
                  <a:pt x="181" y="9"/>
                </a:cubicBezTo>
                <a:cubicBezTo>
                  <a:pt x="177" y="8"/>
                  <a:pt x="169" y="8"/>
                  <a:pt x="169" y="8"/>
                </a:cubicBezTo>
                <a:cubicBezTo>
                  <a:pt x="164" y="0"/>
                  <a:pt x="157" y="1"/>
                  <a:pt x="157" y="1"/>
                </a:cubicBezTo>
                <a:cubicBezTo>
                  <a:pt x="147" y="1"/>
                  <a:pt x="128" y="25"/>
                  <a:pt x="128" y="25"/>
                </a:cubicBezTo>
                <a:cubicBezTo>
                  <a:pt x="118" y="37"/>
                  <a:pt x="109" y="32"/>
                  <a:pt x="109" y="32"/>
                </a:cubicBezTo>
                <a:cubicBezTo>
                  <a:pt x="82" y="18"/>
                  <a:pt x="71" y="21"/>
                  <a:pt x="71" y="21"/>
                </a:cubicBezTo>
                <a:cubicBezTo>
                  <a:pt x="45" y="28"/>
                  <a:pt x="25" y="20"/>
                  <a:pt x="25" y="20"/>
                </a:cubicBezTo>
                <a:cubicBezTo>
                  <a:pt x="0" y="16"/>
                  <a:pt x="32" y="31"/>
                  <a:pt x="32" y="31"/>
                </a:cubicBezTo>
                <a:cubicBezTo>
                  <a:pt x="14" y="37"/>
                  <a:pt x="46" y="41"/>
                  <a:pt x="46" y="41"/>
                </a:cubicBezTo>
                <a:cubicBezTo>
                  <a:pt x="26" y="53"/>
                  <a:pt x="55" y="51"/>
                  <a:pt x="55" y="51"/>
                </a:cubicBezTo>
                <a:cubicBezTo>
                  <a:pt x="35" y="62"/>
                  <a:pt x="65" y="58"/>
                  <a:pt x="65" y="58"/>
                </a:cubicBezTo>
                <a:cubicBezTo>
                  <a:pt x="51" y="73"/>
                  <a:pt x="75" y="64"/>
                  <a:pt x="75" y="64"/>
                </a:cubicBezTo>
                <a:cubicBezTo>
                  <a:pt x="62" y="82"/>
                  <a:pt x="82" y="71"/>
                  <a:pt x="82" y="71"/>
                </a:cubicBezTo>
                <a:cubicBezTo>
                  <a:pt x="75" y="89"/>
                  <a:pt x="91" y="75"/>
                  <a:pt x="91" y="75"/>
                </a:cubicBezTo>
                <a:cubicBezTo>
                  <a:pt x="82" y="92"/>
                  <a:pt x="100" y="80"/>
                  <a:pt x="100" y="80"/>
                </a:cubicBezTo>
                <a:cubicBezTo>
                  <a:pt x="93" y="99"/>
                  <a:pt x="108" y="87"/>
                  <a:pt x="108" y="87"/>
                </a:cubicBezTo>
                <a:cubicBezTo>
                  <a:pt x="101" y="93"/>
                  <a:pt x="101" y="108"/>
                  <a:pt x="101" y="108"/>
                </a:cubicBezTo>
                <a:cubicBezTo>
                  <a:pt x="104" y="121"/>
                  <a:pt x="54" y="153"/>
                  <a:pt x="54" y="153"/>
                </a:cubicBezTo>
                <a:cubicBezTo>
                  <a:pt x="42" y="165"/>
                  <a:pt x="59" y="165"/>
                  <a:pt x="59" y="165"/>
                </a:cubicBezTo>
                <a:cubicBezTo>
                  <a:pt x="52" y="179"/>
                  <a:pt x="69" y="172"/>
                  <a:pt x="69" y="172"/>
                </a:cubicBezTo>
                <a:close/>
                <a:moveTo>
                  <a:pt x="159" y="9"/>
                </a:moveTo>
                <a:cubicBezTo>
                  <a:pt x="159" y="9"/>
                  <a:pt x="164" y="8"/>
                  <a:pt x="162" y="12"/>
                </a:cubicBezTo>
                <a:cubicBezTo>
                  <a:pt x="162" y="12"/>
                  <a:pt x="158" y="13"/>
                  <a:pt x="159" y="9"/>
                </a:cubicBezTo>
                <a:close/>
              </a:path>
            </a:pathLst>
          </a:custGeom>
          <a:solidFill>
            <a:srgbClr val="061978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矩形 17"/>
          <p:cNvSpPr/>
          <p:nvPr/>
        </p:nvSpPr>
        <p:spPr>
          <a:xfrm>
            <a:off x="4055550" y="2685823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9" name="矩形 18"/>
          <p:cNvSpPr/>
          <p:nvPr/>
        </p:nvSpPr>
        <p:spPr>
          <a:xfrm>
            <a:off x="4055550" y="3532007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0" name="矩形 19"/>
          <p:cNvSpPr/>
          <p:nvPr/>
        </p:nvSpPr>
        <p:spPr>
          <a:xfrm>
            <a:off x="4055550" y="4347742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1" name="矩形 20"/>
          <p:cNvSpPr/>
          <p:nvPr/>
        </p:nvSpPr>
        <p:spPr>
          <a:xfrm>
            <a:off x="4055550" y="5178702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23" name="Picture 22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23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_5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Freeform 874_6"/>
          <p:cNvSpPr>
            <a:spLocks noChangeAspect="1"/>
          </p:cNvSpPr>
          <p:nvPr/>
        </p:nvSpPr>
        <p:spPr bwMode="auto">
          <a:xfrm>
            <a:off x="5342209" y="1968727"/>
            <a:ext cx="2129143" cy="1800000"/>
          </a:xfrm>
          <a:custGeom>
            <a:avLst/>
            <a:gdLst>
              <a:gd name="T0" fmla="*/ 59 w 175"/>
              <a:gd name="T1" fmla="*/ 29 h 148"/>
              <a:gd name="T2" fmla="*/ 59 w 175"/>
              <a:gd name="T3" fmla="*/ 0 h 148"/>
              <a:gd name="T4" fmla="*/ 0 w 175"/>
              <a:gd name="T5" fmla="*/ 49 h 148"/>
              <a:gd name="T6" fmla="*/ 59 w 175"/>
              <a:gd name="T7" fmla="*/ 99 h 148"/>
              <a:gd name="T8" fmla="*/ 59 w 175"/>
              <a:gd name="T9" fmla="*/ 71 h 148"/>
              <a:gd name="T10" fmla="*/ 59 w 175"/>
              <a:gd name="T11" fmla="*/ 148 h 148"/>
              <a:gd name="T12" fmla="*/ 59 w 175"/>
              <a:gd name="T13" fmla="*/ 29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5" h="148">
                <a:moveTo>
                  <a:pt x="59" y="29"/>
                </a:moveTo>
                <a:cubicBezTo>
                  <a:pt x="59" y="0"/>
                  <a:pt x="59" y="0"/>
                  <a:pt x="59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59" y="99"/>
                  <a:pt x="59" y="99"/>
                  <a:pt x="59" y="99"/>
                </a:cubicBezTo>
                <a:cubicBezTo>
                  <a:pt x="59" y="71"/>
                  <a:pt x="59" y="71"/>
                  <a:pt x="59" y="71"/>
                </a:cubicBezTo>
                <a:cubicBezTo>
                  <a:pt x="118" y="79"/>
                  <a:pt x="92" y="114"/>
                  <a:pt x="59" y="148"/>
                </a:cubicBezTo>
                <a:cubicBezTo>
                  <a:pt x="175" y="72"/>
                  <a:pt x="106" y="37"/>
                  <a:pt x="59" y="29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874"/>
          <p:cNvSpPr>
            <a:spLocks noChangeAspect="1"/>
          </p:cNvSpPr>
          <p:nvPr/>
        </p:nvSpPr>
        <p:spPr bwMode="auto">
          <a:xfrm flipH="1" flipV="1">
            <a:off x="4652695" y="3768727"/>
            <a:ext cx="2129143" cy="1800000"/>
          </a:xfrm>
          <a:custGeom>
            <a:avLst/>
            <a:gdLst>
              <a:gd name="T0" fmla="*/ 59 w 175"/>
              <a:gd name="T1" fmla="*/ 29 h 148"/>
              <a:gd name="T2" fmla="*/ 59 w 175"/>
              <a:gd name="T3" fmla="*/ 0 h 148"/>
              <a:gd name="T4" fmla="*/ 0 w 175"/>
              <a:gd name="T5" fmla="*/ 49 h 148"/>
              <a:gd name="T6" fmla="*/ 59 w 175"/>
              <a:gd name="T7" fmla="*/ 99 h 148"/>
              <a:gd name="T8" fmla="*/ 59 w 175"/>
              <a:gd name="T9" fmla="*/ 71 h 148"/>
              <a:gd name="T10" fmla="*/ 59 w 175"/>
              <a:gd name="T11" fmla="*/ 148 h 148"/>
              <a:gd name="T12" fmla="*/ 59 w 175"/>
              <a:gd name="T13" fmla="*/ 29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5" h="148">
                <a:moveTo>
                  <a:pt x="59" y="29"/>
                </a:moveTo>
                <a:cubicBezTo>
                  <a:pt x="59" y="0"/>
                  <a:pt x="59" y="0"/>
                  <a:pt x="59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59" y="99"/>
                  <a:pt x="59" y="99"/>
                  <a:pt x="59" y="99"/>
                </a:cubicBezTo>
                <a:cubicBezTo>
                  <a:pt x="59" y="71"/>
                  <a:pt x="59" y="71"/>
                  <a:pt x="59" y="71"/>
                </a:cubicBezTo>
                <a:cubicBezTo>
                  <a:pt x="118" y="79"/>
                  <a:pt x="92" y="114"/>
                  <a:pt x="59" y="148"/>
                </a:cubicBezTo>
                <a:cubicBezTo>
                  <a:pt x="175" y="72"/>
                  <a:pt x="106" y="37"/>
                  <a:pt x="59" y="29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17"/>
          <p:cNvSpPr txBox="1"/>
          <p:nvPr/>
        </p:nvSpPr>
        <p:spPr>
          <a:xfrm>
            <a:off x="7977612" y="2173961"/>
            <a:ext cx="2400651" cy="492438"/>
          </a:xfrm>
          <a:prstGeom prst="rect">
            <a:avLst/>
          </a:prstGeom>
          <a:solidFill>
            <a:srgbClr val="0928BB"/>
          </a:solidFill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单击此添加文本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77612" y="2710025"/>
            <a:ext cx="36619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400" dirty="0">
              <a:solidFill>
                <a:srgbClr val="1B2831"/>
              </a:solidFill>
            </a:endParaRPr>
          </a:p>
        </p:txBody>
      </p:sp>
      <p:sp>
        <p:nvSpPr>
          <p:cNvPr id="11" name="TextBox 17_10"/>
          <p:cNvSpPr txBox="1"/>
          <p:nvPr/>
        </p:nvSpPr>
        <p:spPr>
          <a:xfrm>
            <a:off x="1945203" y="2173961"/>
            <a:ext cx="2400651" cy="492438"/>
          </a:xfrm>
          <a:prstGeom prst="rect">
            <a:avLst/>
          </a:prstGeom>
          <a:solidFill>
            <a:srgbClr val="061978"/>
          </a:solidFill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</a:rPr>
              <a:t>单击此添加文本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916" y="2710025"/>
            <a:ext cx="36619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i="0" dirty="0">
                <a:solidFill>
                  <a:srgbClr val="020A2F"/>
                </a:solidFill>
                <a:effectLst/>
                <a:latin typeface="Helvetica" panose="020B0604020202020204" pitchFamily="34" charset="0"/>
              </a:rPr>
              <a:t>When tomorrow turns in today, yesterday, and someday that no more important in your memory, we suddenly realize that we are pushed forward by time. This is not a train in still in which you may feel forward when another train goes by. It is the truth that we've all grown up. And we become different. </a:t>
            </a:r>
            <a:endParaRPr lang="zh-CN" altLang="en-US" sz="1400" dirty="0">
              <a:solidFill>
                <a:srgbClr val="1B2831"/>
              </a:solidFill>
            </a:endParaRPr>
          </a:p>
        </p:txBody>
      </p:sp>
      <p:sp>
        <p:nvSpPr>
          <p:cNvPr id="13" name="Freeform 886"/>
          <p:cNvSpPr>
            <a:spLocks/>
          </p:cNvSpPr>
          <p:nvPr/>
        </p:nvSpPr>
        <p:spPr bwMode="auto">
          <a:xfrm>
            <a:off x="6936811" y="4719527"/>
            <a:ext cx="442913" cy="633413"/>
          </a:xfrm>
          <a:custGeom>
            <a:avLst/>
            <a:gdLst>
              <a:gd name="T0" fmla="*/ 118 w 118"/>
              <a:gd name="T1" fmla="*/ 65 h 169"/>
              <a:gd name="T2" fmla="*/ 109 w 118"/>
              <a:gd name="T3" fmla="*/ 51 h 169"/>
              <a:gd name="T4" fmla="*/ 109 w 118"/>
              <a:gd name="T5" fmla="*/ 51 h 169"/>
              <a:gd name="T6" fmla="*/ 116 w 118"/>
              <a:gd name="T7" fmla="*/ 39 h 169"/>
              <a:gd name="T8" fmla="*/ 107 w 118"/>
              <a:gd name="T9" fmla="*/ 26 h 169"/>
              <a:gd name="T10" fmla="*/ 101 w 118"/>
              <a:gd name="T11" fmla="*/ 26 h 169"/>
              <a:gd name="T12" fmla="*/ 107 w 118"/>
              <a:gd name="T13" fmla="*/ 13 h 169"/>
              <a:gd name="T14" fmla="*/ 99 w 118"/>
              <a:gd name="T15" fmla="*/ 0 h 169"/>
              <a:gd name="T16" fmla="*/ 37 w 118"/>
              <a:gd name="T17" fmla="*/ 0 h 169"/>
              <a:gd name="T18" fmla="*/ 0 w 118"/>
              <a:gd name="T19" fmla="*/ 37 h 169"/>
              <a:gd name="T20" fmla="*/ 0 w 118"/>
              <a:gd name="T21" fmla="*/ 76 h 169"/>
              <a:gd name="T22" fmla="*/ 20 w 118"/>
              <a:gd name="T23" fmla="*/ 107 h 169"/>
              <a:gd name="T24" fmla="*/ 54 w 118"/>
              <a:gd name="T25" fmla="*/ 150 h 169"/>
              <a:gd name="T26" fmla="*/ 54 w 118"/>
              <a:gd name="T27" fmla="*/ 166 h 169"/>
              <a:gd name="T28" fmla="*/ 82 w 118"/>
              <a:gd name="T29" fmla="*/ 143 h 169"/>
              <a:gd name="T30" fmla="*/ 78 w 118"/>
              <a:gd name="T31" fmla="*/ 107 h 169"/>
              <a:gd name="T32" fmla="*/ 100 w 118"/>
              <a:gd name="T33" fmla="*/ 107 h 169"/>
              <a:gd name="T34" fmla="*/ 110 w 118"/>
              <a:gd name="T35" fmla="*/ 92 h 169"/>
              <a:gd name="T36" fmla="*/ 103 w 118"/>
              <a:gd name="T37" fmla="*/ 78 h 169"/>
              <a:gd name="T38" fmla="*/ 109 w 118"/>
              <a:gd name="T39" fmla="*/ 78 h 169"/>
              <a:gd name="T40" fmla="*/ 118 w 118"/>
              <a:gd name="T41" fmla="*/ 65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8" h="169">
                <a:moveTo>
                  <a:pt x="118" y="65"/>
                </a:moveTo>
                <a:cubicBezTo>
                  <a:pt x="118" y="57"/>
                  <a:pt x="117" y="51"/>
                  <a:pt x="109" y="51"/>
                </a:cubicBezTo>
                <a:cubicBezTo>
                  <a:pt x="109" y="51"/>
                  <a:pt x="109" y="51"/>
                  <a:pt x="109" y="51"/>
                </a:cubicBezTo>
                <a:cubicBezTo>
                  <a:pt x="115" y="51"/>
                  <a:pt x="116" y="45"/>
                  <a:pt x="116" y="39"/>
                </a:cubicBezTo>
                <a:cubicBezTo>
                  <a:pt x="116" y="32"/>
                  <a:pt x="115" y="26"/>
                  <a:pt x="107" y="26"/>
                </a:cubicBezTo>
                <a:cubicBezTo>
                  <a:pt x="101" y="26"/>
                  <a:pt x="101" y="26"/>
                  <a:pt x="101" y="26"/>
                </a:cubicBezTo>
                <a:cubicBezTo>
                  <a:pt x="106" y="24"/>
                  <a:pt x="107" y="19"/>
                  <a:pt x="107" y="13"/>
                </a:cubicBezTo>
                <a:cubicBezTo>
                  <a:pt x="107" y="6"/>
                  <a:pt x="106" y="0"/>
                  <a:pt x="99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16" y="0"/>
                  <a:pt x="0" y="16"/>
                  <a:pt x="0" y="37"/>
                </a:cubicBezTo>
                <a:cubicBezTo>
                  <a:pt x="0" y="37"/>
                  <a:pt x="0" y="76"/>
                  <a:pt x="0" y="76"/>
                </a:cubicBezTo>
                <a:cubicBezTo>
                  <a:pt x="0" y="91"/>
                  <a:pt x="8" y="102"/>
                  <a:pt x="20" y="107"/>
                </a:cubicBezTo>
                <a:cubicBezTo>
                  <a:pt x="30" y="113"/>
                  <a:pt x="50" y="129"/>
                  <a:pt x="54" y="150"/>
                </a:cubicBezTo>
                <a:cubicBezTo>
                  <a:pt x="54" y="158"/>
                  <a:pt x="54" y="166"/>
                  <a:pt x="54" y="166"/>
                </a:cubicBezTo>
                <a:cubicBezTo>
                  <a:pt x="54" y="166"/>
                  <a:pt x="82" y="169"/>
                  <a:pt x="82" y="143"/>
                </a:cubicBezTo>
                <a:cubicBezTo>
                  <a:pt x="82" y="113"/>
                  <a:pt x="62" y="108"/>
                  <a:pt x="78" y="107"/>
                </a:cubicBezTo>
                <a:cubicBezTo>
                  <a:pt x="100" y="107"/>
                  <a:pt x="100" y="107"/>
                  <a:pt x="100" y="107"/>
                </a:cubicBezTo>
                <a:cubicBezTo>
                  <a:pt x="108" y="107"/>
                  <a:pt x="110" y="100"/>
                  <a:pt x="110" y="92"/>
                </a:cubicBezTo>
                <a:cubicBezTo>
                  <a:pt x="110" y="85"/>
                  <a:pt x="109" y="80"/>
                  <a:pt x="103" y="78"/>
                </a:cubicBezTo>
                <a:cubicBezTo>
                  <a:pt x="109" y="78"/>
                  <a:pt x="109" y="78"/>
                  <a:pt x="109" y="78"/>
                </a:cubicBezTo>
                <a:cubicBezTo>
                  <a:pt x="117" y="78"/>
                  <a:pt x="118" y="72"/>
                  <a:pt x="118" y="65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886"/>
          <p:cNvSpPr>
            <a:spLocks/>
          </p:cNvSpPr>
          <p:nvPr/>
        </p:nvSpPr>
        <p:spPr bwMode="auto">
          <a:xfrm flipH="1" flipV="1">
            <a:off x="4821809" y="2173961"/>
            <a:ext cx="442913" cy="633413"/>
          </a:xfrm>
          <a:custGeom>
            <a:avLst/>
            <a:gdLst>
              <a:gd name="T0" fmla="*/ 118 w 118"/>
              <a:gd name="T1" fmla="*/ 65 h 169"/>
              <a:gd name="T2" fmla="*/ 109 w 118"/>
              <a:gd name="T3" fmla="*/ 51 h 169"/>
              <a:gd name="T4" fmla="*/ 109 w 118"/>
              <a:gd name="T5" fmla="*/ 51 h 169"/>
              <a:gd name="T6" fmla="*/ 116 w 118"/>
              <a:gd name="T7" fmla="*/ 39 h 169"/>
              <a:gd name="T8" fmla="*/ 107 w 118"/>
              <a:gd name="T9" fmla="*/ 26 h 169"/>
              <a:gd name="T10" fmla="*/ 101 w 118"/>
              <a:gd name="T11" fmla="*/ 26 h 169"/>
              <a:gd name="T12" fmla="*/ 107 w 118"/>
              <a:gd name="T13" fmla="*/ 13 h 169"/>
              <a:gd name="T14" fmla="*/ 99 w 118"/>
              <a:gd name="T15" fmla="*/ 0 h 169"/>
              <a:gd name="T16" fmla="*/ 37 w 118"/>
              <a:gd name="T17" fmla="*/ 0 h 169"/>
              <a:gd name="T18" fmla="*/ 0 w 118"/>
              <a:gd name="T19" fmla="*/ 37 h 169"/>
              <a:gd name="T20" fmla="*/ 0 w 118"/>
              <a:gd name="T21" fmla="*/ 76 h 169"/>
              <a:gd name="T22" fmla="*/ 20 w 118"/>
              <a:gd name="T23" fmla="*/ 107 h 169"/>
              <a:gd name="T24" fmla="*/ 54 w 118"/>
              <a:gd name="T25" fmla="*/ 150 h 169"/>
              <a:gd name="T26" fmla="*/ 54 w 118"/>
              <a:gd name="T27" fmla="*/ 166 h 169"/>
              <a:gd name="T28" fmla="*/ 82 w 118"/>
              <a:gd name="T29" fmla="*/ 143 h 169"/>
              <a:gd name="T30" fmla="*/ 78 w 118"/>
              <a:gd name="T31" fmla="*/ 107 h 169"/>
              <a:gd name="T32" fmla="*/ 100 w 118"/>
              <a:gd name="T33" fmla="*/ 107 h 169"/>
              <a:gd name="T34" fmla="*/ 110 w 118"/>
              <a:gd name="T35" fmla="*/ 92 h 169"/>
              <a:gd name="T36" fmla="*/ 103 w 118"/>
              <a:gd name="T37" fmla="*/ 78 h 169"/>
              <a:gd name="T38" fmla="*/ 109 w 118"/>
              <a:gd name="T39" fmla="*/ 78 h 169"/>
              <a:gd name="T40" fmla="*/ 118 w 118"/>
              <a:gd name="T41" fmla="*/ 65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8" h="169">
                <a:moveTo>
                  <a:pt x="118" y="65"/>
                </a:moveTo>
                <a:cubicBezTo>
                  <a:pt x="118" y="57"/>
                  <a:pt x="117" y="51"/>
                  <a:pt x="109" y="51"/>
                </a:cubicBezTo>
                <a:cubicBezTo>
                  <a:pt x="109" y="51"/>
                  <a:pt x="109" y="51"/>
                  <a:pt x="109" y="51"/>
                </a:cubicBezTo>
                <a:cubicBezTo>
                  <a:pt x="115" y="51"/>
                  <a:pt x="116" y="45"/>
                  <a:pt x="116" y="39"/>
                </a:cubicBezTo>
                <a:cubicBezTo>
                  <a:pt x="116" y="32"/>
                  <a:pt x="115" y="26"/>
                  <a:pt x="107" y="26"/>
                </a:cubicBezTo>
                <a:cubicBezTo>
                  <a:pt x="101" y="26"/>
                  <a:pt x="101" y="26"/>
                  <a:pt x="101" y="26"/>
                </a:cubicBezTo>
                <a:cubicBezTo>
                  <a:pt x="106" y="24"/>
                  <a:pt x="107" y="19"/>
                  <a:pt x="107" y="13"/>
                </a:cubicBezTo>
                <a:cubicBezTo>
                  <a:pt x="107" y="6"/>
                  <a:pt x="106" y="0"/>
                  <a:pt x="99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16" y="0"/>
                  <a:pt x="0" y="16"/>
                  <a:pt x="0" y="37"/>
                </a:cubicBezTo>
                <a:cubicBezTo>
                  <a:pt x="0" y="37"/>
                  <a:pt x="0" y="76"/>
                  <a:pt x="0" y="76"/>
                </a:cubicBezTo>
                <a:cubicBezTo>
                  <a:pt x="0" y="91"/>
                  <a:pt x="8" y="102"/>
                  <a:pt x="20" y="107"/>
                </a:cubicBezTo>
                <a:cubicBezTo>
                  <a:pt x="30" y="113"/>
                  <a:pt x="50" y="129"/>
                  <a:pt x="54" y="150"/>
                </a:cubicBezTo>
                <a:cubicBezTo>
                  <a:pt x="54" y="158"/>
                  <a:pt x="54" y="166"/>
                  <a:pt x="54" y="166"/>
                </a:cubicBezTo>
                <a:cubicBezTo>
                  <a:pt x="54" y="166"/>
                  <a:pt x="82" y="169"/>
                  <a:pt x="82" y="143"/>
                </a:cubicBezTo>
                <a:cubicBezTo>
                  <a:pt x="82" y="113"/>
                  <a:pt x="62" y="108"/>
                  <a:pt x="78" y="107"/>
                </a:cubicBezTo>
                <a:cubicBezTo>
                  <a:pt x="100" y="107"/>
                  <a:pt x="100" y="107"/>
                  <a:pt x="100" y="107"/>
                </a:cubicBezTo>
                <a:cubicBezTo>
                  <a:pt x="108" y="107"/>
                  <a:pt x="110" y="100"/>
                  <a:pt x="110" y="92"/>
                </a:cubicBezTo>
                <a:cubicBezTo>
                  <a:pt x="110" y="85"/>
                  <a:pt x="109" y="80"/>
                  <a:pt x="103" y="78"/>
                </a:cubicBezTo>
                <a:cubicBezTo>
                  <a:pt x="109" y="78"/>
                  <a:pt x="109" y="78"/>
                  <a:pt x="109" y="78"/>
                </a:cubicBezTo>
                <a:cubicBezTo>
                  <a:pt x="117" y="78"/>
                  <a:pt x="118" y="72"/>
                  <a:pt x="118" y="65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40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Freeform 939"/>
          <p:cNvSpPr>
            <a:spLocks noChangeAspect="1" noEditPoints="1"/>
          </p:cNvSpPr>
          <p:nvPr/>
        </p:nvSpPr>
        <p:spPr bwMode="auto">
          <a:xfrm>
            <a:off x="8709615" y="3618000"/>
            <a:ext cx="2500925" cy="3240000"/>
          </a:xfrm>
          <a:custGeom>
            <a:avLst/>
            <a:gdLst>
              <a:gd name="T0" fmla="*/ 62 w 142"/>
              <a:gd name="T1" fmla="*/ 126 h 184"/>
              <a:gd name="T2" fmla="*/ 142 w 142"/>
              <a:gd name="T3" fmla="*/ 78 h 184"/>
              <a:gd name="T4" fmla="*/ 62 w 142"/>
              <a:gd name="T5" fmla="*/ 126 h 184"/>
              <a:gd name="T6" fmla="*/ 68 w 142"/>
              <a:gd name="T7" fmla="*/ 167 h 184"/>
              <a:gd name="T8" fmla="*/ 65 w 142"/>
              <a:gd name="T9" fmla="*/ 81 h 184"/>
              <a:gd name="T10" fmla="*/ 56 w 142"/>
              <a:gd name="T11" fmla="*/ 0 h 184"/>
              <a:gd name="T12" fmla="*/ 58 w 142"/>
              <a:gd name="T13" fmla="*/ 75 h 184"/>
              <a:gd name="T14" fmla="*/ 0 w 142"/>
              <a:gd name="T15" fmla="*/ 12 h 184"/>
              <a:gd name="T16" fmla="*/ 50 w 142"/>
              <a:gd name="T17" fmla="*/ 87 h 184"/>
              <a:gd name="T18" fmla="*/ 44 w 142"/>
              <a:gd name="T19" fmla="*/ 167 h 184"/>
              <a:gd name="T20" fmla="*/ 15 w 142"/>
              <a:gd name="T21" fmla="*/ 184 h 184"/>
              <a:gd name="T22" fmla="*/ 99 w 142"/>
              <a:gd name="T23" fmla="*/ 184 h 184"/>
              <a:gd name="T24" fmla="*/ 68 w 142"/>
              <a:gd name="T25" fmla="*/ 167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2" h="184">
                <a:moveTo>
                  <a:pt x="62" y="126"/>
                </a:moveTo>
                <a:cubicBezTo>
                  <a:pt x="62" y="126"/>
                  <a:pt x="104" y="159"/>
                  <a:pt x="142" y="78"/>
                </a:cubicBezTo>
                <a:cubicBezTo>
                  <a:pt x="142" y="78"/>
                  <a:pt x="63" y="63"/>
                  <a:pt x="62" y="126"/>
                </a:cubicBezTo>
                <a:close/>
                <a:moveTo>
                  <a:pt x="68" y="167"/>
                </a:moveTo>
                <a:cubicBezTo>
                  <a:pt x="56" y="150"/>
                  <a:pt x="45" y="121"/>
                  <a:pt x="65" y="81"/>
                </a:cubicBezTo>
                <a:cubicBezTo>
                  <a:pt x="101" y="12"/>
                  <a:pt x="56" y="0"/>
                  <a:pt x="56" y="0"/>
                </a:cubicBezTo>
                <a:cubicBezTo>
                  <a:pt x="56" y="0"/>
                  <a:pt x="94" y="17"/>
                  <a:pt x="58" y="75"/>
                </a:cubicBezTo>
                <a:cubicBezTo>
                  <a:pt x="69" y="26"/>
                  <a:pt x="0" y="12"/>
                  <a:pt x="0" y="12"/>
                </a:cubicBezTo>
                <a:cubicBezTo>
                  <a:pt x="2" y="86"/>
                  <a:pt x="38" y="88"/>
                  <a:pt x="50" y="87"/>
                </a:cubicBezTo>
                <a:cubicBezTo>
                  <a:pt x="28" y="122"/>
                  <a:pt x="34" y="150"/>
                  <a:pt x="44" y="167"/>
                </a:cubicBezTo>
                <a:cubicBezTo>
                  <a:pt x="28" y="170"/>
                  <a:pt x="16" y="176"/>
                  <a:pt x="15" y="184"/>
                </a:cubicBezTo>
                <a:cubicBezTo>
                  <a:pt x="99" y="184"/>
                  <a:pt x="99" y="184"/>
                  <a:pt x="99" y="184"/>
                </a:cubicBezTo>
                <a:cubicBezTo>
                  <a:pt x="98" y="176"/>
                  <a:pt x="85" y="169"/>
                  <a:pt x="68" y="167"/>
                </a:cubicBezTo>
                <a:close/>
              </a:path>
            </a:pathLst>
          </a:custGeom>
          <a:solidFill>
            <a:srgbClr val="0619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940"/>
          <p:cNvSpPr>
            <a:spLocks/>
          </p:cNvSpPr>
          <p:nvPr/>
        </p:nvSpPr>
        <p:spPr bwMode="auto">
          <a:xfrm>
            <a:off x="9397779" y="1937796"/>
            <a:ext cx="1223645" cy="1984435"/>
          </a:xfrm>
          <a:custGeom>
            <a:avLst/>
            <a:gdLst>
              <a:gd name="T0" fmla="*/ 35 w 97"/>
              <a:gd name="T1" fmla="*/ 0 h 158"/>
              <a:gd name="T2" fmla="*/ 35 w 97"/>
              <a:gd name="T3" fmla="*/ 2 h 158"/>
              <a:gd name="T4" fmla="*/ 31 w 97"/>
              <a:gd name="T5" fmla="*/ 49 h 158"/>
              <a:gd name="T6" fmla="*/ 9 w 97"/>
              <a:gd name="T7" fmla="*/ 86 h 158"/>
              <a:gd name="T8" fmla="*/ 9 w 97"/>
              <a:gd name="T9" fmla="*/ 86 h 158"/>
              <a:gd name="T10" fmla="*/ 1 w 97"/>
              <a:gd name="T11" fmla="*/ 115 h 158"/>
              <a:gd name="T12" fmla="*/ 51 w 97"/>
              <a:gd name="T13" fmla="*/ 155 h 158"/>
              <a:gd name="T14" fmla="*/ 95 w 97"/>
              <a:gd name="T15" fmla="*/ 100 h 158"/>
              <a:gd name="T16" fmla="*/ 35 w 97"/>
              <a:gd name="T17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7" h="158">
                <a:moveTo>
                  <a:pt x="35" y="0"/>
                </a:moveTo>
                <a:cubicBezTo>
                  <a:pt x="35" y="1"/>
                  <a:pt x="35" y="2"/>
                  <a:pt x="35" y="2"/>
                </a:cubicBezTo>
                <a:cubicBezTo>
                  <a:pt x="37" y="9"/>
                  <a:pt x="40" y="24"/>
                  <a:pt x="31" y="49"/>
                </a:cubicBezTo>
                <a:cubicBezTo>
                  <a:pt x="27" y="60"/>
                  <a:pt x="17" y="73"/>
                  <a:pt x="9" y="86"/>
                </a:cubicBezTo>
                <a:cubicBezTo>
                  <a:pt x="9" y="86"/>
                  <a:pt x="9" y="86"/>
                  <a:pt x="9" y="86"/>
                </a:cubicBezTo>
                <a:cubicBezTo>
                  <a:pt x="3" y="95"/>
                  <a:pt x="0" y="105"/>
                  <a:pt x="1" y="115"/>
                </a:cubicBezTo>
                <a:cubicBezTo>
                  <a:pt x="4" y="140"/>
                  <a:pt x="26" y="158"/>
                  <a:pt x="51" y="155"/>
                </a:cubicBezTo>
                <a:cubicBezTo>
                  <a:pt x="76" y="153"/>
                  <a:pt x="97" y="131"/>
                  <a:pt x="95" y="100"/>
                </a:cubicBezTo>
                <a:cubicBezTo>
                  <a:pt x="92" y="36"/>
                  <a:pt x="35" y="0"/>
                  <a:pt x="35" y="0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941"/>
          <p:cNvSpPr>
            <a:spLocks/>
          </p:cNvSpPr>
          <p:nvPr/>
        </p:nvSpPr>
        <p:spPr bwMode="auto">
          <a:xfrm>
            <a:off x="10366052" y="1762231"/>
            <a:ext cx="707588" cy="1319409"/>
          </a:xfrm>
          <a:custGeom>
            <a:avLst/>
            <a:gdLst>
              <a:gd name="T0" fmla="*/ 51 w 56"/>
              <a:gd name="T1" fmla="*/ 58 h 105"/>
              <a:gd name="T2" fmla="*/ 51 w 56"/>
              <a:gd name="T3" fmla="*/ 58 h 105"/>
              <a:gd name="T4" fmla="*/ 36 w 56"/>
              <a:gd name="T5" fmla="*/ 33 h 105"/>
              <a:gd name="T6" fmla="*/ 33 w 56"/>
              <a:gd name="T7" fmla="*/ 2 h 105"/>
              <a:gd name="T8" fmla="*/ 33 w 56"/>
              <a:gd name="T9" fmla="*/ 0 h 105"/>
              <a:gd name="T10" fmla="*/ 0 w 56"/>
              <a:gd name="T11" fmla="*/ 39 h 105"/>
              <a:gd name="T12" fmla="*/ 28 w 56"/>
              <a:gd name="T13" fmla="*/ 105 h 105"/>
              <a:gd name="T14" fmla="*/ 56 w 56"/>
              <a:gd name="T15" fmla="*/ 78 h 105"/>
              <a:gd name="T16" fmla="*/ 51 w 56"/>
              <a:gd name="T17" fmla="*/ 58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" h="105">
                <a:moveTo>
                  <a:pt x="51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45" y="50"/>
                  <a:pt x="39" y="40"/>
                  <a:pt x="36" y="33"/>
                </a:cubicBezTo>
                <a:cubicBezTo>
                  <a:pt x="30" y="17"/>
                  <a:pt x="32" y="6"/>
                  <a:pt x="33" y="2"/>
                </a:cubicBezTo>
                <a:cubicBezTo>
                  <a:pt x="33" y="1"/>
                  <a:pt x="33" y="1"/>
                  <a:pt x="33" y="0"/>
                </a:cubicBezTo>
                <a:cubicBezTo>
                  <a:pt x="33" y="0"/>
                  <a:pt x="11" y="14"/>
                  <a:pt x="0" y="39"/>
                </a:cubicBezTo>
                <a:cubicBezTo>
                  <a:pt x="13" y="55"/>
                  <a:pt x="25" y="77"/>
                  <a:pt x="28" y="105"/>
                </a:cubicBezTo>
                <a:cubicBezTo>
                  <a:pt x="42" y="104"/>
                  <a:pt x="54" y="93"/>
                  <a:pt x="56" y="78"/>
                </a:cubicBezTo>
                <a:cubicBezTo>
                  <a:pt x="56" y="71"/>
                  <a:pt x="55" y="64"/>
                  <a:pt x="51" y="58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942"/>
          <p:cNvSpPr>
            <a:spLocks/>
          </p:cNvSpPr>
          <p:nvPr/>
        </p:nvSpPr>
        <p:spPr bwMode="auto">
          <a:xfrm>
            <a:off x="8945561" y="2060162"/>
            <a:ext cx="643746" cy="1383251"/>
          </a:xfrm>
          <a:custGeom>
            <a:avLst/>
            <a:gdLst>
              <a:gd name="T0" fmla="*/ 25 w 51"/>
              <a:gd name="T1" fmla="*/ 105 h 110"/>
              <a:gd name="T2" fmla="*/ 32 w 51"/>
              <a:gd name="T3" fmla="*/ 76 h 110"/>
              <a:gd name="T4" fmla="*/ 32 w 51"/>
              <a:gd name="T5" fmla="*/ 76 h 110"/>
              <a:gd name="T6" fmla="*/ 51 w 51"/>
              <a:gd name="T7" fmla="*/ 44 h 110"/>
              <a:gd name="T8" fmla="*/ 45 w 51"/>
              <a:gd name="T9" fmla="*/ 34 h 110"/>
              <a:gd name="T10" fmla="*/ 38 w 51"/>
              <a:gd name="T11" fmla="*/ 1 h 110"/>
              <a:gd name="T12" fmla="*/ 38 w 51"/>
              <a:gd name="T13" fmla="*/ 0 h 110"/>
              <a:gd name="T14" fmla="*/ 3 w 51"/>
              <a:gd name="T15" fmla="*/ 77 h 110"/>
              <a:gd name="T16" fmla="*/ 26 w 51"/>
              <a:gd name="T17" fmla="*/ 110 h 110"/>
              <a:gd name="T18" fmla="*/ 25 w 51"/>
              <a:gd name="T19" fmla="*/ 105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" h="110">
                <a:moveTo>
                  <a:pt x="25" y="105"/>
                </a:moveTo>
                <a:cubicBezTo>
                  <a:pt x="24" y="94"/>
                  <a:pt x="26" y="84"/>
                  <a:pt x="32" y="76"/>
                </a:cubicBezTo>
                <a:cubicBezTo>
                  <a:pt x="32" y="76"/>
                  <a:pt x="32" y="76"/>
                  <a:pt x="32" y="76"/>
                </a:cubicBezTo>
                <a:cubicBezTo>
                  <a:pt x="39" y="65"/>
                  <a:pt x="47" y="54"/>
                  <a:pt x="51" y="44"/>
                </a:cubicBezTo>
                <a:cubicBezTo>
                  <a:pt x="49" y="40"/>
                  <a:pt x="47" y="37"/>
                  <a:pt x="45" y="34"/>
                </a:cubicBezTo>
                <a:cubicBezTo>
                  <a:pt x="36" y="17"/>
                  <a:pt x="37" y="6"/>
                  <a:pt x="38" y="1"/>
                </a:cubicBezTo>
                <a:cubicBezTo>
                  <a:pt x="38" y="1"/>
                  <a:pt x="38" y="0"/>
                  <a:pt x="38" y="0"/>
                </a:cubicBezTo>
                <a:cubicBezTo>
                  <a:pt x="38" y="0"/>
                  <a:pt x="0" y="30"/>
                  <a:pt x="3" y="77"/>
                </a:cubicBezTo>
                <a:cubicBezTo>
                  <a:pt x="4" y="93"/>
                  <a:pt x="14" y="105"/>
                  <a:pt x="26" y="110"/>
                </a:cubicBezTo>
                <a:cubicBezTo>
                  <a:pt x="25" y="108"/>
                  <a:pt x="25" y="107"/>
                  <a:pt x="25" y="105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925618" y="2314824"/>
            <a:ext cx="757017" cy="57851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</a:rPr>
              <a:t>01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25618" y="3145784"/>
            <a:ext cx="757017" cy="57851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</a:rPr>
              <a:t>02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25619" y="3976745"/>
            <a:ext cx="757017" cy="57851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</a:rPr>
              <a:t>03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25618" y="4807704"/>
            <a:ext cx="757017" cy="578515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FFFF"/>
                </a:solidFill>
              </a:rPr>
              <a:t>04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26177" y="2213226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2" name="矩形 21"/>
          <p:cNvSpPr/>
          <p:nvPr/>
        </p:nvSpPr>
        <p:spPr>
          <a:xfrm>
            <a:off x="1726177" y="3059410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3" name="矩形 22"/>
          <p:cNvSpPr/>
          <p:nvPr/>
        </p:nvSpPr>
        <p:spPr>
          <a:xfrm>
            <a:off x="1726177" y="3875145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24" name="矩形 23"/>
          <p:cNvSpPr/>
          <p:nvPr/>
        </p:nvSpPr>
        <p:spPr>
          <a:xfrm>
            <a:off x="1726177" y="4706105"/>
            <a:ext cx="6882950" cy="72327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</a:rPr>
              <a:t>在此添加关键字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pic>
        <p:nvPicPr>
          <p:cNvPr id="27" name="Picture 26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FD43FCA-87CC-5AD9-69CA-571F30C1D6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055" y="5384340"/>
            <a:ext cx="2587804" cy="13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39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4702880" y="5158162"/>
            <a:ext cx="860612" cy="298624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501571" y="5158162"/>
            <a:ext cx="860612" cy="298624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121451" y="5158162"/>
            <a:ext cx="860612" cy="298624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928701" y="5158162"/>
            <a:ext cx="860612" cy="298624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泪滴形 8"/>
          <p:cNvSpPr>
            <a:spLocks noChangeAspect="1"/>
          </p:cNvSpPr>
          <p:nvPr/>
        </p:nvSpPr>
        <p:spPr>
          <a:xfrm rot="8168744">
            <a:off x="2382282" y="2828960"/>
            <a:ext cx="2052000" cy="2052000"/>
          </a:xfrm>
          <a:prstGeom prst="teardrop">
            <a:avLst/>
          </a:prstGeom>
          <a:solidFill>
            <a:srgbClr val="06197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梯形 1"/>
          <p:cNvSpPr/>
          <p:nvPr/>
        </p:nvSpPr>
        <p:spPr>
          <a:xfrm>
            <a:off x="142240" y="281406"/>
            <a:ext cx="2067560" cy="483303"/>
          </a:xfrm>
          <a:prstGeom prst="trapezoid">
            <a:avLst/>
          </a:prstGeom>
          <a:solidFill>
            <a:srgbClr val="0A2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63025"/>
            <a:ext cx="6877050" cy="784750"/>
          </a:xfrm>
          <a:custGeom>
            <a:avLst/>
            <a:gdLst>
              <a:gd name="connsiteX0" fmla="*/ 0 w 6877050"/>
              <a:gd name="connsiteY0" fmla="*/ 0 h 783320"/>
              <a:gd name="connsiteX1" fmla="*/ 6877050 w 6877050"/>
              <a:gd name="connsiteY1" fmla="*/ 0 h 783320"/>
              <a:gd name="connsiteX2" fmla="*/ 6877050 w 6877050"/>
              <a:gd name="connsiteY2" fmla="*/ 783320 h 783320"/>
              <a:gd name="connsiteX3" fmla="*/ 0 w 6877050"/>
              <a:gd name="connsiteY3" fmla="*/ 783320 h 783320"/>
              <a:gd name="connsiteX4" fmla="*/ 0 w 6877050"/>
              <a:gd name="connsiteY4" fmla="*/ 0 h 78332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877050 w 6877050"/>
              <a:gd name="connsiteY2" fmla="*/ 783320 h 784750"/>
              <a:gd name="connsiteX3" fmla="*/ 6505575 w 6877050"/>
              <a:gd name="connsiteY3" fmla="*/ 784750 h 784750"/>
              <a:gd name="connsiteX4" fmla="*/ 0 w 6877050"/>
              <a:gd name="connsiteY4" fmla="*/ 783320 h 784750"/>
              <a:gd name="connsiteX5" fmla="*/ 0 w 6877050"/>
              <a:gd name="connsiteY5" fmla="*/ 0 h 784750"/>
              <a:gd name="connsiteX0" fmla="*/ 0 w 6877050"/>
              <a:gd name="connsiteY0" fmla="*/ 0 h 784750"/>
              <a:gd name="connsiteX1" fmla="*/ 6877050 w 6877050"/>
              <a:gd name="connsiteY1" fmla="*/ 0 h 784750"/>
              <a:gd name="connsiteX2" fmla="*/ 6505575 w 6877050"/>
              <a:gd name="connsiteY2" fmla="*/ 784750 h 784750"/>
              <a:gd name="connsiteX3" fmla="*/ 0 w 6877050"/>
              <a:gd name="connsiteY3" fmla="*/ 783320 h 784750"/>
              <a:gd name="connsiteX4" fmla="*/ 0 w 6877050"/>
              <a:gd name="connsiteY4" fmla="*/ 0 h 78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7050" h="784750">
                <a:moveTo>
                  <a:pt x="0" y="0"/>
                </a:moveTo>
                <a:lnTo>
                  <a:pt x="6877050" y="0"/>
                </a:lnTo>
                <a:lnTo>
                  <a:pt x="6505575" y="784750"/>
                </a:lnTo>
                <a:lnTo>
                  <a:pt x="0" y="783320"/>
                </a:lnTo>
                <a:lnTo>
                  <a:pt x="0" y="0"/>
                </a:lnTo>
                <a:close/>
              </a:path>
            </a:pathLst>
          </a:cu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flipV="1">
            <a:off x="260350" y="274373"/>
            <a:ext cx="1827530" cy="490336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2297" y="425700"/>
            <a:ext cx="1735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2205990" y="609181"/>
            <a:ext cx="3939534" cy="492438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单击此处添加标题文本内容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泪滴形 6"/>
          <p:cNvSpPr>
            <a:spLocks noChangeAspect="1"/>
          </p:cNvSpPr>
          <p:nvPr/>
        </p:nvSpPr>
        <p:spPr>
          <a:xfrm rot="8168744">
            <a:off x="4004059" y="2432662"/>
            <a:ext cx="2380343" cy="2380343"/>
          </a:xfrm>
          <a:prstGeom prst="teardrop">
            <a:avLst/>
          </a:prstGeom>
          <a:solidFill>
            <a:srgbClr val="0928B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泪滴形 7"/>
          <p:cNvSpPr>
            <a:spLocks noChangeAspect="1"/>
          </p:cNvSpPr>
          <p:nvPr/>
        </p:nvSpPr>
        <p:spPr>
          <a:xfrm rot="8168744">
            <a:off x="5954179" y="2828960"/>
            <a:ext cx="2052000" cy="2052000"/>
          </a:xfrm>
          <a:prstGeom prst="teardrop">
            <a:avLst/>
          </a:prstGeom>
          <a:solidFill>
            <a:srgbClr val="06197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泪滴形 9"/>
          <p:cNvSpPr>
            <a:spLocks noChangeAspect="1"/>
          </p:cNvSpPr>
          <p:nvPr/>
        </p:nvSpPr>
        <p:spPr>
          <a:xfrm rot="8168744">
            <a:off x="7575955" y="2828960"/>
            <a:ext cx="2052000" cy="2052000"/>
          </a:xfrm>
          <a:prstGeom prst="teardrop">
            <a:avLst/>
          </a:prstGeom>
          <a:solidFill>
            <a:srgbClr val="0928B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06593" y="3043819"/>
            <a:ext cx="1975273" cy="127726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</a:rPr>
              <a:t>添加关键字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2" name="矩形 11"/>
          <p:cNvSpPr/>
          <p:nvPr/>
        </p:nvSpPr>
        <p:spPr>
          <a:xfrm>
            <a:off x="2584817" y="3546739"/>
            <a:ext cx="1553822" cy="110414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添加关键字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3" name="矩形 12"/>
          <p:cNvSpPr/>
          <p:nvPr/>
        </p:nvSpPr>
        <p:spPr>
          <a:xfrm>
            <a:off x="6100138" y="3546739"/>
            <a:ext cx="1553822" cy="110414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添加关键字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4" name="矩形 13"/>
          <p:cNvSpPr/>
          <p:nvPr/>
        </p:nvSpPr>
        <p:spPr>
          <a:xfrm>
            <a:off x="7825044" y="3546739"/>
            <a:ext cx="1553822" cy="110414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添加关键字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5" name="Freeform 1102"/>
          <p:cNvSpPr>
            <a:spLocks noChangeAspect="1" noEditPoints="1"/>
          </p:cNvSpPr>
          <p:nvPr/>
        </p:nvSpPr>
        <p:spPr bwMode="auto">
          <a:xfrm>
            <a:off x="3232859" y="3182525"/>
            <a:ext cx="360000" cy="360000"/>
          </a:xfrm>
          <a:custGeom>
            <a:avLst/>
            <a:gdLst>
              <a:gd name="T0" fmla="*/ 73 w 146"/>
              <a:gd name="T1" fmla="*/ 0 h 146"/>
              <a:gd name="T2" fmla="*/ 0 w 146"/>
              <a:gd name="T3" fmla="*/ 73 h 146"/>
              <a:gd name="T4" fmla="*/ 73 w 146"/>
              <a:gd name="T5" fmla="*/ 146 h 146"/>
              <a:gd name="T6" fmla="*/ 146 w 146"/>
              <a:gd name="T7" fmla="*/ 73 h 146"/>
              <a:gd name="T8" fmla="*/ 73 w 146"/>
              <a:gd name="T9" fmla="*/ 0 h 146"/>
              <a:gd name="T10" fmla="*/ 104 w 146"/>
              <a:gd name="T11" fmla="*/ 119 h 146"/>
              <a:gd name="T12" fmla="*/ 73 w 146"/>
              <a:gd name="T13" fmla="*/ 100 h 146"/>
              <a:gd name="T14" fmla="*/ 42 w 146"/>
              <a:gd name="T15" fmla="*/ 119 h 146"/>
              <a:gd name="T16" fmla="*/ 50 w 146"/>
              <a:gd name="T17" fmla="*/ 83 h 146"/>
              <a:gd name="T18" fmla="*/ 22 w 146"/>
              <a:gd name="T19" fmla="*/ 59 h 146"/>
              <a:gd name="T20" fmla="*/ 59 w 146"/>
              <a:gd name="T21" fmla="*/ 56 h 146"/>
              <a:gd name="T22" fmla="*/ 73 w 146"/>
              <a:gd name="T23" fmla="*/ 22 h 146"/>
              <a:gd name="T24" fmla="*/ 87 w 146"/>
              <a:gd name="T25" fmla="*/ 56 h 146"/>
              <a:gd name="T26" fmla="*/ 124 w 146"/>
              <a:gd name="T27" fmla="*/ 59 h 146"/>
              <a:gd name="T28" fmla="*/ 96 w 146"/>
              <a:gd name="T29" fmla="*/ 83 h 146"/>
              <a:gd name="T30" fmla="*/ 104 w 146"/>
              <a:gd name="T31" fmla="*/ 11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6" h="146">
                <a:moveTo>
                  <a:pt x="73" y="0"/>
                </a:moveTo>
                <a:cubicBezTo>
                  <a:pt x="33" y="0"/>
                  <a:pt x="0" y="33"/>
                  <a:pt x="0" y="73"/>
                </a:cubicBezTo>
                <a:cubicBezTo>
                  <a:pt x="0" y="113"/>
                  <a:pt x="33" y="146"/>
                  <a:pt x="73" y="146"/>
                </a:cubicBezTo>
                <a:cubicBezTo>
                  <a:pt x="113" y="146"/>
                  <a:pt x="146" y="113"/>
                  <a:pt x="146" y="73"/>
                </a:cubicBezTo>
                <a:cubicBezTo>
                  <a:pt x="146" y="33"/>
                  <a:pt x="113" y="0"/>
                  <a:pt x="73" y="0"/>
                </a:cubicBezTo>
                <a:close/>
                <a:moveTo>
                  <a:pt x="104" y="119"/>
                </a:moveTo>
                <a:cubicBezTo>
                  <a:pt x="73" y="100"/>
                  <a:pt x="73" y="100"/>
                  <a:pt x="73" y="100"/>
                </a:cubicBezTo>
                <a:cubicBezTo>
                  <a:pt x="42" y="119"/>
                  <a:pt x="42" y="119"/>
                  <a:pt x="42" y="119"/>
                </a:cubicBezTo>
                <a:cubicBezTo>
                  <a:pt x="50" y="83"/>
                  <a:pt x="50" y="83"/>
                  <a:pt x="50" y="83"/>
                </a:cubicBezTo>
                <a:cubicBezTo>
                  <a:pt x="22" y="59"/>
                  <a:pt x="22" y="59"/>
                  <a:pt x="22" y="59"/>
                </a:cubicBezTo>
                <a:cubicBezTo>
                  <a:pt x="59" y="56"/>
                  <a:pt x="59" y="56"/>
                  <a:pt x="59" y="56"/>
                </a:cubicBezTo>
                <a:cubicBezTo>
                  <a:pt x="73" y="22"/>
                  <a:pt x="73" y="22"/>
                  <a:pt x="73" y="22"/>
                </a:cubicBezTo>
                <a:cubicBezTo>
                  <a:pt x="87" y="56"/>
                  <a:pt x="87" y="56"/>
                  <a:pt x="87" y="56"/>
                </a:cubicBezTo>
                <a:cubicBezTo>
                  <a:pt x="124" y="59"/>
                  <a:pt x="124" y="59"/>
                  <a:pt x="124" y="59"/>
                </a:cubicBezTo>
                <a:cubicBezTo>
                  <a:pt x="96" y="83"/>
                  <a:pt x="96" y="83"/>
                  <a:pt x="96" y="83"/>
                </a:cubicBezTo>
                <a:lnTo>
                  <a:pt x="104" y="1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103"/>
          <p:cNvSpPr>
            <a:spLocks noChangeAspect="1" noEditPoints="1"/>
          </p:cNvSpPr>
          <p:nvPr/>
        </p:nvSpPr>
        <p:spPr bwMode="auto">
          <a:xfrm>
            <a:off x="5035473" y="2711968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41 w 144"/>
              <a:gd name="T11" fmla="*/ 109 h 144"/>
              <a:gd name="T12" fmla="*/ 35 w 144"/>
              <a:gd name="T13" fmla="*/ 103 h 144"/>
              <a:gd name="T14" fmla="*/ 37 w 144"/>
              <a:gd name="T15" fmla="*/ 79 h 144"/>
              <a:gd name="T16" fmla="*/ 65 w 144"/>
              <a:gd name="T17" fmla="*/ 107 h 144"/>
              <a:gd name="T18" fmla="*/ 41 w 144"/>
              <a:gd name="T19" fmla="*/ 109 h 144"/>
              <a:gd name="T20" fmla="*/ 78 w 144"/>
              <a:gd name="T21" fmla="*/ 105 h 144"/>
              <a:gd name="T22" fmla="*/ 39 w 144"/>
              <a:gd name="T23" fmla="*/ 65 h 144"/>
              <a:gd name="T24" fmla="*/ 40 w 144"/>
              <a:gd name="T25" fmla="*/ 51 h 144"/>
              <a:gd name="T26" fmla="*/ 92 w 144"/>
              <a:gd name="T27" fmla="*/ 104 h 144"/>
              <a:gd name="T28" fmla="*/ 78 w 144"/>
              <a:gd name="T29" fmla="*/ 105 h 144"/>
              <a:gd name="T30" fmla="*/ 106 w 144"/>
              <a:gd name="T31" fmla="*/ 103 h 144"/>
              <a:gd name="T32" fmla="*/ 41 w 144"/>
              <a:gd name="T33" fmla="*/ 38 h 144"/>
              <a:gd name="T34" fmla="*/ 43 w 144"/>
              <a:gd name="T35" fmla="*/ 24 h 144"/>
              <a:gd name="T36" fmla="*/ 120 w 144"/>
              <a:gd name="T37" fmla="*/ 101 h 144"/>
              <a:gd name="T38" fmla="*/ 106 w 144"/>
              <a:gd name="T39" fmla="*/ 103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41" y="109"/>
                </a:moveTo>
                <a:cubicBezTo>
                  <a:pt x="38" y="109"/>
                  <a:pt x="35" y="106"/>
                  <a:pt x="35" y="103"/>
                </a:cubicBezTo>
                <a:cubicBezTo>
                  <a:pt x="37" y="79"/>
                  <a:pt x="37" y="79"/>
                  <a:pt x="37" y="79"/>
                </a:cubicBezTo>
                <a:cubicBezTo>
                  <a:pt x="52" y="81"/>
                  <a:pt x="63" y="92"/>
                  <a:pt x="65" y="107"/>
                </a:cubicBezTo>
                <a:lnTo>
                  <a:pt x="41" y="109"/>
                </a:lnTo>
                <a:close/>
                <a:moveTo>
                  <a:pt x="78" y="105"/>
                </a:moveTo>
                <a:cubicBezTo>
                  <a:pt x="77" y="84"/>
                  <a:pt x="60" y="67"/>
                  <a:pt x="39" y="65"/>
                </a:cubicBezTo>
                <a:cubicBezTo>
                  <a:pt x="40" y="51"/>
                  <a:pt x="40" y="51"/>
                  <a:pt x="40" y="51"/>
                </a:cubicBezTo>
                <a:cubicBezTo>
                  <a:pt x="68" y="54"/>
                  <a:pt x="90" y="76"/>
                  <a:pt x="92" y="104"/>
                </a:cubicBezTo>
                <a:lnTo>
                  <a:pt x="78" y="105"/>
                </a:lnTo>
                <a:close/>
                <a:moveTo>
                  <a:pt x="106" y="103"/>
                </a:moveTo>
                <a:cubicBezTo>
                  <a:pt x="103" y="68"/>
                  <a:pt x="76" y="41"/>
                  <a:pt x="41" y="38"/>
                </a:cubicBezTo>
                <a:cubicBezTo>
                  <a:pt x="43" y="24"/>
                  <a:pt x="43" y="24"/>
                  <a:pt x="43" y="24"/>
                </a:cubicBezTo>
                <a:cubicBezTo>
                  <a:pt x="84" y="28"/>
                  <a:pt x="116" y="60"/>
                  <a:pt x="120" y="101"/>
                </a:cubicBezTo>
                <a:lnTo>
                  <a:pt x="106" y="1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106"/>
          <p:cNvSpPr>
            <a:spLocks noChangeAspect="1" noEditPoints="1"/>
          </p:cNvSpPr>
          <p:nvPr/>
        </p:nvSpPr>
        <p:spPr bwMode="auto">
          <a:xfrm>
            <a:off x="6765005" y="3182525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100 w 144"/>
              <a:gd name="T11" fmla="*/ 99 h 144"/>
              <a:gd name="T12" fmla="*/ 58 w 144"/>
              <a:gd name="T13" fmla="*/ 123 h 144"/>
              <a:gd name="T14" fmla="*/ 68 w 144"/>
              <a:gd name="T15" fmla="*/ 104 h 144"/>
              <a:gd name="T16" fmla="*/ 20 w 144"/>
              <a:gd name="T17" fmla="*/ 69 h 144"/>
              <a:gd name="T18" fmla="*/ 72 w 144"/>
              <a:gd name="T19" fmla="*/ 35 h 144"/>
              <a:gd name="T20" fmla="*/ 125 w 144"/>
              <a:gd name="T21" fmla="*/ 69 h 144"/>
              <a:gd name="T22" fmla="*/ 100 w 144"/>
              <a:gd name="T23" fmla="*/ 9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00" y="99"/>
                </a:moveTo>
                <a:cubicBezTo>
                  <a:pt x="89" y="104"/>
                  <a:pt x="58" y="123"/>
                  <a:pt x="58" y="123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41" y="102"/>
                  <a:pt x="20" y="87"/>
                  <a:pt x="20" y="69"/>
                </a:cubicBezTo>
                <a:cubicBezTo>
                  <a:pt x="20" y="50"/>
                  <a:pt x="43" y="35"/>
                  <a:pt x="72" y="35"/>
                </a:cubicBezTo>
                <a:cubicBezTo>
                  <a:pt x="101" y="35"/>
                  <a:pt x="125" y="50"/>
                  <a:pt x="125" y="69"/>
                </a:cubicBezTo>
                <a:cubicBezTo>
                  <a:pt x="125" y="82"/>
                  <a:pt x="109" y="93"/>
                  <a:pt x="100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107"/>
          <p:cNvSpPr>
            <a:spLocks noChangeAspect="1"/>
          </p:cNvSpPr>
          <p:nvPr/>
        </p:nvSpPr>
        <p:spPr bwMode="auto">
          <a:xfrm>
            <a:off x="8457129" y="3182525"/>
            <a:ext cx="360000" cy="360000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6 w 144"/>
              <a:gd name="T5" fmla="*/ 101 h 144"/>
              <a:gd name="T6" fmla="*/ 45 w 144"/>
              <a:gd name="T7" fmla="*/ 40 h 144"/>
              <a:gd name="T8" fmla="*/ 63 w 144"/>
              <a:gd name="T9" fmla="*/ 52 h 144"/>
              <a:gd name="T10" fmla="*/ 56 w 144"/>
              <a:gd name="T11" fmla="*/ 57 h 144"/>
              <a:gd name="T12" fmla="*/ 28 w 144"/>
              <a:gd name="T13" fmla="*/ 102 h 144"/>
              <a:gd name="T14" fmla="*/ 26 w 144"/>
              <a:gd name="T15" fmla="*/ 112 h 144"/>
              <a:gd name="T16" fmla="*/ 31 w 144"/>
              <a:gd name="T17" fmla="*/ 119 h 144"/>
              <a:gd name="T18" fmla="*/ 40 w 144"/>
              <a:gd name="T19" fmla="*/ 120 h 144"/>
              <a:gd name="T20" fmla="*/ 47 w 144"/>
              <a:gd name="T21" fmla="*/ 115 h 144"/>
              <a:gd name="T22" fmla="*/ 65 w 144"/>
              <a:gd name="T23" fmla="*/ 86 h 144"/>
              <a:gd name="T24" fmla="*/ 64 w 144"/>
              <a:gd name="T25" fmla="*/ 81 h 144"/>
              <a:gd name="T26" fmla="*/ 59 w 144"/>
              <a:gd name="T27" fmla="*/ 82 h 144"/>
              <a:gd name="T28" fmla="*/ 41 w 144"/>
              <a:gd name="T29" fmla="*/ 111 h 144"/>
              <a:gd name="T30" fmla="*/ 38 w 144"/>
              <a:gd name="T31" fmla="*/ 114 h 144"/>
              <a:gd name="T32" fmla="*/ 35 w 144"/>
              <a:gd name="T33" fmla="*/ 113 h 144"/>
              <a:gd name="T34" fmla="*/ 33 w 144"/>
              <a:gd name="T35" fmla="*/ 110 h 144"/>
              <a:gd name="T36" fmla="*/ 34 w 144"/>
              <a:gd name="T37" fmla="*/ 106 h 144"/>
              <a:gd name="T38" fmla="*/ 62 w 144"/>
              <a:gd name="T39" fmla="*/ 61 h 144"/>
              <a:gd name="T40" fmla="*/ 71 w 144"/>
              <a:gd name="T41" fmla="*/ 57 h 144"/>
              <a:gd name="T42" fmla="*/ 113 w 144"/>
              <a:gd name="T43" fmla="*/ 83 h 144"/>
              <a:gd name="T44" fmla="*/ 75 w 144"/>
              <a:gd name="T45" fmla="*/ 144 h 144"/>
              <a:gd name="T46" fmla="*/ 144 w 144"/>
              <a:gd name="T47" fmla="*/ 72 h 144"/>
              <a:gd name="T48" fmla="*/ 72 w 144"/>
              <a:gd name="T49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82"/>
                  <a:pt x="2" y="92"/>
                  <a:pt x="6" y="101"/>
                </a:cubicBezTo>
                <a:cubicBezTo>
                  <a:pt x="45" y="40"/>
                  <a:pt x="45" y="40"/>
                  <a:pt x="45" y="40"/>
                </a:cubicBezTo>
                <a:cubicBezTo>
                  <a:pt x="63" y="52"/>
                  <a:pt x="63" y="52"/>
                  <a:pt x="63" y="52"/>
                </a:cubicBezTo>
                <a:cubicBezTo>
                  <a:pt x="60" y="53"/>
                  <a:pt x="58" y="55"/>
                  <a:pt x="56" y="57"/>
                </a:cubicBezTo>
                <a:cubicBezTo>
                  <a:pt x="28" y="102"/>
                  <a:pt x="28" y="102"/>
                  <a:pt x="28" y="102"/>
                </a:cubicBezTo>
                <a:cubicBezTo>
                  <a:pt x="26" y="105"/>
                  <a:pt x="25" y="109"/>
                  <a:pt x="26" y="112"/>
                </a:cubicBezTo>
                <a:cubicBezTo>
                  <a:pt x="27" y="114"/>
                  <a:pt x="29" y="117"/>
                  <a:pt x="31" y="119"/>
                </a:cubicBezTo>
                <a:cubicBezTo>
                  <a:pt x="34" y="120"/>
                  <a:pt x="37" y="121"/>
                  <a:pt x="40" y="120"/>
                </a:cubicBezTo>
                <a:cubicBezTo>
                  <a:pt x="43" y="120"/>
                  <a:pt x="45" y="118"/>
                  <a:pt x="47" y="115"/>
                </a:cubicBezTo>
                <a:cubicBezTo>
                  <a:pt x="65" y="86"/>
                  <a:pt x="65" y="86"/>
                  <a:pt x="65" y="86"/>
                </a:cubicBezTo>
                <a:cubicBezTo>
                  <a:pt x="66" y="84"/>
                  <a:pt x="66" y="82"/>
                  <a:pt x="64" y="81"/>
                </a:cubicBezTo>
                <a:cubicBezTo>
                  <a:pt x="63" y="80"/>
                  <a:pt x="60" y="81"/>
                  <a:pt x="59" y="82"/>
                </a:cubicBezTo>
                <a:cubicBezTo>
                  <a:pt x="41" y="111"/>
                  <a:pt x="41" y="111"/>
                  <a:pt x="41" y="111"/>
                </a:cubicBezTo>
                <a:cubicBezTo>
                  <a:pt x="41" y="113"/>
                  <a:pt x="39" y="113"/>
                  <a:pt x="38" y="114"/>
                </a:cubicBezTo>
                <a:cubicBezTo>
                  <a:pt x="37" y="114"/>
                  <a:pt x="36" y="114"/>
                  <a:pt x="35" y="113"/>
                </a:cubicBezTo>
                <a:cubicBezTo>
                  <a:pt x="34" y="112"/>
                  <a:pt x="33" y="111"/>
                  <a:pt x="33" y="110"/>
                </a:cubicBezTo>
                <a:cubicBezTo>
                  <a:pt x="32" y="109"/>
                  <a:pt x="33" y="108"/>
                  <a:pt x="34" y="106"/>
                </a:cubicBezTo>
                <a:cubicBezTo>
                  <a:pt x="62" y="61"/>
                  <a:pt x="62" y="61"/>
                  <a:pt x="62" y="61"/>
                </a:cubicBezTo>
                <a:cubicBezTo>
                  <a:pt x="64" y="58"/>
                  <a:pt x="68" y="56"/>
                  <a:pt x="71" y="57"/>
                </a:cubicBezTo>
                <a:cubicBezTo>
                  <a:pt x="113" y="83"/>
                  <a:pt x="113" y="83"/>
                  <a:pt x="113" y="83"/>
                </a:cubicBezTo>
                <a:cubicBezTo>
                  <a:pt x="75" y="144"/>
                  <a:pt x="75" y="144"/>
                  <a:pt x="75" y="144"/>
                </a:cubicBezTo>
                <a:cubicBezTo>
                  <a:pt x="113" y="143"/>
                  <a:pt x="144" y="111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Picture 2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95" y="463025"/>
            <a:ext cx="823508" cy="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69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22-吉林大学-img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161" y="-1989011"/>
            <a:ext cx="12290322" cy="7681452"/>
          </a:xfrm>
          <a:prstGeom prst="rect">
            <a:avLst/>
          </a:prstGeom>
        </p:spPr>
      </p:pic>
      <p:sp>
        <p:nvSpPr>
          <p:cNvPr id="3" name="梯形 2">
            <a:extLst>
              <a:ext uri="{FF2B5EF4-FFF2-40B4-BE49-F238E27FC236}">
                <a16:creationId xmlns:a16="http://schemas.microsoft.com/office/drawing/2014/main" id="{0FDBE375-F1E2-5409-F4A1-2709FB654593}"/>
              </a:ext>
            </a:extLst>
          </p:cNvPr>
          <p:cNvSpPr/>
          <p:nvPr/>
        </p:nvSpPr>
        <p:spPr>
          <a:xfrm>
            <a:off x="4333876" y="3857625"/>
            <a:ext cx="3524250" cy="704850"/>
          </a:xfrm>
          <a:prstGeom prst="trapezoid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2DFC6-CBEE-F334-C902-45E1BB39D071}"/>
              </a:ext>
            </a:extLst>
          </p:cNvPr>
          <p:cNvSpPr/>
          <p:nvPr/>
        </p:nvSpPr>
        <p:spPr>
          <a:xfrm>
            <a:off x="0" y="4238624"/>
            <a:ext cx="12192000" cy="2619375"/>
          </a:xfrm>
          <a:prstGeom prst="rect">
            <a:avLst/>
          </a:prstGeom>
          <a:solidFill>
            <a:srgbClr val="061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D34515C3-E762-B925-3A86-37718384AC38}"/>
              </a:ext>
            </a:extLst>
          </p:cNvPr>
          <p:cNvSpPr/>
          <p:nvPr/>
        </p:nvSpPr>
        <p:spPr>
          <a:xfrm flipV="1">
            <a:off x="4503084" y="3857625"/>
            <a:ext cx="3185832" cy="819150"/>
          </a:xfrm>
          <a:prstGeom prst="trapezoid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E6A854-7611-2165-4607-A610920E24A1}"/>
              </a:ext>
            </a:extLst>
          </p:cNvPr>
          <p:cNvSpPr txBox="1"/>
          <p:nvPr/>
        </p:nvSpPr>
        <p:spPr>
          <a:xfrm>
            <a:off x="4926453" y="400940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想搞设计淘宝店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B64CA4-AF30-5252-4706-D6B5300773D8}"/>
              </a:ext>
            </a:extLst>
          </p:cNvPr>
          <p:cNvSpPr txBox="1"/>
          <p:nvPr/>
        </p:nvSpPr>
        <p:spPr>
          <a:xfrm>
            <a:off x="3163868" y="4748450"/>
            <a:ext cx="751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F9F9F9"/>
                </a:solidFill>
              </a:rPr>
              <a:t>Thank You</a:t>
            </a:r>
            <a:endParaRPr lang="zh-CN" altLang="en-US" sz="6000" b="1" dirty="0">
              <a:solidFill>
                <a:srgbClr val="F9F9F9"/>
              </a:solidFill>
            </a:endParaRPr>
          </a:p>
        </p:txBody>
      </p:sp>
      <p:sp>
        <p:nvSpPr>
          <p:cNvPr id="8" name="TextBox 976">
            <a:extLst>
              <a:ext uri="{FF2B5EF4-FFF2-40B4-BE49-F238E27FC236}">
                <a16:creationId xmlns:a16="http://schemas.microsoft.com/office/drawing/2014/main" id="{97C5E48D-FA44-0EFB-FADA-18306C66CA76}"/>
              </a:ext>
            </a:extLst>
          </p:cNvPr>
          <p:cNvSpPr txBox="1"/>
          <p:nvPr/>
        </p:nvSpPr>
        <p:spPr>
          <a:xfrm>
            <a:off x="4333876" y="5919935"/>
            <a:ext cx="5205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咨询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汇报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总结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计划</a:t>
            </a:r>
            <a:r>
              <a:rPr lang="en-US" altLang="zh-CN" sz="2800" dirty="0">
                <a:solidFill>
                  <a:schemeClr val="bg1"/>
                </a:solidFill>
              </a:rPr>
              <a:t>‖</a:t>
            </a:r>
            <a:r>
              <a:rPr lang="zh-CN" altLang="en-US" sz="2800" dirty="0">
                <a:solidFill>
                  <a:schemeClr val="bg1"/>
                </a:solidFill>
              </a:rPr>
              <a:t>商务模板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1" name="Picture 10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66" y="4591799"/>
            <a:ext cx="1459136" cy="145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3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954F72"/>
      </a:folHlink>
    </a:clrScheme>
    <a:fontScheme name="自定义 4">
      <a:majorFont>
        <a:latin typeface="MS PGothic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1767</Words>
  <Application>Microsoft Office PowerPoint</Application>
  <PresentationFormat>宽屏</PresentationFormat>
  <Paragraphs>207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MS PGothic</vt:lpstr>
      <vt:lpstr>Arial</vt:lpstr>
      <vt:lpstr>Helvetica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140</cp:revision>
  <dcterms:created xsi:type="dcterms:W3CDTF">2015-01-10T17:33:01Z</dcterms:created>
  <dcterms:modified xsi:type="dcterms:W3CDTF">2022-07-03T07:02:55Z</dcterms:modified>
  <cp:category>淘宝店铺:想搞设计</cp:category>
</cp:coreProperties>
</file>