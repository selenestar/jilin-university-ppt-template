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85" r:id="rId2"/>
    <p:sldId id="256" r:id="rId3"/>
    <p:sldId id="258" r:id="rId4"/>
    <p:sldId id="259" r:id="rId5"/>
    <p:sldId id="260" r:id="rId6"/>
    <p:sldId id="261" r:id="rId7"/>
    <p:sldId id="262" r:id="rId8"/>
    <p:sldId id="281" r:id="rId9"/>
    <p:sldId id="264" r:id="rId10"/>
    <p:sldId id="266" r:id="rId11"/>
    <p:sldId id="267" r:id="rId12"/>
    <p:sldId id="282" r:id="rId13"/>
    <p:sldId id="268" r:id="rId14"/>
    <p:sldId id="269" r:id="rId15"/>
    <p:sldId id="272" r:id="rId16"/>
    <p:sldId id="283" r:id="rId17"/>
    <p:sldId id="274" r:id="rId18"/>
    <p:sldId id="275" r:id="rId19"/>
    <p:sldId id="276" r:id="rId20"/>
    <p:sldId id="286" r:id="rId21"/>
  </p:sldIdLst>
  <p:sldSz cx="9144000" cy="52197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535252"/>
    <a:srgbClr val="8497B0"/>
    <a:srgbClr val="697A67"/>
    <a:srgbClr val="525252"/>
    <a:srgbClr val="ADB9CA"/>
    <a:srgbClr val="404040"/>
    <a:srgbClr val="333F50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8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替换内容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697A67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C5-49CD-A7DA-3460A08F0D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379789760"/>
        <c:axId val="-379789216"/>
      </c:scatterChart>
      <c:valAx>
        <c:axId val="-3797897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379789216"/>
        <c:crosses val="autoZero"/>
        <c:crossBetween val="midCat"/>
      </c:valAx>
      <c:valAx>
        <c:axId val="-37978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3797897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28575">
      <a:solidFill>
        <a:srgbClr val="697A67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3279A-FDA1-46CE-AD9A-510CBB440445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1143000"/>
            <a:ext cx="5407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4FDF9-51AF-4A47-8129-D374FD9D61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71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1pPr>
    <a:lvl2pPr marL="344729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2pPr>
    <a:lvl3pPr marL="689458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3pPr>
    <a:lvl4pPr marL="1034186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4pPr>
    <a:lvl5pPr marL="1378915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5pPr>
    <a:lvl6pPr marL="1723644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6pPr>
    <a:lvl7pPr marL="2068373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7pPr>
    <a:lvl8pPr marL="2413102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8pPr>
    <a:lvl9pPr marL="2757830" algn="l" defTabSz="689458" rtl="0" eaLnBrk="1" latinLnBrk="0" hangingPunct="1">
      <a:defRPr sz="9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FED02-C059-4367-9956-F0E36804EB3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73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0303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224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93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327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882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381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476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704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07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504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0596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942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048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5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7070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503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456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D4FDF9-51AF-4A47-8129-D374FD9D611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597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FED02-C059-4367-9956-F0E36804EB3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0383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54243"/>
            <a:ext cx="6858000" cy="1817229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41551"/>
            <a:ext cx="6858000" cy="126021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81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725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301301"/>
            <a:ext cx="7886700" cy="217125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93092"/>
            <a:ext cx="7886700" cy="114180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73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89503"/>
            <a:ext cx="3886200" cy="33118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89503"/>
            <a:ext cx="3886200" cy="331185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04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7901"/>
            <a:ext cx="7886700" cy="1008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79552"/>
            <a:ext cx="3868340" cy="62708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06640"/>
            <a:ext cx="3868340" cy="28043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79552"/>
            <a:ext cx="3887391" cy="62708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06640"/>
            <a:ext cx="3887391" cy="280438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16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6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757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7980"/>
            <a:ext cx="2949178" cy="121793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51541"/>
            <a:ext cx="4629150" cy="37093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65910"/>
            <a:ext cx="2949178" cy="290104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14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7980"/>
            <a:ext cx="2949178" cy="121793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51541"/>
            <a:ext cx="4629150" cy="370937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65910"/>
            <a:ext cx="2949178" cy="290104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00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69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7901"/>
            <a:ext cx="1971675" cy="44234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7901"/>
            <a:ext cx="5800725" cy="442345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509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97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flip dir="r"/>
      </p:transition>
    </mc:Choice>
    <mc:Fallback xmlns="">
      <p:transition spd="slow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7901"/>
            <a:ext cx="7886700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89503"/>
            <a:ext cx="7886700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7889"/>
            <a:ext cx="20574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5D0AC4-9B42-45F2-8261-BEBC1DD628FF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7889"/>
            <a:ext cx="30861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7889"/>
            <a:ext cx="2057400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95948-49C5-479D-894E-2E86D508B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84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jp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8.jpg"/><Relationship Id="rId9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0.jp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4.jp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7.jpeg"/><Relationship Id="rId5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1.jp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8.jp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327083" y="4346734"/>
            <a:ext cx="6489834" cy="598043"/>
          </a:xfrm>
          <a:prstGeom prst="rect">
            <a:avLst/>
          </a:prstGeom>
          <a:noFill/>
          <a:ln w="19050">
            <a:solidFill>
              <a:srgbClr val="082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0688F3F-2945-EB82-7611-184C58DBCEFC}"/>
              </a:ext>
            </a:extLst>
          </p:cNvPr>
          <p:cNvGrpSpPr/>
          <p:nvPr/>
        </p:nvGrpSpPr>
        <p:grpSpPr>
          <a:xfrm>
            <a:off x="431933" y="0"/>
            <a:ext cx="8521944" cy="5271272"/>
            <a:chOff x="431933" y="0"/>
            <a:chExt cx="8521944" cy="5271272"/>
          </a:xfrm>
        </p:grpSpPr>
        <p:pic>
          <p:nvPicPr>
            <p:cNvPr id="51" name="Picture 50" descr="122-吉林大学-img7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138" y="97568"/>
              <a:ext cx="8277927" cy="5173704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B6517A4-47EA-0253-402F-07173B09A79F}"/>
                </a:ext>
              </a:extLst>
            </p:cNvPr>
            <p:cNvSpPr/>
            <p:nvPr/>
          </p:nvSpPr>
          <p:spPr>
            <a:xfrm>
              <a:off x="431933" y="0"/>
              <a:ext cx="8521944" cy="1469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CD0F35A-87FC-304E-4919-EE24CA99DAB8}"/>
                </a:ext>
              </a:extLst>
            </p:cNvPr>
            <p:cNvSpPr/>
            <p:nvPr/>
          </p:nvSpPr>
          <p:spPr>
            <a:xfrm>
              <a:off x="431933" y="4521200"/>
              <a:ext cx="8521944" cy="750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0" y="2535856"/>
            <a:ext cx="6071135" cy="1667577"/>
          </a:xfrm>
          <a:prstGeom prst="rect">
            <a:avLst/>
          </a:prstGeom>
          <a:solidFill>
            <a:srgbClr val="0824A7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7" name="组合 26"/>
          <p:cNvGrpSpPr/>
          <p:nvPr/>
        </p:nvGrpSpPr>
        <p:grpSpPr>
          <a:xfrm>
            <a:off x="765208" y="361748"/>
            <a:ext cx="1936268" cy="1351202"/>
            <a:chOff x="1020278" y="431530"/>
            <a:chExt cx="2581690" cy="1801603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020278" y="433133"/>
              <a:ext cx="0" cy="1800000"/>
            </a:xfrm>
            <a:prstGeom prst="line">
              <a:avLst/>
            </a:prstGeom>
            <a:ln w="9525">
              <a:solidFill>
                <a:srgbClr val="0824A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020278" y="431530"/>
              <a:ext cx="2520000" cy="0"/>
            </a:xfrm>
            <a:prstGeom prst="line">
              <a:avLst/>
            </a:prstGeom>
            <a:ln w="9525">
              <a:solidFill>
                <a:srgbClr val="0824A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540278" y="433134"/>
              <a:ext cx="0" cy="360000"/>
            </a:xfrm>
            <a:prstGeom prst="line">
              <a:avLst/>
            </a:prstGeom>
            <a:ln w="9525">
              <a:solidFill>
                <a:srgbClr val="0824A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/>
          </p:nvSpPr>
          <p:spPr>
            <a:xfrm>
              <a:off x="3493968" y="773883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824A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899315" y="416213"/>
            <a:ext cx="5847482" cy="7155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3600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吉林大学模板</a:t>
            </a:r>
            <a:r>
              <a:rPr lang="zh-CN" altLang="en-US" sz="3600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65209" y="3115878"/>
            <a:ext cx="5445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毕业答辩</a:t>
            </a:r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4084" y="2677296"/>
            <a:ext cx="2425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99315" y="985016"/>
            <a:ext cx="1608133" cy="48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  <a:endParaRPr lang="en-US" altLang="zh-CN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courseware template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508078" y="4516096"/>
            <a:ext cx="1892046" cy="434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88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主讲人：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  <a:p>
            <a:pPr>
              <a:lnSpc>
                <a:spcPct val="150000"/>
              </a:lnSpc>
            </a:pP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836343" y="4522900"/>
            <a:ext cx="845299" cy="3978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500" b="1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Two Steps From Hell - Victor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-417697"/>
            <a:ext cx="304800" cy="304800"/>
          </a:xfrm>
          <a:prstGeom prst="rect">
            <a:avLst/>
          </a:prstGeom>
        </p:spPr>
      </p:pic>
      <p:pic>
        <p:nvPicPr>
          <p:cNvPr id="52" name="Picture 51" descr="122-吉林大学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7066" y="518695"/>
            <a:ext cx="516284" cy="51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3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flip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0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20" grpId="0" animBg="1"/>
      <p:bldP spid="13" grpId="0" animBg="1"/>
      <p:bldP spid="6" grpId="0"/>
      <p:bldP spid="19" grpId="0"/>
      <p:bldP spid="21" grpId="0"/>
      <p:bldP spid="22" grpId="0"/>
      <p:bldP spid="23" grpId="0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AC83601-6951-4384-B302-3B9DA40C96C2}"/>
              </a:ext>
            </a:extLst>
          </p:cNvPr>
          <p:cNvSpPr/>
          <p:nvPr/>
        </p:nvSpPr>
        <p:spPr>
          <a:xfrm>
            <a:off x="0" y="-3"/>
            <a:ext cx="2858947" cy="5219700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CF80866-71E1-458E-B459-5580A41D94EB}"/>
              </a:ext>
            </a:extLst>
          </p:cNvPr>
          <p:cNvCxnSpPr>
            <a:cxnSpLocks/>
          </p:cNvCxnSpPr>
          <p:nvPr/>
        </p:nvCxnSpPr>
        <p:spPr>
          <a:xfrm flipV="1">
            <a:off x="1143798" y="1331088"/>
            <a:ext cx="0" cy="388861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A145AD9-56CB-4AC8-AE3E-F80CEDE12BAD}"/>
              </a:ext>
            </a:extLst>
          </p:cNvPr>
          <p:cNvCxnSpPr>
            <a:cxnSpLocks/>
          </p:cNvCxnSpPr>
          <p:nvPr/>
        </p:nvCxnSpPr>
        <p:spPr>
          <a:xfrm>
            <a:off x="1143798" y="1319513"/>
            <a:ext cx="738286" cy="1157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1A31A28-84F6-482B-89BE-E0F5617E7854}"/>
              </a:ext>
            </a:extLst>
          </p:cNvPr>
          <p:cNvCxnSpPr>
            <a:cxnSpLocks/>
          </p:cNvCxnSpPr>
          <p:nvPr/>
        </p:nvCxnSpPr>
        <p:spPr>
          <a:xfrm>
            <a:off x="1882084" y="1331087"/>
            <a:ext cx="0" cy="119003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4176871-08D8-4EA8-AD25-28D3CD015630}"/>
              </a:ext>
            </a:extLst>
          </p:cNvPr>
          <p:cNvSpPr txBox="1"/>
          <p:nvPr/>
        </p:nvSpPr>
        <p:spPr>
          <a:xfrm>
            <a:off x="1246425" y="1441875"/>
            <a:ext cx="489473" cy="95410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E395FFE-2AAF-4EEA-9D65-A6F7870AC404}"/>
              </a:ext>
            </a:extLst>
          </p:cNvPr>
          <p:cNvGrpSpPr/>
          <p:nvPr/>
        </p:nvGrpSpPr>
        <p:grpSpPr>
          <a:xfrm>
            <a:off x="3891404" y="1319513"/>
            <a:ext cx="439839" cy="439839"/>
            <a:chOff x="5432031" y="1864114"/>
            <a:chExt cx="576580" cy="576580"/>
          </a:xfrm>
          <a:solidFill>
            <a:srgbClr val="002060"/>
          </a:solidFill>
        </p:grpSpPr>
        <p:sp>
          <p:nvSpPr>
            <p:cNvPr id="11" name="圆角矩形 26">
              <a:extLst>
                <a:ext uri="{FF2B5EF4-FFF2-40B4-BE49-F238E27FC236}">
                  <a16:creationId xmlns:a16="http://schemas.microsoft.com/office/drawing/2014/main" id="{E01CBF42-2136-4F98-8991-118F9BF429EC}"/>
                </a:ext>
              </a:extLst>
            </p:cNvPr>
            <p:cNvSpPr/>
            <p:nvPr/>
          </p:nvSpPr>
          <p:spPr>
            <a:xfrm>
              <a:off x="5432031" y="1864114"/>
              <a:ext cx="576580" cy="576580"/>
            </a:xfrm>
            <a:prstGeom prst="roundRect">
              <a:avLst>
                <a:gd name="adj" fmla="val 9467"/>
              </a:avLst>
            </a:prstGeom>
            <a:noFill/>
            <a:ln w="19050">
              <a:solidFill>
                <a:srgbClr val="0619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3CB9EAE-BC24-4B72-8F5E-ACCDB81BC8DC}"/>
                </a:ext>
              </a:extLst>
            </p:cNvPr>
            <p:cNvGrpSpPr/>
            <p:nvPr/>
          </p:nvGrpSpPr>
          <p:grpSpPr>
            <a:xfrm>
              <a:off x="5557436" y="2014381"/>
              <a:ext cx="325770" cy="276046"/>
              <a:chOff x="5552622" y="2014381"/>
              <a:chExt cx="325770" cy="276046"/>
            </a:xfrm>
            <a:grpFill/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12807F9F-EE2D-44E3-A28B-DF21A12FCB1D}"/>
                  </a:ext>
                </a:extLst>
              </p:cNvPr>
              <p:cNvGrpSpPr/>
              <p:nvPr/>
            </p:nvGrpSpPr>
            <p:grpSpPr>
              <a:xfrm>
                <a:off x="5552622" y="2014381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7BEC61E1-64D5-4BC9-997F-2B85AF0357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3FA92705-902C-495D-A5B0-33EB0A57DF4D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187349CE-136C-41DD-9FFA-B0EA28ED71A4}"/>
                  </a:ext>
                </a:extLst>
              </p:cNvPr>
              <p:cNvGrpSpPr/>
              <p:nvPr/>
            </p:nvGrpSpPr>
            <p:grpSpPr>
              <a:xfrm>
                <a:off x="5552622" y="2125404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8F2CEF42-51FB-4CCD-B6D5-BE5267F9AC2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5D54FB5D-687F-496C-853E-7A169AD042B8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0F73B68-5AF5-4B8A-B61A-8C979C4E81F3}"/>
                  </a:ext>
                </a:extLst>
              </p:cNvPr>
              <p:cNvGrpSpPr/>
              <p:nvPr/>
            </p:nvGrpSpPr>
            <p:grpSpPr>
              <a:xfrm>
                <a:off x="5552622" y="2236427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DEB3A3D9-12D6-40F3-B49A-1794A2CD10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4003C21A-B099-4A1F-821D-D8311420C664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19BF6FB-C009-4ACD-A69E-37EDC9C1C62A}"/>
              </a:ext>
            </a:extLst>
          </p:cNvPr>
          <p:cNvCxnSpPr>
            <a:cxnSpLocks/>
          </p:cNvCxnSpPr>
          <p:nvPr/>
        </p:nvCxnSpPr>
        <p:spPr>
          <a:xfrm flipH="1">
            <a:off x="1512940" y="2521117"/>
            <a:ext cx="36914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42DDD8-D043-431C-99F6-5DA70F947C1C}"/>
              </a:ext>
            </a:extLst>
          </p:cNvPr>
          <p:cNvGrpSpPr/>
          <p:nvPr/>
        </p:nvGrpSpPr>
        <p:grpSpPr>
          <a:xfrm>
            <a:off x="6347166" y="1314020"/>
            <a:ext cx="439839" cy="439839"/>
            <a:chOff x="5432031" y="1864114"/>
            <a:chExt cx="576580" cy="576580"/>
          </a:xfrm>
          <a:solidFill>
            <a:srgbClr val="002060"/>
          </a:solidFill>
        </p:grpSpPr>
        <p:sp>
          <p:nvSpPr>
            <p:cNvPr id="33" name="圆角矩形 26">
              <a:extLst>
                <a:ext uri="{FF2B5EF4-FFF2-40B4-BE49-F238E27FC236}">
                  <a16:creationId xmlns:a16="http://schemas.microsoft.com/office/drawing/2014/main" id="{BF41A915-1C05-4FA7-A3B0-5631F93AB6BA}"/>
                </a:ext>
              </a:extLst>
            </p:cNvPr>
            <p:cNvSpPr/>
            <p:nvPr/>
          </p:nvSpPr>
          <p:spPr>
            <a:xfrm>
              <a:off x="5432031" y="1864114"/>
              <a:ext cx="576580" cy="576580"/>
            </a:xfrm>
            <a:prstGeom prst="roundRect">
              <a:avLst>
                <a:gd name="adj" fmla="val 9467"/>
              </a:avLst>
            </a:prstGeom>
            <a:noFill/>
            <a:ln w="19050">
              <a:solidFill>
                <a:srgbClr val="0619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7D47F39-0C68-4904-83A8-B2D33F87A2CC}"/>
                </a:ext>
              </a:extLst>
            </p:cNvPr>
            <p:cNvGrpSpPr/>
            <p:nvPr/>
          </p:nvGrpSpPr>
          <p:grpSpPr>
            <a:xfrm>
              <a:off x="5557436" y="2014381"/>
              <a:ext cx="325770" cy="276046"/>
              <a:chOff x="5552622" y="2014381"/>
              <a:chExt cx="325770" cy="276046"/>
            </a:xfrm>
            <a:grpFill/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F7462FDE-2540-4D8F-9210-F33945B4CA92}"/>
                  </a:ext>
                </a:extLst>
              </p:cNvPr>
              <p:cNvGrpSpPr/>
              <p:nvPr/>
            </p:nvGrpSpPr>
            <p:grpSpPr>
              <a:xfrm>
                <a:off x="5552622" y="2014381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23229EAC-99E7-466F-8FA5-25207A76B7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D658D086-FB6F-40E2-A800-DCC6EA06494A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BAF4E0DC-1F31-4202-9514-F13B50F4547F}"/>
                  </a:ext>
                </a:extLst>
              </p:cNvPr>
              <p:cNvGrpSpPr/>
              <p:nvPr/>
            </p:nvGrpSpPr>
            <p:grpSpPr>
              <a:xfrm>
                <a:off x="5552622" y="2125404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931235D6-6264-4F67-B820-BDAB4EDAD0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A097AA44-6EAE-4B49-AB6F-C97029820846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32476955-05BF-4881-84D4-26409B9E12E6}"/>
                  </a:ext>
                </a:extLst>
              </p:cNvPr>
              <p:cNvGrpSpPr/>
              <p:nvPr/>
            </p:nvGrpSpPr>
            <p:grpSpPr>
              <a:xfrm>
                <a:off x="5552622" y="2236427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ACAC8A0E-5613-4A9A-B8A4-27A5744748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>
                  <a:extLst>
                    <a:ext uri="{FF2B5EF4-FFF2-40B4-BE49-F238E27FC236}">
                      <a16:creationId xmlns:a16="http://schemas.microsoft.com/office/drawing/2014/main" id="{F89471C2-4522-47E8-87CA-BDE7728E62FB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134114F-7E8A-4A4A-BFE0-A8E7F0CFE605}"/>
              </a:ext>
            </a:extLst>
          </p:cNvPr>
          <p:cNvGrpSpPr/>
          <p:nvPr/>
        </p:nvGrpSpPr>
        <p:grpSpPr>
          <a:xfrm>
            <a:off x="3891404" y="3034496"/>
            <a:ext cx="439839" cy="439839"/>
            <a:chOff x="5432031" y="1864114"/>
            <a:chExt cx="576580" cy="576580"/>
          </a:xfrm>
          <a:solidFill>
            <a:srgbClr val="002060"/>
          </a:solidFill>
        </p:grpSpPr>
        <p:sp>
          <p:nvSpPr>
            <p:cNvPr id="45" name="圆角矩形 26">
              <a:extLst>
                <a:ext uri="{FF2B5EF4-FFF2-40B4-BE49-F238E27FC236}">
                  <a16:creationId xmlns:a16="http://schemas.microsoft.com/office/drawing/2014/main" id="{12445A28-E43B-4D9A-A5D9-59F1DACB62B1}"/>
                </a:ext>
              </a:extLst>
            </p:cNvPr>
            <p:cNvSpPr/>
            <p:nvPr/>
          </p:nvSpPr>
          <p:spPr>
            <a:xfrm>
              <a:off x="5432031" y="1864114"/>
              <a:ext cx="576580" cy="576580"/>
            </a:xfrm>
            <a:prstGeom prst="roundRect">
              <a:avLst>
                <a:gd name="adj" fmla="val 9467"/>
              </a:avLst>
            </a:prstGeom>
            <a:noFill/>
            <a:ln w="19050">
              <a:solidFill>
                <a:srgbClr val="0619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B665B158-1E60-48A2-B4FE-137703C9BC9C}"/>
                </a:ext>
              </a:extLst>
            </p:cNvPr>
            <p:cNvGrpSpPr/>
            <p:nvPr/>
          </p:nvGrpSpPr>
          <p:grpSpPr>
            <a:xfrm>
              <a:off x="5557436" y="2014381"/>
              <a:ext cx="325770" cy="276046"/>
              <a:chOff x="5552622" y="2014381"/>
              <a:chExt cx="325770" cy="276046"/>
            </a:xfrm>
            <a:grpFill/>
          </p:grpSpPr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93D08C7B-CC59-4EE2-A485-E18E7551A65A}"/>
                  </a:ext>
                </a:extLst>
              </p:cNvPr>
              <p:cNvGrpSpPr/>
              <p:nvPr/>
            </p:nvGrpSpPr>
            <p:grpSpPr>
              <a:xfrm>
                <a:off x="5552622" y="2014381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76DD89E7-91DE-484B-873A-5C5C61B8A1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>
                  <a:extLst>
                    <a:ext uri="{FF2B5EF4-FFF2-40B4-BE49-F238E27FC236}">
                      <a16:creationId xmlns:a16="http://schemas.microsoft.com/office/drawing/2014/main" id="{3C21332D-9CDC-4860-8545-1D535EBA3B91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3D2A9D34-4C01-4168-946E-2CF2E87D31F0}"/>
                  </a:ext>
                </a:extLst>
              </p:cNvPr>
              <p:cNvGrpSpPr/>
              <p:nvPr/>
            </p:nvGrpSpPr>
            <p:grpSpPr>
              <a:xfrm>
                <a:off x="5552622" y="2125404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5A01F1CA-0CEB-4A2F-9B97-7A9BFBFBC93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6B57A6AE-E967-422E-9273-105321969B27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4559C204-9F07-4C5F-BA2B-79BD46B98A23}"/>
                  </a:ext>
                </a:extLst>
              </p:cNvPr>
              <p:cNvGrpSpPr/>
              <p:nvPr/>
            </p:nvGrpSpPr>
            <p:grpSpPr>
              <a:xfrm>
                <a:off x="5552622" y="2236427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3AA9AF67-F3DB-4A26-AF80-DB3045F3B0D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66CDDBF5-331D-4961-AED2-E8910C800105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2A2CD13-CC14-4F6E-9D48-7E7B2CB5831F}"/>
              </a:ext>
            </a:extLst>
          </p:cNvPr>
          <p:cNvGrpSpPr/>
          <p:nvPr/>
        </p:nvGrpSpPr>
        <p:grpSpPr>
          <a:xfrm>
            <a:off x="6347166" y="3029003"/>
            <a:ext cx="439839" cy="439839"/>
            <a:chOff x="5432031" y="1864114"/>
            <a:chExt cx="576580" cy="576580"/>
          </a:xfrm>
          <a:solidFill>
            <a:srgbClr val="002060"/>
          </a:solidFill>
        </p:grpSpPr>
        <p:sp>
          <p:nvSpPr>
            <p:cNvPr id="57" name="圆角矩形 26">
              <a:extLst>
                <a:ext uri="{FF2B5EF4-FFF2-40B4-BE49-F238E27FC236}">
                  <a16:creationId xmlns:a16="http://schemas.microsoft.com/office/drawing/2014/main" id="{6213B81B-78F5-448A-BD3E-BD95EA8892E3}"/>
                </a:ext>
              </a:extLst>
            </p:cNvPr>
            <p:cNvSpPr/>
            <p:nvPr/>
          </p:nvSpPr>
          <p:spPr>
            <a:xfrm>
              <a:off x="5432031" y="1864114"/>
              <a:ext cx="576580" cy="576580"/>
            </a:xfrm>
            <a:prstGeom prst="roundRect">
              <a:avLst>
                <a:gd name="adj" fmla="val 9467"/>
              </a:avLst>
            </a:prstGeom>
            <a:noFill/>
            <a:ln w="19050">
              <a:solidFill>
                <a:srgbClr val="0619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3F61DDC2-C08B-4103-B72A-A3A1C6BB13F0}"/>
                </a:ext>
              </a:extLst>
            </p:cNvPr>
            <p:cNvGrpSpPr/>
            <p:nvPr/>
          </p:nvGrpSpPr>
          <p:grpSpPr>
            <a:xfrm>
              <a:off x="5557436" y="2014381"/>
              <a:ext cx="325770" cy="276046"/>
              <a:chOff x="5552622" y="2014381"/>
              <a:chExt cx="325770" cy="276046"/>
            </a:xfrm>
            <a:grpFill/>
          </p:grpSpPr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1606DF45-49D1-46C2-9C7F-73CF0628A3C9}"/>
                  </a:ext>
                </a:extLst>
              </p:cNvPr>
              <p:cNvGrpSpPr/>
              <p:nvPr/>
            </p:nvGrpSpPr>
            <p:grpSpPr>
              <a:xfrm>
                <a:off x="5552622" y="2014381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66" name="椭圆 65">
                  <a:extLst>
                    <a:ext uri="{FF2B5EF4-FFF2-40B4-BE49-F238E27FC236}">
                      <a16:creationId xmlns:a16="http://schemas.microsoft.com/office/drawing/2014/main" id="{2B3F365D-EEA2-456C-9206-7B232742CB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矩形 66">
                  <a:extLst>
                    <a:ext uri="{FF2B5EF4-FFF2-40B4-BE49-F238E27FC236}">
                      <a16:creationId xmlns:a16="http://schemas.microsoft.com/office/drawing/2014/main" id="{03056733-4383-4A5B-839D-E526C748B7A6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006B67AC-904B-4E2C-AF26-364BFEC56F13}"/>
                  </a:ext>
                </a:extLst>
              </p:cNvPr>
              <p:cNvGrpSpPr/>
              <p:nvPr/>
            </p:nvGrpSpPr>
            <p:grpSpPr>
              <a:xfrm>
                <a:off x="5552622" y="2125404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0B8C5A92-9DBC-4FD4-A7E2-A65FD269DC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>
                  <a:extLst>
                    <a:ext uri="{FF2B5EF4-FFF2-40B4-BE49-F238E27FC236}">
                      <a16:creationId xmlns:a16="http://schemas.microsoft.com/office/drawing/2014/main" id="{AEFD6A35-29F3-45EF-9E82-BF07FE02252D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C9E84C1A-70ED-40E2-94AF-8C9A6BFFC6C0}"/>
                  </a:ext>
                </a:extLst>
              </p:cNvPr>
              <p:cNvGrpSpPr/>
              <p:nvPr/>
            </p:nvGrpSpPr>
            <p:grpSpPr>
              <a:xfrm>
                <a:off x="5552622" y="2236427"/>
                <a:ext cx="325770" cy="54000"/>
                <a:chOff x="5545930" y="2014381"/>
                <a:chExt cx="325770" cy="54000"/>
              </a:xfrm>
              <a:grpFill/>
            </p:grpSpPr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6CA6CFF9-76BD-444F-85F8-B80BAE5A50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45930" y="2014381"/>
                  <a:ext cx="54000" cy="54000"/>
                </a:xfrm>
                <a:prstGeom prst="ellipse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矩形 62">
                  <a:extLst>
                    <a:ext uri="{FF2B5EF4-FFF2-40B4-BE49-F238E27FC236}">
                      <a16:creationId xmlns:a16="http://schemas.microsoft.com/office/drawing/2014/main" id="{7D7DEB00-DD74-4DCD-910B-0F7F5EF5887B}"/>
                    </a:ext>
                  </a:extLst>
                </p:cNvPr>
                <p:cNvSpPr/>
                <p:nvPr/>
              </p:nvSpPr>
              <p:spPr>
                <a:xfrm>
                  <a:off x="5619700" y="2034181"/>
                  <a:ext cx="252000" cy="14400"/>
                </a:xfrm>
                <a:prstGeom prst="rect">
                  <a:avLst/>
                </a:prstGeom>
                <a:grpFill/>
                <a:ln>
                  <a:solidFill>
                    <a:srgbClr val="0619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82746B63-C9F8-49B8-B45A-39FF849D350A}"/>
              </a:ext>
            </a:extLst>
          </p:cNvPr>
          <p:cNvSpPr txBox="1"/>
          <p:nvPr/>
        </p:nvSpPr>
        <p:spPr>
          <a:xfrm>
            <a:off x="4670119" y="13547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答辩背景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9D3E1B5-5907-464F-94BE-24D4A173DC14}"/>
              </a:ext>
            </a:extLst>
          </p:cNvPr>
          <p:cNvSpPr txBox="1"/>
          <p:nvPr/>
        </p:nvSpPr>
        <p:spPr>
          <a:xfrm>
            <a:off x="7169800" y="13547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答辩主题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6C88907-426D-4C7D-9F55-D7107C182770}"/>
              </a:ext>
            </a:extLst>
          </p:cNvPr>
          <p:cNvSpPr txBox="1"/>
          <p:nvPr/>
        </p:nvSpPr>
        <p:spPr>
          <a:xfrm>
            <a:off x="4670119" y="30367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答辩内容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1F63DD7-A1CC-47C4-9893-24E4A60AAFF0}"/>
              </a:ext>
            </a:extLst>
          </p:cNvPr>
          <p:cNvSpPr txBox="1"/>
          <p:nvPr/>
        </p:nvSpPr>
        <p:spPr>
          <a:xfrm>
            <a:off x="7169800" y="30587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1420F81-D04B-4FD5-A860-CA909DB9E435}"/>
              </a:ext>
            </a:extLst>
          </p:cNvPr>
          <p:cNvSpPr txBox="1"/>
          <p:nvPr/>
        </p:nvSpPr>
        <p:spPr>
          <a:xfrm>
            <a:off x="4242195" y="1901114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644CB1A-465A-44CC-A537-3A2B0BD4B71F}"/>
              </a:ext>
            </a:extLst>
          </p:cNvPr>
          <p:cNvSpPr txBox="1"/>
          <p:nvPr/>
        </p:nvSpPr>
        <p:spPr>
          <a:xfrm>
            <a:off x="6787005" y="1914377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5100883-29FA-413B-8DF0-AD32B8144BB6}"/>
              </a:ext>
            </a:extLst>
          </p:cNvPr>
          <p:cNvSpPr txBox="1"/>
          <p:nvPr/>
        </p:nvSpPr>
        <p:spPr>
          <a:xfrm>
            <a:off x="4242195" y="3621616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98CC310-6760-4813-A245-CCF5C73B49A4}"/>
              </a:ext>
            </a:extLst>
          </p:cNvPr>
          <p:cNvSpPr txBox="1"/>
          <p:nvPr/>
        </p:nvSpPr>
        <p:spPr>
          <a:xfrm>
            <a:off x="6787005" y="3634879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00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1B9251-F3CF-4E8C-8B17-B2B25209CA27}"/>
              </a:ext>
            </a:extLst>
          </p:cNvPr>
          <p:cNvSpPr/>
          <p:nvPr/>
        </p:nvSpPr>
        <p:spPr>
          <a:xfrm>
            <a:off x="0" y="0"/>
            <a:ext cx="2928395" cy="5219700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0FFC1-AD3C-48D8-A1D5-FB85C406ED9E}"/>
              </a:ext>
            </a:extLst>
          </p:cNvPr>
          <p:cNvSpPr/>
          <p:nvPr/>
        </p:nvSpPr>
        <p:spPr>
          <a:xfrm>
            <a:off x="630820" y="1182878"/>
            <a:ext cx="1666754" cy="210659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41E23C-E673-4F5A-8ABA-A7E643DF4758}"/>
              </a:ext>
            </a:extLst>
          </p:cNvPr>
          <p:cNvSpPr txBox="1"/>
          <p:nvPr/>
        </p:nvSpPr>
        <p:spPr>
          <a:xfrm>
            <a:off x="718103" y="1405176"/>
            <a:ext cx="15794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01</a:t>
            </a:r>
            <a:endParaRPr lang="zh-CN" altLang="en-US" sz="88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D12F2C-4C62-46DB-9629-8E784F72AB7E}"/>
              </a:ext>
            </a:extLst>
          </p:cNvPr>
          <p:cNvSpPr txBox="1"/>
          <p:nvPr/>
        </p:nvSpPr>
        <p:spPr>
          <a:xfrm>
            <a:off x="4033512" y="171295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答辩背景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EE5C9A-F9C2-47FC-BB4A-30BC01CE122B}"/>
              </a:ext>
            </a:extLst>
          </p:cNvPr>
          <p:cNvCxnSpPr/>
          <p:nvPr/>
        </p:nvCxnSpPr>
        <p:spPr>
          <a:xfrm>
            <a:off x="3252721" y="2332057"/>
            <a:ext cx="5567423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B8AA000-5372-4CA0-A27F-8F928702488A}"/>
              </a:ext>
            </a:extLst>
          </p:cNvPr>
          <p:cNvSpPr txBox="1"/>
          <p:nvPr/>
        </p:nvSpPr>
        <p:spPr>
          <a:xfrm>
            <a:off x="2642820" y="3331379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C967A7-E077-43CF-A410-ED246B88637C}"/>
              </a:ext>
            </a:extLst>
          </p:cNvPr>
          <p:cNvSpPr txBox="1"/>
          <p:nvPr/>
        </p:nvSpPr>
        <p:spPr>
          <a:xfrm>
            <a:off x="2634655" y="2728615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884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122-吉林大学-img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153439"/>
            <a:ext cx="4166114" cy="2603822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39F0440-23F5-4738-992B-C1AB2C3D118D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5F6C06B-CA10-4D06-ADC6-0FD89DF6799B}"/>
              </a:ext>
            </a:extLst>
          </p:cNvPr>
          <p:cNvSpPr txBox="1"/>
          <p:nvPr/>
        </p:nvSpPr>
        <p:spPr>
          <a:xfrm>
            <a:off x="3813594" y="35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答辩背景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EACA8D-09EE-420F-828F-48298964AE26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80385B-D795-4544-990F-A0BAFC5FEBBC}"/>
              </a:ext>
            </a:extLst>
          </p:cNvPr>
          <p:cNvSpPr/>
          <p:nvPr/>
        </p:nvSpPr>
        <p:spPr>
          <a:xfrm>
            <a:off x="6121055" y="2374375"/>
            <a:ext cx="2592728" cy="1834541"/>
          </a:xfrm>
          <a:prstGeom prst="rect">
            <a:avLst/>
          </a:prstGeom>
          <a:noFill/>
          <a:ln>
            <a:solidFill>
              <a:srgbClr val="0619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8095D9-0E4D-4602-B0F5-12FEF91C3DD8}"/>
              </a:ext>
            </a:extLst>
          </p:cNvPr>
          <p:cNvSpPr txBox="1"/>
          <p:nvPr/>
        </p:nvSpPr>
        <p:spPr>
          <a:xfrm>
            <a:off x="1849750" y="1316503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572AF8D-B1F7-4211-95A7-F87826971D69}"/>
              </a:ext>
            </a:extLst>
          </p:cNvPr>
          <p:cNvSpPr/>
          <p:nvPr/>
        </p:nvSpPr>
        <p:spPr>
          <a:xfrm>
            <a:off x="1067163" y="1928266"/>
            <a:ext cx="504794" cy="447883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A35921-21A0-421F-9040-75AA31FC1EA7}"/>
              </a:ext>
            </a:extLst>
          </p:cNvPr>
          <p:cNvSpPr/>
          <p:nvPr/>
        </p:nvSpPr>
        <p:spPr>
          <a:xfrm>
            <a:off x="1067163" y="1331089"/>
            <a:ext cx="504794" cy="447883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24A625-5CAC-483A-91A1-41001CD7C0A0}"/>
              </a:ext>
            </a:extLst>
          </p:cNvPr>
          <p:cNvSpPr/>
          <p:nvPr/>
        </p:nvSpPr>
        <p:spPr>
          <a:xfrm>
            <a:off x="1067163" y="2525443"/>
            <a:ext cx="504794" cy="447883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629EE7-6148-4B6C-8A49-7368DFF699A7}"/>
              </a:ext>
            </a:extLst>
          </p:cNvPr>
          <p:cNvSpPr/>
          <p:nvPr/>
        </p:nvSpPr>
        <p:spPr>
          <a:xfrm>
            <a:off x="1067163" y="3122620"/>
            <a:ext cx="504794" cy="447883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C6D8C132-8702-41B0-93B6-373070726287}"/>
              </a:ext>
            </a:extLst>
          </p:cNvPr>
          <p:cNvSpPr>
            <a:spLocks noChangeAspect="1"/>
          </p:cNvSpPr>
          <p:nvPr/>
        </p:nvSpPr>
        <p:spPr>
          <a:xfrm>
            <a:off x="1197759" y="1460987"/>
            <a:ext cx="243602" cy="188087"/>
          </a:xfrm>
          <a:custGeom>
            <a:avLst/>
            <a:gdLst>
              <a:gd name="connsiteX0" fmla="*/ 2136838 w 4244134"/>
              <a:gd name="connsiteY0" fmla="*/ 2537631 h 3693319"/>
              <a:gd name="connsiteX1" fmla="*/ 2299844 w 4244134"/>
              <a:gd name="connsiteY1" fmla="*/ 2700637 h 3693319"/>
              <a:gd name="connsiteX2" fmla="*/ 2462850 w 4244134"/>
              <a:gd name="connsiteY2" fmla="*/ 2537631 h 3693319"/>
              <a:gd name="connsiteX3" fmla="*/ 616723 w 4244134"/>
              <a:gd name="connsiteY3" fmla="*/ 1748051 h 3693319"/>
              <a:gd name="connsiteX4" fmla="*/ 2488723 w 4244134"/>
              <a:gd name="connsiteY4" fmla="*/ 1748051 h 3693319"/>
              <a:gd name="connsiteX5" fmla="*/ 2488723 w 4244134"/>
              <a:gd name="connsiteY5" fmla="*/ 1884677 h 3693319"/>
              <a:gd name="connsiteX6" fmla="*/ 616723 w 4244134"/>
              <a:gd name="connsiteY6" fmla="*/ 1884677 h 3693319"/>
              <a:gd name="connsiteX7" fmla="*/ 616723 w 4244134"/>
              <a:gd name="connsiteY7" fmla="*/ 1421574 h 3693319"/>
              <a:gd name="connsiteX8" fmla="*/ 2488723 w 4244134"/>
              <a:gd name="connsiteY8" fmla="*/ 1421574 h 3693319"/>
              <a:gd name="connsiteX9" fmla="*/ 2488723 w 4244134"/>
              <a:gd name="connsiteY9" fmla="*/ 1558200 h 3693319"/>
              <a:gd name="connsiteX10" fmla="*/ 616723 w 4244134"/>
              <a:gd name="connsiteY10" fmla="*/ 1558200 h 3693319"/>
              <a:gd name="connsiteX11" fmla="*/ 616723 w 4244134"/>
              <a:gd name="connsiteY11" fmla="*/ 1095097 h 3693319"/>
              <a:gd name="connsiteX12" fmla="*/ 2488723 w 4244134"/>
              <a:gd name="connsiteY12" fmla="*/ 1095097 h 3693319"/>
              <a:gd name="connsiteX13" fmla="*/ 2488723 w 4244134"/>
              <a:gd name="connsiteY13" fmla="*/ 1231723 h 3693319"/>
              <a:gd name="connsiteX14" fmla="*/ 616723 w 4244134"/>
              <a:gd name="connsiteY14" fmla="*/ 1231723 h 3693319"/>
              <a:gd name="connsiteX15" fmla="*/ 204718 w 4244134"/>
              <a:gd name="connsiteY15" fmla="*/ 204718 h 3693319"/>
              <a:gd name="connsiteX16" fmla="*/ 204718 w 4244134"/>
              <a:gd name="connsiteY16" fmla="*/ 3488601 h 3693319"/>
              <a:gd name="connsiteX17" fmla="*/ 2907082 w 4244134"/>
              <a:gd name="connsiteY17" fmla="*/ 3488601 h 3693319"/>
              <a:gd name="connsiteX18" fmla="*/ 2907082 w 4244134"/>
              <a:gd name="connsiteY18" fmla="*/ 3096000 h 3693319"/>
              <a:gd name="connsiteX19" fmla="*/ 2907082 w 4244134"/>
              <a:gd name="connsiteY19" fmla="*/ 2973318 h 3693319"/>
              <a:gd name="connsiteX20" fmla="*/ 2907082 w 4244134"/>
              <a:gd name="connsiteY20" fmla="*/ 2619924 h 3693319"/>
              <a:gd name="connsiteX21" fmla="*/ 2302633 w 4244134"/>
              <a:gd name="connsiteY21" fmla="*/ 3224372 h 3693319"/>
              <a:gd name="connsiteX22" fmla="*/ 2288873 w 4244134"/>
              <a:gd name="connsiteY22" fmla="*/ 3210611 h 3693319"/>
              <a:gd name="connsiteX23" fmla="*/ 2286083 w 4244134"/>
              <a:gd name="connsiteY23" fmla="*/ 3213400 h 3693319"/>
              <a:gd name="connsiteX24" fmla="*/ 1610314 w 4244134"/>
              <a:gd name="connsiteY24" fmla="*/ 2537631 h 3693319"/>
              <a:gd name="connsiteX25" fmla="*/ 616723 w 4244134"/>
              <a:gd name="connsiteY25" fmla="*/ 2537631 h 3693319"/>
              <a:gd name="connsiteX26" fmla="*/ 616723 w 4244134"/>
              <a:gd name="connsiteY26" fmla="*/ 2401005 h 3693319"/>
              <a:gd name="connsiteX27" fmla="*/ 1473688 w 4244134"/>
              <a:gd name="connsiteY27" fmla="*/ 2401005 h 3693319"/>
              <a:gd name="connsiteX28" fmla="*/ 1340342 w 4244134"/>
              <a:gd name="connsiteY28" fmla="*/ 2267659 h 3693319"/>
              <a:gd name="connsiteX29" fmla="*/ 1396846 w 4244134"/>
              <a:gd name="connsiteY29" fmla="*/ 2211154 h 3693319"/>
              <a:gd name="connsiteX30" fmla="*/ 616723 w 4244134"/>
              <a:gd name="connsiteY30" fmla="*/ 2211154 h 3693319"/>
              <a:gd name="connsiteX31" fmla="*/ 616723 w 4244134"/>
              <a:gd name="connsiteY31" fmla="*/ 2074528 h 3693319"/>
              <a:gd name="connsiteX32" fmla="*/ 1533472 w 4244134"/>
              <a:gd name="connsiteY32" fmla="*/ 2074528 h 3693319"/>
              <a:gd name="connsiteX33" fmla="*/ 1603604 w 4244134"/>
              <a:gd name="connsiteY33" fmla="*/ 2004396 h 3693319"/>
              <a:gd name="connsiteX34" fmla="*/ 1673735 w 4244134"/>
              <a:gd name="connsiteY34" fmla="*/ 2074528 h 3693319"/>
              <a:gd name="connsiteX35" fmla="*/ 2488723 w 4244134"/>
              <a:gd name="connsiteY35" fmla="*/ 2074528 h 3693319"/>
              <a:gd name="connsiteX36" fmla="*/ 2488723 w 4244134"/>
              <a:gd name="connsiteY36" fmla="*/ 2211154 h 3693319"/>
              <a:gd name="connsiteX37" fmla="*/ 1810361 w 4244134"/>
              <a:gd name="connsiteY37" fmla="*/ 2211154 h 3693319"/>
              <a:gd name="connsiteX38" fmla="*/ 2000212 w 4244134"/>
              <a:gd name="connsiteY38" fmla="*/ 2401005 h 3693319"/>
              <a:gd name="connsiteX39" fmla="*/ 2488723 w 4244134"/>
              <a:gd name="connsiteY39" fmla="*/ 2401005 h 3693319"/>
              <a:gd name="connsiteX40" fmla="*/ 2488723 w 4244134"/>
              <a:gd name="connsiteY40" fmla="*/ 2511758 h 3693319"/>
              <a:gd name="connsiteX41" fmla="*/ 2907082 w 4244134"/>
              <a:gd name="connsiteY41" fmla="*/ 2093399 h 3693319"/>
              <a:gd name="connsiteX42" fmla="*/ 2907082 w 4244134"/>
              <a:gd name="connsiteY42" fmla="*/ 204718 h 3693319"/>
              <a:gd name="connsiteX43" fmla="*/ 0 w 4244134"/>
              <a:gd name="connsiteY43" fmla="*/ 0 h 3693319"/>
              <a:gd name="connsiteX44" fmla="*/ 204718 w 4244134"/>
              <a:gd name="connsiteY44" fmla="*/ 0 h 3693319"/>
              <a:gd name="connsiteX45" fmla="*/ 204718 w 4244134"/>
              <a:gd name="connsiteY45" fmla="*/ 1 h 3693319"/>
              <a:gd name="connsiteX46" fmla="*/ 2907082 w 4244134"/>
              <a:gd name="connsiteY46" fmla="*/ 1 h 3693319"/>
              <a:gd name="connsiteX47" fmla="*/ 2907082 w 4244134"/>
              <a:gd name="connsiteY47" fmla="*/ 0 h 3693319"/>
              <a:gd name="connsiteX48" fmla="*/ 3111799 w 4244134"/>
              <a:gd name="connsiteY48" fmla="*/ 0 h 3693319"/>
              <a:gd name="connsiteX49" fmla="*/ 3111799 w 4244134"/>
              <a:gd name="connsiteY49" fmla="*/ 1888682 h 3693319"/>
              <a:gd name="connsiteX50" fmla="*/ 3980872 w 4244134"/>
              <a:gd name="connsiteY50" fmla="*/ 1019609 h 3693319"/>
              <a:gd name="connsiteX51" fmla="*/ 4244134 w 4244134"/>
              <a:gd name="connsiteY51" fmla="*/ 1282871 h 3693319"/>
              <a:gd name="connsiteX52" fmla="*/ 3111799 w 4244134"/>
              <a:gd name="connsiteY52" fmla="*/ 2415207 h 3693319"/>
              <a:gd name="connsiteX53" fmla="*/ 3111799 w 4244134"/>
              <a:gd name="connsiteY53" fmla="*/ 2973318 h 3693319"/>
              <a:gd name="connsiteX54" fmla="*/ 3111799 w 4244134"/>
              <a:gd name="connsiteY54" fmla="*/ 3096000 h 3693319"/>
              <a:gd name="connsiteX55" fmla="*/ 3111799 w 4244134"/>
              <a:gd name="connsiteY55" fmla="*/ 3693319 h 3693319"/>
              <a:gd name="connsiteX56" fmla="*/ 2907082 w 4244134"/>
              <a:gd name="connsiteY56" fmla="*/ 3693319 h 3693319"/>
              <a:gd name="connsiteX57" fmla="*/ 2907082 w 4244134"/>
              <a:gd name="connsiteY57" fmla="*/ 3693318 h 3693319"/>
              <a:gd name="connsiteX58" fmla="*/ 1 w 4244134"/>
              <a:gd name="connsiteY58" fmla="*/ 3693318 h 3693319"/>
              <a:gd name="connsiteX59" fmla="*/ 1 w 4244134"/>
              <a:gd name="connsiteY59" fmla="*/ 3636000 h 3693319"/>
              <a:gd name="connsiteX60" fmla="*/ 0 w 4244134"/>
              <a:gd name="connsiteY60" fmla="*/ 3636000 h 369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44134" h="3693319">
                <a:moveTo>
                  <a:pt x="2136838" y="2537631"/>
                </a:moveTo>
                <a:lnTo>
                  <a:pt x="2299844" y="2700637"/>
                </a:lnTo>
                <a:lnTo>
                  <a:pt x="2462850" y="2537631"/>
                </a:lnTo>
                <a:close/>
                <a:moveTo>
                  <a:pt x="616723" y="1748051"/>
                </a:moveTo>
                <a:lnTo>
                  <a:pt x="2488723" y="1748051"/>
                </a:lnTo>
                <a:lnTo>
                  <a:pt x="2488723" y="1884677"/>
                </a:lnTo>
                <a:lnTo>
                  <a:pt x="616723" y="1884677"/>
                </a:lnTo>
                <a:close/>
                <a:moveTo>
                  <a:pt x="616723" y="1421574"/>
                </a:moveTo>
                <a:lnTo>
                  <a:pt x="2488723" y="1421574"/>
                </a:lnTo>
                <a:lnTo>
                  <a:pt x="2488723" y="1558200"/>
                </a:lnTo>
                <a:lnTo>
                  <a:pt x="616723" y="1558200"/>
                </a:lnTo>
                <a:close/>
                <a:moveTo>
                  <a:pt x="616723" y="1095097"/>
                </a:moveTo>
                <a:lnTo>
                  <a:pt x="2488723" y="1095097"/>
                </a:lnTo>
                <a:lnTo>
                  <a:pt x="2488723" y="1231723"/>
                </a:lnTo>
                <a:lnTo>
                  <a:pt x="616723" y="1231723"/>
                </a:lnTo>
                <a:close/>
                <a:moveTo>
                  <a:pt x="204718" y="204718"/>
                </a:moveTo>
                <a:lnTo>
                  <a:pt x="204718" y="3488601"/>
                </a:lnTo>
                <a:lnTo>
                  <a:pt x="2907082" y="3488601"/>
                </a:lnTo>
                <a:lnTo>
                  <a:pt x="2907082" y="3096000"/>
                </a:lnTo>
                <a:lnTo>
                  <a:pt x="2907082" y="2973318"/>
                </a:lnTo>
                <a:lnTo>
                  <a:pt x="2907082" y="2619924"/>
                </a:lnTo>
                <a:lnTo>
                  <a:pt x="2302633" y="3224372"/>
                </a:lnTo>
                <a:lnTo>
                  <a:pt x="2288873" y="3210611"/>
                </a:lnTo>
                <a:lnTo>
                  <a:pt x="2286083" y="3213400"/>
                </a:lnTo>
                <a:lnTo>
                  <a:pt x="1610314" y="2537631"/>
                </a:lnTo>
                <a:lnTo>
                  <a:pt x="616723" y="2537631"/>
                </a:lnTo>
                <a:lnTo>
                  <a:pt x="616723" y="2401005"/>
                </a:lnTo>
                <a:lnTo>
                  <a:pt x="1473688" y="2401005"/>
                </a:lnTo>
                <a:lnTo>
                  <a:pt x="1340342" y="2267659"/>
                </a:lnTo>
                <a:lnTo>
                  <a:pt x="1396846" y="2211154"/>
                </a:lnTo>
                <a:lnTo>
                  <a:pt x="616723" y="2211154"/>
                </a:lnTo>
                <a:lnTo>
                  <a:pt x="616723" y="2074528"/>
                </a:lnTo>
                <a:lnTo>
                  <a:pt x="1533472" y="2074528"/>
                </a:lnTo>
                <a:lnTo>
                  <a:pt x="1603604" y="2004396"/>
                </a:lnTo>
                <a:lnTo>
                  <a:pt x="1673735" y="2074528"/>
                </a:lnTo>
                <a:lnTo>
                  <a:pt x="2488723" y="2074528"/>
                </a:lnTo>
                <a:lnTo>
                  <a:pt x="2488723" y="2211154"/>
                </a:lnTo>
                <a:lnTo>
                  <a:pt x="1810361" y="2211154"/>
                </a:lnTo>
                <a:lnTo>
                  <a:pt x="2000212" y="2401005"/>
                </a:lnTo>
                <a:lnTo>
                  <a:pt x="2488723" y="2401005"/>
                </a:lnTo>
                <a:lnTo>
                  <a:pt x="2488723" y="2511758"/>
                </a:lnTo>
                <a:lnTo>
                  <a:pt x="2907082" y="2093399"/>
                </a:lnTo>
                <a:lnTo>
                  <a:pt x="2907082" y="204718"/>
                </a:lnTo>
                <a:close/>
                <a:moveTo>
                  <a:pt x="0" y="0"/>
                </a:moveTo>
                <a:lnTo>
                  <a:pt x="204718" y="0"/>
                </a:lnTo>
                <a:lnTo>
                  <a:pt x="204718" y="1"/>
                </a:lnTo>
                <a:lnTo>
                  <a:pt x="2907082" y="1"/>
                </a:lnTo>
                <a:lnTo>
                  <a:pt x="2907082" y="0"/>
                </a:lnTo>
                <a:lnTo>
                  <a:pt x="3111799" y="0"/>
                </a:lnTo>
                <a:lnTo>
                  <a:pt x="3111799" y="1888682"/>
                </a:lnTo>
                <a:lnTo>
                  <a:pt x="3980872" y="1019609"/>
                </a:lnTo>
                <a:lnTo>
                  <a:pt x="4244134" y="1282871"/>
                </a:lnTo>
                <a:lnTo>
                  <a:pt x="3111799" y="2415207"/>
                </a:lnTo>
                <a:lnTo>
                  <a:pt x="3111799" y="2973318"/>
                </a:lnTo>
                <a:lnTo>
                  <a:pt x="3111799" y="3096000"/>
                </a:lnTo>
                <a:lnTo>
                  <a:pt x="3111799" y="3693319"/>
                </a:lnTo>
                <a:lnTo>
                  <a:pt x="2907082" y="3693319"/>
                </a:lnTo>
                <a:lnTo>
                  <a:pt x="2907082" y="3693318"/>
                </a:lnTo>
                <a:lnTo>
                  <a:pt x="1" y="3693318"/>
                </a:lnTo>
                <a:lnTo>
                  <a:pt x="1" y="3636000"/>
                </a:lnTo>
                <a:lnTo>
                  <a:pt x="0" y="3636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21" name="任意多边形 20">
            <a:extLst>
              <a:ext uri="{FF2B5EF4-FFF2-40B4-BE49-F238E27FC236}">
                <a16:creationId xmlns:a16="http://schemas.microsoft.com/office/drawing/2014/main" id="{895762BF-1D1B-43CB-BB7B-6B71902AB470}"/>
              </a:ext>
            </a:extLst>
          </p:cNvPr>
          <p:cNvSpPr>
            <a:spLocks noChangeAspect="1"/>
          </p:cNvSpPr>
          <p:nvPr/>
        </p:nvSpPr>
        <p:spPr>
          <a:xfrm>
            <a:off x="1219955" y="2655341"/>
            <a:ext cx="196772" cy="188087"/>
          </a:xfrm>
          <a:custGeom>
            <a:avLst/>
            <a:gdLst>
              <a:gd name="connsiteX0" fmla="*/ 2149595 w 4366834"/>
              <a:gd name="connsiteY0" fmla="*/ 2482640 h 4704489"/>
              <a:gd name="connsiteX1" fmla="*/ 2102840 w 4366834"/>
              <a:gd name="connsiteY1" fmla="*/ 2492080 h 4704489"/>
              <a:gd name="connsiteX2" fmla="*/ 2012340 w 4366834"/>
              <a:gd name="connsiteY2" fmla="*/ 2628611 h 4704489"/>
              <a:gd name="connsiteX3" fmla="*/ 2160516 w 4366834"/>
              <a:gd name="connsiteY3" fmla="*/ 2776787 h 4704489"/>
              <a:gd name="connsiteX4" fmla="*/ 2308692 w 4366834"/>
              <a:gd name="connsiteY4" fmla="*/ 2628611 h 4704489"/>
              <a:gd name="connsiteX5" fmla="*/ 2218193 w 4366834"/>
              <a:gd name="connsiteY5" fmla="*/ 2492080 h 4704489"/>
              <a:gd name="connsiteX6" fmla="*/ 2171438 w 4366834"/>
              <a:gd name="connsiteY6" fmla="*/ 2482640 h 4704489"/>
              <a:gd name="connsiteX7" fmla="*/ 2160518 w 4366834"/>
              <a:gd name="connsiteY7" fmla="*/ 951351 h 4704489"/>
              <a:gd name="connsiteX8" fmla="*/ 2302218 w 4366834"/>
              <a:gd name="connsiteY8" fmla="*/ 1093052 h 4704489"/>
              <a:gd name="connsiteX9" fmla="*/ 2302218 w 4366834"/>
              <a:gd name="connsiteY9" fmla="*/ 2314238 h 4704489"/>
              <a:gd name="connsiteX10" fmla="*/ 2353661 w 4366834"/>
              <a:gd name="connsiteY10" fmla="*/ 2342160 h 4704489"/>
              <a:gd name="connsiteX11" fmla="*/ 2505965 w 4366834"/>
              <a:gd name="connsiteY11" fmla="*/ 2628611 h 4704489"/>
              <a:gd name="connsiteX12" fmla="*/ 2160517 w 4366834"/>
              <a:gd name="connsiteY12" fmla="*/ 2974059 h 4704489"/>
              <a:gd name="connsiteX13" fmla="*/ 1815069 w 4366834"/>
              <a:gd name="connsiteY13" fmla="*/ 2628611 h 4704489"/>
              <a:gd name="connsiteX14" fmla="*/ 1967374 w 4366834"/>
              <a:gd name="connsiteY14" fmla="*/ 2342160 h 4704489"/>
              <a:gd name="connsiteX15" fmla="*/ 2018817 w 4366834"/>
              <a:gd name="connsiteY15" fmla="*/ 2314238 h 4704489"/>
              <a:gd name="connsiteX16" fmla="*/ 2018817 w 4366834"/>
              <a:gd name="connsiteY16" fmla="*/ 1093052 h 4704489"/>
              <a:gd name="connsiteX17" fmla="*/ 2163170 w 4366834"/>
              <a:gd name="connsiteY17" fmla="*/ 761506 h 4704489"/>
              <a:gd name="connsiteX18" fmla="*/ 383357 w 4366834"/>
              <a:gd name="connsiteY18" fmla="*/ 2541318 h 4704489"/>
              <a:gd name="connsiteX19" fmla="*/ 2163170 w 4366834"/>
              <a:gd name="connsiteY19" fmla="*/ 4321131 h 4704489"/>
              <a:gd name="connsiteX20" fmla="*/ 3942983 w 4366834"/>
              <a:gd name="connsiteY20" fmla="*/ 2541318 h 4704489"/>
              <a:gd name="connsiteX21" fmla="*/ 2163170 w 4366834"/>
              <a:gd name="connsiteY21" fmla="*/ 761506 h 4704489"/>
              <a:gd name="connsiteX22" fmla="*/ 1914854 w 4366834"/>
              <a:gd name="connsiteY22" fmla="*/ 0 h 4704489"/>
              <a:gd name="connsiteX23" fmla="*/ 2451372 w 4366834"/>
              <a:gd name="connsiteY23" fmla="*/ 0 h 4704489"/>
              <a:gd name="connsiteX24" fmla="*/ 2451372 w 4366834"/>
              <a:gd name="connsiteY24" fmla="*/ 398363 h 4704489"/>
              <a:gd name="connsiteX25" fmla="*/ 2492601 w 4366834"/>
              <a:gd name="connsiteY25" fmla="*/ 403072 h 4704489"/>
              <a:gd name="connsiteX26" fmla="*/ 3372621 w 4366834"/>
              <a:gd name="connsiteY26" fmla="*/ 747583 h 4704489"/>
              <a:gd name="connsiteX27" fmla="*/ 3532765 w 4366834"/>
              <a:gd name="connsiteY27" fmla="*/ 867337 h 4704489"/>
              <a:gd name="connsiteX28" fmla="*/ 3733861 w 4366834"/>
              <a:gd name="connsiteY28" fmla="*/ 666241 h 4704489"/>
              <a:gd name="connsiteX29" fmla="*/ 3498760 w 4366834"/>
              <a:gd name="connsiteY29" fmla="*/ 431140 h 4704489"/>
              <a:gd name="connsiteX30" fmla="*/ 3711472 w 4366834"/>
              <a:gd name="connsiteY30" fmla="*/ 218428 h 4704489"/>
              <a:gd name="connsiteX31" fmla="*/ 4366834 w 4366834"/>
              <a:gd name="connsiteY31" fmla="*/ 873790 h 4704489"/>
              <a:gd name="connsiteX32" fmla="*/ 4154122 w 4366834"/>
              <a:gd name="connsiteY32" fmla="*/ 1086502 h 4704489"/>
              <a:gd name="connsiteX33" fmla="*/ 3919022 w 4366834"/>
              <a:gd name="connsiteY33" fmla="*/ 851401 h 4704489"/>
              <a:gd name="connsiteX34" fmla="*/ 3724157 w 4366834"/>
              <a:gd name="connsiteY34" fmla="*/ 1046266 h 4704489"/>
              <a:gd name="connsiteX35" fmla="*/ 3832379 w 4366834"/>
              <a:gd name="connsiteY35" fmla="*/ 1165341 h 4704489"/>
              <a:gd name="connsiteX36" fmla="*/ 4326342 w 4366834"/>
              <a:gd name="connsiteY36" fmla="*/ 2541318 h 4704489"/>
              <a:gd name="connsiteX37" fmla="*/ 2163171 w 4366834"/>
              <a:gd name="connsiteY37" fmla="*/ 4704489 h 4704489"/>
              <a:gd name="connsiteX38" fmla="*/ 0 w 4366834"/>
              <a:gd name="connsiteY38" fmla="*/ 2541318 h 4704489"/>
              <a:gd name="connsiteX39" fmla="*/ 1727217 w 4366834"/>
              <a:gd name="connsiteY39" fmla="*/ 422095 h 4704489"/>
              <a:gd name="connsiteX40" fmla="*/ 1914854 w 4366834"/>
              <a:gd name="connsiteY40" fmla="*/ 393458 h 470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366834" h="4704489">
                <a:moveTo>
                  <a:pt x="2149595" y="2482640"/>
                </a:moveTo>
                <a:lnTo>
                  <a:pt x="2102840" y="2492080"/>
                </a:lnTo>
                <a:cubicBezTo>
                  <a:pt x="2049657" y="2514574"/>
                  <a:pt x="2012340" y="2567235"/>
                  <a:pt x="2012340" y="2628611"/>
                </a:cubicBezTo>
                <a:cubicBezTo>
                  <a:pt x="2012340" y="2710446"/>
                  <a:pt x="2078681" y="2776787"/>
                  <a:pt x="2160516" y="2776787"/>
                </a:cubicBezTo>
                <a:cubicBezTo>
                  <a:pt x="2242351" y="2776787"/>
                  <a:pt x="2308692" y="2710446"/>
                  <a:pt x="2308692" y="2628611"/>
                </a:cubicBezTo>
                <a:cubicBezTo>
                  <a:pt x="2308692" y="2567235"/>
                  <a:pt x="2271375" y="2514574"/>
                  <a:pt x="2218193" y="2492080"/>
                </a:cubicBezTo>
                <a:lnTo>
                  <a:pt x="2171438" y="2482640"/>
                </a:lnTo>
                <a:close/>
                <a:moveTo>
                  <a:pt x="2160518" y="951351"/>
                </a:moveTo>
                <a:lnTo>
                  <a:pt x="2302218" y="1093052"/>
                </a:lnTo>
                <a:lnTo>
                  <a:pt x="2302218" y="2314238"/>
                </a:lnTo>
                <a:lnTo>
                  <a:pt x="2353661" y="2342160"/>
                </a:lnTo>
                <a:cubicBezTo>
                  <a:pt x="2445550" y="2404240"/>
                  <a:pt x="2505965" y="2509370"/>
                  <a:pt x="2505965" y="2628611"/>
                </a:cubicBezTo>
                <a:cubicBezTo>
                  <a:pt x="2505965" y="2819397"/>
                  <a:pt x="2351303" y="2974059"/>
                  <a:pt x="2160517" y="2974059"/>
                </a:cubicBezTo>
                <a:cubicBezTo>
                  <a:pt x="1969731" y="2974059"/>
                  <a:pt x="1815069" y="2819397"/>
                  <a:pt x="1815069" y="2628611"/>
                </a:cubicBezTo>
                <a:cubicBezTo>
                  <a:pt x="1815069" y="2509370"/>
                  <a:pt x="1875484" y="2404240"/>
                  <a:pt x="1967374" y="2342160"/>
                </a:cubicBezTo>
                <a:lnTo>
                  <a:pt x="2018817" y="2314238"/>
                </a:lnTo>
                <a:lnTo>
                  <a:pt x="2018817" y="1093052"/>
                </a:lnTo>
                <a:close/>
                <a:moveTo>
                  <a:pt x="2163170" y="761506"/>
                </a:moveTo>
                <a:cubicBezTo>
                  <a:pt x="1180206" y="761506"/>
                  <a:pt x="383357" y="1558354"/>
                  <a:pt x="383357" y="2541318"/>
                </a:cubicBezTo>
                <a:cubicBezTo>
                  <a:pt x="383357" y="3524282"/>
                  <a:pt x="1180206" y="4321131"/>
                  <a:pt x="2163170" y="4321131"/>
                </a:cubicBezTo>
                <a:cubicBezTo>
                  <a:pt x="3146134" y="4321131"/>
                  <a:pt x="3942983" y="3524282"/>
                  <a:pt x="3942983" y="2541318"/>
                </a:cubicBezTo>
                <a:cubicBezTo>
                  <a:pt x="3942983" y="1558354"/>
                  <a:pt x="3146134" y="761506"/>
                  <a:pt x="2163170" y="761506"/>
                </a:cubicBezTo>
                <a:close/>
                <a:moveTo>
                  <a:pt x="1914854" y="0"/>
                </a:moveTo>
                <a:lnTo>
                  <a:pt x="2451372" y="0"/>
                </a:lnTo>
                <a:lnTo>
                  <a:pt x="2451372" y="398363"/>
                </a:lnTo>
                <a:lnTo>
                  <a:pt x="2492601" y="403072"/>
                </a:lnTo>
                <a:cubicBezTo>
                  <a:pt x="2814843" y="452310"/>
                  <a:pt x="3113687" y="572651"/>
                  <a:pt x="3372621" y="747583"/>
                </a:cubicBezTo>
                <a:lnTo>
                  <a:pt x="3532765" y="867337"/>
                </a:lnTo>
                <a:lnTo>
                  <a:pt x="3733861" y="666241"/>
                </a:lnTo>
                <a:lnTo>
                  <a:pt x="3498760" y="431140"/>
                </a:lnTo>
                <a:lnTo>
                  <a:pt x="3711472" y="218428"/>
                </a:lnTo>
                <a:lnTo>
                  <a:pt x="4366834" y="873790"/>
                </a:lnTo>
                <a:lnTo>
                  <a:pt x="4154122" y="1086502"/>
                </a:lnTo>
                <a:lnTo>
                  <a:pt x="3919022" y="851401"/>
                </a:lnTo>
                <a:lnTo>
                  <a:pt x="3724157" y="1046266"/>
                </a:lnTo>
                <a:lnTo>
                  <a:pt x="3832379" y="1165341"/>
                </a:lnTo>
                <a:cubicBezTo>
                  <a:pt x="4140968" y="1539264"/>
                  <a:pt x="4326342" y="2018643"/>
                  <a:pt x="4326342" y="2541318"/>
                </a:cubicBezTo>
                <a:cubicBezTo>
                  <a:pt x="4326342" y="3736004"/>
                  <a:pt x="3357857" y="4704489"/>
                  <a:pt x="2163171" y="4704489"/>
                </a:cubicBezTo>
                <a:cubicBezTo>
                  <a:pt x="968485" y="4704489"/>
                  <a:pt x="0" y="3736004"/>
                  <a:pt x="0" y="2541318"/>
                </a:cubicBezTo>
                <a:cubicBezTo>
                  <a:pt x="0" y="1495968"/>
                  <a:pt x="741497" y="623803"/>
                  <a:pt x="1727217" y="422095"/>
                </a:cubicBezTo>
                <a:lnTo>
                  <a:pt x="1914854" y="3934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22" name="任意多边形 21">
            <a:extLst>
              <a:ext uri="{FF2B5EF4-FFF2-40B4-BE49-F238E27FC236}">
                <a16:creationId xmlns:a16="http://schemas.microsoft.com/office/drawing/2014/main" id="{AF31EEE2-D680-4A47-9ADF-3D31E60E910F}"/>
              </a:ext>
            </a:extLst>
          </p:cNvPr>
          <p:cNvSpPr>
            <a:spLocks noChangeAspect="1"/>
          </p:cNvSpPr>
          <p:nvPr/>
        </p:nvSpPr>
        <p:spPr>
          <a:xfrm>
            <a:off x="1216180" y="3252518"/>
            <a:ext cx="206760" cy="188087"/>
          </a:xfrm>
          <a:custGeom>
            <a:avLst/>
            <a:gdLst>
              <a:gd name="connsiteX0" fmla="*/ 2429303 w 4858607"/>
              <a:gd name="connsiteY0" fmla="*/ 566170 h 4981435"/>
              <a:gd name="connsiteX1" fmla="*/ 408311 w 4858607"/>
              <a:gd name="connsiteY1" fmla="*/ 2468125 h 4981435"/>
              <a:gd name="connsiteX2" fmla="*/ 1023582 w 4858607"/>
              <a:gd name="connsiteY2" fmla="*/ 2468125 h 4981435"/>
              <a:gd name="connsiteX3" fmla="*/ 1023582 w 4858607"/>
              <a:gd name="connsiteY3" fmla="*/ 2523405 h 4981435"/>
              <a:gd name="connsiteX4" fmla="*/ 1028702 w 4858607"/>
              <a:gd name="connsiteY4" fmla="*/ 2523405 h 4981435"/>
              <a:gd name="connsiteX5" fmla="*/ 1028702 w 4858607"/>
              <a:gd name="connsiteY5" fmla="*/ 4599293 h 4981435"/>
              <a:gd name="connsiteX6" fmla="*/ 1675256 w 4858607"/>
              <a:gd name="connsiteY6" fmla="*/ 4599293 h 4981435"/>
              <a:gd name="connsiteX7" fmla="*/ 1675256 w 4858607"/>
              <a:gd name="connsiteY7" fmla="*/ 2850266 h 4981435"/>
              <a:gd name="connsiteX8" fmla="*/ 1675265 w 4858607"/>
              <a:gd name="connsiteY8" fmla="*/ 2850266 h 4981435"/>
              <a:gd name="connsiteX9" fmla="*/ 1675265 w 4858607"/>
              <a:gd name="connsiteY9" fmla="*/ 2850266 h 4981435"/>
              <a:gd name="connsiteX10" fmla="*/ 2801200 w 4858607"/>
              <a:gd name="connsiteY10" fmla="*/ 2850266 h 4981435"/>
              <a:gd name="connsiteX11" fmla="*/ 2801200 w 4858607"/>
              <a:gd name="connsiteY11" fmla="*/ 2850265 h 4981435"/>
              <a:gd name="connsiteX12" fmla="*/ 3183342 w 4858607"/>
              <a:gd name="connsiteY12" fmla="*/ 2850265 h 4981435"/>
              <a:gd name="connsiteX13" fmla="*/ 3183342 w 4858607"/>
              <a:gd name="connsiteY13" fmla="*/ 2850266 h 4981435"/>
              <a:gd name="connsiteX14" fmla="*/ 3183342 w 4858607"/>
              <a:gd name="connsiteY14" fmla="*/ 2850266 h 4981435"/>
              <a:gd name="connsiteX15" fmla="*/ 3183342 w 4858607"/>
              <a:gd name="connsiteY15" fmla="*/ 3232407 h 4981435"/>
              <a:gd name="connsiteX16" fmla="*/ 3183342 w 4858607"/>
              <a:gd name="connsiteY16" fmla="*/ 3232407 h 4981435"/>
              <a:gd name="connsiteX17" fmla="*/ 3183342 w 4858607"/>
              <a:gd name="connsiteY17" fmla="*/ 4599293 h 4981435"/>
              <a:gd name="connsiteX18" fmla="*/ 3829904 w 4858607"/>
              <a:gd name="connsiteY18" fmla="*/ 4599293 h 4981435"/>
              <a:gd name="connsiteX19" fmla="*/ 3829904 w 4858607"/>
              <a:gd name="connsiteY19" fmla="*/ 2523405 h 4981435"/>
              <a:gd name="connsiteX20" fmla="*/ 3835025 w 4858607"/>
              <a:gd name="connsiteY20" fmla="*/ 2523405 h 4981435"/>
              <a:gd name="connsiteX21" fmla="*/ 3835025 w 4858607"/>
              <a:gd name="connsiteY21" fmla="*/ 2468125 h 4981435"/>
              <a:gd name="connsiteX22" fmla="*/ 4450297 w 4858607"/>
              <a:gd name="connsiteY22" fmla="*/ 2468125 h 4981435"/>
              <a:gd name="connsiteX23" fmla="*/ 2429303 w 4858607"/>
              <a:gd name="connsiteY23" fmla="*/ 0 h 4981435"/>
              <a:gd name="connsiteX24" fmla="*/ 4858607 w 4858607"/>
              <a:gd name="connsiteY24" fmla="*/ 2286215 h 4981435"/>
              <a:gd name="connsiteX25" fmla="*/ 4858607 w 4858607"/>
              <a:gd name="connsiteY25" fmla="*/ 2468125 h 4981435"/>
              <a:gd name="connsiteX26" fmla="*/ 4858607 w 4858607"/>
              <a:gd name="connsiteY26" fmla="*/ 2468125 h 4981435"/>
              <a:gd name="connsiteX27" fmla="*/ 4858607 w 4858607"/>
              <a:gd name="connsiteY27" fmla="*/ 2850266 h 4981435"/>
              <a:gd name="connsiteX28" fmla="*/ 4858607 w 4858607"/>
              <a:gd name="connsiteY28" fmla="*/ 2850266 h 4981435"/>
              <a:gd name="connsiteX29" fmla="*/ 4858607 w 4858607"/>
              <a:gd name="connsiteY29" fmla="*/ 2852385 h 4981435"/>
              <a:gd name="connsiteX30" fmla="*/ 4856355 w 4858607"/>
              <a:gd name="connsiteY30" fmla="*/ 2850266 h 4981435"/>
              <a:gd name="connsiteX31" fmla="*/ 4212045 w 4858607"/>
              <a:gd name="connsiteY31" fmla="*/ 2850266 h 4981435"/>
              <a:gd name="connsiteX32" fmla="*/ 4212045 w 4858607"/>
              <a:gd name="connsiteY32" fmla="*/ 4981434 h 4981435"/>
              <a:gd name="connsiteX33" fmla="*/ 4088357 w 4858607"/>
              <a:gd name="connsiteY33" fmla="*/ 4981434 h 4981435"/>
              <a:gd name="connsiteX34" fmla="*/ 3829904 w 4858607"/>
              <a:gd name="connsiteY34" fmla="*/ 4981434 h 4981435"/>
              <a:gd name="connsiteX35" fmla="*/ 2924889 w 4858607"/>
              <a:gd name="connsiteY35" fmla="*/ 4981434 h 4981435"/>
              <a:gd name="connsiteX36" fmla="*/ 2924889 w 4858607"/>
              <a:gd name="connsiteY36" fmla="*/ 4981434 h 4981435"/>
              <a:gd name="connsiteX37" fmla="*/ 2801200 w 4858607"/>
              <a:gd name="connsiteY37" fmla="*/ 4981434 h 4981435"/>
              <a:gd name="connsiteX38" fmla="*/ 2801200 w 4858607"/>
              <a:gd name="connsiteY38" fmla="*/ 3232407 h 4981435"/>
              <a:gd name="connsiteX39" fmla="*/ 2057397 w 4858607"/>
              <a:gd name="connsiteY39" fmla="*/ 3232407 h 4981435"/>
              <a:gd name="connsiteX40" fmla="*/ 2057397 w 4858607"/>
              <a:gd name="connsiteY40" fmla="*/ 4981435 h 4981435"/>
              <a:gd name="connsiteX41" fmla="*/ 1675256 w 4858607"/>
              <a:gd name="connsiteY41" fmla="*/ 4981435 h 4981435"/>
              <a:gd name="connsiteX42" fmla="*/ 1675256 w 4858607"/>
              <a:gd name="connsiteY42" fmla="*/ 4981434 h 4981435"/>
              <a:gd name="connsiteX43" fmla="*/ 1028702 w 4858607"/>
              <a:gd name="connsiteY43" fmla="*/ 4981434 h 4981435"/>
              <a:gd name="connsiteX44" fmla="*/ 733573 w 4858607"/>
              <a:gd name="connsiteY44" fmla="*/ 4981434 h 4981435"/>
              <a:gd name="connsiteX45" fmla="*/ 646561 w 4858607"/>
              <a:gd name="connsiteY45" fmla="*/ 4981434 h 4981435"/>
              <a:gd name="connsiteX46" fmla="*/ 646561 w 4858607"/>
              <a:gd name="connsiteY46" fmla="*/ 2850266 h 4981435"/>
              <a:gd name="connsiteX47" fmla="*/ 2253 w 4858607"/>
              <a:gd name="connsiteY47" fmla="*/ 2850266 h 4981435"/>
              <a:gd name="connsiteX48" fmla="*/ 0 w 4858607"/>
              <a:gd name="connsiteY48" fmla="*/ 2852385 h 4981435"/>
              <a:gd name="connsiteX49" fmla="*/ 0 w 4858607"/>
              <a:gd name="connsiteY49" fmla="*/ 2850266 h 4981435"/>
              <a:gd name="connsiteX50" fmla="*/ 0 w 4858607"/>
              <a:gd name="connsiteY50" fmla="*/ 2850266 h 4981435"/>
              <a:gd name="connsiteX51" fmla="*/ 0 w 4858607"/>
              <a:gd name="connsiteY51" fmla="*/ 2468125 h 4981435"/>
              <a:gd name="connsiteX52" fmla="*/ 0 w 4858607"/>
              <a:gd name="connsiteY52" fmla="*/ 2468125 h 4981435"/>
              <a:gd name="connsiteX53" fmla="*/ 0 w 4858607"/>
              <a:gd name="connsiteY53" fmla="*/ 2286215 h 498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4858607" h="4981435">
                <a:moveTo>
                  <a:pt x="2429303" y="566170"/>
                </a:moveTo>
                <a:lnTo>
                  <a:pt x="408311" y="2468125"/>
                </a:lnTo>
                <a:lnTo>
                  <a:pt x="1023582" y="2468125"/>
                </a:lnTo>
                <a:lnTo>
                  <a:pt x="1023582" y="2523405"/>
                </a:lnTo>
                <a:lnTo>
                  <a:pt x="1028702" y="2523405"/>
                </a:lnTo>
                <a:lnTo>
                  <a:pt x="1028702" y="4599293"/>
                </a:lnTo>
                <a:lnTo>
                  <a:pt x="1675256" y="4599293"/>
                </a:lnTo>
                <a:lnTo>
                  <a:pt x="1675256" y="2850266"/>
                </a:lnTo>
                <a:lnTo>
                  <a:pt x="1675265" y="2850266"/>
                </a:lnTo>
                <a:lnTo>
                  <a:pt x="1675265" y="2850266"/>
                </a:lnTo>
                <a:lnTo>
                  <a:pt x="2801200" y="2850266"/>
                </a:lnTo>
                <a:lnTo>
                  <a:pt x="2801200" y="2850265"/>
                </a:lnTo>
                <a:lnTo>
                  <a:pt x="3183342" y="2850265"/>
                </a:lnTo>
                <a:lnTo>
                  <a:pt x="3183342" y="2850266"/>
                </a:lnTo>
                <a:lnTo>
                  <a:pt x="3183342" y="2850266"/>
                </a:lnTo>
                <a:lnTo>
                  <a:pt x="3183342" y="3232407"/>
                </a:lnTo>
                <a:lnTo>
                  <a:pt x="3183342" y="3232407"/>
                </a:lnTo>
                <a:lnTo>
                  <a:pt x="3183342" y="4599293"/>
                </a:lnTo>
                <a:lnTo>
                  <a:pt x="3829904" y="4599293"/>
                </a:lnTo>
                <a:lnTo>
                  <a:pt x="3829904" y="2523405"/>
                </a:lnTo>
                <a:lnTo>
                  <a:pt x="3835025" y="2523405"/>
                </a:lnTo>
                <a:lnTo>
                  <a:pt x="3835025" y="2468125"/>
                </a:lnTo>
                <a:lnTo>
                  <a:pt x="4450297" y="2468125"/>
                </a:lnTo>
                <a:close/>
                <a:moveTo>
                  <a:pt x="2429303" y="0"/>
                </a:moveTo>
                <a:lnTo>
                  <a:pt x="4858607" y="2286215"/>
                </a:lnTo>
                <a:lnTo>
                  <a:pt x="4858607" y="2468125"/>
                </a:lnTo>
                <a:lnTo>
                  <a:pt x="4858607" y="2468125"/>
                </a:lnTo>
                <a:lnTo>
                  <a:pt x="4858607" y="2850266"/>
                </a:lnTo>
                <a:lnTo>
                  <a:pt x="4858607" y="2850266"/>
                </a:lnTo>
                <a:lnTo>
                  <a:pt x="4858607" y="2852385"/>
                </a:lnTo>
                <a:lnTo>
                  <a:pt x="4856355" y="2850266"/>
                </a:lnTo>
                <a:lnTo>
                  <a:pt x="4212045" y="2850266"/>
                </a:lnTo>
                <a:lnTo>
                  <a:pt x="4212045" y="4981434"/>
                </a:lnTo>
                <a:lnTo>
                  <a:pt x="4088357" y="4981434"/>
                </a:lnTo>
                <a:lnTo>
                  <a:pt x="3829904" y="4981434"/>
                </a:lnTo>
                <a:lnTo>
                  <a:pt x="2924889" y="4981434"/>
                </a:lnTo>
                <a:lnTo>
                  <a:pt x="2924889" y="4981434"/>
                </a:lnTo>
                <a:lnTo>
                  <a:pt x="2801200" y="4981434"/>
                </a:lnTo>
                <a:lnTo>
                  <a:pt x="2801200" y="3232407"/>
                </a:lnTo>
                <a:lnTo>
                  <a:pt x="2057397" y="3232407"/>
                </a:lnTo>
                <a:lnTo>
                  <a:pt x="2057397" y="4981435"/>
                </a:lnTo>
                <a:lnTo>
                  <a:pt x="1675256" y="4981435"/>
                </a:lnTo>
                <a:lnTo>
                  <a:pt x="1675256" y="4981434"/>
                </a:lnTo>
                <a:lnTo>
                  <a:pt x="1028702" y="4981434"/>
                </a:lnTo>
                <a:lnTo>
                  <a:pt x="733573" y="4981434"/>
                </a:lnTo>
                <a:lnTo>
                  <a:pt x="646561" y="4981434"/>
                </a:lnTo>
                <a:lnTo>
                  <a:pt x="646561" y="2850266"/>
                </a:lnTo>
                <a:lnTo>
                  <a:pt x="2253" y="2850266"/>
                </a:lnTo>
                <a:lnTo>
                  <a:pt x="0" y="2852385"/>
                </a:lnTo>
                <a:lnTo>
                  <a:pt x="0" y="2850266"/>
                </a:lnTo>
                <a:lnTo>
                  <a:pt x="0" y="2850266"/>
                </a:lnTo>
                <a:lnTo>
                  <a:pt x="0" y="2468125"/>
                </a:lnTo>
                <a:lnTo>
                  <a:pt x="0" y="2468125"/>
                </a:lnTo>
                <a:lnTo>
                  <a:pt x="0" y="22862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47CA20FA-9AF5-489C-BB17-9B1BB9C541D5}"/>
              </a:ext>
            </a:extLst>
          </p:cNvPr>
          <p:cNvSpPr>
            <a:spLocks noChangeAspect="1"/>
          </p:cNvSpPr>
          <p:nvPr/>
        </p:nvSpPr>
        <p:spPr>
          <a:xfrm>
            <a:off x="1207520" y="2058164"/>
            <a:ext cx="214560" cy="188087"/>
          </a:xfrm>
          <a:custGeom>
            <a:avLst/>
            <a:gdLst>
              <a:gd name="connsiteX0" fmla="*/ 3577275 w 5691115"/>
              <a:gd name="connsiteY0" fmla="*/ 3207225 h 5622876"/>
              <a:gd name="connsiteX1" fmla="*/ 3268639 w 5691115"/>
              <a:gd name="connsiteY1" fmla="*/ 3515861 h 5622876"/>
              <a:gd name="connsiteX2" fmla="*/ 3268639 w 5691115"/>
              <a:gd name="connsiteY2" fmla="*/ 5089053 h 5622876"/>
              <a:gd name="connsiteX3" fmla="*/ 3577275 w 5691115"/>
              <a:gd name="connsiteY3" fmla="*/ 5397689 h 5622876"/>
              <a:gd name="connsiteX4" fmla="*/ 5150467 w 5691115"/>
              <a:gd name="connsiteY4" fmla="*/ 5397689 h 5622876"/>
              <a:gd name="connsiteX5" fmla="*/ 5459103 w 5691115"/>
              <a:gd name="connsiteY5" fmla="*/ 5089053 h 5622876"/>
              <a:gd name="connsiteX6" fmla="*/ 5459103 w 5691115"/>
              <a:gd name="connsiteY6" fmla="*/ 3515861 h 5622876"/>
              <a:gd name="connsiteX7" fmla="*/ 5150467 w 5691115"/>
              <a:gd name="connsiteY7" fmla="*/ 3207225 h 5622876"/>
              <a:gd name="connsiteX8" fmla="*/ 533824 w 5691115"/>
              <a:gd name="connsiteY8" fmla="*/ 3207225 h 5622876"/>
              <a:gd name="connsiteX9" fmla="*/ 225188 w 5691115"/>
              <a:gd name="connsiteY9" fmla="*/ 3515861 h 5622876"/>
              <a:gd name="connsiteX10" fmla="*/ 225188 w 5691115"/>
              <a:gd name="connsiteY10" fmla="*/ 5089053 h 5622876"/>
              <a:gd name="connsiteX11" fmla="*/ 533824 w 5691115"/>
              <a:gd name="connsiteY11" fmla="*/ 5397689 h 5622876"/>
              <a:gd name="connsiteX12" fmla="*/ 2107016 w 5691115"/>
              <a:gd name="connsiteY12" fmla="*/ 5397689 h 5622876"/>
              <a:gd name="connsiteX13" fmla="*/ 2415652 w 5691115"/>
              <a:gd name="connsiteY13" fmla="*/ 5089053 h 5622876"/>
              <a:gd name="connsiteX14" fmla="*/ 2415652 w 5691115"/>
              <a:gd name="connsiteY14" fmla="*/ 3515861 h 5622876"/>
              <a:gd name="connsiteX15" fmla="*/ 2107016 w 5691115"/>
              <a:gd name="connsiteY15" fmla="*/ 3207225 h 5622876"/>
              <a:gd name="connsiteX16" fmla="*/ 3416507 w 5691115"/>
              <a:gd name="connsiteY16" fmla="*/ 2975212 h 5622876"/>
              <a:gd name="connsiteX17" fmla="*/ 5318059 w 5691115"/>
              <a:gd name="connsiteY17" fmla="*/ 2975212 h 5622876"/>
              <a:gd name="connsiteX18" fmla="*/ 5691115 w 5691115"/>
              <a:gd name="connsiteY18" fmla="*/ 3348268 h 5622876"/>
              <a:gd name="connsiteX19" fmla="*/ 5691115 w 5691115"/>
              <a:gd name="connsiteY19" fmla="*/ 5249820 h 5622876"/>
              <a:gd name="connsiteX20" fmla="*/ 5318059 w 5691115"/>
              <a:gd name="connsiteY20" fmla="*/ 5622876 h 5622876"/>
              <a:gd name="connsiteX21" fmla="*/ 3416507 w 5691115"/>
              <a:gd name="connsiteY21" fmla="*/ 5622876 h 5622876"/>
              <a:gd name="connsiteX22" fmla="*/ 3043451 w 5691115"/>
              <a:gd name="connsiteY22" fmla="*/ 5249820 h 5622876"/>
              <a:gd name="connsiteX23" fmla="*/ 3043451 w 5691115"/>
              <a:gd name="connsiteY23" fmla="*/ 3348268 h 5622876"/>
              <a:gd name="connsiteX24" fmla="*/ 3416507 w 5691115"/>
              <a:gd name="connsiteY24" fmla="*/ 2975212 h 5622876"/>
              <a:gd name="connsiteX25" fmla="*/ 373056 w 5691115"/>
              <a:gd name="connsiteY25" fmla="*/ 2975212 h 5622876"/>
              <a:gd name="connsiteX26" fmla="*/ 2274608 w 5691115"/>
              <a:gd name="connsiteY26" fmla="*/ 2975212 h 5622876"/>
              <a:gd name="connsiteX27" fmla="*/ 2647664 w 5691115"/>
              <a:gd name="connsiteY27" fmla="*/ 3348268 h 5622876"/>
              <a:gd name="connsiteX28" fmla="*/ 2647664 w 5691115"/>
              <a:gd name="connsiteY28" fmla="*/ 5249820 h 5622876"/>
              <a:gd name="connsiteX29" fmla="*/ 2274608 w 5691115"/>
              <a:gd name="connsiteY29" fmla="*/ 5622876 h 5622876"/>
              <a:gd name="connsiteX30" fmla="*/ 373056 w 5691115"/>
              <a:gd name="connsiteY30" fmla="*/ 5622876 h 5622876"/>
              <a:gd name="connsiteX31" fmla="*/ 0 w 5691115"/>
              <a:gd name="connsiteY31" fmla="*/ 5249820 h 5622876"/>
              <a:gd name="connsiteX32" fmla="*/ 0 w 5691115"/>
              <a:gd name="connsiteY32" fmla="*/ 3348268 h 5622876"/>
              <a:gd name="connsiteX33" fmla="*/ 373056 w 5691115"/>
              <a:gd name="connsiteY33" fmla="*/ 2975212 h 5622876"/>
              <a:gd name="connsiteX34" fmla="*/ 3577275 w 5691115"/>
              <a:gd name="connsiteY34" fmla="*/ 232013 h 5622876"/>
              <a:gd name="connsiteX35" fmla="*/ 3268639 w 5691115"/>
              <a:gd name="connsiteY35" fmla="*/ 540649 h 5622876"/>
              <a:gd name="connsiteX36" fmla="*/ 3268639 w 5691115"/>
              <a:gd name="connsiteY36" fmla="*/ 2113841 h 5622876"/>
              <a:gd name="connsiteX37" fmla="*/ 3577275 w 5691115"/>
              <a:gd name="connsiteY37" fmla="*/ 2422477 h 5622876"/>
              <a:gd name="connsiteX38" fmla="*/ 5150467 w 5691115"/>
              <a:gd name="connsiteY38" fmla="*/ 2422477 h 5622876"/>
              <a:gd name="connsiteX39" fmla="*/ 5459103 w 5691115"/>
              <a:gd name="connsiteY39" fmla="*/ 2113841 h 5622876"/>
              <a:gd name="connsiteX40" fmla="*/ 5459103 w 5691115"/>
              <a:gd name="connsiteY40" fmla="*/ 540649 h 5622876"/>
              <a:gd name="connsiteX41" fmla="*/ 5150467 w 5691115"/>
              <a:gd name="connsiteY41" fmla="*/ 232013 h 5622876"/>
              <a:gd name="connsiteX42" fmla="*/ 533824 w 5691115"/>
              <a:gd name="connsiteY42" fmla="*/ 232013 h 5622876"/>
              <a:gd name="connsiteX43" fmla="*/ 225188 w 5691115"/>
              <a:gd name="connsiteY43" fmla="*/ 540649 h 5622876"/>
              <a:gd name="connsiteX44" fmla="*/ 225188 w 5691115"/>
              <a:gd name="connsiteY44" fmla="*/ 2113841 h 5622876"/>
              <a:gd name="connsiteX45" fmla="*/ 533824 w 5691115"/>
              <a:gd name="connsiteY45" fmla="*/ 2422477 h 5622876"/>
              <a:gd name="connsiteX46" fmla="*/ 2107016 w 5691115"/>
              <a:gd name="connsiteY46" fmla="*/ 2422477 h 5622876"/>
              <a:gd name="connsiteX47" fmla="*/ 2415652 w 5691115"/>
              <a:gd name="connsiteY47" fmla="*/ 2113841 h 5622876"/>
              <a:gd name="connsiteX48" fmla="*/ 2415652 w 5691115"/>
              <a:gd name="connsiteY48" fmla="*/ 540649 h 5622876"/>
              <a:gd name="connsiteX49" fmla="*/ 2107016 w 5691115"/>
              <a:gd name="connsiteY49" fmla="*/ 232013 h 5622876"/>
              <a:gd name="connsiteX50" fmla="*/ 3416507 w 5691115"/>
              <a:gd name="connsiteY50" fmla="*/ 0 h 5622876"/>
              <a:gd name="connsiteX51" fmla="*/ 5318059 w 5691115"/>
              <a:gd name="connsiteY51" fmla="*/ 0 h 5622876"/>
              <a:gd name="connsiteX52" fmla="*/ 5691115 w 5691115"/>
              <a:gd name="connsiteY52" fmla="*/ 373056 h 5622876"/>
              <a:gd name="connsiteX53" fmla="*/ 5691115 w 5691115"/>
              <a:gd name="connsiteY53" fmla="*/ 2274608 h 5622876"/>
              <a:gd name="connsiteX54" fmla="*/ 5318059 w 5691115"/>
              <a:gd name="connsiteY54" fmla="*/ 2647664 h 5622876"/>
              <a:gd name="connsiteX55" fmla="*/ 3416507 w 5691115"/>
              <a:gd name="connsiteY55" fmla="*/ 2647664 h 5622876"/>
              <a:gd name="connsiteX56" fmla="*/ 3043451 w 5691115"/>
              <a:gd name="connsiteY56" fmla="*/ 2274608 h 5622876"/>
              <a:gd name="connsiteX57" fmla="*/ 3043451 w 5691115"/>
              <a:gd name="connsiteY57" fmla="*/ 373056 h 5622876"/>
              <a:gd name="connsiteX58" fmla="*/ 3416507 w 5691115"/>
              <a:gd name="connsiteY58" fmla="*/ 0 h 5622876"/>
              <a:gd name="connsiteX59" fmla="*/ 373056 w 5691115"/>
              <a:gd name="connsiteY59" fmla="*/ 0 h 5622876"/>
              <a:gd name="connsiteX60" fmla="*/ 2274608 w 5691115"/>
              <a:gd name="connsiteY60" fmla="*/ 0 h 5622876"/>
              <a:gd name="connsiteX61" fmla="*/ 2647664 w 5691115"/>
              <a:gd name="connsiteY61" fmla="*/ 373056 h 5622876"/>
              <a:gd name="connsiteX62" fmla="*/ 2647664 w 5691115"/>
              <a:gd name="connsiteY62" fmla="*/ 2274608 h 5622876"/>
              <a:gd name="connsiteX63" fmla="*/ 2274608 w 5691115"/>
              <a:gd name="connsiteY63" fmla="*/ 2647664 h 5622876"/>
              <a:gd name="connsiteX64" fmla="*/ 373056 w 5691115"/>
              <a:gd name="connsiteY64" fmla="*/ 2647664 h 5622876"/>
              <a:gd name="connsiteX65" fmla="*/ 0 w 5691115"/>
              <a:gd name="connsiteY65" fmla="*/ 2274608 h 5622876"/>
              <a:gd name="connsiteX66" fmla="*/ 0 w 5691115"/>
              <a:gd name="connsiteY66" fmla="*/ 373056 h 5622876"/>
              <a:gd name="connsiteX67" fmla="*/ 373056 w 5691115"/>
              <a:gd name="connsiteY67" fmla="*/ 0 h 562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5691115" h="5622876">
                <a:moveTo>
                  <a:pt x="3577275" y="3207225"/>
                </a:moveTo>
                <a:cubicBezTo>
                  <a:pt x="3406820" y="3207225"/>
                  <a:pt x="3268639" y="3345406"/>
                  <a:pt x="3268639" y="3515861"/>
                </a:cubicBezTo>
                <a:lnTo>
                  <a:pt x="3268639" y="5089053"/>
                </a:lnTo>
                <a:cubicBezTo>
                  <a:pt x="3268639" y="5259508"/>
                  <a:pt x="3406820" y="5397689"/>
                  <a:pt x="3577275" y="5397689"/>
                </a:cubicBezTo>
                <a:lnTo>
                  <a:pt x="5150467" y="5397689"/>
                </a:lnTo>
                <a:cubicBezTo>
                  <a:pt x="5320922" y="5397689"/>
                  <a:pt x="5459103" y="5259508"/>
                  <a:pt x="5459103" y="5089053"/>
                </a:cubicBezTo>
                <a:lnTo>
                  <a:pt x="5459103" y="3515861"/>
                </a:lnTo>
                <a:cubicBezTo>
                  <a:pt x="5459103" y="3345406"/>
                  <a:pt x="5320922" y="3207225"/>
                  <a:pt x="5150467" y="3207225"/>
                </a:cubicBezTo>
                <a:close/>
                <a:moveTo>
                  <a:pt x="533824" y="3207225"/>
                </a:moveTo>
                <a:cubicBezTo>
                  <a:pt x="363369" y="3207225"/>
                  <a:pt x="225188" y="3345406"/>
                  <a:pt x="225188" y="3515861"/>
                </a:cubicBezTo>
                <a:lnTo>
                  <a:pt x="225188" y="5089053"/>
                </a:lnTo>
                <a:cubicBezTo>
                  <a:pt x="225188" y="5259508"/>
                  <a:pt x="363369" y="5397689"/>
                  <a:pt x="533824" y="5397689"/>
                </a:cubicBezTo>
                <a:lnTo>
                  <a:pt x="2107016" y="5397689"/>
                </a:lnTo>
                <a:cubicBezTo>
                  <a:pt x="2277471" y="5397689"/>
                  <a:pt x="2415652" y="5259508"/>
                  <a:pt x="2415652" y="5089053"/>
                </a:cubicBezTo>
                <a:lnTo>
                  <a:pt x="2415652" y="3515861"/>
                </a:lnTo>
                <a:cubicBezTo>
                  <a:pt x="2415652" y="3345406"/>
                  <a:pt x="2277471" y="3207225"/>
                  <a:pt x="2107016" y="3207225"/>
                </a:cubicBezTo>
                <a:close/>
                <a:moveTo>
                  <a:pt x="3416507" y="2975212"/>
                </a:moveTo>
                <a:lnTo>
                  <a:pt x="5318059" y="2975212"/>
                </a:lnTo>
                <a:cubicBezTo>
                  <a:pt x="5524092" y="2975212"/>
                  <a:pt x="5691115" y="3142235"/>
                  <a:pt x="5691115" y="3348268"/>
                </a:cubicBezTo>
                <a:lnTo>
                  <a:pt x="5691115" y="5249820"/>
                </a:lnTo>
                <a:cubicBezTo>
                  <a:pt x="5691115" y="5455853"/>
                  <a:pt x="5524092" y="5622876"/>
                  <a:pt x="5318059" y="5622876"/>
                </a:cubicBezTo>
                <a:lnTo>
                  <a:pt x="3416507" y="5622876"/>
                </a:lnTo>
                <a:cubicBezTo>
                  <a:pt x="3210474" y="5622876"/>
                  <a:pt x="3043451" y="5455853"/>
                  <a:pt x="3043451" y="5249820"/>
                </a:cubicBezTo>
                <a:lnTo>
                  <a:pt x="3043451" y="3348268"/>
                </a:lnTo>
                <a:cubicBezTo>
                  <a:pt x="3043451" y="3142235"/>
                  <a:pt x="3210474" y="2975212"/>
                  <a:pt x="3416507" y="2975212"/>
                </a:cubicBezTo>
                <a:close/>
                <a:moveTo>
                  <a:pt x="373056" y="2975212"/>
                </a:moveTo>
                <a:lnTo>
                  <a:pt x="2274608" y="2975212"/>
                </a:lnTo>
                <a:cubicBezTo>
                  <a:pt x="2480641" y="2975212"/>
                  <a:pt x="2647664" y="3142235"/>
                  <a:pt x="2647664" y="3348268"/>
                </a:cubicBezTo>
                <a:lnTo>
                  <a:pt x="2647664" y="5249820"/>
                </a:lnTo>
                <a:cubicBezTo>
                  <a:pt x="2647664" y="5455853"/>
                  <a:pt x="2480641" y="5622876"/>
                  <a:pt x="2274608" y="5622876"/>
                </a:cubicBezTo>
                <a:lnTo>
                  <a:pt x="373056" y="5622876"/>
                </a:lnTo>
                <a:cubicBezTo>
                  <a:pt x="167023" y="5622876"/>
                  <a:pt x="0" y="5455853"/>
                  <a:pt x="0" y="5249820"/>
                </a:cubicBezTo>
                <a:lnTo>
                  <a:pt x="0" y="3348268"/>
                </a:lnTo>
                <a:cubicBezTo>
                  <a:pt x="0" y="3142235"/>
                  <a:pt x="167023" y="2975212"/>
                  <a:pt x="373056" y="2975212"/>
                </a:cubicBezTo>
                <a:close/>
                <a:moveTo>
                  <a:pt x="3577275" y="232013"/>
                </a:moveTo>
                <a:cubicBezTo>
                  <a:pt x="3406820" y="232013"/>
                  <a:pt x="3268639" y="370194"/>
                  <a:pt x="3268639" y="540649"/>
                </a:cubicBezTo>
                <a:lnTo>
                  <a:pt x="3268639" y="2113841"/>
                </a:lnTo>
                <a:cubicBezTo>
                  <a:pt x="3268639" y="2284296"/>
                  <a:pt x="3406820" y="2422477"/>
                  <a:pt x="3577275" y="2422477"/>
                </a:cubicBezTo>
                <a:lnTo>
                  <a:pt x="5150467" y="2422477"/>
                </a:lnTo>
                <a:cubicBezTo>
                  <a:pt x="5320922" y="2422477"/>
                  <a:pt x="5459103" y="2284296"/>
                  <a:pt x="5459103" y="2113841"/>
                </a:cubicBezTo>
                <a:lnTo>
                  <a:pt x="5459103" y="540649"/>
                </a:lnTo>
                <a:cubicBezTo>
                  <a:pt x="5459103" y="370194"/>
                  <a:pt x="5320922" y="232013"/>
                  <a:pt x="5150467" y="232013"/>
                </a:cubicBezTo>
                <a:close/>
                <a:moveTo>
                  <a:pt x="533824" y="232013"/>
                </a:moveTo>
                <a:cubicBezTo>
                  <a:pt x="363369" y="232013"/>
                  <a:pt x="225188" y="370194"/>
                  <a:pt x="225188" y="540649"/>
                </a:cubicBezTo>
                <a:lnTo>
                  <a:pt x="225188" y="2113841"/>
                </a:lnTo>
                <a:cubicBezTo>
                  <a:pt x="225188" y="2284296"/>
                  <a:pt x="363369" y="2422477"/>
                  <a:pt x="533824" y="2422477"/>
                </a:cubicBezTo>
                <a:lnTo>
                  <a:pt x="2107016" y="2422477"/>
                </a:lnTo>
                <a:cubicBezTo>
                  <a:pt x="2277471" y="2422477"/>
                  <a:pt x="2415652" y="2284296"/>
                  <a:pt x="2415652" y="2113841"/>
                </a:cubicBezTo>
                <a:lnTo>
                  <a:pt x="2415652" y="540649"/>
                </a:lnTo>
                <a:cubicBezTo>
                  <a:pt x="2415652" y="370194"/>
                  <a:pt x="2277471" y="232013"/>
                  <a:pt x="2107016" y="232013"/>
                </a:cubicBezTo>
                <a:close/>
                <a:moveTo>
                  <a:pt x="3416507" y="0"/>
                </a:moveTo>
                <a:lnTo>
                  <a:pt x="5318059" y="0"/>
                </a:lnTo>
                <a:cubicBezTo>
                  <a:pt x="5524092" y="0"/>
                  <a:pt x="5691115" y="167023"/>
                  <a:pt x="5691115" y="373056"/>
                </a:cubicBezTo>
                <a:lnTo>
                  <a:pt x="5691115" y="2274608"/>
                </a:lnTo>
                <a:cubicBezTo>
                  <a:pt x="5691115" y="2480641"/>
                  <a:pt x="5524092" y="2647664"/>
                  <a:pt x="5318059" y="2647664"/>
                </a:cubicBezTo>
                <a:lnTo>
                  <a:pt x="3416507" y="2647664"/>
                </a:lnTo>
                <a:cubicBezTo>
                  <a:pt x="3210474" y="2647664"/>
                  <a:pt x="3043451" y="2480641"/>
                  <a:pt x="3043451" y="2274608"/>
                </a:cubicBezTo>
                <a:lnTo>
                  <a:pt x="3043451" y="373056"/>
                </a:lnTo>
                <a:cubicBezTo>
                  <a:pt x="3043451" y="167023"/>
                  <a:pt x="3210474" y="0"/>
                  <a:pt x="3416507" y="0"/>
                </a:cubicBezTo>
                <a:close/>
                <a:moveTo>
                  <a:pt x="373056" y="0"/>
                </a:moveTo>
                <a:lnTo>
                  <a:pt x="2274608" y="0"/>
                </a:lnTo>
                <a:cubicBezTo>
                  <a:pt x="2480641" y="0"/>
                  <a:pt x="2647664" y="167023"/>
                  <a:pt x="2647664" y="373056"/>
                </a:cubicBezTo>
                <a:lnTo>
                  <a:pt x="2647664" y="2274608"/>
                </a:lnTo>
                <a:cubicBezTo>
                  <a:pt x="2647664" y="2480641"/>
                  <a:pt x="2480641" y="2647664"/>
                  <a:pt x="2274608" y="2647664"/>
                </a:cubicBezTo>
                <a:lnTo>
                  <a:pt x="373056" y="2647664"/>
                </a:lnTo>
                <a:cubicBezTo>
                  <a:pt x="167023" y="2647664"/>
                  <a:pt x="0" y="2480641"/>
                  <a:pt x="0" y="2274608"/>
                </a:cubicBezTo>
                <a:lnTo>
                  <a:pt x="0" y="373056"/>
                </a:lnTo>
                <a:cubicBezTo>
                  <a:pt x="0" y="167023"/>
                  <a:pt x="167023" y="0"/>
                  <a:pt x="37305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5F49748-2995-4DD5-9EDA-E7BAD695FB21}"/>
              </a:ext>
            </a:extLst>
          </p:cNvPr>
          <p:cNvSpPr txBox="1"/>
          <p:nvPr/>
        </p:nvSpPr>
        <p:spPr>
          <a:xfrm>
            <a:off x="1849750" y="1904143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0EC26FB-6F89-4401-BE8B-0DB877009760}"/>
              </a:ext>
            </a:extLst>
          </p:cNvPr>
          <p:cNvSpPr txBox="1"/>
          <p:nvPr/>
        </p:nvSpPr>
        <p:spPr>
          <a:xfrm>
            <a:off x="1846222" y="2460180"/>
            <a:ext cx="19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B9C49B2-A89C-4312-932C-6CA1CB28C813}"/>
              </a:ext>
            </a:extLst>
          </p:cNvPr>
          <p:cNvSpPr txBox="1"/>
          <p:nvPr/>
        </p:nvSpPr>
        <p:spPr>
          <a:xfrm>
            <a:off x="1846222" y="3133388"/>
            <a:ext cx="195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44" name="Picture 43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605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 animBg="1"/>
      <p:bldP spid="19" grpId="0" animBg="1"/>
      <p:bldP spid="25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F5313F4-2B56-4D18-AF5F-5A4D080CA4C9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7858931-931A-4B15-AFD4-EE62CA118DDD}"/>
              </a:ext>
            </a:extLst>
          </p:cNvPr>
          <p:cNvSpPr txBox="1"/>
          <p:nvPr/>
        </p:nvSpPr>
        <p:spPr>
          <a:xfrm>
            <a:off x="3813594" y="35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88494B-2EEA-40B0-9BB2-FE1DCDDA8998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E1500F85-F633-469C-9CE5-61E75551C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193275"/>
              </p:ext>
            </p:extLst>
          </p:nvPr>
        </p:nvGraphicFramePr>
        <p:xfrm>
          <a:off x="637307" y="1412112"/>
          <a:ext cx="3976506" cy="2651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3B8BA15-58E3-4EEE-87FF-B816131FD7A1}"/>
              </a:ext>
            </a:extLst>
          </p:cNvPr>
          <p:cNvSpPr/>
          <p:nvPr/>
        </p:nvSpPr>
        <p:spPr>
          <a:xfrm>
            <a:off x="4908365" y="1412112"/>
            <a:ext cx="3976506" cy="2651004"/>
          </a:xfrm>
          <a:prstGeom prst="rect">
            <a:avLst/>
          </a:prstGeom>
          <a:noFill/>
          <a:ln w="28575">
            <a:solidFill>
              <a:srgbClr val="0619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246ACD-D56E-44B3-A27D-D9F99DCBD0FE}"/>
              </a:ext>
            </a:extLst>
          </p:cNvPr>
          <p:cNvSpPr txBox="1"/>
          <p:nvPr/>
        </p:nvSpPr>
        <p:spPr>
          <a:xfrm>
            <a:off x="5540835" y="1878865"/>
            <a:ext cx="2711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zh-CN" altLang="en-US" dirty="0"/>
          </a:p>
        </p:txBody>
      </p:sp>
      <p:sp>
        <p:nvSpPr>
          <p:cNvPr id="11" name="Rectangle 24">
            <a:extLst>
              <a:ext uri="{FF2B5EF4-FFF2-40B4-BE49-F238E27FC236}">
                <a16:creationId xmlns:a16="http://schemas.microsoft.com/office/drawing/2014/main" id="{266E3C43-E54D-4A4C-88A7-014ABD55F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891" y="1683121"/>
            <a:ext cx="1254256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B55EA3-3800-4AF2-BA38-1377092BFC98}"/>
              </a:ext>
            </a:extLst>
          </p:cNvPr>
          <p:cNvSpPr txBox="1"/>
          <p:nvPr/>
        </p:nvSpPr>
        <p:spPr>
          <a:xfrm>
            <a:off x="5541481" y="2609916"/>
            <a:ext cx="2711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en-US" altLang="zh-CN" sz="1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  <a:p>
            <a:endParaRPr lang="zh-CN" altLang="en-US" dirty="0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565EFFFF-AA43-4654-996A-6EB5AA002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4537" y="2414172"/>
            <a:ext cx="1254256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687802-594A-4177-93BC-0DAD509182B3}"/>
              </a:ext>
            </a:extLst>
          </p:cNvPr>
          <p:cNvSpPr txBox="1"/>
          <p:nvPr/>
        </p:nvSpPr>
        <p:spPr>
          <a:xfrm>
            <a:off x="5540835" y="3366822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7DD0AF85-E384-44B5-8561-CE69EE651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891" y="3171078"/>
            <a:ext cx="1254256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7" name="Picture 26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502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FAA4FF3-8FB8-44A5-91FA-146F77FE4F19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0FCBD18-6D9E-45C7-81FF-0646BF71B7D4}"/>
              </a:ext>
            </a:extLst>
          </p:cNvPr>
          <p:cNvSpPr txBox="1"/>
          <p:nvPr/>
        </p:nvSpPr>
        <p:spPr>
          <a:xfrm>
            <a:off x="3813594" y="35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A0C441-C90E-462D-A1ED-30B2D0E1AD45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D5B79C-B078-408E-A995-49660388907B}"/>
              </a:ext>
            </a:extLst>
          </p:cNvPr>
          <p:cNvSpPr/>
          <p:nvPr/>
        </p:nvSpPr>
        <p:spPr>
          <a:xfrm>
            <a:off x="4299996" y="2696902"/>
            <a:ext cx="1632272" cy="1388961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A38872-4C88-444C-83B5-46FF0F95739C}"/>
              </a:ext>
            </a:extLst>
          </p:cNvPr>
          <p:cNvSpPr txBox="1"/>
          <p:nvPr/>
        </p:nvSpPr>
        <p:spPr>
          <a:xfrm>
            <a:off x="569605" y="1682869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08C077-8E88-43A7-AC3C-43F07E7F1C17}"/>
              </a:ext>
            </a:extLst>
          </p:cNvPr>
          <p:cNvSpPr txBox="1"/>
          <p:nvPr/>
        </p:nvSpPr>
        <p:spPr>
          <a:xfrm>
            <a:off x="569605" y="3085674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B84772-B452-4546-9737-65870A0F9972}"/>
              </a:ext>
            </a:extLst>
          </p:cNvPr>
          <p:cNvSpPr txBox="1"/>
          <p:nvPr/>
        </p:nvSpPr>
        <p:spPr>
          <a:xfrm>
            <a:off x="6129565" y="1682869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B7F7CF-A0F6-4E52-AFF4-7235A7A50B67}"/>
              </a:ext>
            </a:extLst>
          </p:cNvPr>
          <p:cNvSpPr txBox="1"/>
          <p:nvPr/>
        </p:nvSpPr>
        <p:spPr>
          <a:xfrm>
            <a:off x="6129565" y="3053221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5" name="任意多边形 22">
            <a:extLst>
              <a:ext uri="{FF2B5EF4-FFF2-40B4-BE49-F238E27FC236}">
                <a16:creationId xmlns:a16="http://schemas.microsoft.com/office/drawing/2014/main" id="{F444D641-9B50-47BD-BCB9-799E62847B79}"/>
              </a:ext>
            </a:extLst>
          </p:cNvPr>
          <p:cNvSpPr>
            <a:spLocks noChangeAspect="1"/>
          </p:cNvSpPr>
          <p:nvPr/>
        </p:nvSpPr>
        <p:spPr>
          <a:xfrm>
            <a:off x="4924636" y="3159260"/>
            <a:ext cx="486659" cy="426614"/>
          </a:xfrm>
          <a:custGeom>
            <a:avLst/>
            <a:gdLst>
              <a:gd name="connsiteX0" fmla="*/ 3577275 w 5691115"/>
              <a:gd name="connsiteY0" fmla="*/ 3207225 h 5622876"/>
              <a:gd name="connsiteX1" fmla="*/ 3268639 w 5691115"/>
              <a:gd name="connsiteY1" fmla="*/ 3515861 h 5622876"/>
              <a:gd name="connsiteX2" fmla="*/ 3268639 w 5691115"/>
              <a:gd name="connsiteY2" fmla="*/ 5089053 h 5622876"/>
              <a:gd name="connsiteX3" fmla="*/ 3577275 w 5691115"/>
              <a:gd name="connsiteY3" fmla="*/ 5397689 h 5622876"/>
              <a:gd name="connsiteX4" fmla="*/ 5150467 w 5691115"/>
              <a:gd name="connsiteY4" fmla="*/ 5397689 h 5622876"/>
              <a:gd name="connsiteX5" fmla="*/ 5459103 w 5691115"/>
              <a:gd name="connsiteY5" fmla="*/ 5089053 h 5622876"/>
              <a:gd name="connsiteX6" fmla="*/ 5459103 w 5691115"/>
              <a:gd name="connsiteY6" fmla="*/ 3515861 h 5622876"/>
              <a:gd name="connsiteX7" fmla="*/ 5150467 w 5691115"/>
              <a:gd name="connsiteY7" fmla="*/ 3207225 h 5622876"/>
              <a:gd name="connsiteX8" fmla="*/ 533824 w 5691115"/>
              <a:gd name="connsiteY8" fmla="*/ 3207225 h 5622876"/>
              <a:gd name="connsiteX9" fmla="*/ 225188 w 5691115"/>
              <a:gd name="connsiteY9" fmla="*/ 3515861 h 5622876"/>
              <a:gd name="connsiteX10" fmla="*/ 225188 w 5691115"/>
              <a:gd name="connsiteY10" fmla="*/ 5089053 h 5622876"/>
              <a:gd name="connsiteX11" fmla="*/ 533824 w 5691115"/>
              <a:gd name="connsiteY11" fmla="*/ 5397689 h 5622876"/>
              <a:gd name="connsiteX12" fmla="*/ 2107016 w 5691115"/>
              <a:gd name="connsiteY12" fmla="*/ 5397689 h 5622876"/>
              <a:gd name="connsiteX13" fmla="*/ 2415652 w 5691115"/>
              <a:gd name="connsiteY13" fmla="*/ 5089053 h 5622876"/>
              <a:gd name="connsiteX14" fmla="*/ 2415652 w 5691115"/>
              <a:gd name="connsiteY14" fmla="*/ 3515861 h 5622876"/>
              <a:gd name="connsiteX15" fmla="*/ 2107016 w 5691115"/>
              <a:gd name="connsiteY15" fmla="*/ 3207225 h 5622876"/>
              <a:gd name="connsiteX16" fmla="*/ 3416507 w 5691115"/>
              <a:gd name="connsiteY16" fmla="*/ 2975212 h 5622876"/>
              <a:gd name="connsiteX17" fmla="*/ 5318059 w 5691115"/>
              <a:gd name="connsiteY17" fmla="*/ 2975212 h 5622876"/>
              <a:gd name="connsiteX18" fmla="*/ 5691115 w 5691115"/>
              <a:gd name="connsiteY18" fmla="*/ 3348268 h 5622876"/>
              <a:gd name="connsiteX19" fmla="*/ 5691115 w 5691115"/>
              <a:gd name="connsiteY19" fmla="*/ 5249820 h 5622876"/>
              <a:gd name="connsiteX20" fmla="*/ 5318059 w 5691115"/>
              <a:gd name="connsiteY20" fmla="*/ 5622876 h 5622876"/>
              <a:gd name="connsiteX21" fmla="*/ 3416507 w 5691115"/>
              <a:gd name="connsiteY21" fmla="*/ 5622876 h 5622876"/>
              <a:gd name="connsiteX22" fmla="*/ 3043451 w 5691115"/>
              <a:gd name="connsiteY22" fmla="*/ 5249820 h 5622876"/>
              <a:gd name="connsiteX23" fmla="*/ 3043451 w 5691115"/>
              <a:gd name="connsiteY23" fmla="*/ 3348268 h 5622876"/>
              <a:gd name="connsiteX24" fmla="*/ 3416507 w 5691115"/>
              <a:gd name="connsiteY24" fmla="*/ 2975212 h 5622876"/>
              <a:gd name="connsiteX25" fmla="*/ 373056 w 5691115"/>
              <a:gd name="connsiteY25" fmla="*/ 2975212 h 5622876"/>
              <a:gd name="connsiteX26" fmla="*/ 2274608 w 5691115"/>
              <a:gd name="connsiteY26" fmla="*/ 2975212 h 5622876"/>
              <a:gd name="connsiteX27" fmla="*/ 2647664 w 5691115"/>
              <a:gd name="connsiteY27" fmla="*/ 3348268 h 5622876"/>
              <a:gd name="connsiteX28" fmla="*/ 2647664 w 5691115"/>
              <a:gd name="connsiteY28" fmla="*/ 5249820 h 5622876"/>
              <a:gd name="connsiteX29" fmla="*/ 2274608 w 5691115"/>
              <a:gd name="connsiteY29" fmla="*/ 5622876 h 5622876"/>
              <a:gd name="connsiteX30" fmla="*/ 373056 w 5691115"/>
              <a:gd name="connsiteY30" fmla="*/ 5622876 h 5622876"/>
              <a:gd name="connsiteX31" fmla="*/ 0 w 5691115"/>
              <a:gd name="connsiteY31" fmla="*/ 5249820 h 5622876"/>
              <a:gd name="connsiteX32" fmla="*/ 0 w 5691115"/>
              <a:gd name="connsiteY32" fmla="*/ 3348268 h 5622876"/>
              <a:gd name="connsiteX33" fmla="*/ 373056 w 5691115"/>
              <a:gd name="connsiteY33" fmla="*/ 2975212 h 5622876"/>
              <a:gd name="connsiteX34" fmla="*/ 3577275 w 5691115"/>
              <a:gd name="connsiteY34" fmla="*/ 232013 h 5622876"/>
              <a:gd name="connsiteX35" fmla="*/ 3268639 w 5691115"/>
              <a:gd name="connsiteY35" fmla="*/ 540649 h 5622876"/>
              <a:gd name="connsiteX36" fmla="*/ 3268639 w 5691115"/>
              <a:gd name="connsiteY36" fmla="*/ 2113841 h 5622876"/>
              <a:gd name="connsiteX37" fmla="*/ 3577275 w 5691115"/>
              <a:gd name="connsiteY37" fmla="*/ 2422477 h 5622876"/>
              <a:gd name="connsiteX38" fmla="*/ 5150467 w 5691115"/>
              <a:gd name="connsiteY38" fmla="*/ 2422477 h 5622876"/>
              <a:gd name="connsiteX39" fmla="*/ 5459103 w 5691115"/>
              <a:gd name="connsiteY39" fmla="*/ 2113841 h 5622876"/>
              <a:gd name="connsiteX40" fmla="*/ 5459103 w 5691115"/>
              <a:gd name="connsiteY40" fmla="*/ 540649 h 5622876"/>
              <a:gd name="connsiteX41" fmla="*/ 5150467 w 5691115"/>
              <a:gd name="connsiteY41" fmla="*/ 232013 h 5622876"/>
              <a:gd name="connsiteX42" fmla="*/ 533824 w 5691115"/>
              <a:gd name="connsiteY42" fmla="*/ 232013 h 5622876"/>
              <a:gd name="connsiteX43" fmla="*/ 225188 w 5691115"/>
              <a:gd name="connsiteY43" fmla="*/ 540649 h 5622876"/>
              <a:gd name="connsiteX44" fmla="*/ 225188 w 5691115"/>
              <a:gd name="connsiteY44" fmla="*/ 2113841 h 5622876"/>
              <a:gd name="connsiteX45" fmla="*/ 533824 w 5691115"/>
              <a:gd name="connsiteY45" fmla="*/ 2422477 h 5622876"/>
              <a:gd name="connsiteX46" fmla="*/ 2107016 w 5691115"/>
              <a:gd name="connsiteY46" fmla="*/ 2422477 h 5622876"/>
              <a:gd name="connsiteX47" fmla="*/ 2415652 w 5691115"/>
              <a:gd name="connsiteY47" fmla="*/ 2113841 h 5622876"/>
              <a:gd name="connsiteX48" fmla="*/ 2415652 w 5691115"/>
              <a:gd name="connsiteY48" fmla="*/ 540649 h 5622876"/>
              <a:gd name="connsiteX49" fmla="*/ 2107016 w 5691115"/>
              <a:gd name="connsiteY49" fmla="*/ 232013 h 5622876"/>
              <a:gd name="connsiteX50" fmla="*/ 3416507 w 5691115"/>
              <a:gd name="connsiteY50" fmla="*/ 0 h 5622876"/>
              <a:gd name="connsiteX51" fmla="*/ 5318059 w 5691115"/>
              <a:gd name="connsiteY51" fmla="*/ 0 h 5622876"/>
              <a:gd name="connsiteX52" fmla="*/ 5691115 w 5691115"/>
              <a:gd name="connsiteY52" fmla="*/ 373056 h 5622876"/>
              <a:gd name="connsiteX53" fmla="*/ 5691115 w 5691115"/>
              <a:gd name="connsiteY53" fmla="*/ 2274608 h 5622876"/>
              <a:gd name="connsiteX54" fmla="*/ 5318059 w 5691115"/>
              <a:gd name="connsiteY54" fmla="*/ 2647664 h 5622876"/>
              <a:gd name="connsiteX55" fmla="*/ 3416507 w 5691115"/>
              <a:gd name="connsiteY55" fmla="*/ 2647664 h 5622876"/>
              <a:gd name="connsiteX56" fmla="*/ 3043451 w 5691115"/>
              <a:gd name="connsiteY56" fmla="*/ 2274608 h 5622876"/>
              <a:gd name="connsiteX57" fmla="*/ 3043451 w 5691115"/>
              <a:gd name="connsiteY57" fmla="*/ 373056 h 5622876"/>
              <a:gd name="connsiteX58" fmla="*/ 3416507 w 5691115"/>
              <a:gd name="connsiteY58" fmla="*/ 0 h 5622876"/>
              <a:gd name="connsiteX59" fmla="*/ 373056 w 5691115"/>
              <a:gd name="connsiteY59" fmla="*/ 0 h 5622876"/>
              <a:gd name="connsiteX60" fmla="*/ 2274608 w 5691115"/>
              <a:gd name="connsiteY60" fmla="*/ 0 h 5622876"/>
              <a:gd name="connsiteX61" fmla="*/ 2647664 w 5691115"/>
              <a:gd name="connsiteY61" fmla="*/ 373056 h 5622876"/>
              <a:gd name="connsiteX62" fmla="*/ 2647664 w 5691115"/>
              <a:gd name="connsiteY62" fmla="*/ 2274608 h 5622876"/>
              <a:gd name="connsiteX63" fmla="*/ 2274608 w 5691115"/>
              <a:gd name="connsiteY63" fmla="*/ 2647664 h 5622876"/>
              <a:gd name="connsiteX64" fmla="*/ 373056 w 5691115"/>
              <a:gd name="connsiteY64" fmla="*/ 2647664 h 5622876"/>
              <a:gd name="connsiteX65" fmla="*/ 0 w 5691115"/>
              <a:gd name="connsiteY65" fmla="*/ 2274608 h 5622876"/>
              <a:gd name="connsiteX66" fmla="*/ 0 w 5691115"/>
              <a:gd name="connsiteY66" fmla="*/ 373056 h 5622876"/>
              <a:gd name="connsiteX67" fmla="*/ 373056 w 5691115"/>
              <a:gd name="connsiteY67" fmla="*/ 0 h 562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5691115" h="5622876">
                <a:moveTo>
                  <a:pt x="3577275" y="3207225"/>
                </a:moveTo>
                <a:cubicBezTo>
                  <a:pt x="3406820" y="3207225"/>
                  <a:pt x="3268639" y="3345406"/>
                  <a:pt x="3268639" y="3515861"/>
                </a:cubicBezTo>
                <a:lnTo>
                  <a:pt x="3268639" y="5089053"/>
                </a:lnTo>
                <a:cubicBezTo>
                  <a:pt x="3268639" y="5259508"/>
                  <a:pt x="3406820" y="5397689"/>
                  <a:pt x="3577275" y="5397689"/>
                </a:cubicBezTo>
                <a:lnTo>
                  <a:pt x="5150467" y="5397689"/>
                </a:lnTo>
                <a:cubicBezTo>
                  <a:pt x="5320922" y="5397689"/>
                  <a:pt x="5459103" y="5259508"/>
                  <a:pt x="5459103" y="5089053"/>
                </a:cubicBezTo>
                <a:lnTo>
                  <a:pt x="5459103" y="3515861"/>
                </a:lnTo>
                <a:cubicBezTo>
                  <a:pt x="5459103" y="3345406"/>
                  <a:pt x="5320922" y="3207225"/>
                  <a:pt x="5150467" y="3207225"/>
                </a:cubicBezTo>
                <a:close/>
                <a:moveTo>
                  <a:pt x="533824" y="3207225"/>
                </a:moveTo>
                <a:cubicBezTo>
                  <a:pt x="363369" y="3207225"/>
                  <a:pt x="225188" y="3345406"/>
                  <a:pt x="225188" y="3515861"/>
                </a:cubicBezTo>
                <a:lnTo>
                  <a:pt x="225188" y="5089053"/>
                </a:lnTo>
                <a:cubicBezTo>
                  <a:pt x="225188" y="5259508"/>
                  <a:pt x="363369" y="5397689"/>
                  <a:pt x="533824" y="5397689"/>
                </a:cubicBezTo>
                <a:lnTo>
                  <a:pt x="2107016" y="5397689"/>
                </a:lnTo>
                <a:cubicBezTo>
                  <a:pt x="2277471" y="5397689"/>
                  <a:pt x="2415652" y="5259508"/>
                  <a:pt x="2415652" y="5089053"/>
                </a:cubicBezTo>
                <a:lnTo>
                  <a:pt x="2415652" y="3515861"/>
                </a:lnTo>
                <a:cubicBezTo>
                  <a:pt x="2415652" y="3345406"/>
                  <a:pt x="2277471" y="3207225"/>
                  <a:pt x="2107016" y="3207225"/>
                </a:cubicBezTo>
                <a:close/>
                <a:moveTo>
                  <a:pt x="3416507" y="2975212"/>
                </a:moveTo>
                <a:lnTo>
                  <a:pt x="5318059" y="2975212"/>
                </a:lnTo>
                <a:cubicBezTo>
                  <a:pt x="5524092" y="2975212"/>
                  <a:pt x="5691115" y="3142235"/>
                  <a:pt x="5691115" y="3348268"/>
                </a:cubicBezTo>
                <a:lnTo>
                  <a:pt x="5691115" y="5249820"/>
                </a:lnTo>
                <a:cubicBezTo>
                  <a:pt x="5691115" y="5455853"/>
                  <a:pt x="5524092" y="5622876"/>
                  <a:pt x="5318059" y="5622876"/>
                </a:cubicBezTo>
                <a:lnTo>
                  <a:pt x="3416507" y="5622876"/>
                </a:lnTo>
                <a:cubicBezTo>
                  <a:pt x="3210474" y="5622876"/>
                  <a:pt x="3043451" y="5455853"/>
                  <a:pt x="3043451" y="5249820"/>
                </a:cubicBezTo>
                <a:lnTo>
                  <a:pt x="3043451" y="3348268"/>
                </a:lnTo>
                <a:cubicBezTo>
                  <a:pt x="3043451" y="3142235"/>
                  <a:pt x="3210474" y="2975212"/>
                  <a:pt x="3416507" y="2975212"/>
                </a:cubicBezTo>
                <a:close/>
                <a:moveTo>
                  <a:pt x="373056" y="2975212"/>
                </a:moveTo>
                <a:lnTo>
                  <a:pt x="2274608" y="2975212"/>
                </a:lnTo>
                <a:cubicBezTo>
                  <a:pt x="2480641" y="2975212"/>
                  <a:pt x="2647664" y="3142235"/>
                  <a:pt x="2647664" y="3348268"/>
                </a:cubicBezTo>
                <a:lnTo>
                  <a:pt x="2647664" y="5249820"/>
                </a:lnTo>
                <a:cubicBezTo>
                  <a:pt x="2647664" y="5455853"/>
                  <a:pt x="2480641" y="5622876"/>
                  <a:pt x="2274608" y="5622876"/>
                </a:cubicBezTo>
                <a:lnTo>
                  <a:pt x="373056" y="5622876"/>
                </a:lnTo>
                <a:cubicBezTo>
                  <a:pt x="167023" y="5622876"/>
                  <a:pt x="0" y="5455853"/>
                  <a:pt x="0" y="5249820"/>
                </a:cubicBezTo>
                <a:lnTo>
                  <a:pt x="0" y="3348268"/>
                </a:lnTo>
                <a:cubicBezTo>
                  <a:pt x="0" y="3142235"/>
                  <a:pt x="167023" y="2975212"/>
                  <a:pt x="373056" y="2975212"/>
                </a:cubicBezTo>
                <a:close/>
                <a:moveTo>
                  <a:pt x="3577275" y="232013"/>
                </a:moveTo>
                <a:cubicBezTo>
                  <a:pt x="3406820" y="232013"/>
                  <a:pt x="3268639" y="370194"/>
                  <a:pt x="3268639" y="540649"/>
                </a:cubicBezTo>
                <a:lnTo>
                  <a:pt x="3268639" y="2113841"/>
                </a:lnTo>
                <a:cubicBezTo>
                  <a:pt x="3268639" y="2284296"/>
                  <a:pt x="3406820" y="2422477"/>
                  <a:pt x="3577275" y="2422477"/>
                </a:cubicBezTo>
                <a:lnTo>
                  <a:pt x="5150467" y="2422477"/>
                </a:lnTo>
                <a:cubicBezTo>
                  <a:pt x="5320922" y="2422477"/>
                  <a:pt x="5459103" y="2284296"/>
                  <a:pt x="5459103" y="2113841"/>
                </a:cubicBezTo>
                <a:lnTo>
                  <a:pt x="5459103" y="540649"/>
                </a:lnTo>
                <a:cubicBezTo>
                  <a:pt x="5459103" y="370194"/>
                  <a:pt x="5320922" y="232013"/>
                  <a:pt x="5150467" y="232013"/>
                </a:cubicBezTo>
                <a:close/>
                <a:moveTo>
                  <a:pt x="533824" y="232013"/>
                </a:moveTo>
                <a:cubicBezTo>
                  <a:pt x="363369" y="232013"/>
                  <a:pt x="225188" y="370194"/>
                  <a:pt x="225188" y="540649"/>
                </a:cubicBezTo>
                <a:lnTo>
                  <a:pt x="225188" y="2113841"/>
                </a:lnTo>
                <a:cubicBezTo>
                  <a:pt x="225188" y="2284296"/>
                  <a:pt x="363369" y="2422477"/>
                  <a:pt x="533824" y="2422477"/>
                </a:cubicBezTo>
                <a:lnTo>
                  <a:pt x="2107016" y="2422477"/>
                </a:lnTo>
                <a:cubicBezTo>
                  <a:pt x="2277471" y="2422477"/>
                  <a:pt x="2415652" y="2284296"/>
                  <a:pt x="2415652" y="2113841"/>
                </a:cubicBezTo>
                <a:lnTo>
                  <a:pt x="2415652" y="540649"/>
                </a:lnTo>
                <a:cubicBezTo>
                  <a:pt x="2415652" y="370194"/>
                  <a:pt x="2277471" y="232013"/>
                  <a:pt x="2107016" y="232013"/>
                </a:cubicBezTo>
                <a:close/>
                <a:moveTo>
                  <a:pt x="3416507" y="0"/>
                </a:moveTo>
                <a:lnTo>
                  <a:pt x="5318059" y="0"/>
                </a:lnTo>
                <a:cubicBezTo>
                  <a:pt x="5524092" y="0"/>
                  <a:pt x="5691115" y="167023"/>
                  <a:pt x="5691115" y="373056"/>
                </a:cubicBezTo>
                <a:lnTo>
                  <a:pt x="5691115" y="2274608"/>
                </a:lnTo>
                <a:cubicBezTo>
                  <a:pt x="5691115" y="2480641"/>
                  <a:pt x="5524092" y="2647664"/>
                  <a:pt x="5318059" y="2647664"/>
                </a:cubicBezTo>
                <a:lnTo>
                  <a:pt x="3416507" y="2647664"/>
                </a:lnTo>
                <a:cubicBezTo>
                  <a:pt x="3210474" y="2647664"/>
                  <a:pt x="3043451" y="2480641"/>
                  <a:pt x="3043451" y="2274608"/>
                </a:cubicBezTo>
                <a:lnTo>
                  <a:pt x="3043451" y="373056"/>
                </a:lnTo>
                <a:cubicBezTo>
                  <a:pt x="3043451" y="167023"/>
                  <a:pt x="3210474" y="0"/>
                  <a:pt x="3416507" y="0"/>
                </a:cubicBezTo>
                <a:close/>
                <a:moveTo>
                  <a:pt x="373056" y="0"/>
                </a:moveTo>
                <a:lnTo>
                  <a:pt x="2274608" y="0"/>
                </a:lnTo>
                <a:cubicBezTo>
                  <a:pt x="2480641" y="0"/>
                  <a:pt x="2647664" y="167023"/>
                  <a:pt x="2647664" y="373056"/>
                </a:cubicBezTo>
                <a:lnTo>
                  <a:pt x="2647664" y="2274608"/>
                </a:lnTo>
                <a:cubicBezTo>
                  <a:pt x="2647664" y="2480641"/>
                  <a:pt x="2480641" y="2647664"/>
                  <a:pt x="2274608" y="2647664"/>
                </a:cubicBezTo>
                <a:lnTo>
                  <a:pt x="373056" y="2647664"/>
                </a:lnTo>
                <a:cubicBezTo>
                  <a:pt x="167023" y="2647664"/>
                  <a:pt x="0" y="2480641"/>
                  <a:pt x="0" y="2274608"/>
                </a:cubicBezTo>
                <a:lnTo>
                  <a:pt x="0" y="373056"/>
                </a:lnTo>
                <a:cubicBezTo>
                  <a:pt x="0" y="167023"/>
                  <a:pt x="167023" y="0"/>
                  <a:pt x="37305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pic>
        <p:nvPicPr>
          <p:cNvPr id="23" name="Picture 22" descr="122-吉林大学-img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5984" y="1377033"/>
            <a:ext cx="1656283" cy="1035177"/>
          </a:xfrm>
          <a:prstGeom prst="rect">
            <a:avLst/>
          </a:prstGeom>
        </p:spPr>
      </p:pic>
      <p:pic>
        <p:nvPicPr>
          <p:cNvPr id="24" name="Picture 23" descr="122-吉林大学-img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4822" y="2878030"/>
            <a:ext cx="1656283" cy="1035177"/>
          </a:xfrm>
          <a:prstGeom prst="rect">
            <a:avLst/>
          </a:prstGeom>
        </p:spPr>
      </p:pic>
      <p:pic>
        <p:nvPicPr>
          <p:cNvPr id="25" name="Picture 24" descr="122-吉林大学-img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6010" y="1377033"/>
            <a:ext cx="1656283" cy="1035177"/>
          </a:xfrm>
          <a:prstGeom prst="rect">
            <a:avLst/>
          </a:prstGeom>
        </p:spPr>
      </p:pic>
      <p:pic>
        <p:nvPicPr>
          <p:cNvPr id="26" name="Picture 25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389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983CF5F-4C3D-465B-AFE7-0EC2DBE794A0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5254183-EA94-491B-9D01-E23D08071144}"/>
              </a:ext>
            </a:extLst>
          </p:cNvPr>
          <p:cNvSpPr txBox="1"/>
          <p:nvPr/>
        </p:nvSpPr>
        <p:spPr>
          <a:xfrm>
            <a:off x="3813594" y="35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5D71CF-4B28-4E92-A9FC-B2B241F47FBA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0476EE-6419-4813-87F7-184C62D0A74F}"/>
              </a:ext>
            </a:extLst>
          </p:cNvPr>
          <p:cNvSpPr/>
          <p:nvPr/>
        </p:nvSpPr>
        <p:spPr>
          <a:xfrm>
            <a:off x="2558005" y="796241"/>
            <a:ext cx="2453833" cy="3810001"/>
          </a:xfrm>
          <a:prstGeom prst="rect">
            <a:avLst/>
          </a:prstGeom>
          <a:solidFill>
            <a:srgbClr val="06197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F2C8DB-887F-44B8-B13D-24A8356C5B4C}"/>
              </a:ext>
            </a:extLst>
          </p:cNvPr>
          <p:cNvSpPr txBox="1"/>
          <p:nvPr/>
        </p:nvSpPr>
        <p:spPr>
          <a:xfrm>
            <a:off x="594161" y="2462714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1E8B8B-A919-4C48-854E-B01E62FA4A47}"/>
              </a:ext>
            </a:extLst>
          </p:cNvPr>
          <p:cNvSpPr/>
          <p:nvPr/>
        </p:nvSpPr>
        <p:spPr>
          <a:xfrm>
            <a:off x="594161" y="796241"/>
            <a:ext cx="8549839" cy="3810001"/>
          </a:xfrm>
          <a:prstGeom prst="rect">
            <a:avLst/>
          </a:prstGeom>
          <a:noFill/>
          <a:ln w="28575">
            <a:solidFill>
              <a:srgbClr val="0619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10" descr="122-吉林大学-img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154" y="972733"/>
            <a:ext cx="5555846" cy="3472404"/>
          </a:xfrm>
          <a:prstGeom prst="rect">
            <a:avLst/>
          </a:prstGeom>
        </p:spPr>
      </p:pic>
      <p:pic>
        <p:nvPicPr>
          <p:cNvPr id="12" name="Picture 11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179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1B9251-F3CF-4E8C-8B17-B2B25209CA27}"/>
              </a:ext>
            </a:extLst>
          </p:cNvPr>
          <p:cNvSpPr/>
          <p:nvPr/>
        </p:nvSpPr>
        <p:spPr>
          <a:xfrm>
            <a:off x="0" y="0"/>
            <a:ext cx="2928395" cy="5219700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0FFC1-AD3C-48D8-A1D5-FB85C406ED9E}"/>
              </a:ext>
            </a:extLst>
          </p:cNvPr>
          <p:cNvSpPr/>
          <p:nvPr/>
        </p:nvSpPr>
        <p:spPr>
          <a:xfrm>
            <a:off x="630820" y="1182878"/>
            <a:ext cx="1666754" cy="210659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41E23C-E673-4F5A-8ABA-A7E643DF4758}"/>
              </a:ext>
            </a:extLst>
          </p:cNvPr>
          <p:cNvSpPr txBox="1"/>
          <p:nvPr/>
        </p:nvSpPr>
        <p:spPr>
          <a:xfrm>
            <a:off x="718103" y="1405176"/>
            <a:ext cx="16433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02</a:t>
            </a:r>
            <a:endParaRPr lang="zh-CN" altLang="en-US" sz="88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D12F2C-4C62-46DB-9629-8E784F72AB7E}"/>
              </a:ext>
            </a:extLst>
          </p:cNvPr>
          <p:cNvSpPr txBox="1"/>
          <p:nvPr/>
        </p:nvSpPr>
        <p:spPr>
          <a:xfrm>
            <a:off x="4033512" y="171295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答辩主题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EE5C9A-F9C2-47FC-BB4A-30BC01CE122B}"/>
              </a:ext>
            </a:extLst>
          </p:cNvPr>
          <p:cNvCxnSpPr/>
          <p:nvPr/>
        </p:nvCxnSpPr>
        <p:spPr>
          <a:xfrm>
            <a:off x="3252721" y="2332057"/>
            <a:ext cx="5567423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0638060-7211-4EFF-B65D-0A4B00289A9B}"/>
              </a:ext>
            </a:extLst>
          </p:cNvPr>
          <p:cNvSpPr txBox="1"/>
          <p:nvPr/>
        </p:nvSpPr>
        <p:spPr>
          <a:xfrm>
            <a:off x="3252722" y="2609850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8AA000-5372-4CA0-A27F-8F928702488A}"/>
              </a:ext>
            </a:extLst>
          </p:cNvPr>
          <p:cNvSpPr txBox="1"/>
          <p:nvPr/>
        </p:nvSpPr>
        <p:spPr>
          <a:xfrm>
            <a:off x="3252722" y="2856071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C967A7-E077-43CF-A410-ED246B88637C}"/>
              </a:ext>
            </a:extLst>
          </p:cNvPr>
          <p:cNvSpPr txBox="1"/>
          <p:nvPr/>
        </p:nvSpPr>
        <p:spPr>
          <a:xfrm>
            <a:off x="3252722" y="3102292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53711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0F371CC-C1D9-4312-9737-5EC62330AB6B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CAAE3D5-67D7-4E99-BE5E-0506CEDFAF05}"/>
              </a:ext>
            </a:extLst>
          </p:cNvPr>
          <p:cNvSpPr txBox="1"/>
          <p:nvPr/>
        </p:nvSpPr>
        <p:spPr>
          <a:xfrm>
            <a:off x="3813594" y="35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答辩主题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57573E-33EF-4591-8956-C56CB152C1EC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单圆角矩形 2">
            <a:extLst>
              <a:ext uri="{FF2B5EF4-FFF2-40B4-BE49-F238E27FC236}">
                <a16:creationId xmlns:a16="http://schemas.microsoft.com/office/drawing/2014/main" id="{820C53B1-1262-4B75-B597-1781AC3590CD}"/>
              </a:ext>
            </a:extLst>
          </p:cNvPr>
          <p:cNvSpPr/>
          <p:nvPr/>
        </p:nvSpPr>
        <p:spPr>
          <a:xfrm flipH="1">
            <a:off x="3225038" y="1435259"/>
            <a:ext cx="1346962" cy="1346962"/>
          </a:xfrm>
          <a:prstGeom prst="round1Rect">
            <a:avLst>
              <a:gd name="adj" fmla="val 3934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单圆角矩形 4">
            <a:extLst>
              <a:ext uri="{FF2B5EF4-FFF2-40B4-BE49-F238E27FC236}">
                <a16:creationId xmlns:a16="http://schemas.microsoft.com/office/drawing/2014/main" id="{F2506BFB-25F8-4BF3-B3BB-3168529CBB72}"/>
              </a:ext>
            </a:extLst>
          </p:cNvPr>
          <p:cNvSpPr/>
          <p:nvPr/>
        </p:nvSpPr>
        <p:spPr>
          <a:xfrm flipH="1" flipV="1">
            <a:off x="3225038" y="2782220"/>
            <a:ext cx="1346962" cy="1346962"/>
          </a:xfrm>
          <a:prstGeom prst="round1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单圆角矩形 5">
            <a:extLst>
              <a:ext uri="{FF2B5EF4-FFF2-40B4-BE49-F238E27FC236}">
                <a16:creationId xmlns:a16="http://schemas.microsoft.com/office/drawing/2014/main" id="{49FCA800-699C-452A-B34E-6584D6A1D06D}"/>
              </a:ext>
            </a:extLst>
          </p:cNvPr>
          <p:cNvSpPr/>
          <p:nvPr/>
        </p:nvSpPr>
        <p:spPr>
          <a:xfrm>
            <a:off x="4572000" y="1435259"/>
            <a:ext cx="1346962" cy="1346962"/>
          </a:xfrm>
          <a:prstGeom prst="round1Rect">
            <a:avLst/>
          </a:prstGeom>
          <a:solidFill>
            <a:srgbClr val="0825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单圆角矩形 3">
            <a:extLst>
              <a:ext uri="{FF2B5EF4-FFF2-40B4-BE49-F238E27FC236}">
                <a16:creationId xmlns:a16="http://schemas.microsoft.com/office/drawing/2014/main" id="{C5453FD8-0280-4A44-BD77-8B2672BA04F8}"/>
              </a:ext>
            </a:extLst>
          </p:cNvPr>
          <p:cNvSpPr/>
          <p:nvPr/>
        </p:nvSpPr>
        <p:spPr>
          <a:xfrm flipV="1">
            <a:off x="4572000" y="2782220"/>
            <a:ext cx="1346962" cy="1346962"/>
          </a:xfrm>
          <a:prstGeom prst="round1Rect">
            <a:avLst>
              <a:gd name="adj" fmla="val 38147"/>
            </a:avLst>
          </a:prstGeom>
          <a:solidFill>
            <a:srgbClr val="0A2A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7FAA90-F045-4CC6-8BF1-34CF7FC9585D}"/>
              </a:ext>
            </a:extLst>
          </p:cNvPr>
          <p:cNvSpPr txBox="1"/>
          <p:nvPr/>
        </p:nvSpPr>
        <p:spPr>
          <a:xfrm>
            <a:off x="673777" y="1786448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D7758A-0495-4227-AA37-CE5BADBCD14E}"/>
              </a:ext>
            </a:extLst>
          </p:cNvPr>
          <p:cNvSpPr txBox="1"/>
          <p:nvPr/>
        </p:nvSpPr>
        <p:spPr>
          <a:xfrm>
            <a:off x="673777" y="3189253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7F59E1-E5A4-440C-AADE-8039C4C0C15C}"/>
              </a:ext>
            </a:extLst>
          </p:cNvPr>
          <p:cNvSpPr txBox="1"/>
          <p:nvPr/>
        </p:nvSpPr>
        <p:spPr>
          <a:xfrm>
            <a:off x="6233737" y="1786448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553442-2E09-4A6F-A232-CC481CEB7D98}"/>
              </a:ext>
            </a:extLst>
          </p:cNvPr>
          <p:cNvSpPr txBox="1"/>
          <p:nvPr/>
        </p:nvSpPr>
        <p:spPr>
          <a:xfrm>
            <a:off x="6233737" y="3156800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0168FB-8CB1-4692-A777-A514206D2697}"/>
              </a:ext>
            </a:extLst>
          </p:cNvPr>
          <p:cNvSpPr txBox="1"/>
          <p:nvPr/>
        </p:nvSpPr>
        <p:spPr>
          <a:xfrm>
            <a:off x="3447114" y="195572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DA1E2F-1322-464B-A93F-8B1E369EA245}"/>
              </a:ext>
            </a:extLst>
          </p:cNvPr>
          <p:cNvSpPr txBox="1"/>
          <p:nvPr/>
        </p:nvSpPr>
        <p:spPr>
          <a:xfrm>
            <a:off x="4799864" y="1963263"/>
            <a:ext cx="894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F947BD-6B8B-463F-881A-1D63A3AFE98F}"/>
              </a:ext>
            </a:extLst>
          </p:cNvPr>
          <p:cNvSpPr txBox="1"/>
          <p:nvPr/>
        </p:nvSpPr>
        <p:spPr>
          <a:xfrm>
            <a:off x="3455128" y="325544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049D192-5907-44C7-BF73-A53EAC26C61F}"/>
              </a:ext>
            </a:extLst>
          </p:cNvPr>
          <p:cNvSpPr txBox="1"/>
          <p:nvPr/>
        </p:nvSpPr>
        <p:spPr>
          <a:xfrm>
            <a:off x="4786061" y="327389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</a:t>
            </a:r>
          </a:p>
        </p:txBody>
      </p:sp>
      <p:pic>
        <p:nvPicPr>
          <p:cNvPr id="79" name="Picture 78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254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BBEA9CFC-F6AB-4999-81BA-9C2BE82D8179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A680449-EC0F-4401-AA99-97C1443122E9}"/>
              </a:ext>
            </a:extLst>
          </p:cNvPr>
          <p:cNvSpPr txBox="1"/>
          <p:nvPr/>
        </p:nvSpPr>
        <p:spPr>
          <a:xfrm>
            <a:off x="3813594" y="35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答辩主题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9E7986-CF48-4DA2-9564-E2B1BC1541F4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4" name="组合 32">
            <a:extLst>
              <a:ext uri="{FF2B5EF4-FFF2-40B4-BE49-F238E27FC236}">
                <a16:creationId xmlns:a16="http://schemas.microsoft.com/office/drawing/2014/main" id="{4A7DD639-81F3-4C40-8325-005CDC1B2320}"/>
              </a:ext>
            </a:extLst>
          </p:cNvPr>
          <p:cNvGrpSpPr>
            <a:grpSpLocks/>
          </p:cNvGrpSpPr>
          <p:nvPr/>
        </p:nvGrpSpPr>
        <p:grpSpPr bwMode="auto">
          <a:xfrm>
            <a:off x="942465" y="2317718"/>
            <a:ext cx="2158968" cy="368420"/>
            <a:chOff x="-1032447" y="0"/>
            <a:chExt cx="2967616" cy="506624"/>
          </a:xfrm>
          <a:solidFill>
            <a:srgbClr val="697A67"/>
          </a:solidFill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5" name="圆角矩形 33">
              <a:extLst>
                <a:ext uri="{FF2B5EF4-FFF2-40B4-BE49-F238E27FC236}">
                  <a16:creationId xmlns:a16="http://schemas.microsoft.com/office/drawing/2014/main" id="{73E13BDE-827A-4F4A-B7FD-CC2E48FA8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32447" y="73989"/>
              <a:ext cx="2967616" cy="432635"/>
            </a:xfrm>
            <a:prstGeom prst="roundRect">
              <a:avLst>
                <a:gd name="adj" fmla="val 16667"/>
              </a:avLst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等腰三角形 34">
              <a:extLst>
                <a:ext uri="{FF2B5EF4-FFF2-40B4-BE49-F238E27FC236}">
                  <a16:creationId xmlns:a16="http://schemas.microsoft.com/office/drawing/2014/main" id="{19BAC442-ED1B-498A-AFC7-C6E16FC38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37" name="椭圆 35">
            <a:extLst>
              <a:ext uri="{FF2B5EF4-FFF2-40B4-BE49-F238E27FC236}">
                <a16:creationId xmlns:a16="http://schemas.microsoft.com/office/drawing/2014/main" id="{F592A612-38B2-41B0-A7E4-6A81D97F2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184" y="1361441"/>
            <a:ext cx="771489" cy="771489"/>
          </a:xfrm>
          <a:prstGeom prst="ellipse">
            <a:avLst/>
          </a:prstGeom>
          <a:solidFill>
            <a:srgbClr val="061975"/>
          </a:solidFill>
          <a:ln w="76200">
            <a:solidFill>
              <a:schemeClr val="bg1"/>
            </a:solidFill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8" name="组合 36">
            <a:extLst>
              <a:ext uri="{FF2B5EF4-FFF2-40B4-BE49-F238E27FC236}">
                <a16:creationId xmlns:a16="http://schemas.microsoft.com/office/drawing/2014/main" id="{D5C070AA-FEF4-4E1F-8B80-B319E5E7B493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025909" y="2386963"/>
            <a:ext cx="1407853" cy="368421"/>
            <a:chOff x="0" y="0"/>
            <a:chExt cx="1935168" cy="506624"/>
          </a:xfrm>
          <a:solidFill>
            <a:schemeClr val="bg2">
              <a:lumMod val="50000"/>
            </a:schemeClr>
          </a:solidFill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9" name="圆角矩形 37">
              <a:extLst>
                <a:ext uri="{FF2B5EF4-FFF2-40B4-BE49-F238E27FC236}">
                  <a16:creationId xmlns:a16="http://schemas.microsoft.com/office/drawing/2014/main" id="{9C57782E-75A8-4AE0-87A3-5D798ED7F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3989"/>
              <a:ext cx="1935168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等腰三角形 38">
              <a:extLst>
                <a:ext uri="{FF2B5EF4-FFF2-40B4-BE49-F238E27FC236}">
                  <a16:creationId xmlns:a16="http://schemas.microsoft.com/office/drawing/2014/main" id="{D16B08F0-8FEC-43F7-A5F5-22807FE8F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1" name="椭圆 39">
            <a:extLst>
              <a:ext uri="{FF2B5EF4-FFF2-40B4-BE49-F238E27FC236}">
                <a16:creationId xmlns:a16="http://schemas.microsoft.com/office/drawing/2014/main" id="{58D8B788-1FDE-4025-9F31-10BB6225C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079" y="2866307"/>
            <a:ext cx="771489" cy="771489"/>
          </a:xfrm>
          <a:prstGeom prst="ellipse">
            <a:avLst/>
          </a:prstGeom>
          <a:solidFill>
            <a:schemeClr val="bg2">
              <a:lumMod val="50000"/>
            </a:schemeClr>
          </a:solidFill>
          <a:ln w="76200">
            <a:solidFill>
              <a:schemeClr val="bg1"/>
            </a:solidFill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2" name="组合 40">
            <a:extLst>
              <a:ext uri="{FF2B5EF4-FFF2-40B4-BE49-F238E27FC236}">
                <a16:creationId xmlns:a16="http://schemas.microsoft.com/office/drawing/2014/main" id="{BAAD2082-B9F2-48E5-8558-5D6298B56917}"/>
              </a:ext>
            </a:extLst>
          </p:cNvPr>
          <p:cNvGrpSpPr>
            <a:grpSpLocks/>
          </p:cNvGrpSpPr>
          <p:nvPr/>
        </p:nvGrpSpPr>
        <p:grpSpPr bwMode="auto">
          <a:xfrm>
            <a:off x="4342976" y="2317718"/>
            <a:ext cx="1409008" cy="368420"/>
            <a:chOff x="0" y="0"/>
            <a:chExt cx="1935168" cy="506624"/>
          </a:xfrm>
          <a:solidFill>
            <a:schemeClr val="accent3"/>
          </a:solidFill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3" name="圆角矩形 41">
              <a:extLst>
                <a:ext uri="{FF2B5EF4-FFF2-40B4-BE49-F238E27FC236}">
                  <a16:creationId xmlns:a16="http://schemas.microsoft.com/office/drawing/2014/main" id="{70E12D71-B142-48E0-980C-554A8516A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3989"/>
              <a:ext cx="1935168" cy="432635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等腰三角形 42">
              <a:extLst>
                <a:ext uri="{FF2B5EF4-FFF2-40B4-BE49-F238E27FC236}">
                  <a16:creationId xmlns:a16="http://schemas.microsoft.com/office/drawing/2014/main" id="{EFE59A4C-6832-4C1C-AB46-7375C76C3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45" name="椭圆 43">
            <a:extLst>
              <a:ext uri="{FF2B5EF4-FFF2-40B4-BE49-F238E27FC236}">
                <a16:creationId xmlns:a16="http://schemas.microsoft.com/office/drawing/2014/main" id="{2A7CFD4B-5B4A-4F5F-89B9-F85A26832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1735" y="1361441"/>
            <a:ext cx="771489" cy="771489"/>
          </a:xfrm>
          <a:prstGeom prst="ellipse">
            <a:avLst/>
          </a:prstGeom>
          <a:solidFill>
            <a:schemeClr val="accent3"/>
          </a:solidFill>
          <a:ln w="76200">
            <a:solidFill>
              <a:schemeClr val="bg1"/>
            </a:solidFill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zh-CN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C2C3DE62-4C08-438B-AEB6-B09AA1436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262" y="2866306"/>
            <a:ext cx="771489" cy="771489"/>
          </a:xfrm>
          <a:prstGeom prst="ellipse">
            <a:avLst/>
          </a:prstGeom>
          <a:solidFill>
            <a:srgbClr val="0825AC"/>
          </a:solidFill>
          <a:ln w="76200">
            <a:solidFill>
              <a:schemeClr val="bg1"/>
            </a:solidFill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/>
            <a:endParaRPr lang="zh-CN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2" name="组合 53">
            <a:extLst>
              <a:ext uri="{FF2B5EF4-FFF2-40B4-BE49-F238E27FC236}">
                <a16:creationId xmlns:a16="http://schemas.microsoft.com/office/drawing/2014/main" id="{DABBF083-9C3D-4549-ADF3-F0F3B5785DD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5666518" y="2371998"/>
            <a:ext cx="2086208" cy="368422"/>
            <a:chOff x="-1" y="0"/>
            <a:chExt cx="2865253" cy="506625"/>
          </a:xfrm>
          <a:solidFill>
            <a:schemeClr val="tx2">
              <a:lumMod val="60000"/>
              <a:lumOff val="40000"/>
            </a:schemeClr>
          </a:solidFill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3" name="圆角矩形 54">
              <a:extLst>
                <a:ext uri="{FF2B5EF4-FFF2-40B4-BE49-F238E27FC236}">
                  <a16:creationId xmlns:a16="http://schemas.microsoft.com/office/drawing/2014/main" id="{67AE0A40-50FD-40A9-82EA-29A48C10F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73990"/>
              <a:ext cx="2865253" cy="432635"/>
            </a:xfrm>
            <a:prstGeom prst="roundRect">
              <a:avLst>
                <a:gd name="adj" fmla="val 16667"/>
              </a:avLst>
            </a:prstGeom>
            <a:solidFill>
              <a:srgbClr val="0825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等腰三角形 55">
              <a:extLst>
                <a:ext uri="{FF2B5EF4-FFF2-40B4-BE49-F238E27FC236}">
                  <a16:creationId xmlns:a16="http://schemas.microsoft.com/office/drawing/2014/main" id="{5EF62272-C908-4C77-BF09-D6E585117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659" y="0"/>
              <a:ext cx="129852" cy="95220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BABABA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C0F78862-0B4C-457A-BFC6-DF65B412B85C}"/>
              </a:ext>
            </a:extLst>
          </p:cNvPr>
          <p:cNvSpPr txBox="1"/>
          <p:nvPr/>
        </p:nvSpPr>
        <p:spPr>
          <a:xfrm>
            <a:off x="2169943" y="156251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E0EE72A-F80F-44AA-A4B9-5A1AB9BA9F63}"/>
              </a:ext>
            </a:extLst>
          </p:cNvPr>
          <p:cNvSpPr txBox="1"/>
          <p:nvPr/>
        </p:nvSpPr>
        <p:spPr>
          <a:xfrm>
            <a:off x="3550086" y="306738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2D6833A1-C4CC-4023-B9A7-D7643963548B}"/>
              </a:ext>
            </a:extLst>
          </p:cNvPr>
          <p:cNvSpPr txBox="1"/>
          <p:nvPr/>
        </p:nvSpPr>
        <p:spPr>
          <a:xfrm>
            <a:off x="4820494" y="158665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441D33A-6FA4-4F6C-97F8-4CD7CC49F687}"/>
              </a:ext>
            </a:extLst>
          </p:cNvPr>
          <p:cNvSpPr txBox="1"/>
          <p:nvPr/>
        </p:nvSpPr>
        <p:spPr>
          <a:xfrm>
            <a:off x="6144037" y="306738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FFCE53F-EDE3-4740-81A8-6A87753C84BF}"/>
              </a:ext>
            </a:extLst>
          </p:cNvPr>
          <p:cNvSpPr txBox="1"/>
          <p:nvPr/>
        </p:nvSpPr>
        <p:spPr>
          <a:xfrm>
            <a:off x="2700680" y="1536646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CF8F717-7783-4C46-B186-95CA2457E16A}"/>
              </a:ext>
            </a:extLst>
          </p:cNvPr>
          <p:cNvSpPr txBox="1"/>
          <p:nvPr/>
        </p:nvSpPr>
        <p:spPr>
          <a:xfrm>
            <a:off x="1484302" y="3012775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9E4F259-6005-40AB-9DD7-1AEE816D69CF}"/>
              </a:ext>
            </a:extLst>
          </p:cNvPr>
          <p:cNvSpPr txBox="1"/>
          <p:nvPr/>
        </p:nvSpPr>
        <p:spPr>
          <a:xfrm>
            <a:off x="5436374" y="1555403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BB3F297-3941-46F6-899D-B8B48942EFD6}"/>
              </a:ext>
            </a:extLst>
          </p:cNvPr>
          <p:cNvSpPr txBox="1"/>
          <p:nvPr/>
        </p:nvSpPr>
        <p:spPr>
          <a:xfrm>
            <a:off x="4153568" y="3012775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81" name="Picture 80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54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1" grpId="0" animBg="1"/>
      <p:bldP spid="45" grpId="0" animBg="1"/>
      <p:bldP spid="46" grpId="0" animBg="1"/>
      <p:bldP spid="77" grpId="0"/>
      <p:bldP spid="78" grpId="0"/>
      <p:bldP spid="79" grpId="0"/>
      <p:bldP spid="8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049EF94-E54D-484C-B193-FE16C547919D}"/>
              </a:ext>
            </a:extLst>
          </p:cNvPr>
          <p:cNvCxnSpPr>
            <a:stCxn id="34" idx="3"/>
            <a:endCxn id="9" idx="7"/>
          </p:cNvCxnSpPr>
          <p:nvPr/>
        </p:nvCxnSpPr>
        <p:spPr>
          <a:xfrm>
            <a:off x="1410317" y="2605344"/>
            <a:ext cx="6141095" cy="40400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0FB83D26-366B-431C-B824-B390DDD41201}"/>
              </a:ext>
            </a:extLst>
          </p:cNvPr>
          <p:cNvSpPr/>
          <p:nvPr/>
        </p:nvSpPr>
        <p:spPr>
          <a:xfrm>
            <a:off x="5936039" y="2336346"/>
            <a:ext cx="688849" cy="6476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80EB4D8-2726-42B0-8BDD-F90425C9F157}"/>
              </a:ext>
            </a:extLst>
          </p:cNvPr>
          <p:cNvSpPr/>
          <p:nvPr/>
        </p:nvSpPr>
        <p:spPr>
          <a:xfrm>
            <a:off x="3979452" y="2178725"/>
            <a:ext cx="893950" cy="893950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307112-3BFE-4CBB-8789-E61B8FBD400C}"/>
              </a:ext>
            </a:extLst>
          </p:cNvPr>
          <p:cNvSpPr/>
          <p:nvPr/>
        </p:nvSpPr>
        <p:spPr>
          <a:xfrm>
            <a:off x="2335382" y="2301883"/>
            <a:ext cx="688849" cy="64763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8B9E7DD-C96E-4799-A2DF-8C619DB08A82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68DBF01-79DA-4715-A422-5A7D59428F65}"/>
              </a:ext>
            </a:extLst>
          </p:cNvPr>
          <p:cNvSpPr txBox="1"/>
          <p:nvPr/>
        </p:nvSpPr>
        <p:spPr>
          <a:xfrm>
            <a:off x="3813594" y="3551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答辩主题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BA1C83-8224-4582-9440-CD539FB97220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泪滴形 8">
            <a:extLst>
              <a:ext uri="{FF2B5EF4-FFF2-40B4-BE49-F238E27FC236}">
                <a16:creationId xmlns:a16="http://schemas.microsoft.com/office/drawing/2014/main" id="{C9BFAAB2-2DAE-498F-B2B4-E517C554A9CA}"/>
              </a:ext>
            </a:extLst>
          </p:cNvPr>
          <p:cNvSpPr/>
          <p:nvPr/>
        </p:nvSpPr>
        <p:spPr>
          <a:xfrm rot="13550816">
            <a:off x="7706352" y="2232400"/>
            <a:ext cx="845606" cy="844515"/>
          </a:xfrm>
          <a:prstGeom prst="teardrop">
            <a:avLst>
              <a:gd name="adj" fmla="val 96697"/>
            </a:avLst>
          </a:prstGeom>
          <a:solidFill>
            <a:srgbClr val="031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DB58AD4-A8D5-4E46-BBF8-43571EB3E5C7}"/>
              </a:ext>
            </a:extLst>
          </p:cNvPr>
          <p:cNvCxnSpPr/>
          <p:nvPr/>
        </p:nvCxnSpPr>
        <p:spPr>
          <a:xfrm>
            <a:off x="2664619" y="2666750"/>
            <a:ext cx="0" cy="13413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5BAF19B8-8F35-4389-A86C-F7958C52429E}"/>
              </a:ext>
            </a:extLst>
          </p:cNvPr>
          <p:cNvSpPr/>
          <p:nvPr/>
        </p:nvSpPr>
        <p:spPr>
          <a:xfrm>
            <a:off x="2636044" y="4015238"/>
            <a:ext cx="64294" cy="64294"/>
          </a:xfrm>
          <a:prstGeom prst="ellipse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74DF113-6C52-4058-B75E-B2556D35454B}"/>
              </a:ext>
            </a:extLst>
          </p:cNvPr>
          <p:cNvCxnSpPr/>
          <p:nvPr/>
        </p:nvCxnSpPr>
        <p:spPr>
          <a:xfrm>
            <a:off x="6272213" y="2666750"/>
            <a:ext cx="0" cy="13413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1670C749-FC14-4190-8724-302E45F094BB}"/>
              </a:ext>
            </a:extLst>
          </p:cNvPr>
          <p:cNvSpPr/>
          <p:nvPr/>
        </p:nvSpPr>
        <p:spPr>
          <a:xfrm>
            <a:off x="6243638" y="4015238"/>
            <a:ext cx="64294" cy="64294"/>
          </a:xfrm>
          <a:prstGeom prst="ellipse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4C741D8-7B2A-4C31-80EC-9F9D711F019E}"/>
              </a:ext>
            </a:extLst>
          </p:cNvPr>
          <p:cNvCxnSpPr/>
          <p:nvPr/>
        </p:nvCxnSpPr>
        <p:spPr>
          <a:xfrm>
            <a:off x="4446984" y="1169426"/>
            <a:ext cx="0" cy="134134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B2322C8A-1D79-488C-B84E-E0D67F7A96C0}"/>
              </a:ext>
            </a:extLst>
          </p:cNvPr>
          <p:cNvSpPr/>
          <p:nvPr/>
        </p:nvSpPr>
        <p:spPr>
          <a:xfrm>
            <a:off x="4413427" y="1103717"/>
            <a:ext cx="64294" cy="64294"/>
          </a:xfrm>
          <a:prstGeom prst="ellipse">
            <a:avLst/>
          </a:prstGeom>
          <a:solidFill>
            <a:srgbClr val="57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307A8A-4B58-49CF-B53C-026C1371BC65}"/>
              </a:ext>
            </a:extLst>
          </p:cNvPr>
          <p:cNvSpPr txBox="1"/>
          <p:nvPr/>
        </p:nvSpPr>
        <p:spPr>
          <a:xfrm>
            <a:off x="2659538" y="3434706"/>
            <a:ext cx="843915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3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9BB9C5-FA5A-4002-84CA-59143F90C830}"/>
              </a:ext>
            </a:extLst>
          </p:cNvPr>
          <p:cNvSpPr txBox="1"/>
          <p:nvPr/>
        </p:nvSpPr>
        <p:spPr>
          <a:xfrm>
            <a:off x="6275034" y="3419878"/>
            <a:ext cx="843915" cy="598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3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5CA66B-3965-4ED1-AE9C-2DEB124FEBCD}"/>
              </a:ext>
            </a:extLst>
          </p:cNvPr>
          <p:cNvSpPr txBox="1"/>
          <p:nvPr/>
        </p:nvSpPr>
        <p:spPr>
          <a:xfrm>
            <a:off x="4445573" y="1085457"/>
            <a:ext cx="9220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60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  <a:alpha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16FB929-8E4C-4DFE-82FD-D47F3C7E367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9155" y="2501108"/>
            <a:ext cx="255291" cy="329915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F8BC8518-7B68-42FF-A627-2E1D267EC21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02758" y="2477587"/>
            <a:ext cx="338909" cy="354142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A88D6D7F-9685-4856-BE6C-E81E688F7688}"/>
              </a:ext>
            </a:extLst>
          </p:cNvPr>
          <p:cNvGrpSpPr/>
          <p:nvPr/>
        </p:nvGrpSpPr>
        <p:grpSpPr>
          <a:xfrm>
            <a:off x="4185941" y="2458897"/>
            <a:ext cx="521494" cy="414338"/>
            <a:chOff x="5581650" y="3290888"/>
            <a:chExt cx="695325" cy="552450"/>
          </a:xfrm>
        </p:grpSpPr>
        <p:sp>
          <p:nvSpPr>
            <p:cNvPr id="31" name="任意多边形 52">
              <a:extLst>
                <a:ext uri="{FF2B5EF4-FFF2-40B4-BE49-F238E27FC236}">
                  <a16:creationId xmlns:a16="http://schemas.microsoft.com/office/drawing/2014/main" id="{A57A707D-F7A7-4AB5-A54B-BD5E75100FE9}"/>
                </a:ext>
              </a:extLst>
            </p:cNvPr>
            <p:cNvSpPr/>
            <p:nvPr/>
          </p:nvSpPr>
          <p:spPr>
            <a:xfrm>
              <a:off x="5581650" y="3290888"/>
              <a:ext cx="695325" cy="552450"/>
            </a:xfrm>
            <a:custGeom>
              <a:avLst/>
              <a:gdLst>
                <a:gd name="connsiteX0" fmla="*/ 171450 w 695325"/>
                <a:gd name="connsiteY0" fmla="*/ 9525 h 552450"/>
                <a:gd name="connsiteX1" fmla="*/ 0 w 695325"/>
                <a:gd name="connsiteY1" fmla="*/ 195262 h 552450"/>
                <a:gd name="connsiteX2" fmla="*/ 347663 w 695325"/>
                <a:gd name="connsiteY2" fmla="*/ 552450 h 552450"/>
                <a:gd name="connsiteX3" fmla="*/ 695325 w 695325"/>
                <a:gd name="connsiteY3" fmla="*/ 195262 h 552450"/>
                <a:gd name="connsiteX4" fmla="*/ 528638 w 695325"/>
                <a:gd name="connsiteY4" fmla="*/ 0 h 552450"/>
                <a:gd name="connsiteX5" fmla="*/ 171450 w 695325"/>
                <a:gd name="connsiteY5" fmla="*/ 9525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5325" h="552450">
                  <a:moveTo>
                    <a:pt x="171450" y="9525"/>
                  </a:moveTo>
                  <a:lnTo>
                    <a:pt x="0" y="195262"/>
                  </a:lnTo>
                  <a:lnTo>
                    <a:pt x="347663" y="552450"/>
                  </a:lnTo>
                  <a:lnTo>
                    <a:pt x="695325" y="195262"/>
                  </a:lnTo>
                  <a:lnTo>
                    <a:pt x="528638" y="0"/>
                  </a:lnTo>
                  <a:lnTo>
                    <a:pt x="171450" y="9525"/>
                  </a:lnTo>
                  <a:close/>
                </a:path>
              </a:pathLst>
            </a:cu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任意多边形 53">
              <a:extLst>
                <a:ext uri="{FF2B5EF4-FFF2-40B4-BE49-F238E27FC236}">
                  <a16:creationId xmlns:a16="http://schemas.microsoft.com/office/drawing/2014/main" id="{90932A88-8138-4DEF-8FE7-848355435A0D}"/>
                </a:ext>
              </a:extLst>
            </p:cNvPr>
            <p:cNvSpPr/>
            <p:nvPr/>
          </p:nvSpPr>
          <p:spPr>
            <a:xfrm>
              <a:off x="5586415" y="3295650"/>
              <a:ext cx="361950" cy="195263"/>
            </a:xfrm>
            <a:custGeom>
              <a:avLst/>
              <a:gdLst>
                <a:gd name="connsiteX0" fmla="*/ 361950 w 361950"/>
                <a:gd name="connsiteY0" fmla="*/ 0 h 195263"/>
                <a:gd name="connsiteX1" fmla="*/ 185737 w 361950"/>
                <a:gd name="connsiteY1" fmla="*/ 195263 h 195263"/>
                <a:gd name="connsiteX2" fmla="*/ 0 w 361950"/>
                <a:gd name="connsiteY2" fmla="*/ 185738 h 195263"/>
                <a:gd name="connsiteX3" fmla="*/ 180975 w 361950"/>
                <a:gd name="connsiteY3" fmla="*/ 9525 h 195263"/>
                <a:gd name="connsiteX4" fmla="*/ 361950 w 361950"/>
                <a:gd name="connsiteY4" fmla="*/ 0 h 195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195263">
                  <a:moveTo>
                    <a:pt x="361950" y="0"/>
                  </a:moveTo>
                  <a:lnTo>
                    <a:pt x="185737" y="195263"/>
                  </a:lnTo>
                  <a:lnTo>
                    <a:pt x="0" y="185738"/>
                  </a:lnTo>
                  <a:lnTo>
                    <a:pt x="180975" y="9525"/>
                  </a:lnTo>
                  <a:lnTo>
                    <a:pt x="361950" y="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任意多边形 54">
              <a:extLst>
                <a:ext uri="{FF2B5EF4-FFF2-40B4-BE49-F238E27FC236}">
                  <a16:creationId xmlns:a16="http://schemas.microsoft.com/office/drawing/2014/main" id="{DCAECEEC-99CB-4B3D-9F4D-7D136302C18F}"/>
                </a:ext>
              </a:extLst>
            </p:cNvPr>
            <p:cNvSpPr/>
            <p:nvPr/>
          </p:nvSpPr>
          <p:spPr>
            <a:xfrm>
              <a:off x="5919786" y="3295650"/>
              <a:ext cx="342900" cy="190500"/>
            </a:xfrm>
            <a:custGeom>
              <a:avLst/>
              <a:gdLst>
                <a:gd name="connsiteX0" fmla="*/ 0 w 342900"/>
                <a:gd name="connsiteY0" fmla="*/ 4763 h 190500"/>
                <a:gd name="connsiteX1" fmla="*/ 166688 w 342900"/>
                <a:gd name="connsiteY1" fmla="*/ 185738 h 190500"/>
                <a:gd name="connsiteX2" fmla="*/ 342900 w 342900"/>
                <a:gd name="connsiteY2" fmla="*/ 190500 h 190500"/>
                <a:gd name="connsiteX3" fmla="*/ 176213 w 342900"/>
                <a:gd name="connsiteY3" fmla="*/ 0 h 190500"/>
                <a:gd name="connsiteX4" fmla="*/ 0 w 342900"/>
                <a:gd name="connsiteY4" fmla="*/ 4763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0" h="190500">
                  <a:moveTo>
                    <a:pt x="0" y="4763"/>
                  </a:moveTo>
                  <a:lnTo>
                    <a:pt x="166688" y="185738"/>
                  </a:lnTo>
                  <a:lnTo>
                    <a:pt x="342900" y="190500"/>
                  </a:lnTo>
                  <a:lnTo>
                    <a:pt x="176213" y="0"/>
                  </a:lnTo>
                  <a:lnTo>
                    <a:pt x="0" y="476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95EB9E86-B998-4453-AF94-63791C3E3DD1}"/>
              </a:ext>
            </a:extLst>
          </p:cNvPr>
          <p:cNvSpPr/>
          <p:nvPr/>
        </p:nvSpPr>
        <p:spPr>
          <a:xfrm>
            <a:off x="516367" y="2158369"/>
            <a:ext cx="893950" cy="893950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任意多边形 20">
            <a:extLst>
              <a:ext uri="{FF2B5EF4-FFF2-40B4-BE49-F238E27FC236}">
                <a16:creationId xmlns:a16="http://schemas.microsoft.com/office/drawing/2014/main" id="{1166BAF5-BA2B-428D-B860-BC8A202FADB8}"/>
              </a:ext>
            </a:extLst>
          </p:cNvPr>
          <p:cNvSpPr>
            <a:spLocks noChangeAspect="1"/>
          </p:cNvSpPr>
          <p:nvPr/>
        </p:nvSpPr>
        <p:spPr>
          <a:xfrm>
            <a:off x="784666" y="2336346"/>
            <a:ext cx="451382" cy="431459"/>
          </a:xfrm>
          <a:custGeom>
            <a:avLst/>
            <a:gdLst>
              <a:gd name="connsiteX0" fmla="*/ 2149595 w 4366834"/>
              <a:gd name="connsiteY0" fmla="*/ 2482640 h 4704489"/>
              <a:gd name="connsiteX1" fmla="*/ 2102840 w 4366834"/>
              <a:gd name="connsiteY1" fmla="*/ 2492080 h 4704489"/>
              <a:gd name="connsiteX2" fmla="*/ 2012340 w 4366834"/>
              <a:gd name="connsiteY2" fmla="*/ 2628611 h 4704489"/>
              <a:gd name="connsiteX3" fmla="*/ 2160516 w 4366834"/>
              <a:gd name="connsiteY3" fmla="*/ 2776787 h 4704489"/>
              <a:gd name="connsiteX4" fmla="*/ 2308692 w 4366834"/>
              <a:gd name="connsiteY4" fmla="*/ 2628611 h 4704489"/>
              <a:gd name="connsiteX5" fmla="*/ 2218193 w 4366834"/>
              <a:gd name="connsiteY5" fmla="*/ 2492080 h 4704489"/>
              <a:gd name="connsiteX6" fmla="*/ 2171438 w 4366834"/>
              <a:gd name="connsiteY6" fmla="*/ 2482640 h 4704489"/>
              <a:gd name="connsiteX7" fmla="*/ 2160518 w 4366834"/>
              <a:gd name="connsiteY7" fmla="*/ 951351 h 4704489"/>
              <a:gd name="connsiteX8" fmla="*/ 2302218 w 4366834"/>
              <a:gd name="connsiteY8" fmla="*/ 1093052 h 4704489"/>
              <a:gd name="connsiteX9" fmla="*/ 2302218 w 4366834"/>
              <a:gd name="connsiteY9" fmla="*/ 2314238 h 4704489"/>
              <a:gd name="connsiteX10" fmla="*/ 2353661 w 4366834"/>
              <a:gd name="connsiteY10" fmla="*/ 2342160 h 4704489"/>
              <a:gd name="connsiteX11" fmla="*/ 2505965 w 4366834"/>
              <a:gd name="connsiteY11" fmla="*/ 2628611 h 4704489"/>
              <a:gd name="connsiteX12" fmla="*/ 2160517 w 4366834"/>
              <a:gd name="connsiteY12" fmla="*/ 2974059 h 4704489"/>
              <a:gd name="connsiteX13" fmla="*/ 1815069 w 4366834"/>
              <a:gd name="connsiteY13" fmla="*/ 2628611 h 4704489"/>
              <a:gd name="connsiteX14" fmla="*/ 1967374 w 4366834"/>
              <a:gd name="connsiteY14" fmla="*/ 2342160 h 4704489"/>
              <a:gd name="connsiteX15" fmla="*/ 2018817 w 4366834"/>
              <a:gd name="connsiteY15" fmla="*/ 2314238 h 4704489"/>
              <a:gd name="connsiteX16" fmla="*/ 2018817 w 4366834"/>
              <a:gd name="connsiteY16" fmla="*/ 1093052 h 4704489"/>
              <a:gd name="connsiteX17" fmla="*/ 2163170 w 4366834"/>
              <a:gd name="connsiteY17" fmla="*/ 761506 h 4704489"/>
              <a:gd name="connsiteX18" fmla="*/ 383357 w 4366834"/>
              <a:gd name="connsiteY18" fmla="*/ 2541318 h 4704489"/>
              <a:gd name="connsiteX19" fmla="*/ 2163170 w 4366834"/>
              <a:gd name="connsiteY19" fmla="*/ 4321131 h 4704489"/>
              <a:gd name="connsiteX20" fmla="*/ 3942983 w 4366834"/>
              <a:gd name="connsiteY20" fmla="*/ 2541318 h 4704489"/>
              <a:gd name="connsiteX21" fmla="*/ 2163170 w 4366834"/>
              <a:gd name="connsiteY21" fmla="*/ 761506 h 4704489"/>
              <a:gd name="connsiteX22" fmla="*/ 1914854 w 4366834"/>
              <a:gd name="connsiteY22" fmla="*/ 0 h 4704489"/>
              <a:gd name="connsiteX23" fmla="*/ 2451372 w 4366834"/>
              <a:gd name="connsiteY23" fmla="*/ 0 h 4704489"/>
              <a:gd name="connsiteX24" fmla="*/ 2451372 w 4366834"/>
              <a:gd name="connsiteY24" fmla="*/ 398363 h 4704489"/>
              <a:gd name="connsiteX25" fmla="*/ 2492601 w 4366834"/>
              <a:gd name="connsiteY25" fmla="*/ 403072 h 4704489"/>
              <a:gd name="connsiteX26" fmla="*/ 3372621 w 4366834"/>
              <a:gd name="connsiteY26" fmla="*/ 747583 h 4704489"/>
              <a:gd name="connsiteX27" fmla="*/ 3532765 w 4366834"/>
              <a:gd name="connsiteY27" fmla="*/ 867337 h 4704489"/>
              <a:gd name="connsiteX28" fmla="*/ 3733861 w 4366834"/>
              <a:gd name="connsiteY28" fmla="*/ 666241 h 4704489"/>
              <a:gd name="connsiteX29" fmla="*/ 3498760 w 4366834"/>
              <a:gd name="connsiteY29" fmla="*/ 431140 h 4704489"/>
              <a:gd name="connsiteX30" fmla="*/ 3711472 w 4366834"/>
              <a:gd name="connsiteY30" fmla="*/ 218428 h 4704489"/>
              <a:gd name="connsiteX31" fmla="*/ 4366834 w 4366834"/>
              <a:gd name="connsiteY31" fmla="*/ 873790 h 4704489"/>
              <a:gd name="connsiteX32" fmla="*/ 4154122 w 4366834"/>
              <a:gd name="connsiteY32" fmla="*/ 1086502 h 4704489"/>
              <a:gd name="connsiteX33" fmla="*/ 3919022 w 4366834"/>
              <a:gd name="connsiteY33" fmla="*/ 851401 h 4704489"/>
              <a:gd name="connsiteX34" fmla="*/ 3724157 w 4366834"/>
              <a:gd name="connsiteY34" fmla="*/ 1046266 h 4704489"/>
              <a:gd name="connsiteX35" fmla="*/ 3832379 w 4366834"/>
              <a:gd name="connsiteY35" fmla="*/ 1165341 h 4704489"/>
              <a:gd name="connsiteX36" fmla="*/ 4326342 w 4366834"/>
              <a:gd name="connsiteY36" fmla="*/ 2541318 h 4704489"/>
              <a:gd name="connsiteX37" fmla="*/ 2163171 w 4366834"/>
              <a:gd name="connsiteY37" fmla="*/ 4704489 h 4704489"/>
              <a:gd name="connsiteX38" fmla="*/ 0 w 4366834"/>
              <a:gd name="connsiteY38" fmla="*/ 2541318 h 4704489"/>
              <a:gd name="connsiteX39" fmla="*/ 1727217 w 4366834"/>
              <a:gd name="connsiteY39" fmla="*/ 422095 h 4704489"/>
              <a:gd name="connsiteX40" fmla="*/ 1914854 w 4366834"/>
              <a:gd name="connsiteY40" fmla="*/ 393458 h 4704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4366834" h="4704489">
                <a:moveTo>
                  <a:pt x="2149595" y="2482640"/>
                </a:moveTo>
                <a:lnTo>
                  <a:pt x="2102840" y="2492080"/>
                </a:lnTo>
                <a:cubicBezTo>
                  <a:pt x="2049657" y="2514574"/>
                  <a:pt x="2012340" y="2567235"/>
                  <a:pt x="2012340" y="2628611"/>
                </a:cubicBezTo>
                <a:cubicBezTo>
                  <a:pt x="2012340" y="2710446"/>
                  <a:pt x="2078681" y="2776787"/>
                  <a:pt x="2160516" y="2776787"/>
                </a:cubicBezTo>
                <a:cubicBezTo>
                  <a:pt x="2242351" y="2776787"/>
                  <a:pt x="2308692" y="2710446"/>
                  <a:pt x="2308692" y="2628611"/>
                </a:cubicBezTo>
                <a:cubicBezTo>
                  <a:pt x="2308692" y="2567235"/>
                  <a:pt x="2271375" y="2514574"/>
                  <a:pt x="2218193" y="2492080"/>
                </a:cubicBezTo>
                <a:lnTo>
                  <a:pt x="2171438" y="2482640"/>
                </a:lnTo>
                <a:close/>
                <a:moveTo>
                  <a:pt x="2160518" y="951351"/>
                </a:moveTo>
                <a:lnTo>
                  <a:pt x="2302218" y="1093052"/>
                </a:lnTo>
                <a:lnTo>
                  <a:pt x="2302218" y="2314238"/>
                </a:lnTo>
                <a:lnTo>
                  <a:pt x="2353661" y="2342160"/>
                </a:lnTo>
                <a:cubicBezTo>
                  <a:pt x="2445550" y="2404240"/>
                  <a:pt x="2505965" y="2509370"/>
                  <a:pt x="2505965" y="2628611"/>
                </a:cubicBezTo>
                <a:cubicBezTo>
                  <a:pt x="2505965" y="2819397"/>
                  <a:pt x="2351303" y="2974059"/>
                  <a:pt x="2160517" y="2974059"/>
                </a:cubicBezTo>
                <a:cubicBezTo>
                  <a:pt x="1969731" y="2974059"/>
                  <a:pt x="1815069" y="2819397"/>
                  <a:pt x="1815069" y="2628611"/>
                </a:cubicBezTo>
                <a:cubicBezTo>
                  <a:pt x="1815069" y="2509370"/>
                  <a:pt x="1875484" y="2404240"/>
                  <a:pt x="1967374" y="2342160"/>
                </a:cubicBezTo>
                <a:lnTo>
                  <a:pt x="2018817" y="2314238"/>
                </a:lnTo>
                <a:lnTo>
                  <a:pt x="2018817" y="1093052"/>
                </a:lnTo>
                <a:close/>
                <a:moveTo>
                  <a:pt x="2163170" y="761506"/>
                </a:moveTo>
                <a:cubicBezTo>
                  <a:pt x="1180206" y="761506"/>
                  <a:pt x="383357" y="1558354"/>
                  <a:pt x="383357" y="2541318"/>
                </a:cubicBezTo>
                <a:cubicBezTo>
                  <a:pt x="383357" y="3524282"/>
                  <a:pt x="1180206" y="4321131"/>
                  <a:pt x="2163170" y="4321131"/>
                </a:cubicBezTo>
                <a:cubicBezTo>
                  <a:pt x="3146134" y="4321131"/>
                  <a:pt x="3942983" y="3524282"/>
                  <a:pt x="3942983" y="2541318"/>
                </a:cubicBezTo>
                <a:cubicBezTo>
                  <a:pt x="3942983" y="1558354"/>
                  <a:pt x="3146134" y="761506"/>
                  <a:pt x="2163170" y="761506"/>
                </a:cubicBezTo>
                <a:close/>
                <a:moveTo>
                  <a:pt x="1914854" y="0"/>
                </a:moveTo>
                <a:lnTo>
                  <a:pt x="2451372" y="0"/>
                </a:lnTo>
                <a:lnTo>
                  <a:pt x="2451372" y="398363"/>
                </a:lnTo>
                <a:lnTo>
                  <a:pt x="2492601" y="403072"/>
                </a:lnTo>
                <a:cubicBezTo>
                  <a:pt x="2814843" y="452310"/>
                  <a:pt x="3113687" y="572651"/>
                  <a:pt x="3372621" y="747583"/>
                </a:cubicBezTo>
                <a:lnTo>
                  <a:pt x="3532765" y="867337"/>
                </a:lnTo>
                <a:lnTo>
                  <a:pt x="3733861" y="666241"/>
                </a:lnTo>
                <a:lnTo>
                  <a:pt x="3498760" y="431140"/>
                </a:lnTo>
                <a:lnTo>
                  <a:pt x="3711472" y="218428"/>
                </a:lnTo>
                <a:lnTo>
                  <a:pt x="4366834" y="873790"/>
                </a:lnTo>
                <a:lnTo>
                  <a:pt x="4154122" y="1086502"/>
                </a:lnTo>
                <a:lnTo>
                  <a:pt x="3919022" y="851401"/>
                </a:lnTo>
                <a:lnTo>
                  <a:pt x="3724157" y="1046266"/>
                </a:lnTo>
                <a:lnTo>
                  <a:pt x="3832379" y="1165341"/>
                </a:lnTo>
                <a:cubicBezTo>
                  <a:pt x="4140968" y="1539264"/>
                  <a:pt x="4326342" y="2018643"/>
                  <a:pt x="4326342" y="2541318"/>
                </a:cubicBezTo>
                <a:cubicBezTo>
                  <a:pt x="4326342" y="3736004"/>
                  <a:pt x="3357857" y="4704489"/>
                  <a:pt x="2163171" y="4704489"/>
                </a:cubicBezTo>
                <a:cubicBezTo>
                  <a:pt x="968485" y="4704489"/>
                  <a:pt x="0" y="3736004"/>
                  <a:pt x="0" y="2541318"/>
                </a:cubicBezTo>
                <a:cubicBezTo>
                  <a:pt x="0" y="1495968"/>
                  <a:pt x="741497" y="623803"/>
                  <a:pt x="1727217" y="422095"/>
                </a:cubicBezTo>
                <a:lnTo>
                  <a:pt x="1914854" y="39345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39" name="任意多边形 21">
            <a:extLst>
              <a:ext uri="{FF2B5EF4-FFF2-40B4-BE49-F238E27FC236}">
                <a16:creationId xmlns:a16="http://schemas.microsoft.com/office/drawing/2014/main" id="{667B5C51-F574-4828-ACF1-0F4D2D497967}"/>
              </a:ext>
            </a:extLst>
          </p:cNvPr>
          <p:cNvSpPr>
            <a:spLocks noChangeAspect="1"/>
          </p:cNvSpPr>
          <p:nvPr/>
        </p:nvSpPr>
        <p:spPr>
          <a:xfrm>
            <a:off x="7975834" y="2486226"/>
            <a:ext cx="306642" cy="278948"/>
          </a:xfrm>
          <a:custGeom>
            <a:avLst/>
            <a:gdLst>
              <a:gd name="connsiteX0" fmla="*/ 2429303 w 4858607"/>
              <a:gd name="connsiteY0" fmla="*/ 566170 h 4981435"/>
              <a:gd name="connsiteX1" fmla="*/ 408311 w 4858607"/>
              <a:gd name="connsiteY1" fmla="*/ 2468125 h 4981435"/>
              <a:gd name="connsiteX2" fmla="*/ 1023582 w 4858607"/>
              <a:gd name="connsiteY2" fmla="*/ 2468125 h 4981435"/>
              <a:gd name="connsiteX3" fmla="*/ 1023582 w 4858607"/>
              <a:gd name="connsiteY3" fmla="*/ 2523405 h 4981435"/>
              <a:gd name="connsiteX4" fmla="*/ 1028702 w 4858607"/>
              <a:gd name="connsiteY4" fmla="*/ 2523405 h 4981435"/>
              <a:gd name="connsiteX5" fmla="*/ 1028702 w 4858607"/>
              <a:gd name="connsiteY5" fmla="*/ 4599293 h 4981435"/>
              <a:gd name="connsiteX6" fmla="*/ 1675256 w 4858607"/>
              <a:gd name="connsiteY6" fmla="*/ 4599293 h 4981435"/>
              <a:gd name="connsiteX7" fmla="*/ 1675256 w 4858607"/>
              <a:gd name="connsiteY7" fmla="*/ 2850266 h 4981435"/>
              <a:gd name="connsiteX8" fmla="*/ 1675265 w 4858607"/>
              <a:gd name="connsiteY8" fmla="*/ 2850266 h 4981435"/>
              <a:gd name="connsiteX9" fmla="*/ 1675265 w 4858607"/>
              <a:gd name="connsiteY9" fmla="*/ 2850266 h 4981435"/>
              <a:gd name="connsiteX10" fmla="*/ 2801200 w 4858607"/>
              <a:gd name="connsiteY10" fmla="*/ 2850266 h 4981435"/>
              <a:gd name="connsiteX11" fmla="*/ 2801200 w 4858607"/>
              <a:gd name="connsiteY11" fmla="*/ 2850265 h 4981435"/>
              <a:gd name="connsiteX12" fmla="*/ 3183342 w 4858607"/>
              <a:gd name="connsiteY12" fmla="*/ 2850265 h 4981435"/>
              <a:gd name="connsiteX13" fmla="*/ 3183342 w 4858607"/>
              <a:gd name="connsiteY13" fmla="*/ 2850266 h 4981435"/>
              <a:gd name="connsiteX14" fmla="*/ 3183342 w 4858607"/>
              <a:gd name="connsiteY14" fmla="*/ 2850266 h 4981435"/>
              <a:gd name="connsiteX15" fmla="*/ 3183342 w 4858607"/>
              <a:gd name="connsiteY15" fmla="*/ 3232407 h 4981435"/>
              <a:gd name="connsiteX16" fmla="*/ 3183342 w 4858607"/>
              <a:gd name="connsiteY16" fmla="*/ 3232407 h 4981435"/>
              <a:gd name="connsiteX17" fmla="*/ 3183342 w 4858607"/>
              <a:gd name="connsiteY17" fmla="*/ 4599293 h 4981435"/>
              <a:gd name="connsiteX18" fmla="*/ 3829904 w 4858607"/>
              <a:gd name="connsiteY18" fmla="*/ 4599293 h 4981435"/>
              <a:gd name="connsiteX19" fmla="*/ 3829904 w 4858607"/>
              <a:gd name="connsiteY19" fmla="*/ 2523405 h 4981435"/>
              <a:gd name="connsiteX20" fmla="*/ 3835025 w 4858607"/>
              <a:gd name="connsiteY20" fmla="*/ 2523405 h 4981435"/>
              <a:gd name="connsiteX21" fmla="*/ 3835025 w 4858607"/>
              <a:gd name="connsiteY21" fmla="*/ 2468125 h 4981435"/>
              <a:gd name="connsiteX22" fmla="*/ 4450297 w 4858607"/>
              <a:gd name="connsiteY22" fmla="*/ 2468125 h 4981435"/>
              <a:gd name="connsiteX23" fmla="*/ 2429303 w 4858607"/>
              <a:gd name="connsiteY23" fmla="*/ 0 h 4981435"/>
              <a:gd name="connsiteX24" fmla="*/ 4858607 w 4858607"/>
              <a:gd name="connsiteY24" fmla="*/ 2286215 h 4981435"/>
              <a:gd name="connsiteX25" fmla="*/ 4858607 w 4858607"/>
              <a:gd name="connsiteY25" fmla="*/ 2468125 h 4981435"/>
              <a:gd name="connsiteX26" fmla="*/ 4858607 w 4858607"/>
              <a:gd name="connsiteY26" fmla="*/ 2468125 h 4981435"/>
              <a:gd name="connsiteX27" fmla="*/ 4858607 w 4858607"/>
              <a:gd name="connsiteY27" fmla="*/ 2850266 h 4981435"/>
              <a:gd name="connsiteX28" fmla="*/ 4858607 w 4858607"/>
              <a:gd name="connsiteY28" fmla="*/ 2850266 h 4981435"/>
              <a:gd name="connsiteX29" fmla="*/ 4858607 w 4858607"/>
              <a:gd name="connsiteY29" fmla="*/ 2852385 h 4981435"/>
              <a:gd name="connsiteX30" fmla="*/ 4856355 w 4858607"/>
              <a:gd name="connsiteY30" fmla="*/ 2850266 h 4981435"/>
              <a:gd name="connsiteX31" fmla="*/ 4212045 w 4858607"/>
              <a:gd name="connsiteY31" fmla="*/ 2850266 h 4981435"/>
              <a:gd name="connsiteX32" fmla="*/ 4212045 w 4858607"/>
              <a:gd name="connsiteY32" fmla="*/ 4981434 h 4981435"/>
              <a:gd name="connsiteX33" fmla="*/ 4088357 w 4858607"/>
              <a:gd name="connsiteY33" fmla="*/ 4981434 h 4981435"/>
              <a:gd name="connsiteX34" fmla="*/ 3829904 w 4858607"/>
              <a:gd name="connsiteY34" fmla="*/ 4981434 h 4981435"/>
              <a:gd name="connsiteX35" fmla="*/ 2924889 w 4858607"/>
              <a:gd name="connsiteY35" fmla="*/ 4981434 h 4981435"/>
              <a:gd name="connsiteX36" fmla="*/ 2924889 w 4858607"/>
              <a:gd name="connsiteY36" fmla="*/ 4981434 h 4981435"/>
              <a:gd name="connsiteX37" fmla="*/ 2801200 w 4858607"/>
              <a:gd name="connsiteY37" fmla="*/ 4981434 h 4981435"/>
              <a:gd name="connsiteX38" fmla="*/ 2801200 w 4858607"/>
              <a:gd name="connsiteY38" fmla="*/ 3232407 h 4981435"/>
              <a:gd name="connsiteX39" fmla="*/ 2057397 w 4858607"/>
              <a:gd name="connsiteY39" fmla="*/ 3232407 h 4981435"/>
              <a:gd name="connsiteX40" fmla="*/ 2057397 w 4858607"/>
              <a:gd name="connsiteY40" fmla="*/ 4981435 h 4981435"/>
              <a:gd name="connsiteX41" fmla="*/ 1675256 w 4858607"/>
              <a:gd name="connsiteY41" fmla="*/ 4981435 h 4981435"/>
              <a:gd name="connsiteX42" fmla="*/ 1675256 w 4858607"/>
              <a:gd name="connsiteY42" fmla="*/ 4981434 h 4981435"/>
              <a:gd name="connsiteX43" fmla="*/ 1028702 w 4858607"/>
              <a:gd name="connsiteY43" fmla="*/ 4981434 h 4981435"/>
              <a:gd name="connsiteX44" fmla="*/ 733573 w 4858607"/>
              <a:gd name="connsiteY44" fmla="*/ 4981434 h 4981435"/>
              <a:gd name="connsiteX45" fmla="*/ 646561 w 4858607"/>
              <a:gd name="connsiteY45" fmla="*/ 4981434 h 4981435"/>
              <a:gd name="connsiteX46" fmla="*/ 646561 w 4858607"/>
              <a:gd name="connsiteY46" fmla="*/ 2850266 h 4981435"/>
              <a:gd name="connsiteX47" fmla="*/ 2253 w 4858607"/>
              <a:gd name="connsiteY47" fmla="*/ 2850266 h 4981435"/>
              <a:gd name="connsiteX48" fmla="*/ 0 w 4858607"/>
              <a:gd name="connsiteY48" fmla="*/ 2852385 h 4981435"/>
              <a:gd name="connsiteX49" fmla="*/ 0 w 4858607"/>
              <a:gd name="connsiteY49" fmla="*/ 2850266 h 4981435"/>
              <a:gd name="connsiteX50" fmla="*/ 0 w 4858607"/>
              <a:gd name="connsiteY50" fmla="*/ 2850266 h 4981435"/>
              <a:gd name="connsiteX51" fmla="*/ 0 w 4858607"/>
              <a:gd name="connsiteY51" fmla="*/ 2468125 h 4981435"/>
              <a:gd name="connsiteX52" fmla="*/ 0 w 4858607"/>
              <a:gd name="connsiteY52" fmla="*/ 2468125 h 4981435"/>
              <a:gd name="connsiteX53" fmla="*/ 0 w 4858607"/>
              <a:gd name="connsiteY53" fmla="*/ 2286215 h 498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4858607" h="4981435">
                <a:moveTo>
                  <a:pt x="2429303" y="566170"/>
                </a:moveTo>
                <a:lnTo>
                  <a:pt x="408311" y="2468125"/>
                </a:lnTo>
                <a:lnTo>
                  <a:pt x="1023582" y="2468125"/>
                </a:lnTo>
                <a:lnTo>
                  <a:pt x="1023582" y="2523405"/>
                </a:lnTo>
                <a:lnTo>
                  <a:pt x="1028702" y="2523405"/>
                </a:lnTo>
                <a:lnTo>
                  <a:pt x="1028702" y="4599293"/>
                </a:lnTo>
                <a:lnTo>
                  <a:pt x="1675256" y="4599293"/>
                </a:lnTo>
                <a:lnTo>
                  <a:pt x="1675256" y="2850266"/>
                </a:lnTo>
                <a:lnTo>
                  <a:pt x="1675265" y="2850266"/>
                </a:lnTo>
                <a:lnTo>
                  <a:pt x="1675265" y="2850266"/>
                </a:lnTo>
                <a:lnTo>
                  <a:pt x="2801200" y="2850266"/>
                </a:lnTo>
                <a:lnTo>
                  <a:pt x="2801200" y="2850265"/>
                </a:lnTo>
                <a:lnTo>
                  <a:pt x="3183342" y="2850265"/>
                </a:lnTo>
                <a:lnTo>
                  <a:pt x="3183342" y="2850266"/>
                </a:lnTo>
                <a:lnTo>
                  <a:pt x="3183342" y="2850266"/>
                </a:lnTo>
                <a:lnTo>
                  <a:pt x="3183342" y="3232407"/>
                </a:lnTo>
                <a:lnTo>
                  <a:pt x="3183342" y="3232407"/>
                </a:lnTo>
                <a:lnTo>
                  <a:pt x="3183342" y="4599293"/>
                </a:lnTo>
                <a:lnTo>
                  <a:pt x="3829904" y="4599293"/>
                </a:lnTo>
                <a:lnTo>
                  <a:pt x="3829904" y="2523405"/>
                </a:lnTo>
                <a:lnTo>
                  <a:pt x="3835025" y="2523405"/>
                </a:lnTo>
                <a:lnTo>
                  <a:pt x="3835025" y="2468125"/>
                </a:lnTo>
                <a:lnTo>
                  <a:pt x="4450297" y="2468125"/>
                </a:lnTo>
                <a:close/>
                <a:moveTo>
                  <a:pt x="2429303" y="0"/>
                </a:moveTo>
                <a:lnTo>
                  <a:pt x="4858607" y="2286215"/>
                </a:lnTo>
                <a:lnTo>
                  <a:pt x="4858607" y="2468125"/>
                </a:lnTo>
                <a:lnTo>
                  <a:pt x="4858607" y="2468125"/>
                </a:lnTo>
                <a:lnTo>
                  <a:pt x="4858607" y="2850266"/>
                </a:lnTo>
                <a:lnTo>
                  <a:pt x="4858607" y="2850266"/>
                </a:lnTo>
                <a:lnTo>
                  <a:pt x="4858607" y="2852385"/>
                </a:lnTo>
                <a:lnTo>
                  <a:pt x="4856355" y="2850266"/>
                </a:lnTo>
                <a:lnTo>
                  <a:pt x="4212045" y="2850266"/>
                </a:lnTo>
                <a:lnTo>
                  <a:pt x="4212045" y="4981434"/>
                </a:lnTo>
                <a:lnTo>
                  <a:pt x="4088357" y="4981434"/>
                </a:lnTo>
                <a:lnTo>
                  <a:pt x="3829904" y="4981434"/>
                </a:lnTo>
                <a:lnTo>
                  <a:pt x="2924889" y="4981434"/>
                </a:lnTo>
                <a:lnTo>
                  <a:pt x="2924889" y="4981434"/>
                </a:lnTo>
                <a:lnTo>
                  <a:pt x="2801200" y="4981434"/>
                </a:lnTo>
                <a:lnTo>
                  <a:pt x="2801200" y="3232407"/>
                </a:lnTo>
                <a:lnTo>
                  <a:pt x="2057397" y="3232407"/>
                </a:lnTo>
                <a:lnTo>
                  <a:pt x="2057397" y="4981435"/>
                </a:lnTo>
                <a:lnTo>
                  <a:pt x="1675256" y="4981435"/>
                </a:lnTo>
                <a:lnTo>
                  <a:pt x="1675256" y="4981434"/>
                </a:lnTo>
                <a:lnTo>
                  <a:pt x="1028702" y="4981434"/>
                </a:lnTo>
                <a:lnTo>
                  <a:pt x="733573" y="4981434"/>
                </a:lnTo>
                <a:lnTo>
                  <a:pt x="646561" y="4981434"/>
                </a:lnTo>
                <a:lnTo>
                  <a:pt x="646561" y="2850266"/>
                </a:lnTo>
                <a:lnTo>
                  <a:pt x="2253" y="2850266"/>
                </a:lnTo>
                <a:lnTo>
                  <a:pt x="0" y="2852385"/>
                </a:lnTo>
                <a:lnTo>
                  <a:pt x="0" y="2850266"/>
                </a:lnTo>
                <a:lnTo>
                  <a:pt x="0" y="2850266"/>
                </a:lnTo>
                <a:lnTo>
                  <a:pt x="0" y="2468125"/>
                </a:lnTo>
                <a:lnTo>
                  <a:pt x="0" y="2468125"/>
                </a:lnTo>
                <a:lnTo>
                  <a:pt x="0" y="22862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96825FA-EEF8-40AD-B254-84D7C90023AF}"/>
              </a:ext>
            </a:extLst>
          </p:cNvPr>
          <p:cNvSpPr txBox="1"/>
          <p:nvPr/>
        </p:nvSpPr>
        <p:spPr>
          <a:xfrm>
            <a:off x="1694878" y="4215297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01B3657-ADFF-44BD-B60D-1C0D74AD9C8B}"/>
              </a:ext>
            </a:extLst>
          </p:cNvPr>
          <p:cNvSpPr txBox="1"/>
          <p:nvPr/>
        </p:nvSpPr>
        <p:spPr>
          <a:xfrm>
            <a:off x="1822524" y="1068672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F9B8A32-0054-44B7-AF21-9A338303D015}"/>
              </a:ext>
            </a:extLst>
          </p:cNvPr>
          <p:cNvSpPr txBox="1"/>
          <p:nvPr/>
        </p:nvSpPr>
        <p:spPr>
          <a:xfrm>
            <a:off x="5338392" y="4216512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0ADF8ED-4277-4EFD-A692-A4CE632280AD}"/>
              </a:ext>
            </a:extLst>
          </p:cNvPr>
          <p:cNvSpPr txBox="1"/>
          <p:nvPr/>
        </p:nvSpPr>
        <p:spPr>
          <a:xfrm>
            <a:off x="117674" y="3314054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91A4703-993C-4DF0-9501-918FEB8E1BD2}"/>
              </a:ext>
            </a:extLst>
          </p:cNvPr>
          <p:cNvSpPr txBox="1"/>
          <p:nvPr/>
        </p:nvSpPr>
        <p:spPr>
          <a:xfrm>
            <a:off x="5341872" y="1148206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82" name="Picture 81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40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1" grpId="0" bldLvl="0" animBg="1"/>
      <p:bldP spid="13" grpId="0" bldLvl="0" animBg="1"/>
      <p:bldP spid="17" grpId="0" bldLvl="0" animBg="1"/>
      <p:bldP spid="19" grpId="0"/>
      <p:bldP spid="20" grpId="0"/>
      <p:bldP spid="21" grpId="0"/>
      <p:bldP spid="42" grpId="0"/>
      <p:bldP spid="43" grpId="0"/>
      <p:bldP spid="44" grpId="0"/>
      <p:bldP spid="45" grpId="0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1B9251-F3CF-4E8C-8B17-B2B25209CA27}"/>
              </a:ext>
            </a:extLst>
          </p:cNvPr>
          <p:cNvSpPr/>
          <p:nvPr/>
        </p:nvSpPr>
        <p:spPr>
          <a:xfrm>
            <a:off x="0" y="0"/>
            <a:ext cx="2928395" cy="5219700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0FFC1-AD3C-48D8-A1D5-FB85C406ED9E}"/>
              </a:ext>
            </a:extLst>
          </p:cNvPr>
          <p:cNvSpPr/>
          <p:nvPr/>
        </p:nvSpPr>
        <p:spPr>
          <a:xfrm>
            <a:off x="630820" y="1182878"/>
            <a:ext cx="1666754" cy="210659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41E23C-E673-4F5A-8ABA-A7E643DF4758}"/>
              </a:ext>
            </a:extLst>
          </p:cNvPr>
          <p:cNvSpPr txBox="1"/>
          <p:nvPr/>
        </p:nvSpPr>
        <p:spPr>
          <a:xfrm>
            <a:off x="718103" y="1405176"/>
            <a:ext cx="16433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03</a:t>
            </a:r>
            <a:endParaRPr lang="zh-CN" altLang="en-US" sz="88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D12F2C-4C62-46DB-9629-8E784F72AB7E}"/>
              </a:ext>
            </a:extLst>
          </p:cNvPr>
          <p:cNvSpPr txBox="1"/>
          <p:nvPr/>
        </p:nvSpPr>
        <p:spPr>
          <a:xfrm>
            <a:off x="4033512" y="171295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答辩内容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EE5C9A-F9C2-47FC-BB4A-30BC01CE122B}"/>
              </a:ext>
            </a:extLst>
          </p:cNvPr>
          <p:cNvCxnSpPr/>
          <p:nvPr/>
        </p:nvCxnSpPr>
        <p:spPr>
          <a:xfrm>
            <a:off x="3252721" y="2332057"/>
            <a:ext cx="5567423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0638060-7211-4EFF-B65D-0A4B00289A9B}"/>
              </a:ext>
            </a:extLst>
          </p:cNvPr>
          <p:cNvSpPr txBox="1"/>
          <p:nvPr/>
        </p:nvSpPr>
        <p:spPr>
          <a:xfrm>
            <a:off x="3252722" y="2609850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8AA000-5372-4CA0-A27F-8F928702488A}"/>
              </a:ext>
            </a:extLst>
          </p:cNvPr>
          <p:cNvSpPr txBox="1"/>
          <p:nvPr/>
        </p:nvSpPr>
        <p:spPr>
          <a:xfrm>
            <a:off x="3252722" y="2856071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C967A7-E077-43CF-A410-ED246B88637C}"/>
              </a:ext>
            </a:extLst>
          </p:cNvPr>
          <p:cNvSpPr txBox="1"/>
          <p:nvPr/>
        </p:nvSpPr>
        <p:spPr>
          <a:xfrm>
            <a:off x="3252722" y="3102292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72794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8C6029E-C4D7-47D7-A0DE-F4F28C9DBFB1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0168988-2240-4859-B3DC-D6CF02E0793C}"/>
              </a:ext>
            </a:extLst>
          </p:cNvPr>
          <p:cNvSpPr txBox="1"/>
          <p:nvPr/>
        </p:nvSpPr>
        <p:spPr>
          <a:xfrm>
            <a:off x="3813594" y="35517"/>
            <a:ext cx="810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答辩内容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CF79EA4-1B35-4BFF-B26B-0B0A769E7D33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6" name="Group 29">
            <a:extLst>
              <a:ext uri="{FF2B5EF4-FFF2-40B4-BE49-F238E27FC236}">
                <a16:creationId xmlns:a16="http://schemas.microsoft.com/office/drawing/2014/main" id="{9DC4E07E-F9CC-46C4-9CBD-E5286DBC395B}"/>
              </a:ext>
            </a:extLst>
          </p:cNvPr>
          <p:cNvGrpSpPr>
            <a:grpSpLocks/>
          </p:cNvGrpSpPr>
          <p:nvPr/>
        </p:nvGrpSpPr>
        <p:grpSpPr bwMode="auto">
          <a:xfrm>
            <a:off x="796882" y="3154862"/>
            <a:ext cx="7214574" cy="1351390"/>
            <a:chOff x="1519" y="2477"/>
            <a:chExt cx="2177" cy="817"/>
          </a:xfrm>
        </p:grpSpPr>
        <p:sp>
          <p:nvSpPr>
            <p:cNvPr id="16" name="Freeform 30">
              <a:extLst>
                <a:ext uri="{FF2B5EF4-FFF2-40B4-BE49-F238E27FC236}">
                  <a16:creationId xmlns:a16="http://schemas.microsoft.com/office/drawing/2014/main" id="{FFB581B6-D2A0-45DE-9C4E-921101920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2886"/>
              <a:ext cx="726" cy="408"/>
            </a:xfrm>
            <a:custGeom>
              <a:avLst/>
              <a:gdLst>
                <a:gd name="T0" fmla="*/ 0 w 726"/>
                <a:gd name="T1" fmla="*/ 408 h 408"/>
                <a:gd name="T2" fmla="*/ 0 w 726"/>
                <a:gd name="T3" fmla="*/ 0 h 408"/>
                <a:gd name="T4" fmla="*/ 726 w 726"/>
                <a:gd name="T5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6" h="408">
                  <a:moveTo>
                    <a:pt x="0" y="408"/>
                  </a:moveTo>
                  <a:lnTo>
                    <a:pt x="0" y="0"/>
                  </a:lnTo>
                  <a:lnTo>
                    <a:pt x="726" y="0"/>
                  </a:lnTo>
                </a:path>
              </a:pathLst>
            </a:custGeom>
            <a:noFill/>
            <a:ln w="19050" cap="flat" cmpd="sng">
              <a:solidFill>
                <a:srgbClr val="061975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atinLnBrk="1"/>
              <a:endParaRPr kumimoji="1" lang="zh-CN" altLang="en-US" sz="3200" b="1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17" name="Freeform 31">
              <a:extLst>
                <a:ext uri="{FF2B5EF4-FFF2-40B4-BE49-F238E27FC236}">
                  <a16:creationId xmlns:a16="http://schemas.microsoft.com/office/drawing/2014/main" id="{57E6061C-6BF4-48CF-A697-B4143A980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477"/>
              <a:ext cx="726" cy="408"/>
            </a:xfrm>
            <a:custGeom>
              <a:avLst/>
              <a:gdLst>
                <a:gd name="T0" fmla="*/ 0 w 726"/>
                <a:gd name="T1" fmla="*/ 408 h 408"/>
                <a:gd name="T2" fmla="*/ 0 w 726"/>
                <a:gd name="T3" fmla="*/ 0 h 408"/>
                <a:gd name="T4" fmla="*/ 726 w 726"/>
                <a:gd name="T5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6" h="408">
                  <a:moveTo>
                    <a:pt x="0" y="408"/>
                  </a:moveTo>
                  <a:lnTo>
                    <a:pt x="0" y="0"/>
                  </a:lnTo>
                  <a:lnTo>
                    <a:pt x="726" y="0"/>
                  </a:lnTo>
                </a:path>
              </a:pathLst>
            </a:custGeom>
            <a:noFill/>
            <a:ln w="19050" cap="flat" cmpd="sng">
              <a:solidFill>
                <a:srgbClr val="061975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8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atinLnBrk="1"/>
              <a:endParaRPr kumimoji="1" lang="zh-CN" altLang="en-US" sz="3200" b="1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34">
              <a:extLst>
                <a:ext uri="{FF2B5EF4-FFF2-40B4-BE49-F238E27FC236}">
                  <a16:creationId xmlns:a16="http://schemas.microsoft.com/office/drawing/2014/main" id="{B6A408EE-6041-4BA1-8233-963D50593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3294"/>
              <a:ext cx="726" cy="0"/>
            </a:xfrm>
            <a:prstGeom prst="line">
              <a:avLst/>
            </a:prstGeom>
            <a:noFill/>
            <a:ln w="19050">
              <a:solidFill>
                <a:srgbClr val="06197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latinLnBrk="1"/>
              <a:endParaRPr kumimoji="1" lang="zh-CN" altLang="en-US" sz="3200" b="1">
                <a:solidFill>
                  <a:srgbClr val="000000"/>
                </a:solidFill>
                <a:latin typeface="굴림" charset="-127"/>
                <a:ea typeface="굴림" charset="-127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A1D1F86D-9BB3-4E25-B6C4-026A0EFFFEB7}"/>
              </a:ext>
            </a:extLst>
          </p:cNvPr>
          <p:cNvSpPr/>
          <p:nvPr/>
        </p:nvSpPr>
        <p:spPr>
          <a:xfrm>
            <a:off x="796882" y="2144283"/>
            <a:ext cx="2259744" cy="2259744"/>
          </a:xfrm>
          <a:prstGeom prst="rect">
            <a:avLst/>
          </a:prstGeom>
          <a:solidFill>
            <a:schemeClr val="bg1"/>
          </a:solidFill>
          <a:ln w="28575">
            <a:solidFill>
              <a:srgbClr val="0619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7BF5EA-B721-449B-969E-982E5AA1A1CB}"/>
              </a:ext>
            </a:extLst>
          </p:cNvPr>
          <p:cNvSpPr/>
          <p:nvPr/>
        </p:nvSpPr>
        <p:spPr>
          <a:xfrm>
            <a:off x="3199530" y="1520528"/>
            <a:ext cx="2259744" cy="2259744"/>
          </a:xfrm>
          <a:prstGeom prst="rect">
            <a:avLst/>
          </a:prstGeom>
          <a:noFill/>
          <a:ln w="19050">
            <a:solidFill>
              <a:srgbClr val="0619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3D3A6E1-96F5-4CD3-819B-7017CE996689}"/>
              </a:ext>
            </a:extLst>
          </p:cNvPr>
          <p:cNvSpPr/>
          <p:nvPr/>
        </p:nvSpPr>
        <p:spPr>
          <a:xfrm>
            <a:off x="5608808" y="842139"/>
            <a:ext cx="2296701" cy="2259744"/>
          </a:xfrm>
          <a:prstGeom prst="rect">
            <a:avLst/>
          </a:prstGeom>
          <a:noFill/>
          <a:ln w="19050">
            <a:solidFill>
              <a:srgbClr val="0619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136ADA2F-5F53-4C0A-978C-BE76F7840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626" y="4692539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2D8DC345-5E24-40C8-9CBA-FBD5F5F6A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931" y="3962864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Rectangle 24">
            <a:extLst>
              <a:ext uri="{FF2B5EF4-FFF2-40B4-BE49-F238E27FC236}">
                <a16:creationId xmlns:a16="http://schemas.microsoft.com/office/drawing/2014/main" id="{D5A24EB1-618B-4E67-8C17-4C0041C50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030" y="3286342"/>
            <a:ext cx="1254256" cy="20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9" name="Picture 28" descr="122-吉林大学-img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46" y="2596660"/>
            <a:ext cx="2114467" cy="1321542"/>
          </a:xfrm>
          <a:prstGeom prst="rect">
            <a:avLst/>
          </a:prstGeom>
        </p:spPr>
      </p:pic>
      <p:pic>
        <p:nvPicPr>
          <p:cNvPr id="30" name="Picture 29" descr="122-吉林大学-img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353" y="1965064"/>
            <a:ext cx="2114467" cy="1321542"/>
          </a:xfrm>
          <a:prstGeom prst="rect">
            <a:avLst/>
          </a:prstGeom>
        </p:spPr>
      </p:pic>
      <p:pic>
        <p:nvPicPr>
          <p:cNvPr id="31" name="Picture 30" descr="122-吉林大学-img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5469" y="1305187"/>
            <a:ext cx="2114467" cy="1321542"/>
          </a:xfrm>
          <a:prstGeom prst="rect">
            <a:avLst/>
          </a:prstGeom>
        </p:spPr>
      </p:pic>
      <p:pic>
        <p:nvPicPr>
          <p:cNvPr id="32" name="Picture 31" descr="122-吉林大学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634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B8C1876-7C65-4397-AE9D-7087D8E09E9D}"/>
              </a:ext>
            </a:extLst>
          </p:cNvPr>
          <p:cNvSpPr/>
          <p:nvPr/>
        </p:nvSpPr>
        <p:spPr>
          <a:xfrm>
            <a:off x="0" y="3264059"/>
            <a:ext cx="9144000" cy="1955641"/>
          </a:xfrm>
          <a:prstGeom prst="rect">
            <a:avLst/>
          </a:prstGeom>
          <a:solidFill>
            <a:srgbClr val="061975">
              <a:alpha val="5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ED1C56DE-8D3F-4C5D-865F-4E882583B03D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0F0B03A-EDE8-4BED-B4BF-E9E09587044D}"/>
              </a:ext>
            </a:extLst>
          </p:cNvPr>
          <p:cNvSpPr txBox="1"/>
          <p:nvPr/>
        </p:nvSpPr>
        <p:spPr>
          <a:xfrm>
            <a:off x="3813594" y="35517"/>
            <a:ext cx="810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答辩内容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ED7C68-630B-44A3-A492-AB31B6B831CE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C3322DA-1E60-4B47-A6A3-ABCD8ACE5A2F}"/>
              </a:ext>
            </a:extLst>
          </p:cNvPr>
          <p:cNvGrpSpPr/>
          <p:nvPr/>
        </p:nvGrpSpPr>
        <p:grpSpPr>
          <a:xfrm>
            <a:off x="2475740" y="1335842"/>
            <a:ext cx="1918068" cy="680813"/>
            <a:chOff x="3666731" y="1984470"/>
            <a:chExt cx="2636520" cy="1447800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任意多边形 3">
              <a:extLst>
                <a:ext uri="{FF2B5EF4-FFF2-40B4-BE49-F238E27FC236}">
                  <a16:creationId xmlns:a16="http://schemas.microsoft.com/office/drawing/2014/main" id="{5F1312C0-7BB4-4E4D-A9F2-6397F8A609D5}"/>
                </a:ext>
              </a:extLst>
            </p:cNvPr>
            <p:cNvSpPr/>
            <p:nvPr/>
          </p:nvSpPr>
          <p:spPr>
            <a:xfrm>
              <a:off x="3666731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03104D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7" name="文本框 35">
              <a:extLst>
                <a:ext uri="{FF2B5EF4-FFF2-40B4-BE49-F238E27FC236}">
                  <a16:creationId xmlns:a16="http://schemas.microsoft.com/office/drawing/2014/main" id="{69F3E452-0BE8-4CF3-A196-974D66FFE05B}"/>
                </a:ext>
              </a:extLst>
            </p:cNvPr>
            <p:cNvSpPr txBox="1"/>
            <p:nvPr/>
          </p:nvSpPr>
          <p:spPr>
            <a:xfrm>
              <a:off x="3971726" y="2364755"/>
              <a:ext cx="2230360" cy="687235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第二部分</a:t>
              </a:r>
              <a:endParaRPr lang="zh-CN" altLang="en-US" sz="1500" b="1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572D481-8B40-4B06-9870-3A867A666AF9}"/>
              </a:ext>
            </a:extLst>
          </p:cNvPr>
          <p:cNvGrpSpPr/>
          <p:nvPr/>
        </p:nvGrpSpPr>
        <p:grpSpPr>
          <a:xfrm>
            <a:off x="689049" y="1335842"/>
            <a:ext cx="1918068" cy="680813"/>
            <a:chOff x="1436370" y="1984470"/>
            <a:chExt cx="2636520" cy="1447800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任意多边形 6">
              <a:extLst>
                <a:ext uri="{FF2B5EF4-FFF2-40B4-BE49-F238E27FC236}">
                  <a16:creationId xmlns:a16="http://schemas.microsoft.com/office/drawing/2014/main" id="{24B306C5-8117-45B5-9722-7C0342849DB1}"/>
                </a:ext>
              </a:extLst>
            </p:cNvPr>
            <p:cNvSpPr/>
            <p:nvPr/>
          </p:nvSpPr>
          <p:spPr>
            <a:xfrm>
              <a:off x="1436370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061975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10" name="文本框 43">
              <a:extLst>
                <a:ext uri="{FF2B5EF4-FFF2-40B4-BE49-F238E27FC236}">
                  <a16:creationId xmlns:a16="http://schemas.microsoft.com/office/drawing/2014/main" id="{85A28BD6-64D4-4C74-BBFA-226888A7B5B5}"/>
                </a:ext>
              </a:extLst>
            </p:cNvPr>
            <p:cNvSpPr txBox="1"/>
            <p:nvPr/>
          </p:nvSpPr>
          <p:spPr>
            <a:xfrm>
              <a:off x="1709209" y="2340618"/>
              <a:ext cx="2293960" cy="735506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第一部分</a:t>
              </a:r>
              <a:endParaRPr lang="zh-CN" altLang="en-US" sz="1500" b="1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28B66DC-A530-4052-8D6A-28ABEA428F27}"/>
              </a:ext>
            </a:extLst>
          </p:cNvPr>
          <p:cNvGrpSpPr/>
          <p:nvPr/>
        </p:nvGrpSpPr>
        <p:grpSpPr>
          <a:xfrm>
            <a:off x="6140043" y="1335841"/>
            <a:ext cx="1918068" cy="680813"/>
            <a:chOff x="8127453" y="1984470"/>
            <a:chExt cx="2636520" cy="1447800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任意多边形 10">
              <a:extLst>
                <a:ext uri="{FF2B5EF4-FFF2-40B4-BE49-F238E27FC236}">
                  <a16:creationId xmlns:a16="http://schemas.microsoft.com/office/drawing/2014/main" id="{85422F8E-7285-4590-8147-E1F5ED2E9A9D}"/>
                </a:ext>
              </a:extLst>
            </p:cNvPr>
            <p:cNvSpPr/>
            <p:nvPr/>
          </p:nvSpPr>
          <p:spPr>
            <a:xfrm>
              <a:off x="8127453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A6A6A6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13" name="文本框 46">
              <a:extLst>
                <a:ext uri="{FF2B5EF4-FFF2-40B4-BE49-F238E27FC236}">
                  <a16:creationId xmlns:a16="http://schemas.microsoft.com/office/drawing/2014/main" id="{E7FBF6B3-F01F-43A9-96F5-5203446269F7}"/>
                </a:ext>
              </a:extLst>
            </p:cNvPr>
            <p:cNvSpPr txBox="1"/>
            <p:nvPr/>
          </p:nvSpPr>
          <p:spPr>
            <a:xfrm>
              <a:off x="8439016" y="2340618"/>
              <a:ext cx="2230360" cy="735506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第四部分</a:t>
              </a:r>
              <a:endParaRPr lang="zh-CN" altLang="en-US" sz="1500" b="1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A117996-9EFD-4375-8BDC-427FF9EEC680}"/>
              </a:ext>
            </a:extLst>
          </p:cNvPr>
          <p:cNvGrpSpPr/>
          <p:nvPr/>
        </p:nvGrpSpPr>
        <p:grpSpPr>
          <a:xfrm>
            <a:off x="4294904" y="1335842"/>
            <a:ext cx="1918068" cy="680813"/>
            <a:chOff x="5897092" y="1984470"/>
            <a:chExt cx="2636520" cy="1447800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任意多边形 13">
              <a:extLst>
                <a:ext uri="{FF2B5EF4-FFF2-40B4-BE49-F238E27FC236}">
                  <a16:creationId xmlns:a16="http://schemas.microsoft.com/office/drawing/2014/main" id="{6DFA55C4-0E7D-4C6C-9B30-D9AA1AAD4586}"/>
                </a:ext>
              </a:extLst>
            </p:cNvPr>
            <p:cNvSpPr/>
            <p:nvPr/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16" name="文本框 49">
              <a:extLst>
                <a:ext uri="{FF2B5EF4-FFF2-40B4-BE49-F238E27FC236}">
                  <a16:creationId xmlns:a16="http://schemas.microsoft.com/office/drawing/2014/main" id="{16919313-BD9D-4237-BF59-00B8DAFF1542}"/>
                </a:ext>
              </a:extLst>
            </p:cNvPr>
            <p:cNvSpPr txBox="1"/>
            <p:nvPr/>
          </p:nvSpPr>
          <p:spPr>
            <a:xfrm>
              <a:off x="6227711" y="2340622"/>
              <a:ext cx="2205655" cy="735506"/>
            </a:xfrm>
            <a:prstGeom prst="rect">
              <a:avLst/>
            </a:prstGeom>
            <a:noFill/>
            <a:ln w="5080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5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第三部分</a:t>
              </a:r>
              <a:endParaRPr lang="zh-CN" altLang="en-US" sz="1500" b="1" baseline="-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82FDE92B-ADCD-45D2-9EBC-202963CF4FA3}"/>
              </a:ext>
            </a:extLst>
          </p:cNvPr>
          <p:cNvSpPr txBox="1"/>
          <p:nvPr/>
        </p:nvSpPr>
        <p:spPr>
          <a:xfrm>
            <a:off x="860402" y="2363347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C03865F-A66F-4BB0-A654-6DF483C17980}"/>
              </a:ext>
            </a:extLst>
          </p:cNvPr>
          <p:cNvSpPr txBox="1"/>
          <p:nvPr/>
        </p:nvSpPr>
        <p:spPr>
          <a:xfrm>
            <a:off x="2550608" y="2363347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6380691-41EE-42DD-9AE9-7BEA71E922BA}"/>
              </a:ext>
            </a:extLst>
          </p:cNvPr>
          <p:cNvSpPr txBox="1"/>
          <p:nvPr/>
        </p:nvSpPr>
        <p:spPr>
          <a:xfrm>
            <a:off x="4299888" y="2363347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D5AF76-89DB-4629-87E9-7FFA139F15AF}"/>
              </a:ext>
            </a:extLst>
          </p:cNvPr>
          <p:cNvSpPr txBox="1"/>
          <p:nvPr/>
        </p:nvSpPr>
        <p:spPr>
          <a:xfrm>
            <a:off x="6082691" y="2363347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A42C93C-9698-4F7B-B79F-3B923C7B5672}"/>
              </a:ext>
            </a:extLst>
          </p:cNvPr>
          <p:cNvCxnSpPr/>
          <p:nvPr/>
        </p:nvCxnSpPr>
        <p:spPr>
          <a:xfrm>
            <a:off x="453544" y="3865157"/>
            <a:ext cx="7604567" cy="0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93354FF-F158-4B63-817F-66A1403BC953}"/>
              </a:ext>
            </a:extLst>
          </p:cNvPr>
          <p:cNvSpPr txBox="1"/>
          <p:nvPr/>
        </p:nvSpPr>
        <p:spPr>
          <a:xfrm>
            <a:off x="1690023" y="3564609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BED7E44-006F-4219-A36C-5E68ED6DE5C1}"/>
              </a:ext>
            </a:extLst>
          </p:cNvPr>
          <p:cNvSpPr txBox="1"/>
          <p:nvPr/>
        </p:nvSpPr>
        <p:spPr>
          <a:xfrm>
            <a:off x="1679661" y="3865157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54" name="Picture 53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021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5C88246-2562-46C9-AB34-8197E828419F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0BCED747-4262-4E1E-A417-C71836DDA851}"/>
              </a:ext>
            </a:extLst>
          </p:cNvPr>
          <p:cNvSpPr txBox="1"/>
          <p:nvPr/>
        </p:nvSpPr>
        <p:spPr>
          <a:xfrm>
            <a:off x="3813594" y="35517"/>
            <a:ext cx="810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答辩内容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2E3A6B-2B50-4D1E-9EF9-975164997002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5E10E5-414E-41B3-85BC-486E14A9E6CA}"/>
              </a:ext>
            </a:extLst>
          </p:cNvPr>
          <p:cNvSpPr/>
          <p:nvPr/>
        </p:nvSpPr>
        <p:spPr>
          <a:xfrm>
            <a:off x="767838" y="1400538"/>
            <a:ext cx="3622876" cy="253485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4F775E-9E33-4317-8FEA-F92EC60EEE2B}"/>
              </a:ext>
            </a:extLst>
          </p:cNvPr>
          <p:cNvSpPr/>
          <p:nvPr/>
        </p:nvSpPr>
        <p:spPr>
          <a:xfrm>
            <a:off x="4624137" y="1400538"/>
            <a:ext cx="3622876" cy="253485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3A6F17-7D8E-418F-8F46-3573FE49E594}"/>
              </a:ext>
            </a:extLst>
          </p:cNvPr>
          <p:cNvSpPr txBox="1"/>
          <p:nvPr/>
        </p:nvSpPr>
        <p:spPr>
          <a:xfrm>
            <a:off x="5230263" y="1848949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960188-964A-4D16-82FE-2256F4E7842C}"/>
              </a:ext>
            </a:extLst>
          </p:cNvPr>
          <p:cNvSpPr txBox="1"/>
          <p:nvPr/>
        </p:nvSpPr>
        <p:spPr>
          <a:xfrm>
            <a:off x="5230263" y="2371578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E8BF14-133F-44C8-851D-B65FEFEA5578}"/>
              </a:ext>
            </a:extLst>
          </p:cNvPr>
          <p:cNvSpPr txBox="1"/>
          <p:nvPr/>
        </p:nvSpPr>
        <p:spPr>
          <a:xfrm>
            <a:off x="5230263" y="2871808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0518C4F-ED24-4C14-AE1A-53E9968A2CB4}"/>
              </a:ext>
            </a:extLst>
          </p:cNvPr>
          <p:cNvSpPr txBox="1"/>
          <p:nvPr/>
        </p:nvSpPr>
        <p:spPr>
          <a:xfrm>
            <a:off x="1214558" y="1846008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F068A8-4903-4498-AB88-A6C95CBE1BAD}"/>
              </a:ext>
            </a:extLst>
          </p:cNvPr>
          <p:cNvSpPr txBox="1"/>
          <p:nvPr/>
        </p:nvSpPr>
        <p:spPr>
          <a:xfrm>
            <a:off x="1214558" y="2343839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CCC11C-6789-46EA-B81F-674D42B9CC2E}"/>
              </a:ext>
            </a:extLst>
          </p:cNvPr>
          <p:cNvSpPr/>
          <p:nvPr/>
        </p:nvSpPr>
        <p:spPr>
          <a:xfrm>
            <a:off x="1724522" y="1108648"/>
            <a:ext cx="1504709" cy="513052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794C63-16A0-4940-ACB3-ED5C614FCE3E}"/>
              </a:ext>
            </a:extLst>
          </p:cNvPr>
          <p:cNvSpPr/>
          <p:nvPr/>
        </p:nvSpPr>
        <p:spPr>
          <a:xfrm>
            <a:off x="5772976" y="1122941"/>
            <a:ext cx="1504709" cy="513052"/>
          </a:xfrm>
          <a:prstGeom prst="rect">
            <a:avLst/>
          </a:prstGeom>
          <a:solidFill>
            <a:srgbClr val="0A2A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DF6E6-9306-495D-9BC9-821DDA214944}"/>
              </a:ext>
            </a:extLst>
          </p:cNvPr>
          <p:cNvSpPr txBox="1"/>
          <p:nvPr/>
        </p:nvSpPr>
        <p:spPr>
          <a:xfrm>
            <a:off x="1214558" y="2854596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AE49B8-58F9-4760-BE3F-C8EAA8138C01}"/>
              </a:ext>
            </a:extLst>
          </p:cNvPr>
          <p:cNvSpPr txBox="1"/>
          <p:nvPr/>
        </p:nvSpPr>
        <p:spPr>
          <a:xfrm>
            <a:off x="2079170" y="1206752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9115CE-B5E2-422B-B793-DECC459D57E0}"/>
              </a:ext>
            </a:extLst>
          </p:cNvPr>
          <p:cNvSpPr txBox="1"/>
          <p:nvPr/>
        </p:nvSpPr>
        <p:spPr>
          <a:xfrm>
            <a:off x="6139048" y="1210566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Picture 32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911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11B9251-F3CF-4E8C-8B17-B2B25209CA27}"/>
              </a:ext>
            </a:extLst>
          </p:cNvPr>
          <p:cNvSpPr/>
          <p:nvPr/>
        </p:nvSpPr>
        <p:spPr>
          <a:xfrm>
            <a:off x="0" y="0"/>
            <a:ext cx="2928395" cy="5219700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0FFC1-AD3C-48D8-A1D5-FB85C406ED9E}"/>
              </a:ext>
            </a:extLst>
          </p:cNvPr>
          <p:cNvSpPr/>
          <p:nvPr/>
        </p:nvSpPr>
        <p:spPr>
          <a:xfrm>
            <a:off x="630820" y="1182878"/>
            <a:ext cx="1666754" cy="210659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41E23C-E673-4F5A-8ABA-A7E643DF4758}"/>
              </a:ext>
            </a:extLst>
          </p:cNvPr>
          <p:cNvSpPr txBox="1"/>
          <p:nvPr/>
        </p:nvSpPr>
        <p:spPr>
          <a:xfrm>
            <a:off x="718103" y="1405176"/>
            <a:ext cx="16433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04</a:t>
            </a:r>
            <a:endParaRPr lang="zh-CN" altLang="en-US" sz="8800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D12F2C-4C62-46DB-9629-8E784F72AB7E}"/>
              </a:ext>
            </a:extLst>
          </p:cNvPr>
          <p:cNvSpPr txBox="1"/>
          <p:nvPr/>
        </p:nvSpPr>
        <p:spPr>
          <a:xfrm>
            <a:off x="4033512" y="1712954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6EE5C9A-F9C2-47FC-BB4A-30BC01CE122B}"/>
              </a:ext>
            </a:extLst>
          </p:cNvPr>
          <p:cNvCxnSpPr/>
          <p:nvPr/>
        </p:nvCxnSpPr>
        <p:spPr>
          <a:xfrm>
            <a:off x="3252721" y="2332057"/>
            <a:ext cx="5567423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0638060-7211-4EFF-B65D-0A4B00289A9B}"/>
              </a:ext>
            </a:extLst>
          </p:cNvPr>
          <p:cNvSpPr txBox="1"/>
          <p:nvPr/>
        </p:nvSpPr>
        <p:spPr>
          <a:xfrm>
            <a:off x="3252722" y="2609850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8AA000-5372-4CA0-A27F-8F928702488A}"/>
              </a:ext>
            </a:extLst>
          </p:cNvPr>
          <p:cNvSpPr txBox="1"/>
          <p:nvPr/>
        </p:nvSpPr>
        <p:spPr>
          <a:xfrm>
            <a:off x="3252722" y="2856071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C967A7-E077-43CF-A410-ED246B88637C}"/>
              </a:ext>
            </a:extLst>
          </p:cNvPr>
          <p:cNvSpPr txBox="1"/>
          <p:nvPr/>
        </p:nvSpPr>
        <p:spPr>
          <a:xfrm>
            <a:off x="3252722" y="3102292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C967A7-E077-43CF-A410-ED246B88637C}"/>
              </a:ext>
            </a:extLst>
          </p:cNvPr>
          <p:cNvSpPr txBox="1"/>
          <p:nvPr/>
        </p:nvSpPr>
        <p:spPr>
          <a:xfrm>
            <a:off x="3252721" y="3348513"/>
            <a:ext cx="5428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27972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3CDC92D7-2A7D-4CFD-9716-5878284632C9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ADDB6E7-D42C-4CEC-A978-C27293A1D70C}"/>
              </a:ext>
            </a:extLst>
          </p:cNvPr>
          <p:cNvSpPr txBox="1"/>
          <p:nvPr/>
        </p:nvSpPr>
        <p:spPr>
          <a:xfrm>
            <a:off x="3813594" y="3551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E5F17C-36B1-476F-BE5B-BFB637B6EFC6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6B8A02E-0AD2-41E9-9C3E-47BF61666320}"/>
              </a:ext>
            </a:extLst>
          </p:cNvPr>
          <p:cNvCxnSpPr/>
          <p:nvPr/>
        </p:nvCxnSpPr>
        <p:spPr>
          <a:xfrm>
            <a:off x="3049904" y="1814069"/>
            <a:ext cx="3040380" cy="0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1B5B101-E026-44BD-8F1D-FB2EECA53C9E}"/>
              </a:ext>
            </a:extLst>
          </p:cNvPr>
          <p:cNvCxnSpPr/>
          <p:nvPr/>
        </p:nvCxnSpPr>
        <p:spPr>
          <a:xfrm>
            <a:off x="4581524" y="1822306"/>
            <a:ext cx="875144" cy="824348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A71632C-8A4E-4FCE-8CCA-DAA0A58537DA}"/>
              </a:ext>
            </a:extLst>
          </p:cNvPr>
          <p:cNvCxnSpPr>
            <a:cxnSpLocks/>
          </p:cNvCxnSpPr>
          <p:nvPr/>
        </p:nvCxnSpPr>
        <p:spPr>
          <a:xfrm flipH="1">
            <a:off x="3826191" y="1822306"/>
            <a:ext cx="746558" cy="701734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B0FFEC1-6178-4590-B630-CC963DA05B1B}"/>
              </a:ext>
            </a:extLst>
          </p:cNvPr>
          <p:cNvCxnSpPr/>
          <p:nvPr/>
        </p:nvCxnSpPr>
        <p:spPr>
          <a:xfrm>
            <a:off x="4570094" y="1810464"/>
            <a:ext cx="0" cy="1223422"/>
          </a:xfrm>
          <a:prstGeom prst="line">
            <a:avLst/>
          </a:prstGeom>
          <a:noFill/>
          <a:ln w="9525">
            <a:solidFill>
              <a:srgbClr val="626262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6A493101-795F-4250-9CAC-185C13A0C0EC}"/>
              </a:ext>
            </a:extLst>
          </p:cNvPr>
          <p:cNvSpPr/>
          <p:nvPr/>
        </p:nvSpPr>
        <p:spPr>
          <a:xfrm>
            <a:off x="3984708" y="1499145"/>
            <a:ext cx="1233147" cy="369306"/>
          </a:xfrm>
          <a:prstGeom prst="rect">
            <a:avLst/>
          </a:prstGeom>
        </p:spPr>
        <p:txBody>
          <a:bodyPr wrap="square" lIns="91415" tIns="45707" rIns="91415" bIns="45707">
            <a:spAutoFit/>
          </a:bodyPr>
          <a:lstStyle/>
          <a:p>
            <a:pPr algn="ctr" defTabSz="914120"/>
            <a:r>
              <a:rPr lang="zh-CN" altLang="en-US" sz="1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发展方向</a:t>
            </a:r>
          </a:p>
        </p:txBody>
      </p:sp>
      <p:sp>
        <p:nvSpPr>
          <p:cNvPr id="16" name="Freeform 338">
            <a:extLst>
              <a:ext uri="{FF2B5EF4-FFF2-40B4-BE49-F238E27FC236}">
                <a16:creationId xmlns:a16="http://schemas.microsoft.com/office/drawing/2014/main" id="{BEA54114-C98F-414E-AA5B-2E34FE0B305F}"/>
              </a:ext>
            </a:extLst>
          </p:cNvPr>
          <p:cNvSpPr>
            <a:spLocks noEditPoints="1"/>
          </p:cNvSpPr>
          <p:nvPr/>
        </p:nvSpPr>
        <p:spPr bwMode="auto">
          <a:xfrm>
            <a:off x="4380487" y="3281253"/>
            <a:ext cx="384522" cy="326844"/>
          </a:xfrm>
          <a:custGeom>
            <a:avLst/>
            <a:gdLst>
              <a:gd name="T0" fmla="*/ 58 w 76"/>
              <a:gd name="T1" fmla="*/ 2 h 65"/>
              <a:gd name="T2" fmla="*/ 69 w 76"/>
              <a:gd name="T3" fmla="*/ 2 h 65"/>
              <a:gd name="T4" fmla="*/ 76 w 76"/>
              <a:gd name="T5" fmla="*/ 8 h 65"/>
              <a:gd name="T6" fmla="*/ 76 w 76"/>
              <a:gd name="T7" fmla="*/ 62 h 65"/>
              <a:gd name="T8" fmla="*/ 73 w 76"/>
              <a:gd name="T9" fmla="*/ 65 h 65"/>
              <a:gd name="T10" fmla="*/ 12 w 76"/>
              <a:gd name="T11" fmla="*/ 62 h 65"/>
              <a:gd name="T12" fmla="*/ 8 w 76"/>
              <a:gd name="T13" fmla="*/ 58 h 65"/>
              <a:gd name="T14" fmla="*/ 0 w 76"/>
              <a:gd name="T15" fmla="*/ 45 h 65"/>
              <a:gd name="T16" fmla="*/ 10 w 76"/>
              <a:gd name="T17" fmla="*/ 47 h 65"/>
              <a:gd name="T18" fmla="*/ 49 w 76"/>
              <a:gd name="T19" fmla="*/ 47 h 65"/>
              <a:gd name="T20" fmla="*/ 10 w 76"/>
              <a:gd name="T21" fmla="*/ 44 h 65"/>
              <a:gd name="T22" fmla="*/ 10 w 76"/>
              <a:gd name="T23" fmla="*/ 41 h 65"/>
              <a:gd name="T24" fmla="*/ 49 w 76"/>
              <a:gd name="T25" fmla="*/ 39 h 65"/>
              <a:gd name="T26" fmla="*/ 10 w 76"/>
              <a:gd name="T27" fmla="*/ 31 h 65"/>
              <a:gd name="T28" fmla="*/ 49 w 76"/>
              <a:gd name="T29" fmla="*/ 31 h 65"/>
              <a:gd name="T30" fmla="*/ 42 w 76"/>
              <a:gd name="T31" fmla="*/ 23 h 65"/>
              <a:gd name="T32" fmla="*/ 50 w 76"/>
              <a:gd name="T33" fmla="*/ 21 h 65"/>
              <a:gd name="T34" fmla="*/ 45 w 76"/>
              <a:gd name="T35" fmla="*/ 14 h 65"/>
              <a:gd name="T36" fmla="*/ 46 w 76"/>
              <a:gd name="T37" fmla="*/ 12 h 65"/>
              <a:gd name="T38" fmla="*/ 50 w 76"/>
              <a:gd name="T39" fmla="*/ 12 h 65"/>
              <a:gd name="T40" fmla="*/ 42 w 76"/>
              <a:gd name="T41" fmla="*/ 15 h 65"/>
              <a:gd name="T42" fmla="*/ 46 w 76"/>
              <a:gd name="T43" fmla="*/ 21 h 65"/>
              <a:gd name="T44" fmla="*/ 45 w 76"/>
              <a:gd name="T45" fmla="*/ 23 h 65"/>
              <a:gd name="T46" fmla="*/ 18 w 76"/>
              <a:gd name="T47" fmla="*/ 26 h 65"/>
              <a:gd name="T48" fmla="*/ 15 w 76"/>
              <a:gd name="T49" fmla="*/ 17 h 65"/>
              <a:gd name="T50" fmla="*/ 9 w 76"/>
              <a:gd name="T51" fmla="*/ 26 h 65"/>
              <a:gd name="T52" fmla="*/ 15 w 76"/>
              <a:gd name="T53" fmla="*/ 26 h 65"/>
              <a:gd name="T54" fmla="*/ 26 w 76"/>
              <a:gd name="T55" fmla="*/ 24 h 65"/>
              <a:gd name="T56" fmla="*/ 26 w 76"/>
              <a:gd name="T57" fmla="*/ 18 h 65"/>
              <a:gd name="T58" fmla="*/ 23 w 76"/>
              <a:gd name="T59" fmla="*/ 12 h 65"/>
              <a:gd name="T60" fmla="*/ 19 w 76"/>
              <a:gd name="T61" fmla="*/ 10 h 65"/>
              <a:gd name="T62" fmla="*/ 41 w 76"/>
              <a:gd name="T63" fmla="*/ 10 h 65"/>
              <a:gd name="T64" fmla="*/ 36 w 76"/>
              <a:gd name="T65" fmla="*/ 10 h 65"/>
              <a:gd name="T66" fmla="*/ 30 w 76"/>
              <a:gd name="T67" fmla="*/ 10 h 65"/>
              <a:gd name="T68" fmla="*/ 32 w 76"/>
              <a:gd name="T69" fmla="*/ 26 h 65"/>
              <a:gd name="T70" fmla="*/ 39 w 76"/>
              <a:gd name="T71" fmla="*/ 26 h 65"/>
              <a:gd name="T72" fmla="*/ 58 w 76"/>
              <a:gd name="T73" fmla="*/ 44 h 65"/>
              <a:gd name="T74" fmla="*/ 61 w 76"/>
              <a:gd name="T75" fmla="*/ 53 h 65"/>
              <a:gd name="T76" fmla="*/ 63 w 76"/>
              <a:gd name="T77" fmla="*/ 44 h 65"/>
              <a:gd name="T78" fmla="*/ 63 w 76"/>
              <a:gd name="T79" fmla="*/ 8 h 65"/>
              <a:gd name="T80" fmla="*/ 59 w 76"/>
              <a:gd name="T81" fmla="*/ 7 h 65"/>
              <a:gd name="T82" fmla="*/ 68 w 76"/>
              <a:gd name="T83" fmla="*/ 7 h 65"/>
              <a:gd name="T84" fmla="*/ 68 w 76"/>
              <a:gd name="T85" fmla="*/ 8 h 65"/>
              <a:gd name="T86" fmla="*/ 67 w 76"/>
              <a:gd name="T87" fmla="*/ 53 h 65"/>
              <a:gd name="T88" fmla="*/ 62 w 76"/>
              <a:gd name="T89" fmla="*/ 58 h 65"/>
              <a:gd name="T90" fmla="*/ 71 w 76"/>
              <a:gd name="T91" fmla="*/ 59 h 65"/>
              <a:gd name="T92" fmla="*/ 71 w 76"/>
              <a:gd name="T93" fmla="*/ 8 h 65"/>
              <a:gd name="T94" fmla="*/ 69 w 76"/>
              <a:gd name="T95" fmla="*/ 7 h 65"/>
              <a:gd name="T96" fmla="*/ 5 w 76"/>
              <a:gd name="T97" fmla="*/ 5 h 65"/>
              <a:gd name="T98" fmla="*/ 5 w 76"/>
              <a:gd name="T99" fmla="*/ 45 h 65"/>
              <a:gd name="T100" fmla="*/ 54 w 76"/>
              <a:gd name="T101" fmla="*/ 53 h 65"/>
              <a:gd name="T102" fmla="*/ 53 w 76"/>
              <a:gd name="T103" fmla="*/ 5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6" h="65">
                <a:moveTo>
                  <a:pt x="2" y="0"/>
                </a:moveTo>
                <a:cubicBezTo>
                  <a:pt x="55" y="0"/>
                  <a:pt x="55" y="0"/>
                  <a:pt x="55" y="0"/>
                </a:cubicBezTo>
                <a:cubicBezTo>
                  <a:pt x="57" y="0"/>
                  <a:pt x="58" y="1"/>
                  <a:pt x="58" y="2"/>
                </a:cubicBezTo>
                <a:cubicBezTo>
                  <a:pt x="58" y="2"/>
                  <a:pt x="59" y="2"/>
                  <a:pt x="59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8" y="2"/>
                  <a:pt x="69" y="2"/>
                  <a:pt x="69" y="2"/>
                </a:cubicBezTo>
                <a:cubicBezTo>
                  <a:pt x="69" y="2"/>
                  <a:pt x="69" y="2"/>
                  <a:pt x="70" y="2"/>
                </a:cubicBezTo>
                <a:cubicBezTo>
                  <a:pt x="71" y="2"/>
                  <a:pt x="73" y="2"/>
                  <a:pt x="74" y="3"/>
                </a:cubicBezTo>
                <a:cubicBezTo>
                  <a:pt x="75" y="5"/>
                  <a:pt x="76" y="6"/>
                  <a:pt x="76" y="8"/>
                </a:cubicBezTo>
                <a:cubicBezTo>
                  <a:pt x="76" y="8"/>
                  <a:pt x="76" y="8"/>
                  <a:pt x="76" y="9"/>
                </a:cubicBezTo>
                <a:cubicBezTo>
                  <a:pt x="76" y="9"/>
                  <a:pt x="76" y="9"/>
                  <a:pt x="76" y="9"/>
                </a:cubicBezTo>
                <a:cubicBezTo>
                  <a:pt x="76" y="62"/>
                  <a:pt x="76" y="62"/>
                  <a:pt x="76" y="62"/>
                </a:cubicBezTo>
                <a:cubicBezTo>
                  <a:pt x="76" y="62"/>
                  <a:pt x="76" y="62"/>
                  <a:pt x="76" y="62"/>
                </a:cubicBezTo>
                <a:cubicBezTo>
                  <a:pt x="76" y="62"/>
                  <a:pt x="76" y="62"/>
                  <a:pt x="76" y="62"/>
                </a:cubicBezTo>
                <a:cubicBezTo>
                  <a:pt x="76" y="63"/>
                  <a:pt x="75" y="65"/>
                  <a:pt x="73" y="65"/>
                </a:cubicBezTo>
                <a:cubicBezTo>
                  <a:pt x="73" y="65"/>
                  <a:pt x="73" y="64"/>
                  <a:pt x="72" y="64"/>
                </a:cubicBezTo>
                <a:cubicBezTo>
                  <a:pt x="14" y="64"/>
                  <a:pt x="14" y="64"/>
                  <a:pt x="14" y="64"/>
                </a:cubicBezTo>
                <a:cubicBezTo>
                  <a:pt x="13" y="64"/>
                  <a:pt x="12" y="63"/>
                  <a:pt x="12" y="62"/>
                </a:cubicBezTo>
                <a:cubicBezTo>
                  <a:pt x="12" y="58"/>
                  <a:pt x="12" y="58"/>
                  <a:pt x="12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6" y="57"/>
                  <a:pt x="4" y="56"/>
                  <a:pt x="2" y="54"/>
                </a:cubicBezTo>
                <a:cubicBezTo>
                  <a:pt x="1" y="52"/>
                  <a:pt x="0" y="49"/>
                  <a:pt x="0" y="45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2" y="0"/>
                </a:cubicBezTo>
                <a:close/>
                <a:moveTo>
                  <a:pt x="10" y="47"/>
                </a:moveTo>
                <a:cubicBezTo>
                  <a:pt x="10" y="49"/>
                  <a:pt x="10" y="49"/>
                  <a:pt x="10" y="49"/>
                </a:cubicBezTo>
                <a:cubicBezTo>
                  <a:pt x="49" y="49"/>
                  <a:pt x="49" y="49"/>
                  <a:pt x="49" y="49"/>
                </a:cubicBezTo>
                <a:cubicBezTo>
                  <a:pt x="49" y="47"/>
                  <a:pt x="49" y="47"/>
                  <a:pt x="49" y="47"/>
                </a:cubicBezTo>
                <a:cubicBezTo>
                  <a:pt x="10" y="47"/>
                  <a:pt x="10" y="47"/>
                  <a:pt x="10" y="47"/>
                </a:cubicBezTo>
                <a:close/>
                <a:moveTo>
                  <a:pt x="10" y="41"/>
                </a:moveTo>
                <a:cubicBezTo>
                  <a:pt x="10" y="44"/>
                  <a:pt x="10" y="44"/>
                  <a:pt x="10" y="44"/>
                </a:cubicBezTo>
                <a:cubicBezTo>
                  <a:pt x="49" y="44"/>
                  <a:pt x="49" y="44"/>
                  <a:pt x="49" y="44"/>
                </a:cubicBezTo>
                <a:cubicBezTo>
                  <a:pt x="49" y="41"/>
                  <a:pt x="49" y="41"/>
                  <a:pt x="49" y="41"/>
                </a:cubicBezTo>
                <a:cubicBezTo>
                  <a:pt x="10" y="41"/>
                  <a:pt x="10" y="41"/>
                  <a:pt x="10" y="41"/>
                </a:cubicBezTo>
                <a:close/>
                <a:moveTo>
                  <a:pt x="10" y="36"/>
                </a:moveTo>
                <a:cubicBezTo>
                  <a:pt x="10" y="39"/>
                  <a:pt x="10" y="39"/>
                  <a:pt x="10" y="39"/>
                </a:cubicBezTo>
                <a:cubicBezTo>
                  <a:pt x="49" y="39"/>
                  <a:pt x="49" y="39"/>
                  <a:pt x="49" y="39"/>
                </a:cubicBezTo>
                <a:cubicBezTo>
                  <a:pt x="49" y="36"/>
                  <a:pt x="49" y="36"/>
                  <a:pt x="49" y="36"/>
                </a:cubicBezTo>
                <a:cubicBezTo>
                  <a:pt x="10" y="36"/>
                  <a:pt x="10" y="36"/>
                  <a:pt x="10" y="36"/>
                </a:cubicBezTo>
                <a:close/>
                <a:moveTo>
                  <a:pt x="10" y="31"/>
                </a:moveTo>
                <a:cubicBezTo>
                  <a:pt x="10" y="33"/>
                  <a:pt x="10" y="33"/>
                  <a:pt x="10" y="33"/>
                </a:cubicBezTo>
                <a:cubicBezTo>
                  <a:pt x="49" y="33"/>
                  <a:pt x="49" y="33"/>
                  <a:pt x="49" y="33"/>
                </a:cubicBezTo>
                <a:cubicBezTo>
                  <a:pt x="49" y="31"/>
                  <a:pt x="49" y="31"/>
                  <a:pt x="49" y="31"/>
                </a:cubicBezTo>
                <a:cubicBezTo>
                  <a:pt x="10" y="31"/>
                  <a:pt x="10" y="31"/>
                  <a:pt x="10" y="31"/>
                </a:cubicBezTo>
                <a:close/>
                <a:moveTo>
                  <a:pt x="42" y="20"/>
                </a:moveTo>
                <a:cubicBezTo>
                  <a:pt x="42" y="23"/>
                  <a:pt x="42" y="23"/>
                  <a:pt x="42" y="23"/>
                </a:cubicBezTo>
                <a:cubicBezTo>
                  <a:pt x="42" y="25"/>
                  <a:pt x="43" y="26"/>
                  <a:pt x="46" y="26"/>
                </a:cubicBezTo>
                <a:cubicBezTo>
                  <a:pt x="48" y="26"/>
                  <a:pt x="50" y="25"/>
                  <a:pt x="50" y="23"/>
                </a:cubicBezTo>
                <a:cubicBezTo>
                  <a:pt x="50" y="21"/>
                  <a:pt x="50" y="21"/>
                  <a:pt x="50" y="21"/>
                </a:cubicBezTo>
                <a:cubicBezTo>
                  <a:pt x="50" y="20"/>
                  <a:pt x="50" y="20"/>
                  <a:pt x="49" y="19"/>
                </a:cubicBezTo>
                <a:cubicBezTo>
                  <a:pt x="49" y="18"/>
                  <a:pt x="48" y="17"/>
                  <a:pt x="46" y="16"/>
                </a:cubicBezTo>
                <a:cubicBezTo>
                  <a:pt x="46" y="15"/>
                  <a:pt x="45" y="14"/>
                  <a:pt x="45" y="14"/>
                </a:cubicBezTo>
                <a:cubicBezTo>
                  <a:pt x="45" y="13"/>
                  <a:pt x="45" y="13"/>
                  <a:pt x="45" y="13"/>
                </a:cubicBezTo>
                <a:cubicBezTo>
                  <a:pt x="45" y="12"/>
                  <a:pt x="45" y="12"/>
                  <a:pt x="46" y="12"/>
                </a:cubicBezTo>
                <a:cubicBezTo>
                  <a:pt x="46" y="12"/>
                  <a:pt x="46" y="12"/>
                  <a:pt x="46" y="12"/>
                </a:cubicBezTo>
                <a:cubicBezTo>
                  <a:pt x="46" y="15"/>
                  <a:pt x="46" y="15"/>
                  <a:pt x="46" y="15"/>
                </a:cubicBezTo>
                <a:cubicBezTo>
                  <a:pt x="50" y="15"/>
                  <a:pt x="50" y="15"/>
                  <a:pt x="50" y="15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0"/>
                  <a:pt x="48" y="10"/>
                  <a:pt x="46" y="10"/>
                </a:cubicBezTo>
                <a:cubicBezTo>
                  <a:pt x="43" y="10"/>
                  <a:pt x="42" y="11"/>
                  <a:pt x="42" y="13"/>
                </a:cubicBezTo>
                <a:cubicBezTo>
                  <a:pt x="42" y="15"/>
                  <a:pt x="42" y="15"/>
                  <a:pt x="42" y="15"/>
                </a:cubicBezTo>
                <a:cubicBezTo>
                  <a:pt x="42" y="15"/>
                  <a:pt x="42" y="16"/>
                  <a:pt x="42" y="16"/>
                </a:cubicBezTo>
                <a:cubicBezTo>
                  <a:pt x="43" y="17"/>
                  <a:pt x="44" y="18"/>
                  <a:pt x="45" y="19"/>
                </a:cubicBezTo>
                <a:cubicBezTo>
                  <a:pt x="46" y="20"/>
                  <a:pt x="46" y="21"/>
                  <a:pt x="46" y="21"/>
                </a:cubicBezTo>
                <a:cubicBezTo>
                  <a:pt x="46" y="23"/>
                  <a:pt x="46" y="23"/>
                  <a:pt x="46" y="23"/>
                </a:cubicBezTo>
                <a:cubicBezTo>
                  <a:pt x="46" y="24"/>
                  <a:pt x="46" y="24"/>
                  <a:pt x="46" y="24"/>
                </a:cubicBezTo>
                <a:cubicBezTo>
                  <a:pt x="45" y="24"/>
                  <a:pt x="45" y="24"/>
                  <a:pt x="45" y="23"/>
                </a:cubicBezTo>
                <a:cubicBezTo>
                  <a:pt x="45" y="20"/>
                  <a:pt x="45" y="20"/>
                  <a:pt x="45" y="20"/>
                </a:cubicBezTo>
                <a:cubicBezTo>
                  <a:pt x="42" y="20"/>
                  <a:pt x="42" y="20"/>
                  <a:pt x="42" y="20"/>
                </a:cubicBezTo>
                <a:close/>
                <a:moveTo>
                  <a:pt x="18" y="26"/>
                </a:moveTo>
                <a:cubicBezTo>
                  <a:pt x="18" y="10"/>
                  <a:pt x="18" y="10"/>
                  <a:pt x="18" y="10"/>
                </a:cubicBezTo>
                <a:cubicBezTo>
                  <a:pt x="15" y="10"/>
                  <a:pt x="15" y="10"/>
                  <a:pt x="15" y="10"/>
                </a:cubicBezTo>
                <a:cubicBezTo>
                  <a:pt x="15" y="17"/>
                  <a:pt x="15" y="17"/>
                  <a:pt x="15" y="17"/>
                </a:cubicBezTo>
                <a:cubicBezTo>
                  <a:pt x="13" y="10"/>
                  <a:pt x="13" y="10"/>
                  <a:pt x="13" y="10"/>
                </a:cubicBezTo>
                <a:cubicBezTo>
                  <a:pt x="9" y="10"/>
                  <a:pt x="9" y="10"/>
                  <a:pt x="9" y="10"/>
                </a:cubicBezTo>
                <a:cubicBezTo>
                  <a:pt x="9" y="26"/>
                  <a:pt x="9" y="26"/>
                  <a:pt x="9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2" y="17"/>
                  <a:pt x="12" y="17"/>
                  <a:pt x="12" y="17"/>
                </a:cubicBezTo>
                <a:cubicBezTo>
                  <a:pt x="15" y="26"/>
                  <a:pt x="15" y="26"/>
                  <a:pt x="15" y="26"/>
                </a:cubicBezTo>
                <a:cubicBezTo>
                  <a:pt x="18" y="26"/>
                  <a:pt x="18" y="26"/>
                  <a:pt x="18" y="26"/>
                </a:cubicBezTo>
                <a:close/>
                <a:moveTo>
                  <a:pt x="26" y="26"/>
                </a:moveTo>
                <a:cubicBezTo>
                  <a:pt x="26" y="24"/>
                  <a:pt x="26" y="24"/>
                  <a:pt x="26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18"/>
                  <a:pt x="23" y="18"/>
                  <a:pt x="23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6" y="16"/>
                  <a:pt x="26" y="16"/>
                  <a:pt x="26" y="16"/>
                </a:cubicBezTo>
                <a:cubicBezTo>
                  <a:pt x="23" y="16"/>
                  <a:pt x="23" y="16"/>
                  <a:pt x="23" y="16"/>
                </a:cubicBezTo>
                <a:cubicBezTo>
                  <a:pt x="23" y="12"/>
                  <a:pt x="23" y="12"/>
                  <a:pt x="23" y="12"/>
                </a:cubicBezTo>
                <a:cubicBezTo>
                  <a:pt x="26" y="12"/>
                  <a:pt x="26" y="12"/>
                  <a:pt x="26" y="12"/>
                </a:cubicBezTo>
                <a:cubicBezTo>
                  <a:pt x="26" y="10"/>
                  <a:pt x="26" y="10"/>
                  <a:pt x="26" y="10"/>
                </a:cubicBezTo>
                <a:cubicBezTo>
                  <a:pt x="19" y="10"/>
                  <a:pt x="19" y="10"/>
                  <a:pt x="19" y="10"/>
                </a:cubicBezTo>
                <a:cubicBezTo>
                  <a:pt x="19" y="26"/>
                  <a:pt x="19" y="26"/>
                  <a:pt x="19" y="26"/>
                </a:cubicBezTo>
                <a:cubicBezTo>
                  <a:pt x="26" y="26"/>
                  <a:pt x="26" y="26"/>
                  <a:pt x="26" y="26"/>
                </a:cubicBezTo>
                <a:close/>
                <a:moveTo>
                  <a:pt x="41" y="10"/>
                </a:moveTo>
                <a:cubicBezTo>
                  <a:pt x="38" y="10"/>
                  <a:pt x="38" y="10"/>
                  <a:pt x="38" y="10"/>
                </a:cubicBezTo>
                <a:cubicBezTo>
                  <a:pt x="37" y="17"/>
                  <a:pt x="37" y="17"/>
                  <a:pt x="37" y="17"/>
                </a:cubicBezTo>
                <a:cubicBezTo>
                  <a:pt x="36" y="10"/>
                  <a:pt x="36" y="10"/>
                  <a:pt x="36" y="10"/>
                </a:cubicBezTo>
                <a:cubicBezTo>
                  <a:pt x="32" y="10"/>
                  <a:pt x="32" y="10"/>
                  <a:pt x="32" y="10"/>
                </a:cubicBezTo>
                <a:cubicBezTo>
                  <a:pt x="31" y="17"/>
                  <a:pt x="31" y="17"/>
                  <a:pt x="31" y="17"/>
                </a:cubicBezTo>
                <a:cubicBezTo>
                  <a:pt x="30" y="10"/>
                  <a:pt x="30" y="10"/>
                  <a:pt x="30" y="10"/>
                </a:cubicBezTo>
                <a:cubicBezTo>
                  <a:pt x="26" y="10"/>
                  <a:pt x="26" y="10"/>
                  <a:pt x="26" y="10"/>
                </a:cubicBezTo>
                <a:cubicBezTo>
                  <a:pt x="29" y="26"/>
                  <a:pt x="29" y="26"/>
                  <a:pt x="29" y="26"/>
                </a:cubicBezTo>
                <a:cubicBezTo>
                  <a:pt x="32" y="26"/>
                  <a:pt x="32" y="26"/>
                  <a:pt x="32" y="26"/>
                </a:cubicBezTo>
                <a:cubicBezTo>
                  <a:pt x="33" y="17"/>
                  <a:pt x="33" y="17"/>
                  <a:pt x="33" y="17"/>
                </a:cubicBezTo>
                <a:cubicBezTo>
                  <a:pt x="35" y="26"/>
                  <a:pt x="35" y="26"/>
                  <a:pt x="35" y="26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10"/>
                  <a:pt x="41" y="10"/>
                  <a:pt x="41" y="10"/>
                </a:cubicBezTo>
                <a:close/>
                <a:moveTo>
                  <a:pt x="58" y="7"/>
                </a:moveTo>
                <a:cubicBezTo>
                  <a:pt x="58" y="44"/>
                  <a:pt x="58" y="44"/>
                  <a:pt x="58" y="44"/>
                </a:cubicBezTo>
                <a:cubicBezTo>
                  <a:pt x="58" y="44"/>
                  <a:pt x="58" y="44"/>
                  <a:pt x="58" y="45"/>
                </a:cubicBezTo>
                <a:cubicBezTo>
                  <a:pt x="58" y="48"/>
                  <a:pt x="58" y="50"/>
                  <a:pt x="59" y="52"/>
                </a:cubicBezTo>
                <a:cubicBezTo>
                  <a:pt x="60" y="52"/>
                  <a:pt x="60" y="53"/>
                  <a:pt x="61" y="53"/>
                </a:cubicBezTo>
                <a:cubicBezTo>
                  <a:pt x="61" y="53"/>
                  <a:pt x="61" y="53"/>
                  <a:pt x="61" y="53"/>
                </a:cubicBezTo>
                <a:cubicBezTo>
                  <a:pt x="61" y="53"/>
                  <a:pt x="62" y="52"/>
                  <a:pt x="62" y="51"/>
                </a:cubicBezTo>
                <a:cubicBezTo>
                  <a:pt x="62" y="50"/>
                  <a:pt x="63" y="47"/>
                  <a:pt x="63" y="44"/>
                </a:cubicBezTo>
                <a:cubicBezTo>
                  <a:pt x="63" y="44"/>
                  <a:pt x="63" y="44"/>
                  <a:pt x="63" y="44"/>
                </a:cubicBezTo>
                <a:cubicBezTo>
                  <a:pt x="63" y="44"/>
                  <a:pt x="63" y="44"/>
                  <a:pt x="63" y="44"/>
                </a:cubicBezTo>
                <a:cubicBezTo>
                  <a:pt x="63" y="8"/>
                  <a:pt x="63" y="8"/>
                  <a:pt x="63" y="8"/>
                </a:cubicBezTo>
                <a:cubicBezTo>
                  <a:pt x="63" y="8"/>
                  <a:pt x="63" y="8"/>
                  <a:pt x="63" y="8"/>
                </a:cubicBezTo>
                <a:cubicBezTo>
                  <a:pt x="63" y="8"/>
                  <a:pt x="63" y="7"/>
                  <a:pt x="63" y="7"/>
                </a:cubicBezTo>
                <a:cubicBezTo>
                  <a:pt x="59" y="7"/>
                  <a:pt x="59" y="7"/>
                  <a:pt x="59" y="7"/>
                </a:cubicBezTo>
                <a:cubicBezTo>
                  <a:pt x="59" y="7"/>
                  <a:pt x="58" y="7"/>
                  <a:pt x="58" y="7"/>
                </a:cubicBezTo>
                <a:close/>
                <a:moveTo>
                  <a:pt x="69" y="7"/>
                </a:moveTo>
                <a:cubicBezTo>
                  <a:pt x="69" y="7"/>
                  <a:pt x="68" y="7"/>
                  <a:pt x="68" y="7"/>
                </a:cubicBezTo>
                <a:cubicBezTo>
                  <a:pt x="68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44"/>
                  <a:pt x="68" y="44"/>
                  <a:pt x="68" y="44"/>
                </a:cubicBezTo>
                <a:cubicBezTo>
                  <a:pt x="68" y="44"/>
                  <a:pt x="68" y="44"/>
                  <a:pt x="68" y="44"/>
                </a:cubicBezTo>
                <a:cubicBezTo>
                  <a:pt x="68" y="48"/>
                  <a:pt x="67" y="51"/>
                  <a:pt x="67" y="53"/>
                </a:cubicBezTo>
                <a:cubicBezTo>
                  <a:pt x="66" y="56"/>
                  <a:pt x="64" y="58"/>
                  <a:pt x="62" y="58"/>
                </a:cubicBezTo>
                <a:cubicBezTo>
                  <a:pt x="62" y="58"/>
                  <a:pt x="62" y="58"/>
                  <a:pt x="62" y="58"/>
                </a:cubicBezTo>
                <a:cubicBezTo>
                  <a:pt x="62" y="58"/>
                  <a:pt x="62" y="58"/>
                  <a:pt x="62" y="58"/>
                </a:cubicBezTo>
                <a:cubicBezTo>
                  <a:pt x="17" y="58"/>
                  <a:pt x="17" y="58"/>
                  <a:pt x="17" y="58"/>
                </a:cubicBezTo>
                <a:cubicBezTo>
                  <a:pt x="17" y="59"/>
                  <a:pt x="17" y="59"/>
                  <a:pt x="17" y="59"/>
                </a:cubicBezTo>
                <a:cubicBezTo>
                  <a:pt x="71" y="59"/>
                  <a:pt x="71" y="59"/>
                  <a:pt x="71" y="59"/>
                </a:cubicBezTo>
                <a:cubicBezTo>
                  <a:pt x="71" y="9"/>
                  <a:pt x="71" y="9"/>
                  <a:pt x="71" y="9"/>
                </a:cubicBezTo>
                <a:cubicBezTo>
                  <a:pt x="71" y="8"/>
                  <a:pt x="71" y="8"/>
                  <a:pt x="71" y="8"/>
                </a:cubicBezTo>
                <a:cubicBezTo>
                  <a:pt x="71" y="8"/>
                  <a:pt x="71" y="8"/>
                  <a:pt x="71" y="8"/>
                </a:cubicBezTo>
                <a:cubicBezTo>
                  <a:pt x="71" y="8"/>
                  <a:pt x="71" y="7"/>
                  <a:pt x="70" y="7"/>
                </a:cubicBezTo>
                <a:cubicBezTo>
                  <a:pt x="70" y="7"/>
                  <a:pt x="70" y="7"/>
                  <a:pt x="69" y="7"/>
                </a:cubicBezTo>
                <a:cubicBezTo>
                  <a:pt x="69" y="7"/>
                  <a:pt x="69" y="7"/>
                  <a:pt x="69" y="7"/>
                </a:cubicBezTo>
                <a:cubicBezTo>
                  <a:pt x="69" y="7"/>
                  <a:pt x="69" y="7"/>
                  <a:pt x="69" y="7"/>
                </a:cubicBezTo>
                <a:close/>
                <a:moveTo>
                  <a:pt x="53" y="5"/>
                </a:moveTo>
                <a:cubicBezTo>
                  <a:pt x="5" y="5"/>
                  <a:pt x="5" y="5"/>
                  <a:pt x="5" y="5"/>
                </a:cubicBezTo>
                <a:cubicBezTo>
                  <a:pt x="5" y="45"/>
                  <a:pt x="5" y="45"/>
                  <a:pt x="5" y="45"/>
                </a:cubicBezTo>
                <a:cubicBezTo>
                  <a:pt x="5" y="45"/>
                  <a:pt x="5" y="45"/>
                  <a:pt x="5" y="45"/>
                </a:cubicBezTo>
                <a:cubicBezTo>
                  <a:pt x="5" y="45"/>
                  <a:pt x="5" y="45"/>
                  <a:pt x="5" y="45"/>
                </a:cubicBezTo>
                <a:cubicBezTo>
                  <a:pt x="5" y="48"/>
                  <a:pt x="5" y="50"/>
                  <a:pt x="6" y="51"/>
                </a:cubicBezTo>
                <a:cubicBezTo>
                  <a:pt x="7" y="52"/>
                  <a:pt x="8" y="52"/>
                  <a:pt x="9" y="53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1"/>
                  <a:pt x="53" y="48"/>
                  <a:pt x="53" y="44"/>
                </a:cubicBezTo>
                <a:cubicBezTo>
                  <a:pt x="53" y="44"/>
                  <a:pt x="53" y="44"/>
                  <a:pt x="53" y="44"/>
                </a:cubicBezTo>
                <a:lnTo>
                  <a:pt x="53" y="5"/>
                </a:lnTo>
                <a:close/>
              </a:path>
            </a:pathLst>
          </a:custGeom>
          <a:solidFill>
            <a:srgbClr val="061975"/>
          </a:solidFill>
          <a:ln>
            <a:noFill/>
          </a:ln>
        </p:spPr>
        <p:txBody>
          <a:bodyPr vert="horz" wrap="square" lIns="91415" tIns="45707" rIns="91415" bIns="45707" numCol="1" anchor="t" anchorCtr="0" compatLnSpc="1">
            <a:prstTxWarp prst="textNoShape">
              <a:avLst/>
            </a:prstTxWarp>
          </a:bodyPr>
          <a:lstStyle/>
          <a:p>
            <a:pPr defTabSz="914120"/>
            <a:endParaRPr lang="zh-CN" altLang="en-US" sz="13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373">
            <a:extLst>
              <a:ext uri="{FF2B5EF4-FFF2-40B4-BE49-F238E27FC236}">
                <a16:creationId xmlns:a16="http://schemas.microsoft.com/office/drawing/2014/main" id="{A31DA84E-9D4F-4BE6-A316-EDBAACD4A230}"/>
              </a:ext>
            </a:extLst>
          </p:cNvPr>
          <p:cNvSpPr>
            <a:spLocks noEditPoints="1"/>
          </p:cNvSpPr>
          <p:nvPr/>
        </p:nvSpPr>
        <p:spPr bwMode="auto">
          <a:xfrm>
            <a:off x="2440769" y="1648202"/>
            <a:ext cx="343936" cy="348208"/>
          </a:xfrm>
          <a:custGeom>
            <a:avLst/>
            <a:gdLst>
              <a:gd name="T0" fmla="*/ 65 w 68"/>
              <a:gd name="T1" fmla="*/ 29 h 69"/>
              <a:gd name="T2" fmla="*/ 68 w 68"/>
              <a:gd name="T3" fmla="*/ 34 h 69"/>
              <a:gd name="T4" fmla="*/ 68 w 68"/>
              <a:gd name="T5" fmla="*/ 63 h 69"/>
              <a:gd name="T6" fmla="*/ 61 w 68"/>
              <a:gd name="T7" fmla="*/ 69 h 69"/>
              <a:gd name="T8" fmla="*/ 7 w 68"/>
              <a:gd name="T9" fmla="*/ 69 h 69"/>
              <a:gd name="T10" fmla="*/ 0 w 68"/>
              <a:gd name="T11" fmla="*/ 63 h 69"/>
              <a:gd name="T12" fmla="*/ 0 w 68"/>
              <a:gd name="T13" fmla="*/ 34 h 69"/>
              <a:gd name="T14" fmla="*/ 2 w 68"/>
              <a:gd name="T15" fmla="*/ 30 h 69"/>
              <a:gd name="T16" fmla="*/ 2 w 68"/>
              <a:gd name="T17" fmla="*/ 30 h 69"/>
              <a:gd name="T18" fmla="*/ 2 w 68"/>
              <a:gd name="T19" fmla="*/ 30 h 69"/>
              <a:gd name="T20" fmla="*/ 2 w 68"/>
              <a:gd name="T21" fmla="*/ 29 h 69"/>
              <a:gd name="T22" fmla="*/ 30 w 68"/>
              <a:gd name="T23" fmla="*/ 2 h 69"/>
              <a:gd name="T24" fmla="*/ 38 w 68"/>
              <a:gd name="T25" fmla="*/ 2 h 69"/>
              <a:gd name="T26" fmla="*/ 65 w 68"/>
              <a:gd name="T27" fmla="*/ 29 h 69"/>
              <a:gd name="T28" fmla="*/ 12 w 68"/>
              <a:gd name="T29" fmla="*/ 22 h 69"/>
              <a:gd name="T30" fmla="*/ 12 w 68"/>
              <a:gd name="T31" fmla="*/ 39 h 69"/>
              <a:gd name="T32" fmla="*/ 34 w 68"/>
              <a:gd name="T33" fmla="*/ 56 h 69"/>
              <a:gd name="T34" fmla="*/ 55 w 68"/>
              <a:gd name="T35" fmla="*/ 40 h 69"/>
              <a:gd name="T36" fmla="*/ 55 w 68"/>
              <a:gd name="T37" fmla="*/ 22 h 69"/>
              <a:gd name="T38" fmla="*/ 12 w 68"/>
              <a:gd name="T39" fmla="*/ 22 h 69"/>
              <a:gd name="T40" fmla="*/ 19 w 68"/>
              <a:gd name="T41" fmla="*/ 26 h 69"/>
              <a:gd name="T42" fmla="*/ 19 w 68"/>
              <a:gd name="T43" fmla="*/ 29 h 69"/>
              <a:gd name="T44" fmla="*/ 48 w 68"/>
              <a:gd name="T45" fmla="*/ 29 h 69"/>
              <a:gd name="T46" fmla="*/ 48 w 68"/>
              <a:gd name="T47" fmla="*/ 26 h 69"/>
              <a:gd name="T48" fmla="*/ 19 w 68"/>
              <a:gd name="T49" fmla="*/ 26 h 69"/>
              <a:gd name="T50" fmla="*/ 19 w 68"/>
              <a:gd name="T51" fmla="*/ 38 h 69"/>
              <a:gd name="T52" fmla="*/ 19 w 68"/>
              <a:gd name="T53" fmla="*/ 41 h 69"/>
              <a:gd name="T54" fmla="*/ 48 w 68"/>
              <a:gd name="T55" fmla="*/ 41 h 69"/>
              <a:gd name="T56" fmla="*/ 48 w 68"/>
              <a:gd name="T57" fmla="*/ 38 h 69"/>
              <a:gd name="T58" fmla="*/ 19 w 68"/>
              <a:gd name="T59" fmla="*/ 38 h 69"/>
              <a:gd name="T60" fmla="*/ 19 w 68"/>
              <a:gd name="T61" fmla="*/ 32 h 69"/>
              <a:gd name="T62" fmla="*/ 19 w 68"/>
              <a:gd name="T63" fmla="*/ 35 h 69"/>
              <a:gd name="T64" fmla="*/ 48 w 68"/>
              <a:gd name="T65" fmla="*/ 35 h 69"/>
              <a:gd name="T66" fmla="*/ 48 w 68"/>
              <a:gd name="T67" fmla="*/ 32 h 69"/>
              <a:gd name="T68" fmla="*/ 19 w 68"/>
              <a:gd name="T69" fmla="*/ 32 h 69"/>
              <a:gd name="T70" fmla="*/ 8 w 68"/>
              <a:gd name="T71" fmla="*/ 65 h 69"/>
              <a:gd name="T72" fmla="*/ 21 w 68"/>
              <a:gd name="T73" fmla="*/ 52 h 69"/>
              <a:gd name="T74" fmla="*/ 21 w 68"/>
              <a:gd name="T75" fmla="*/ 50 h 69"/>
              <a:gd name="T76" fmla="*/ 19 w 68"/>
              <a:gd name="T77" fmla="*/ 50 h 69"/>
              <a:gd name="T78" fmla="*/ 6 w 68"/>
              <a:gd name="T79" fmla="*/ 63 h 69"/>
              <a:gd name="T80" fmla="*/ 6 w 68"/>
              <a:gd name="T81" fmla="*/ 65 h 69"/>
              <a:gd name="T82" fmla="*/ 8 w 68"/>
              <a:gd name="T83" fmla="*/ 65 h 69"/>
              <a:gd name="T84" fmla="*/ 63 w 68"/>
              <a:gd name="T85" fmla="*/ 63 h 69"/>
              <a:gd name="T86" fmla="*/ 50 w 68"/>
              <a:gd name="T87" fmla="*/ 50 h 69"/>
              <a:gd name="T88" fmla="*/ 48 w 68"/>
              <a:gd name="T89" fmla="*/ 50 h 69"/>
              <a:gd name="T90" fmla="*/ 48 w 68"/>
              <a:gd name="T91" fmla="*/ 52 h 69"/>
              <a:gd name="T92" fmla="*/ 61 w 68"/>
              <a:gd name="T93" fmla="*/ 65 h 69"/>
              <a:gd name="T94" fmla="*/ 64 w 68"/>
              <a:gd name="T95" fmla="*/ 65 h 69"/>
              <a:gd name="T96" fmla="*/ 63 w 68"/>
              <a:gd name="T97" fmla="*/ 63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8" h="69">
                <a:moveTo>
                  <a:pt x="65" y="29"/>
                </a:moveTo>
                <a:cubicBezTo>
                  <a:pt x="67" y="30"/>
                  <a:pt x="68" y="32"/>
                  <a:pt x="68" y="34"/>
                </a:cubicBezTo>
                <a:cubicBezTo>
                  <a:pt x="68" y="63"/>
                  <a:pt x="68" y="63"/>
                  <a:pt x="68" y="63"/>
                </a:cubicBezTo>
                <a:cubicBezTo>
                  <a:pt x="68" y="66"/>
                  <a:pt x="65" y="69"/>
                  <a:pt x="61" y="69"/>
                </a:cubicBezTo>
                <a:cubicBezTo>
                  <a:pt x="7" y="69"/>
                  <a:pt x="7" y="69"/>
                  <a:pt x="7" y="69"/>
                </a:cubicBezTo>
                <a:cubicBezTo>
                  <a:pt x="3" y="69"/>
                  <a:pt x="0" y="66"/>
                  <a:pt x="0" y="63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3"/>
                  <a:pt x="1" y="31"/>
                  <a:pt x="2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30"/>
                  <a:pt x="2" y="30"/>
                  <a:pt x="2" y="30"/>
                </a:cubicBezTo>
                <a:cubicBezTo>
                  <a:pt x="2" y="29"/>
                  <a:pt x="2" y="29"/>
                  <a:pt x="2" y="29"/>
                </a:cubicBezTo>
                <a:cubicBezTo>
                  <a:pt x="30" y="2"/>
                  <a:pt x="30" y="2"/>
                  <a:pt x="30" y="2"/>
                </a:cubicBezTo>
                <a:cubicBezTo>
                  <a:pt x="33" y="0"/>
                  <a:pt x="35" y="0"/>
                  <a:pt x="38" y="2"/>
                </a:cubicBezTo>
                <a:cubicBezTo>
                  <a:pt x="65" y="29"/>
                  <a:pt x="65" y="29"/>
                  <a:pt x="65" y="29"/>
                </a:cubicBezTo>
                <a:close/>
                <a:moveTo>
                  <a:pt x="12" y="22"/>
                </a:moveTo>
                <a:cubicBezTo>
                  <a:pt x="12" y="39"/>
                  <a:pt x="12" y="39"/>
                  <a:pt x="12" y="39"/>
                </a:cubicBezTo>
                <a:cubicBezTo>
                  <a:pt x="34" y="56"/>
                  <a:pt x="34" y="56"/>
                  <a:pt x="34" y="56"/>
                </a:cubicBezTo>
                <a:cubicBezTo>
                  <a:pt x="55" y="40"/>
                  <a:pt x="55" y="40"/>
                  <a:pt x="55" y="40"/>
                </a:cubicBezTo>
                <a:cubicBezTo>
                  <a:pt x="55" y="22"/>
                  <a:pt x="55" y="22"/>
                  <a:pt x="55" y="22"/>
                </a:cubicBezTo>
                <a:cubicBezTo>
                  <a:pt x="12" y="22"/>
                  <a:pt x="12" y="22"/>
                  <a:pt x="12" y="22"/>
                </a:cubicBezTo>
                <a:close/>
                <a:moveTo>
                  <a:pt x="19" y="26"/>
                </a:moveTo>
                <a:cubicBezTo>
                  <a:pt x="19" y="29"/>
                  <a:pt x="19" y="29"/>
                  <a:pt x="19" y="29"/>
                </a:cubicBezTo>
                <a:cubicBezTo>
                  <a:pt x="48" y="29"/>
                  <a:pt x="48" y="29"/>
                  <a:pt x="48" y="29"/>
                </a:cubicBezTo>
                <a:cubicBezTo>
                  <a:pt x="48" y="26"/>
                  <a:pt x="48" y="26"/>
                  <a:pt x="48" y="26"/>
                </a:cubicBezTo>
                <a:cubicBezTo>
                  <a:pt x="19" y="26"/>
                  <a:pt x="19" y="26"/>
                  <a:pt x="19" y="26"/>
                </a:cubicBezTo>
                <a:close/>
                <a:moveTo>
                  <a:pt x="19" y="38"/>
                </a:moveTo>
                <a:cubicBezTo>
                  <a:pt x="19" y="41"/>
                  <a:pt x="19" y="41"/>
                  <a:pt x="19" y="41"/>
                </a:cubicBezTo>
                <a:cubicBezTo>
                  <a:pt x="48" y="41"/>
                  <a:pt x="48" y="41"/>
                  <a:pt x="48" y="41"/>
                </a:cubicBezTo>
                <a:cubicBezTo>
                  <a:pt x="48" y="38"/>
                  <a:pt x="48" y="38"/>
                  <a:pt x="48" y="38"/>
                </a:cubicBezTo>
                <a:cubicBezTo>
                  <a:pt x="19" y="38"/>
                  <a:pt x="19" y="38"/>
                  <a:pt x="19" y="38"/>
                </a:cubicBezTo>
                <a:close/>
                <a:moveTo>
                  <a:pt x="19" y="32"/>
                </a:moveTo>
                <a:cubicBezTo>
                  <a:pt x="19" y="35"/>
                  <a:pt x="19" y="35"/>
                  <a:pt x="19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2"/>
                  <a:pt x="48" y="32"/>
                  <a:pt x="48" y="32"/>
                </a:cubicBezTo>
                <a:cubicBezTo>
                  <a:pt x="19" y="32"/>
                  <a:pt x="19" y="32"/>
                  <a:pt x="19" y="32"/>
                </a:cubicBezTo>
                <a:close/>
                <a:moveTo>
                  <a:pt x="8" y="65"/>
                </a:moveTo>
                <a:cubicBezTo>
                  <a:pt x="21" y="52"/>
                  <a:pt x="21" y="52"/>
                  <a:pt x="21" y="52"/>
                </a:cubicBezTo>
                <a:cubicBezTo>
                  <a:pt x="22" y="52"/>
                  <a:pt x="22" y="51"/>
                  <a:pt x="21" y="50"/>
                </a:cubicBezTo>
                <a:cubicBezTo>
                  <a:pt x="21" y="49"/>
                  <a:pt x="20" y="49"/>
                  <a:pt x="19" y="50"/>
                </a:cubicBezTo>
                <a:cubicBezTo>
                  <a:pt x="6" y="63"/>
                  <a:pt x="6" y="63"/>
                  <a:pt x="6" y="63"/>
                </a:cubicBezTo>
                <a:cubicBezTo>
                  <a:pt x="5" y="64"/>
                  <a:pt x="5" y="64"/>
                  <a:pt x="6" y="65"/>
                </a:cubicBezTo>
                <a:cubicBezTo>
                  <a:pt x="6" y="66"/>
                  <a:pt x="7" y="66"/>
                  <a:pt x="8" y="65"/>
                </a:cubicBezTo>
                <a:close/>
                <a:moveTo>
                  <a:pt x="63" y="63"/>
                </a:moveTo>
                <a:cubicBezTo>
                  <a:pt x="50" y="50"/>
                  <a:pt x="50" y="50"/>
                  <a:pt x="50" y="50"/>
                </a:cubicBezTo>
                <a:cubicBezTo>
                  <a:pt x="49" y="49"/>
                  <a:pt x="48" y="49"/>
                  <a:pt x="48" y="50"/>
                </a:cubicBezTo>
                <a:cubicBezTo>
                  <a:pt x="47" y="51"/>
                  <a:pt x="47" y="52"/>
                  <a:pt x="48" y="52"/>
                </a:cubicBezTo>
                <a:cubicBezTo>
                  <a:pt x="61" y="65"/>
                  <a:pt x="61" y="65"/>
                  <a:pt x="61" y="65"/>
                </a:cubicBezTo>
                <a:cubicBezTo>
                  <a:pt x="62" y="66"/>
                  <a:pt x="63" y="66"/>
                  <a:pt x="64" y="65"/>
                </a:cubicBezTo>
                <a:cubicBezTo>
                  <a:pt x="64" y="64"/>
                  <a:pt x="64" y="64"/>
                  <a:pt x="63" y="63"/>
                </a:cubicBezTo>
                <a:close/>
              </a:path>
            </a:pathLst>
          </a:custGeom>
          <a:solidFill>
            <a:srgbClr val="061975"/>
          </a:solidFill>
          <a:ln>
            <a:noFill/>
          </a:ln>
        </p:spPr>
        <p:txBody>
          <a:bodyPr vert="horz" wrap="square" lIns="91415" tIns="45707" rIns="91415" bIns="45707" numCol="1" anchor="t" anchorCtr="0" compatLnSpc="1">
            <a:prstTxWarp prst="textNoShape">
              <a:avLst/>
            </a:prstTxWarp>
          </a:bodyPr>
          <a:lstStyle/>
          <a:p>
            <a:pPr defTabSz="914120"/>
            <a:endParaRPr lang="zh-CN" altLang="en-US" sz="13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Freeform 447">
            <a:extLst>
              <a:ext uri="{FF2B5EF4-FFF2-40B4-BE49-F238E27FC236}">
                <a16:creationId xmlns:a16="http://schemas.microsoft.com/office/drawing/2014/main" id="{6A8114A5-F45A-471E-85CA-4B9F6ED9E559}"/>
              </a:ext>
            </a:extLst>
          </p:cNvPr>
          <p:cNvSpPr>
            <a:spLocks noEditPoints="1"/>
          </p:cNvSpPr>
          <p:nvPr/>
        </p:nvSpPr>
        <p:spPr bwMode="auto">
          <a:xfrm>
            <a:off x="5724429" y="2839489"/>
            <a:ext cx="288394" cy="388794"/>
          </a:xfrm>
          <a:custGeom>
            <a:avLst/>
            <a:gdLst>
              <a:gd name="T0" fmla="*/ 10 w 57"/>
              <a:gd name="T1" fmla="*/ 24 h 77"/>
              <a:gd name="T2" fmla="*/ 26 w 57"/>
              <a:gd name="T3" fmla="*/ 53 h 77"/>
              <a:gd name="T4" fmla="*/ 55 w 57"/>
              <a:gd name="T5" fmla="*/ 38 h 77"/>
              <a:gd name="T6" fmla="*/ 40 w 57"/>
              <a:gd name="T7" fmla="*/ 9 h 77"/>
              <a:gd name="T8" fmla="*/ 23 w 57"/>
              <a:gd name="T9" fmla="*/ 46 h 77"/>
              <a:gd name="T10" fmla="*/ 32 w 57"/>
              <a:gd name="T11" fmla="*/ 49 h 77"/>
              <a:gd name="T12" fmla="*/ 23 w 57"/>
              <a:gd name="T13" fmla="*/ 46 h 77"/>
              <a:gd name="T14" fmla="*/ 38 w 57"/>
              <a:gd name="T15" fmla="*/ 42 h 77"/>
              <a:gd name="T16" fmla="*/ 43 w 57"/>
              <a:gd name="T17" fmla="*/ 41 h 77"/>
              <a:gd name="T18" fmla="*/ 35 w 57"/>
              <a:gd name="T19" fmla="*/ 45 h 77"/>
              <a:gd name="T20" fmla="*/ 47 w 57"/>
              <a:gd name="T21" fmla="*/ 36 h 77"/>
              <a:gd name="T22" fmla="*/ 50 w 57"/>
              <a:gd name="T23" fmla="*/ 36 h 77"/>
              <a:gd name="T24" fmla="*/ 47 w 57"/>
              <a:gd name="T25" fmla="*/ 36 h 77"/>
              <a:gd name="T26" fmla="*/ 37 w 57"/>
              <a:gd name="T27" fmla="*/ 16 h 77"/>
              <a:gd name="T28" fmla="*/ 38 w 57"/>
              <a:gd name="T29" fmla="*/ 14 h 77"/>
              <a:gd name="T30" fmla="*/ 32 w 57"/>
              <a:gd name="T31" fmla="*/ 18 h 77"/>
              <a:gd name="T32" fmla="*/ 23 w 57"/>
              <a:gd name="T33" fmla="*/ 23 h 77"/>
              <a:gd name="T34" fmla="*/ 24 w 57"/>
              <a:gd name="T35" fmla="*/ 15 h 77"/>
              <a:gd name="T36" fmla="*/ 32 w 57"/>
              <a:gd name="T37" fmla="*/ 18 h 77"/>
              <a:gd name="T38" fmla="*/ 15 w 57"/>
              <a:gd name="T39" fmla="*/ 30 h 77"/>
              <a:gd name="T40" fmla="*/ 17 w 57"/>
              <a:gd name="T41" fmla="*/ 22 h 77"/>
              <a:gd name="T42" fmla="*/ 23 w 57"/>
              <a:gd name="T43" fmla="*/ 41 h 77"/>
              <a:gd name="T44" fmla="*/ 19 w 57"/>
              <a:gd name="T45" fmla="*/ 33 h 77"/>
              <a:gd name="T46" fmla="*/ 22 w 57"/>
              <a:gd name="T47" fmla="*/ 37 h 77"/>
              <a:gd name="T48" fmla="*/ 23 w 57"/>
              <a:gd name="T49" fmla="*/ 41 h 77"/>
              <a:gd name="T50" fmla="*/ 29 w 57"/>
              <a:gd name="T51" fmla="*/ 25 h 77"/>
              <a:gd name="T52" fmla="*/ 39 w 57"/>
              <a:gd name="T53" fmla="*/ 28 h 77"/>
              <a:gd name="T54" fmla="*/ 36 w 57"/>
              <a:gd name="T55" fmla="*/ 37 h 77"/>
              <a:gd name="T56" fmla="*/ 27 w 57"/>
              <a:gd name="T57" fmla="*/ 34 h 77"/>
              <a:gd name="T58" fmla="*/ 41 w 57"/>
              <a:gd name="T59" fmla="*/ 21 h 77"/>
              <a:gd name="T60" fmla="*/ 49 w 57"/>
              <a:gd name="T61" fmla="*/ 23 h 77"/>
              <a:gd name="T62" fmla="*/ 46 w 57"/>
              <a:gd name="T63" fmla="*/ 30 h 77"/>
              <a:gd name="T64" fmla="*/ 41 w 57"/>
              <a:gd name="T65" fmla="*/ 21 h 77"/>
              <a:gd name="T66" fmla="*/ 49 w 57"/>
              <a:gd name="T67" fmla="*/ 77 h 77"/>
              <a:gd name="T68" fmla="*/ 21 w 57"/>
              <a:gd name="T69" fmla="*/ 71 h 77"/>
              <a:gd name="T70" fmla="*/ 30 w 57"/>
              <a:gd name="T71" fmla="*/ 64 h 77"/>
              <a:gd name="T72" fmla="*/ 0 w 57"/>
              <a:gd name="T73" fmla="*/ 31 h 77"/>
              <a:gd name="T74" fmla="*/ 22 w 57"/>
              <a:gd name="T75" fmla="*/ 0 h 77"/>
              <a:gd name="T76" fmla="*/ 14 w 57"/>
              <a:gd name="T77" fmla="*/ 13 h 77"/>
              <a:gd name="T78" fmla="*/ 14 w 57"/>
              <a:gd name="T79" fmla="*/ 50 h 77"/>
              <a:gd name="T80" fmla="*/ 49 w 57"/>
              <a:gd name="T81" fmla="*/ 51 h 77"/>
              <a:gd name="T82" fmla="*/ 38 w 57"/>
              <a:gd name="T83" fmla="*/ 63 h 77"/>
              <a:gd name="T84" fmla="*/ 49 w 57"/>
              <a:gd name="T85" fmla="*/ 71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7" h="77">
                <a:moveTo>
                  <a:pt x="22" y="10"/>
                </a:moveTo>
                <a:cubicBezTo>
                  <a:pt x="16" y="13"/>
                  <a:pt x="12" y="18"/>
                  <a:pt x="10" y="24"/>
                </a:cubicBezTo>
                <a:cubicBezTo>
                  <a:pt x="9" y="30"/>
                  <a:pt x="9" y="36"/>
                  <a:pt x="12" y="42"/>
                </a:cubicBezTo>
                <a:cubicBezTo>
                  <a:pt x="15" y="47"/>
                  <a:pt x="20" y="51"/>
                  <a:pt x="26" y="53"/>
                </a:cubicBezTo>
                <a:cubicBezTo>
                  <a:pt x="31" y="55"/>
                  <a:pt x="38" y="55"/>
                  <a:pt x="43" y="52"/>
                </a:cubicBezTo>
                <a:cubicBezTo>
                  <a:pt x="49" y="49"/>
                  <a:pt x="53" y="44"/>
                  <a:pt x="55" y="38"/>
                </a:cubicBezTo>
                <a:cubicBezTo>
                  <a:pt x="57" y="32"/>
                  <a:pt x="56" y="26"/>
                  <a:pt x="53" y="20"/>
                </a:cubicBezTo>
                <a:cubicBezTo>
                  <a:pt x="50" y="14"/>
                  <a:pt x="45" y="11"/>
                  <a:pt x="40" y="9"/>
                </a:cubicBezTo>
                <a:cubicBezTo>
                  <a:pt x="34" y="7"/>
                  <a:pt x="28" y="7"/>
                  <a:pt x="22" y="10"/>
                </a:cubicBezTo>
                <a:close/>
                <a:moveTo>
                  <a:pt x="23" y="46"/>
                </a:moveTo>
                <a:cubicBezTo>
                  <a:pt x="25" y="46"/>
                  <a:pt x="26" y="46"/>
                  <a:pt x="28" y="46"/>
                </a:cubicBezTo>
                <a:cubicBezTo>
                  <a:pt x="29" y="47"/>
                  <a:pt x="31" y="48"/>
                  <a:pt x="32" y="49"/>
                </a:cubicBezTo>
                <a:cubicBezTo>
                  <a:pt x="30" y="49"/>
                  <a:pt x="29" y="49"/>
                  <a:pt x="27" y="48"/>
                </a:cubicBezTo>
                <a:cubicBezTo>
                  <a:pt x="26" y="48"/>
                  <a:pt x="24" y="47"/>
                  <a:pt x="23" y="46"/>
                </a:cubicBezTo>
                <a:close/>
                <a:moveTo>
                  <a:pt x="34" y="44"/>
                </a:moveTo>
                <a:cubicBezTo>
                  <a:pt x="35" y="43"/>
                  <a:pt x="37" y="43"/>
                  <a:pt x="38" y="42"/>
                </a:cubicBezTo>
                <a:cubicBezTo>
                  <a:pt x="40" y="41"/>
                  <a:pt x="41" y="40"/>
                  <a:pt x="43" y="39"/>
                </a:cubicBezTo>
                <a:cubicBezTo>
                  <a:pt x="43" y="40"/>
                  <a:pt x="43" y="40"/>
                  <a:pt x="43" y="41"/>
                </a:cubicBezTo>
                <a:cubicBezTo>
                  <a:pt x="43" y="44"/>
                  <a:pt x="42" y="46"/>
                  <a:pt x="41" y="47"/>
                </a:cubicBezTo>
                <a:cubicBezTo>
                  <a:pt x="40" y="48"/>
                  <a:pt x="38" y="47"/>
                  <a:pt x="35" y="45"/>
                </a:cubicBezTo>
                <a:cubicBezTo>
                  <a:pt x="35" y="45"/>
                  <a:pt x="34" y="44"/>
                  <a:pt x="34" y="44"/>
                </a:cubicBezTo>
                <a:close/>
                <a:moveTo>
                  <a:pt x="47" y="36"/>
                </a:moveTo>
                <a:cubicBezTo>
                  <a:pt x="49" y="34"/>
                  <a:pt x="50" y="33"/>
                  <a:pt x="51" y="32"/>
                </a:cubicBezTo>
                <a:cubicBezTo>
                  <a:pt x="51" y="33"/>
                  <a:pt x="50" y="35"/>
                  <a:pt x="50" y="36"/>
                </a:cubicBezTo>
                <a:cubicBezTo>
                  <a:pt x="49" y="38"/>
                  <a:pt x="49" y="39"/>
                  <a:pt x="48" y="40"/>
                </a:cubicBezTo>
                <a:cubicBezTo>
                  <a:pt x="48" y="39"/>
                  <a:pt x="48" y="37"/>
                  <a:pt x="47" y="36"/>
                </a:cubicBezTo>
                <a:close/>
                <a:moveTo>
                  <a:pt x="42" y="16"/>
                </a:moveTo>
                <a:cubicBezTo>
                  <a:pt x="41" y="16"/>
                  <a:pt x="39" y="16"/>
                  <a:pt x="37" y="16"/>
                </a:cubicBezTo>
                <a:cubicBezTo>
                  <a:pt x="36" y="15"/>
                  <a:pt x="35" y="14"/>
                  <a:pt x="34" y="13"/>
                </a:cubicBezTo>
                <a:cubicBezTo>
                  <a:pt x="35" y="13"/>
                  <a:pt x="37" y="13"/>
                  <a:pt x="38" y="14"/>
                </a:cubicBezTo>
                <a:cubicBezTo>
                  <a:pt x="39" y="14"/>
                  <a:pt x="41" y="15"/>
                  <a:pt x="42" y="16"/>
                </a:cubicBezTo>
                <a:close/>
                <a:moveTo>
                  <a:pt x="32" y="18"/>
                </a:moveTo>
                <a:cubicBezTo>
                  <a:pt x="30" y="19"/>
                  <a:pt x="29" y="19"/>
                  <a:pt x="27" y="20"/>
                </a:cubicBezTo>
                <a:cubicBezTo>
                  <a:pt x="25" y="21"/>
                  <a:pt x="24" y="22"/>
                  <a:pt x="23" y="23"/>
                </a:cubicBezTo>
                <a:cubicBezTo>
                  <a:pt x="23" y="22"/>
                  <a:pt x="23" y="22"/>
                  <a:pt x="23" y="21"/>
                </a:cubicBezTo>
                <a:cubicBezTo>
                  <a:pt x="22" y="18"/>
                  <a:pt x="23" y="16"/>
                  <a:pt x="24" y="15"/>
                </a:cubicBezTo>
                <a:cubicBezTo>
                  <a:pt x="26" y="14"/>
                  <a:pt x="28" y="15"/>
                  <a:pt x="30" y="17"/>
                </a:cubicBezTo>
                <a:cubicBezTo>
                  <a:pt x="31" y="17"/>
                  <a:pt x="31" y="18"/>
                  <a:pt x="32" y="18"/>
                </a:cubicBezTo>
                <a:close/>
                <a:moveTo>
                  <a:pt x="18" y="26"/>
                </a:moveTo>
                <a:cubicBezTo>
                  <a:pt x="17" y="28"/>
                  <a:pt x="16" y="29"/>
                  <a:pt x="15" y="30"/>
                </a:cubicBezTo>
                <a:cubicBezTo>
                  <a:pt x="15" y="29"/>
                  <a:pt x="15" y="27"/>
                  <a:pt x="15" y="26"/>
                </a:cubicBezTo>
                <a:cubicBezTo>
                  <a:pt x="16" y="24"/>
                  <a:pt x="17" y="23"/>
                  <a:pt x="17" y="22"/>
                </a:cubicBezTo>
                <a:cubicBezTo>
                  <a:pt x="17" y="23"/>
                  <a:pt x="18" y="25"/>
                  <a:pt x="18" y="26"/>
                </a:cubicBezTo>
                <a:close/>
                <a:moveTo>
                  <a:pt x="23" y="41"/>
                </a:moveTo>
                <a:cubicBezTo>
                  <a:pt x="20" y="41"/>
                  <a:pt x="17" y="41"/>
                  <a:pt x="17" y="39"/>
                </a:cubicBezTo>
                <a:cubicBezTo>
                  <a:pt x="16" y="38"/>
                  <a:pt x="17" y="36"/>
                  <a:pt x="19" y="33"/>
                </a:cubicBezTo>
                <a:cubicBezTo>
                  <a:pt x="19" y="33"/>
                  <a:pt x="19" y="32"/>
                  <a:pt x="20" y="32"/>
                </a:cubicBezTo>
                <a:cubicBezTo>
                  <a:pt x="20" y="34"/>
                  <a:pt x="21" y="35"/>
                  <a:pt x="22" y="37"/>
                </a:cubicBezTo>
                <a:cubicBezTo>
                  <a:pt x="23" y="38"/>
                  <a:pt x="24" y="40"/>
                  <a:pt x="24" y="41"/>
                </a:cubicBezTo>
                <a:cubicBezTo>
                  <a:pt x="24" y="41"/>
                  <a:pt x="23" y="41"/>
                  <a:pt x="23" y="41"/>
                </a:cubicBezTo>
                <a:close/>
                <a:moveTo>
                  <a:pt x="24" y="28"/>
                </a:moveTo>
                <a:cubicBezTo>
                  <a:pt x="26" y="27"/>
                  <a:pt x="27" y="26"/>
                  <a:pt x="29" y="25"/>
                </a:cubicBezTo>
                <a:cubicBezTo>
                  <a:pt x="31" y="24"/>
                  <a:pt x="33" y="23"/>
                  <a:pt x="35" y="22"/>
                </a:cubicBezTo>
                <a:cubicBezTo>
                  <a:pt x="37" y="24"/>
                  <a:pt x="38" y="26"/>
                  <a:pt x="39" y="28"/>
                </a:cubicBezTo>
                <a:cubicBezTo>
                  <a:pt x="40" y="30"/>
                  <a:pt x="41" y="32"/>
                  <a:pt x="41" y="34"/>
                </a:cubicBezTo>
                <a:cubicBezTo>
                  <a:pt x="40" y="35"/>
                  <a:pt x="38" y="36"/>
                  <a:pt x="36" y="37"/>
                </a:cubicBezTo>
                <a:cubicBezTo>
                  <a:pt x="34" y="38"/>
                  <a:pt x="32" y="39"/>
                  <a:pt x="30" y="40"/>
                </a:cubicBezTo>
                <a:cubicBezTo>
                  <a:pt x="29" y="38"/>
                  <a:pt x="28" y="36"/>
                  <a:pt x="27" y="34"/>
                </a:cubicBezTo>
                <a:cubicBezTo>
                  <a:pt x="25" y="32"/>
                  <a:pt x="25" y="30"/>
                  <a:pt x="24" y="28"/>
                </a:cubicBezTo>
                <a:close/>
                <a:moveTo>
                  <a:pt x="41" y="21"/>
                </a:moveTo>
                <a:cubicBezTo>
                  <a:pt x="41" y="21"/>
                  <a:pt x="42" y="21"/>
                  <a:pt x="43" y="21"/>
                </a:cubicBezTo>
                <a:cubicBezTo>
                  <a:pt x="46" y="21"/>
                  <a:pt x="48" y="21"/>
                  <a:pt x="49" y="23"/>
                </a:cubicBezTo>
                <a:cubicBezTo>
                  <a:pt x="49" y="24"/>
                  <a:pt x="49" y="26"/>
                  <a:pt x="47" y="29"/>
                </a:cubicBezTo>
                <a:cubicBezTo>
                  <a:pt x="46" y="29"/>
                  <a:pt x="46" y="29"/>
                  <a:pt x="46" y="30"/>
                </a:cubicBezTo>
                <a:cubicBezTo>
                  <a:pt x="45" y="28"/>
                  <a:pt x="44" y="27"/>
                  <a:pt x="43" y="25"/>
                </a:cubicBezTo>
                <a:cubicBezTo>
                  <a:pt x="43" y="24"/>
                  <a:pt x="42" y="22"/>
                  <a:pt x="41" y="21"/>
                </a:cubicBezTo>
                <a:close/>
                <a:moveTo>
                  <a:pt x="49" y="71"/>
                </a:moveTo>
                <a:cubicBezTo>
                  <a:pt x="49" y="77"/>
                  <a:pt x="49" y="77"/>
                  <a:pt x="49" y="77"/>
                </a:cubicBezTo>
                <a:cubicBezTo>
                  <a:pt x="21" y="77"/>
                  <a:pt x="21" y="77"/>
                  <a:pt x="21" y="77"/>
                </a:cubicBezTo>
                <a:cubicBezTo>
                  <a:pt x="21" y="71"/>
                  <a:pt x="21" y="71"/>
                  <a:pt x="21" y="71"/>
                </a:cubicBezTo>
                <a:cubicBezTo>
                  <a:pt x="30" y="71"/>
                  <a:pt x="30" y="71"/>
                  <a:pt x="30" y="71"/>
                </a:cubicBezTo>
                <a:cubicBezTo>
                  <a:pt x="30" y="64"/>
                  <a:pt x="30" y="64"/>
                  <a:pt x="30" y="64"/>
                </a:cubicBezTo>
                <a:cubicBezTo>
                  <a:pt x="22" y="63"/>
                  <a:pt x="15" y="60"/>
                  <a:pt x="9" y="54"/>
                </a:cubicBezTo>
                <a:cubicBezTo>
                  <a:pt x="3" y="48"/>
                  <a:pt x="0" y="40"/>
                  <a:pt x="0" y="31"/>
                </a:cubicBezTo>
                <a:cubicBezTo>
                  <a:pt x="0" y="22"/>
                  <a:pt x="3" y="14"/>
                  <a:pt x="9" y="8"/>
                </a:cubicBezTo>
                <a:cubicBezTo>
                  <a:pt x="13" y="4"/>
                  <a:pt x="17" y="2"/>
                  <a:pt x="22" y="0"/>
                </a:cubicBezTo>
                <a:cubicBezTo>
                  <a:pt x="25" y="6"/>
                  <a:pt x="25" y="6"/>
                  <a:pt x="25" y="6"/>
                </a:cubicBezTo>
                <a:cubicBezTo>
                  <a:pt x="21" y="7"/>
                  <a:pt x="17" y="9"/>
                  <a:pt x="14" y="13"/>
                </a:cubicBezTo>
                <a:cubicBezTo>
                  <a:pt x="9" y="17"/>
                  <a:pt x="6" y="24"/>
                  <a:pt x="6" y="31"/>
                </a:cubicBezTo>
                <a:cubicBezTo>
                  <a:pt x="6" y="38"/>
                  <a:pt x="9" y="45"/>
                  <a:pt x="14" y="50"/>
                </a:cubicBezTo>
                <a:cubicBezTo>
                  <a:pt x="19" y="54"/>
                  <a:pt x="25" y="57"/>
                  <a:pt x="33" y="57"/>
                </a:cubicBezTo>
                <a:cubicBezTo>
                  <a:pt x="39" y="57"/>
                  <a:pt x="45" y="55"/>
                  <a:pt x="49" y="51"/>
                </a:cubicBezTo>
                <a:cubicBezTo>
                  <a:pt x="52" y="57"/>
                  <a:pt x="52" y="57"/>
                  <a:pt x="52" y="57"/>
                </a:cubicBezTo>
                <a:cubicBezTo>
                  <a:pt x="48" y="60"/>
                  <a:pt x="43" y="62"/>
                  <a:pt x="38" y="63"/>
                </a:cubicBezTo>
                <a:cubicBezTo>
                  <a:pt x="38" y="71"/>
                  <a:pt x="38" y="71"/>
                  <a:pt x="38" y="71"/>
                </a:cubicBezTo>
                <a:lnTo>
                  <a:pt x="49" y="71"/>
                </a:lnTo>
                <a:close/>
              </a:path>
            </a:pathLst>
          </a:custGeom>
          <a:solidFill>
            <a:srgbClr val="061975"/>
          </a:solidFill>
          <a:ln>
            <a:noFill/>
          </a:ln>
        </p:spPr>
        <p:txBody>
          <a:bodyPr vert="horz" wrap="square" lIns="91415" tIns="45707" rIns="91415" bIns="45707" numCol="1" anchor="t" anchorCtr="0" compatLnSpc="1">
            <a:prstTxWarp prst="textNoShape">
              <a:avLst/>
            </a:prstTxWarp>
          </a:bodyPr>
          <a:lstStyle/>
          <a:p>
            <a:pPr defTabSz="914120"/>
            <a:endParaRPr lang="zh-CN" altLang="en-US" sz="13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Freeform 454">
            <a:extLst>
              <a:ext uri="{FF2B5EF4-FFF2-40B4-BE49-F238E27FC236}">
                <a16:creationId xmlns:a16="http://schemas.microsoft.com/office/drawing/2014/main" id="{6CDEB933-0A38-41CB-8D2E-97A31BA72BD8}"/>
              </a:ext>
            </a:extLst>
          </p:cNvPr>
          <p:cNvSpPr>
            <a:spLocks noEditPoints="1"/>
          </p:cNvSpPr>
          <p:nvPr/>
        </p:nvSpPr>
        <p:spPr bwMode="auto">
          <a:xfrm>
            <a:off x="6401207" y="1658353"/>
            <a:ext cx="369570" cy="373842"/>
          </a:xfrm>
          <a:custGeom>
            <a:avLst/>
            <a:gdLst>
              <a:gd name="T0" fmla="*/ 33 w 73"/>
              <a:gd name="T1" fmla="*/ 12 h 74"/>
              <a:gd name="T2" fmla="*/ 55 w 73"/>
              <a:gd name="T3" fmla="*/ 18 h 74"/>
              <a:gd name="T4" fmla="*/ 66 w 73"/>
              <a:gd name="T5" fmla="*/ 38 h 74"/>
              <a:gd name="T6" fmla="*/ 60 w 73"/>
              <a:gd name="T7" fmla="*/ 59 h 74"/>
              <a:gd name="T8" fmla="*/ 62 w 73"/>
              <a:gd name="T9" fmla="*/ 74 h 74"/>
              <a:gd name="T10" fmla="*/ 58 w 73"/>
              <a:gd name="T11" fmla="*/ 74 h 74"/>
              <a:gd name="T12" fmla="*/ 53 w 73"/>
              <a:gd name="T13" fmla="*/ 67 h 74"/>
              <a:gd name="T14" fmla="*/ 39 w 73"/>
              <a:gd name="T15" fmla="*/ 72 h 74"/>
              <a:gd name="T16" fmla="*/ 39 w 73"/>
              <a:gd name="T17" fmla="*/ 72 h 74"/>
              <a:gd name="T18" fmla="*/ 39 w 73"/>
              <a:gd name="T19" fmla="*/ 72 h 74"/>
              <a:gd name="T20" fmla="*/ 20 w 73"/>
              <a:gd name="T21" fmla="*/ 67 h 74"/>
              <a:gd name="T22" fmla="*/ 15 w 73"/>
              <a:gd name="T23" fmla="*/ 74 h 74"/>
              <a:gd name="T24" fmla="*/ 11 w 73"/>
              <a:gd name="T25" fmla="*/ 74 h 74"/>
              <a:gd name="T26" fmla="*/ 13 w 73"/>
              <a:gd name="T27" fmla="*/ 60 h 74"/>
              <a:gd name="T28" fmla="*/ 6 w 73"/>
              <a:gd name="T29" fmla="*/ 45 h 74"/>
              <a:gd name="T30" fmla="*/ 6 w 73"/>
              <a:gd name="T31" fmla="*/ 45 h 74"/>
              <a:gd name="T32" fmla="*/ 6 w 73"/>
              <a:gd name="T33" fmla="*/ 45 h 74"/>
              <a:gd name="T34" fmla="*/ 33 w 73"/>
              <a:gd name="T35" fmla="*/ 12 h 74"/>
              <a:gd name="T36" fmla="*/ 37 w 73"/>
              <a:gd name="T37" fmla="*/ 37 h 74"/>
              <a:gd name="T38" fmla="*/ 34 w 73"/>
              <a:gd name="T39" fmla="*/ 37 h 74"/>
              <a:gd name="T40" fmla="*/ 26 w 73"/>
              <a:gd name="T41" fmla="*/ 24 h 74"/>
              <a:gd name="T42" fmla="*/ 25 w 73"/>
              <a:gd name="T43" fmla="*/ 24 h 74"/>
              <a:gd name="T44" fmla="*/ 33 w 73"/>
              <a:gd name="T45" fmla="*/ 38 h 74"/>
              <a:gd name="T46" fmla="*/ 32 w 73"/>
              <a:gd name="T47" fmla="*/ 42 h 74"/>
              <a:gd name="T48" fmla="*/ 37 w 73"/>
              <a:gd name="T49" fmla="*/ 47 h 74"/>
              <a:gd name="T50" fmla="*/ 42 w 73"/>
              <a:gd name="T51" fmla="*/ 42 h 74"/>
              <a:gd name="T52" fmla="*/ 42 w 73"/>
              <a:gd name="T53" fmla="*/ 41 h 74"/>
              <a:gd name="T54" fmla="*/ 51 w 73"/>
              <a:gd name="T55" fmla="*/ 31 h 74"/>
              <a:gd name="T56" fmla="*/ 48 w 73"/>
              <a:gd name="T57" fmla="*/ 28 h 74"/>
              <a:gd name="T58" fmla="*/ 39 w 73"/>
              <a:gd name="T59" fmla="*/ 37 h 74"/>
              <a:gd name="T60" fmla="*/ 37 w 73"/>
              <a:gd name="T61" fmla="*/ 37 h 74"/>
              <a:gd name="T62" fmla="*/ 67 w 73"/>
              <a:gd name="T63" fmla="*/ 0 h 74"/>
              <a:gd name="T64" fmla="*/ 63 w 73"/>
              <a:gd name="T65" fmla="*/ 3 h 74"/>
              <a:gd name="T66" fmla="*/ 45 w 73"/>
              <a:gd name="T67" fmla="*/ 7 h 74"/>
              <a:gd name="T68" fmla="*/ 45 w 73"/>
              <a:gd name="T69" fmla="*/ 7 h 74"/>
              <a:gd name="T70" fmla="*/ 68 w 73"/>
              <a:gd name="T71" fmla="*/ 27 h 74"/>
              <a:gd name="T72" fmla="*/ 68 w 73"/>
              <a:gd name="T73" fmla="*/ 26 h 74"/>
              <a:gd name="T74" fmla="*/ 68 w 73"/>
              <a:gd name="T75" fmla="*/ 7 h 74"/>
              <a:gd name="T76" fmla="*/ 70 w 73"/>
              <a:gd name="T77" fmla="*/ 2 h 74"/>
              <a:gd name="T78" fmla="*/ 67 w 73"/>
              <a:gd name="T79" fmla="*/ 0 h 74"/>
              <a:gd name="T80" fmla="*/ 5 w 73"/>
              <a:gd name="T81" fmla="*/ 2 h 74"/>
              <a:gd name="T82" fmla="*/ 6 w 73"/>
              <a:gd name="T83" fmla="*/ 6 h 74"/>
              <a:gd name="T84" fmla="*/ 4 w 73"/>
              <a:gd name="T85" fmla="*/ 25 h 74"/>
              <a:gd name="T86" fmla="*/ 4 w 73"/>
              <a:gd name="T87" fmla="*/ 25 h 74"/>
              <a:gd name="T88" fmla="*/ 29 w 73"/>
              <a:gd name="T89" fmla="*/ 8 h 74"/>
              <a:gd name="T90" fmla="*/ 29 w 73"/>
              <a:gd name="T91" fmla="*/ 8 h 74"/>
              <a:gd name="T92" fmla="*/ 11 w 73"/>
              <a:gd name="T93" fmla="*/ 3 h 74"/>
              <a:gd name="T94" fmla="*/ 7 w 73"/>
              <a:gd name="T95" fmla="*/ 0 h 74"/>
              <a:gd name="T96" fmla="*/ 5 w 73"/>
              <a:gd name="T97" fmla="*/ 2 h 74"/>
              <a:gd name="T98" fmla="*/ 51 w 73"/>
              <a:gd name="T99" fmla="*/ 23 h 74"/>
              <a:gd name="T100" fmla="*/ 33 w 73"/>
              <a:gd name="T101" fmla="*/ 18 h 74"/>
              <a:gd name="T102" fmla="*/ 17 w 73"/>
              <a:gd name="T103" fmla="*/ 27 h 74"/>
              <a:gd name="T104" fmla="*/ 12 w 73"/>
              <a:gd name="T105" fmla="*/ 44 h 74"/>
              <a:gd name="T106" fmla="*/ 12 w 73"/>
              <a:gd name="T107" fmla="*/ 44 h 74"/>
              <a:gd name="T108" fmla="*/ 21 w 73"/>
              <a:gd name="T109" fmla="*/ 60 h 74"/>
              <a:gd name="T110" fmla="*/ 39 w 73"/>
              <a:gd name="T111" fmla="*/ 65 h 74"/>
              <a:gd name="T112" fmla="*/ 39 w 73"/>
              <a:gd name="T113" fmla="*/ 65 h 74"/>
              <a:gd name="T114" fmla="*/ 55 w 73"/>
              <a:gd name="T115" fmla="*/ 57 h 74"/>
              <a:gd name="T116" fmla="*/ 60 w 73"/>
              <a:gd name="T117" fmla="*/ 39 h 74"/>
              <a:gd name="T118" fmla="*/ 51 w 73"/>
              <a:gd name="T119" fmla="*/ 23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73" h="74">
                <a:moveTo>
                  <a:pt x="33" y="12"/>
                </a:moveTo>
                <a:cubicBezTo>
                  <a:pt x="41" y="11"/>
                  <a:pt x="49" y="14"/>
                  <a:pt x="55" y="18"/>
                </a:cubicBezTo>
                <a:cubicBezTo>
                  <a:pt x="61" y="23"/>
                  <a:pt x="65" y="30"/>
                  <a:pt x="66" y="38"/>
                </a:cubicBezTo>
                <a:cubicBezTo>
                  <a:pt x="67" y="46"/>
                  <a:pt x="65" y="53"/>
                  <a:pt x="60" y="59"/>
                </a:cubicBezTo>
                <a:cubicBezTo>
                  <a:pt x="62" y="74"/>
                  <a:pt x="62" y="74"/>
                  <a:pt x="62" y="74"/>
                </a:cubicBezTo>
                <a:cubicBezTo>
                  <a:pt x="58" y="74"/>
                  <a:pt x="58" y="74"/>
                  <a:pt x="58" y="74"/>
                </a:cubicBezTo>
                <a:cubicBezTo>
                  <a:pt x="53" y="67"/>
                  <a:pt x="53" y="67"/>
                  <a:pt x="53" y="67"/>
                </a:cubicBezTo>
                <a:cubicBezTo>
                  <a:pt x="49" y="69"/>
                  <a:pt x="44" y="71"/>
                  <a:pt x="39" y="72"/>
                </a:cubicBezTo>
                <a:cubicBezTo>
                  <a:pt x="39" y="72"/>
                  <a:pt x="39" y="72"/>
                  <a:pt x="39" y="72"/>
                </a:cubicBezTo>
                <a:cubicBezTo>
                  <a:pt x="39" y="72"/>
                  <a:pt x="39" y="72"/>
                  <a:pt x="39" y="72"/>
                </a:cubicBezTo>
                <a:cubicBezTo>
                  <a:pt x="32" y="72"/>
                  <a:pt x="26" y="71"/>
                  <a:pt x="20" y="67"/>
                </a:cubicBezTo>
                <a:cubicBezTo>
                  <a:pt x="15" y="74"/>
                  <a:pt x="15" y="74"/>
                  <a:pt x="15" y="74"/>
                </a:cubicBezTo>
                <a:cubicBezTo>
                  <a:pt x="11" y="74"/>
                  <a:pt x="11" y="74"/>
                  <a:pt x="11" y="74"/>
                </a:cubicBezTo>
                <a:cubicBezTo>
                  <a:pt x="13" y="60"/>
                  <a:pt x="13" y="60"/>
                  <a:pt x="13" y="60"/>
                </a:cubicBezTo>
                <a:cubicBezTo>
                  <a:pt x="9" y="56"/>
                  <a:pt x="7" y="51"/>
                  <a:pt x="6" y="45"/>
                </a:cubicBezTo>
                <a:cubicBezTo>
                  <a:pt x="6" y="45"/>
                  <a:pt x="6" y="45"/>
                  <a:pt x="6" y="45"/>
                </a:cubicBezTo>
                <a:cubicBezTo>
                  <a:pt x="6" y="45"/>
                  <a:pt x="6" y="45"/>
                  <a:pt x="6" y="45"/>
                </a:cubicBezTo>
                <a:cubicBezTo>
                  <a:pt x="4" y="29"/>
                  <a:pt x="16" y="14"/>
                  <a:pt x="33" y="12"/>
                </a:cubicBezTo>
                <a:close/>
                <a:moveTo>
                  <a:pt x="37" y="37"/>
                </a:moveTo>
                <a:cubicBezTo>
                  <a:pt x="36" y="37"/>
                  <a:pt x="35" y="37"/>
                  <a:pt x="34" y="37"/>
                </a:cubicBezTo>
                <a:cubicBezTo>
                  <a:pt x="32" y="33"/>
                  <a:pt x="29" y="28"/>
                  <a:pt x="26" y="24"/>
                </a:cubicBezTo>
                <a:cubicBezTo>
                  <a:pt x="26" y="24"/>
                  <a:pt x="25" y="24"/>
                  <a:pt x="25" y="24"/>
                </a:cubicBezTo>
                <a:cubicBezTo>
                  <a:pt x="27" y="29"/>
                  <a:pt x="30" y="34"/>
                  <a:pt x="33" y="38"/>
                </a:cubicBezTo>
                <a:cubicBezTo>
                  <a:pt x="32" y="39"/>
                  <a:pt x="32" y="41"/>
                  <a:pt x="32" y="42"/>
                </a:cubicBezTo>
                <a:cubicBezTo>
                  <a:pt x="32" y="45"/>
                  <a:pt x="34" y="47"/>
                  <a:pt x="37" y="47"/>
                </a:cubicBezTo>
                <a:cubicBezTo>
                  <a:pt x="40" y="47"/>
                  <a:pt x="42" y="45"/>
                  <a:pt x="42" y="42"/>
                </a:cubicBezTo>
                <a:cubicBezTo>
                  <a:pt x="42" y="42"/>
                  <a:pt x="42" y="41"/>
                  <a:pt x="42" y="41"/>
                </a:cubicBezTo>
                <a:cubicBezTo>
                  <a:pt x="45" y="38"/>
                  <a:pt x="48" y="35"/>
                  <a:pt x="51" y="31"/>
                </a:cubicBezTo>
                <a:cubicBezTo>
                  <a:pt x="50" y="30"/>
                  <a:pt x="49" y="29"/>
                  <a:pt x="48" y="28"/>
                </a:cubicBezTo>
                <a:cubicBezTo>
                  <a:pt x="45" y="31"/>
                  <a:pt x="42" y="34"/>
                  <a:pt x="39" y="37"/>
                </a:cubicBezTo>
                <a:cubicBezTo>
                  <a:pt x="38" y="37"/>
                  <a:pt x="38" y="37"/>
                  <a:pt x="37" y="37"/>
                </a:cubicBezTo>
                <a:close/>
                <a:moveTo>
                  <a:pt x="67" y="0"/>
                </a:moveTo>
                <a:cubicBezTo>
                  <a:pt x="63" y="3"/>
                  <a:pt x="63" y="3"/>
                  <a:pt x="63" y="3"/>
                </a:cubicBezTo>
                <a:cubicBezTo>
                  <a:pt x="57" y="0"/>
                  <a:pt x="50" y="1"/>
                  <a:pt x="45" y="7"/>
                </a:cubicBezTo>
                <a:cubicBezTo>
                  <a:pt x="45" y="7"/>
                  <a:pt x="45" y="7"/>
                  <a:pt x="45" y="7"/>
                </a:cubicBezTo>
                <a:cubicBezTo>
                  <a:pt x="68" y="27"/>
                  <a:pt x="68" y="27"/>
                  <a:pt x="68" y="27"/>
                </a:cubicBezTo>
                <a:cubicBezTo>
                  <a:pt x="68" y="27"/>
                  <a:pt x="68" y="27"/>
                  <a:pt x="68" y="26"/>
                </a:cubicBezTo>
                <a:cubicBezTo>
                  <a:pt x="73" y="21"/>
                  <a:pt x="73" y="12"/>
                  <a:pt x="68" y="7"/>
                </a:cubicBezTo>
                <a:cubicBezTo>
                  <a:pt x="70" y="2"/>
                  <a:pt x="70" y="2"/>
                  <a:pt x="70" y="2"/>
                </a:cubicBezTo>
                <a:cubicBezTo>
                  <a:pt x="67" y="0"/>
                  <a:pt x="67" y="0"/>
                  <a:pt x="67" y="0"/>
                </a:cubicBezTo>
                <a:close/>
                <a:moveTo>
                  <a:pt x="5" y="2"/>
                </a:moveTo>
                <a:cubicBezTo>
                  <a:pt x="6" y="6"/>
                  <a:pt x="6" y="6"/>
                  <a:pt x="6" y="6"/>
                </a:cubicBezTo>
                <a:cubicBezTo>
                  <a:pt x="1" y="11"/>
                  <a:pt x="0" y="19"/>
                  <a:pt x="4" y="25"/>
                </a:cubicBezTo>
                <a:cubicBezTo>
                  <a:pt x="4" y="25"/>
                  <a:pt x="4" y="25"/>
                  <a:pt x="4" y="25"/>
                </a:cubicBezTo>
                <a:cubicBezTo>
                  <a:pt x="29" y="8"/>
                  <a:pt x="29" y="8"/>
                  <a:pt x="29" y="8"/>
                </a:cubicBezTo>
                <a:cubicBezTo>
                  <a:pt x="29" y="8"/>
                  <a:pt x="29" y="8"/>
                  <a:pt x="29" y="8"/>
                </a:cubicBezTo>
                <a:cubicBezTo>
                  <a:pt x="25" y="2"/>
                  <a:pt x="17" y="0"/>
                  <a:pt x="11" y="3"/>
                </a:cubicBezTo>
                <a:cubicBezTo>
                  <a:pt x="7" y="0"/>
                  <a:pt x="7" y="0"/>
                  <a:pt x="7" y="0"/>
                </a:cubicBezTo>
                <a:cubicBezTo>
                  <a:pt x="5" y="2"/>
                  <a:pt x="5" y="2"/>
                  <a:pt x="5" y="2"/>
                </a:cubicBezTo>
                <a:close/>
                <a:moveTo>
                  <a:pt x="51" y="23"/>
                </a:moveTo>
                <a:cubicBezTo>
                  <a:pt x="46" y="19"/>
                  <a:pt x="40" y="17"/>
                  <a:pt x="33" y="18"/>
                </a:cubicBezTo>
                <a:cubicBezTo>
                  <a:pt x="27" y="19"/>
                  <a:pt x="21" y="22"/>
                  <a:pt x="17" y="27"/>
                </a:cubicBezTo>
                <a:cubicBezTo>
                  <a:pt x="14" y="32"/>
                  <a:pt x="12" y="38"/>
                  <a:pt x="12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3" y="51"/>
                  <a:pt x="16" y="57"/>
                  <a:pt x="21" y="60"/>
                </a:cubicBezTo>
                <a:cubicBezTo>
                  <a:pt x="26" y="64"/>
                  <a:pt x="32" y="66"/>
                  <a:pt x="39" y="65"/>
                </a:cubicBezTo>
                <a:cubicBezTo>
                  <a:pt x="39" y="65"/>
                  <a:pt x="39" y="65"/>
                  <a:pt x="39" y="65"/>
                </a:cubicBezTo>
                <a:cubicBezTo>
                  <a:pt x="45" y="65"/>
                  <a:pt x="51" y="61"/>
                  <a:pt x="55" y="57"/>
                </a:cubicBezTo>
                <a:cubicBezTo>
                  <a:pt x="58" y="52"/>
                  <a:pt x="60" y="46"/>
                  <a:pt x="60" y="39"/>
                </a:cubicBezTo>
                <a:cubicBezTo>
                  <a:pt x="59" y="33"/>
                  <a:pt x="56" y="27"/>
                  <a:pt x="51" y="23"/>
                </a:cubicBezTo>
                <a:close/>
              </a:path>
            </a:pathLst>
          </a:custGeom>
          <a:solidFill>
            <a:srgbClr val="061975"/>
          </a:solidFill>
          <a:ln>
            <a:noFill/>
          </a:ln>
        </p:spPr>
        <p:txBody>
          <a:bodyPr vert="horz" wrap="square" lIns="91415" tIns="45707" rIns="91415" bIns="45707" numCol="1" anchor="t" anchorCtr="0" compatLnSpc="1">
            <a:prstTxWarp prst="textNoShape">
              <a:avLst/>
            </a:prstTxWarp>
          </a:bodyPr>
          <a:lstStyle/>
          <a:p>
            <a:pPr defTabSz="914120"/>
            <a:endParaRPr lang="zh-CN" altLang="en-US" sz="13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Freeform 292">
            <a:extLst>
              <a:ext uri="{FF2B5EF4-FFF2-40B4-BE49-F238E27FC236}">
                <a16:creationId xmlns:a16="http://schemas.microsoft.com/office/drawing/2014/main" id="{C4ECCD5A-966D-4B50-B3B4-231991D16D08}"/>
              </a:ext>
            </a:extLst>
          </p:cNvPr>
          <p:cNvSpPr>
            <a:spLocks noEditPoints="1"/>
          </p:cNvSpPr>
          <p:nvPr/>
        </p:nvSpPr>
        <p:spPr bwMode="auto">
          <a:xfrm>
            <a:off x="3184300" y="2677530"/>
            <a:ext cx="469972" cy="455020"/>
          </a:xfrm>
          <a:custGeom>
            <a:avLst/>
            <a:gdLst>
              <a:gd name="T0" fmla="*/ 44 w 93"/>
              <a:gd name="T1" fmla="*/ 0 h 90"/>
              <a:gd name="T2" fmla="*/ 83 w 93"/>
              <a:gd name="T3" fmla="*/ 0 h 90"/>
              <a:gd name="T4" fmla="*/ 90 w 93"/>
              <a:gd name="T5" fmla="*/ 3 h 90"/>
              <a:gd name="T6" fmla="*/ 93 w 93"/>
              <a:gd name="T7" fmla="*/ 11 h 90"/>
              <a:gd name="T8" fmla="*/ 93 w 93"/>
              <a:gd name="T9" fmla="*/ 33 h 90"/>
              <a:gd name="T10" fmla="*/ 90 w 93"/>
              <a:gd name="T11" fmla="*/ 40 h 90"/>
              <a:gd name="T12" fmla="*/ 83 w 93"/>
              <a:gd name="T13" fmla="*/ 43 h 90"/>
              <a:gd name="T14" fmla="*/ 61 w 93"/>
              <a:gd name="T15" fmla="*/ 43 h 90"/>
              <a:gd name="T16" fmla="*/ 50 w 93"/>
              <a:gd name="T17" fmla="*/ 53 h 90"/>
              <a:gd name="T18" fmla="*/ 49 w 93"/>
              <a:gd name="T19" fmla="*/ 52 h 90"/>
              <a:gd name="T20" fmla="*/ 46 w 93"/>
              <a:gd name="T21" fmla="*/ 50 h 90"/>
              <a:gd name="T22" fmla="*/ 48 w 93"/>
              <a:gd name="T23" fmla="*/ 43 h 90"/>
              <a:gd name="T24" fmla="*/ 47 w 93"/>
              <a:gd name="T25" fmla="*/ 43 h 90"/>
              <a:gd name="T26" fmla="*/ 48 w 93"/>
              <a:gd name="T27" fmla="*/ 39 h 90"/>
              <a:gd name="T28" fmla="*/ 51 w 93"/>
              <a:gd name="T29" fmla="*/ 39 h 90"/>
              <a:gd name="T30" fmla="*/ 54 w 93"/>
              <a:gd name="T31" fmla="*/ 39 h 90"/>
              <a:gd name="T32" fmla="*/ 53 w 93"/>
              <a:gd name="T33" fmla="*/ 41 h 90"/>
              <a:gd name="T34" fmla="*/ 52 w 93"/>
              <a:gd name="T35" fmla="*/ 44 h 90"/>
              <a:gd name="T36" fmla="*/ 58 w 93"/>
              <a:gd name="T37" fmla="*/ 39 h 90"/>
              <a:gd name="T38" fmla="*/ 59 w 93"/>
              <a:gd name="T39" fmla="*/ 39 h 90"/>
              <a:gd name="T40" fmla="*/ 60 w 93"/>
              <a:gd name="T41" fmla="*/ 39 h 90"/>
              <a:gd name="T42" fmla="*/ 83 w 93"/>
              <a:gd name="T43" fmla="*/ 39 h 90"/>
              <a:gd name="T44" fmla="*/ 87 w 93"/>
              <a:gd name="T45" fmla="*/ 37 h 90"/>
              <a:gd name="T46" fmla="*/ 89 w 93"/>
              <a:gd name="T47" fmla="*/ 33 h 90"/>
              <a:gd name="T48" fmla="*/ 89 w 93"/>
              <a:gd name="T49" fmla="*/ 11 h 90"/>
              <a:gd name="T50" fmla="*/ 87 w 93"/>
              <a:gd name="T51" fmla="*/ 7 h 90"/>
              <a:gd name="T52" fmla="*/ 83 w 93"/>
              <a:gd name="T53" fmla="*/ 5 h 90"/>
              <a:gd name="T54" fmla="*/ 44 w 93"/>
              <a:gd name="T55" fmla="*/ 5 h 90"/>
              <a:gd name="T56" fmla="*/ 39 w 93"/>
              <a:gd name="T57" fmla="*/ 7 h 90"/>
              <a:gd name="T58" fmla="*/ 38 w 93"/>
              <a:gd name="T59" fmla="*/ 11 h 90"/>
              <a:gd name="T60" fmla="*/ 38 w 93"/>
              <a:gd name="T61" fmla="*/ 14 h 90"/>
              <a:gd name="T62" fmla="*/ 33 w 93"/>
              <a:gd name="T63" fmla="*/ 12 h 90"/>
              <a:gd name="T64" fmla="*/ 33 w 93"/>
              <a:gd name="T65" fmla="*/ 11 h 90"/>
              <a:gd name="T66" fmla="*/ 36 w 93"/>
              <a:gd name="T67" fmla="*/ 3 h 90"/>
              <a:gd name="T68" fmla="*/ 44 w 93"/>
              <a:gd name="T69" fmla="*/ 0 h 90"/>
              <a:gd name="T70" fmla="*/ 75 w 93"/>
              <a:gd name="T71" fmla="*/ 18 h 90"/>
              <a:gd name="T72" fmla="*/ 71 w 93"/>
              <a:gd name="T73" fmla="*/ 22 h 90"/>
              <a:gd name="T74" fmla="*/ 75 w 93"/>
              <a:gd name="T75" fmla="*/ 25 h 90"/>
              <a:gd name="T76" fmla="*/ 79 w 93"/>
              <a:gd name="T77" fmla="*/ 22 h 90"/>
              <a:gd name="T78" fmla="*/ 75 w 93"/>
              <a:gd name="T79" fmla="*/ 18 h 90"/>
              <a:gd name="T80" fmla="*/ 63 w 93"/>
              <a:gd name="T81" fmla="*/ 18 h 90"/>
              <a:gd name="T82" fmla="*/ 59 w 93"/>
              <a:gd name="T83" fmla="*/ 22 h 90"/>
              <a:gd name="T84" fmla="*/ 63 w 93"/>
              <a:gd name="T85" fmla="*/ 25 h 90"/>
              <a:gd name="T86" fmla="*/ 67 w 93"/>
              <a:gd name="T87" fmla="*/ 22 h 90"/>
              <a:gd name="T88" fmla="*/ 63 w 93"/>
              <a:gd name="T89" fmla="*/ 18 h 90"/>
              <a:gd name="T90" fmla="*/ 51 w 93"/>
              <a:gd name="T91" fmla="*/ 18 h 90"/>
              <a:gd name="T92" fmla="*/ 48 w 93"/>
              <a:gd name="T93" fmla="*/ 22 h 90"/>
              <a:gd name="T94" fmla="*/ 51 w 93"/>
              <a:gd name="T95" fmla="*/ 25 h 90"/>
              <a:gd name="T96" fmla="*/ 55 w 93"/>
              <a:gd name="T97" fmla="*/ 22 h 90"/>
              <a:gd name="T98" fmla="*/ 51 w 93"/>
              <a:gd name="T99" fmla="*/ 18 h 90"/>
              <a:gd name="T100" fmla="*/ 27 w 93"/>
              <a:gd name="T101" fmla="*/ 18 h 90"/>
              <a:gd name="T102" fmla="*/ 12 w 93"/>
              <a:gd name="T103" fmla="*/ 33 h 90"/>
              <a:gd name="T104" fmla="*/ 27 w 93"/>
              <a:gd name="T105" fmla="*/ 48 h 90"/>
              <a:gd name="T106" fmla="*/ 43 w 93"/>
              <a:gd name="T107" fmla="*/ 33 h 90"/>
              <a:gd name="T108" fmla="*/ 27 w 93"/>
              <a:gd name="T109" fmla="*/ 18 h 90"/>
              <a:gd name="T110" fmla="*/ 55 w 93"/>
              <a:gd name="T111" fmla="*/ 82 h 90"/>
              <a:gd name="T112" fmla="*/ 38 w 93"/>
              <a:gd name="T113" fmla="*/ 53 h 90"/>
              <a:gd name="T114" fmla="*/ 28 w 93"/>
              <a:gd name="T115" fmla="*/ 69 h 90"/>
              <a:gd name="T116" fmla="*/ 18 w 93"/>
              <a:gd name="T117" fmla="*/ 53 h 90"/>
              <a:gd name="T118" fmla="*/ 0 w 93"/>
              <a:gd name="T119" fmla="*/ 82 h 90"/>
              <a:gd name="T120" fmla="*/ 55 w 93"/>
              <a:gd name="T121" fmla="*/ 82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3" h="90">
                <a:moveTo>
                  <a:pt x="44" y="0"/>
                </a:moveTo>
                <a:cubicBezTo>
                  <a:pt x="83" y="0"/>
                  <a:pt x="83" y="0"/>
                  <a:pt x="83" y="0"/>
                </a:cubicBezTo>
                <a:cubicBezTo>
                  <a:pt x="86" y="0"/>
                  <a:pt x="88" y="1"/>
                  <a:pt x="90" y="3"/>
                </a:cubicBezTo>
                <a:cubicBezTo>
                  <a:pt x="92" y="5"/>
                  <a:pt x="93" y="8"/>
                  <a:pt x="93" y="11"/>
                </a:cubicBezTo>
                <a:cubicBezTo>
                  <a:pt x="93" y="33"/>
                  <a:pt x="93" y="33"/>
                  <a:pt x="93" y="33"/>
                </a:cubicBezTo>
                <a:cubicBezTo>
                  <a:pt x="93" y="36"/>
                  <a:pt x="92" y="38"/>
                  <a:pt x="90" y="40"/>
                </a:cubicBezTo>
                <a:cubicBezTo>
                  <a:pt x="88" y="42"/>
                  <a:pt x="86" y="43"/>
                  <a:pt x="83" y="43"/>
                </a:cubicBezTo>
                <a:cubicBezTo>
                  <a:pt x="61" y="43"/>
                  <a:pt x="61" y="43"/>
                  <a:pt x="61" y="43"/>
                </a:cubicBezTo>
                <a:cubicBezTo>
                  <a:pt x="50" y="53"/>
                  <a:pt x="50" y="53"/>
                  <a:pt x="50" y="53"/>
                </a:cubicBezTo>
                <a:cubicBezTo>
                  <a:pt x="49" y="52"/>
                  <a:pt x="49" y="52"/>
                  <a:pt x="49" y="52"/>
                </a:cubicBezTo>
                <a:cubicBezTo>
                  <a:pt x="48" y="52"/>
                  <a:pt x="47" y="51"/>
                  <a:pt x="46" y="50"/>
                </a:cubicBezTo>
                <a:cubicBezTo>
                  <a:pt x="48" y="43"/>
                  <a:pt x="48" y="43"/>
                  <a:pt x="48" y="43"/>
                </a:cubicBezTo>
                <a:cubicBezTo>
                  <a:pt x="47" y="43"/>
                  <a:pt x="47" y="43"/>
                  <a:pt x="47" y="43"/>
                </a:cubicBezTo>
                <a:cubicBezTo>
                  <a:pt x="47" y="42"/>
                  <a:pt x="48" y="40"/>
                  <a:pt x="48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4" y="39"/>
                  <a:pt x="54" y="39"/>
                  <a:pt x="54" y="39"/>
                </a:cubicBezTo>
                <a:cubicBezTo>
                  <a:pt x="53" y="41"/>
                  <a:pt x="53" y="41"/>
                  <a:pt x="53" y="41"/>
                </a:cubicBezTo>
                <a:cubicBezTo>
                  <a:pt x="52" y="44"/>
                  <a:pt x="52" y="44"/>
                  <a:pt x="52" y="44"/>
                </a:cubicBezTo>
                <a:cubicBezTo>
                  <a:pt x="58" y="39"/>
                  <a:pt x="58" y="39"/>
                  <a:pt x="58" y="39"/>
                </a:cubicBezTo>
                <a:cubicBezTo>
                  <a:pt x="59" y="39"/>
                  <a:pt x="59" y="39"/>
                  <a:pt x="59" y="39"/>
                </a:cubicBezTo>
                <a:cubicBezTo>
                  <a:pt x="60" y="39"/>
                  <a:pt x="60" y="39"/>
                  <a:pt x="60" y="39"/>
                </a:cubicBezTo>
                <a:cubicBezTo>
                  <a:pt x="83" y="39"/>
                  <a:pt x="83" y="39"/>
                  <a:pt x="83" y="39"/>
                </a:cubicBezTo>
                <a:cubicBezTo>
                  <a:pt x="84" y="39"/>
                  <a:pt x="86" y="38"/>
                  <a:pt x="87" y="37"/>
                </a:cubicBezTo>
                <a:cubicBezTo>
                  <a:pt x="88" y="36"/>
                  <a:pt x="89" y="34"/>
                  <a:pt x="89" y="33"/>
                </a:cubicBezTo>
                <a:cubicBezTo>
                  <a:pt x="89" y="11"/>
                  <a:pt x="89" y="11"/>
                  <a:pt x="89" y="11"/>
                </a:cubicBezTo>
                <a:cubicBezTo>
                  <a:pt x="89" y="9"/>
                  <a:pt x="88" y="8"/>
                  <a:pt x="87" y="7"/>
                </a:cubicBezTo>
                <a:cubicBezTo>
                  <a:pt x="86" y="6"/>
                  <a:pt x="84" y="5"/>
                  <a:pt x="83" y="5"/>
                </a:cubicBezTo>
                <a:cubicBezTo>
                  <a:pt x="44" y="5"/>
                  <a:pt x="44" y="5"/>
                  <a:pt x="44" y="5"/>
                </a:cubicBezTo>
                <a:cubicBezTo>
                  <a:pt x="42" y="5"/>
                  <a:pt x="40" y="6"/>
                  <a:pt x="39" y="7"/>
                </a:cubicBezTo>
                <a:cubicBezTo>
                  <a:pt x="38" y="8"/>
                  <a:pt x="38" y="9"/>
                  <a:pt x="38" y="11"/>
                </a:cubicBezTo>
                <a:cubicBezTo>
                  <a:pt x="38" y="14"/>
                  <a:pt x="38" y="14"/>
                  <a:pt x="38" y="14"/>
                </a:cubicBezTo>
                <a:cubicBezTo>
                  <a:pt x="36" y="13"/>
                  <a:pt x="35" y="12"/>
                  <a:pt x="33" y="12"/>
                </a:cubicBezTo>
                <a:cubicBezTo>
                  <a:pt x="33" y="11"/>
                  <a:pt x="33" y="11"/>
                  <a:pt x="33" y="11"/>
                </a:cubicBezTo>
                <a:cubicBezTo>
                  <a:pt x="33" y="8"/>
                  <a:pt x="34" y="5"/>
                  <a:pt x="36" y="3"/>
                </a:cubicBezTo>
                <a:cubicBezTo>
                  <a:pt x="38" y="1"/>
                  <a:pt x="41" y="0"/>
                  <a:pt x="44" y="0"/>
                </a:cubicBezTo>
                <a:close/>
                <a:moveTo>
                  <a:pt x="75" y="18"/>
                </a:moveTo>
                <a:cubicBezTo>
                  <a:pt x="73" y="18"/>
                  <a:pt x="71" y="19"/>
                  <a:pt x="71" y="22"/>
                </a:cubicBezTo>
                <a:cubicBezTo>
                  <a:pt x="71" y="24"/>
                  <a:pt x="73" y="25"/>
                  <a:pt x="75" y="25"/>
                </a:cubicBezTo>
                <a:cubicBezTo>
                  <a:pt x="77" y="25"/>
                  <a:pt x="79" y="24"/>
                  <a:pt x="79" y="22"/>
                </a:cubicBezTo>
                <a:cubicBezTo>
                  <a:pt x="79" y="19"/>
                  <a:pt x="77" y="18"/>
                  <a:pt x="75" y="18"/>
                </a:cubicBezTo>
                <a:close/>
                <a:moveTo>
                  <a:pt x="63" y="18"/>
                </a:moveTo>
                <a:cubicBezTo>
                  <a:pt x="61" y="18"/>
                  <a:pt x="59" y="19"/>
                  <a:pt x="59" y="22"/>
                </a:cubicBezTo>
                <a:cubicBezTo>
                  <a:pt x="59" y="24"/>
                  <a:pt x="61" y="25"/>
                  <a:pt x="63" y="25"/>
                </a:cubicBezTo>
                <a:cubicBezTo>
                  <a:pt x="65" y="25"/>
                  <a:pt x="67" y="24"/>
                  <a:pt x="67" y="22"/>
                </a:cubicBezTo>
                <a:cubicBezTo>
                  <a:pt x="67" y="19"/>
                  <a:pt x="65" y="18"/>
                  <a:pt x="63" y="18"/>
                </a:cubicBezTo>
                <a:close/>
                <a:moveTo>
                  <a:pt x="51" y="18"/>
                </a:moveTo>
                <a:cubicBezTo>
                  <a:pt x="49" y="18"/>
                  <a:pt x="48" y="19"/>
                  <a:pt x="48" y="22"/>
                </a:cubicBezTo>
                <a:cubicBezTo>
                  <a:pt x="48" y="24"/>
                  <a:pt x="49" y="25"/>
                  <a:pt x="51" y="25"/>
                </a:cubicBezTo>
                <a:cubicBezTo>
                  <a:pt x="54" y="25"/>
                  <a:pt x="55" y="24"/>
                  <a:pt x="55" y="22"/>
                </a:cubicBezTo>
                <a:cubicBezTo>
                  <a:pt x="55" y="19"/>
                  <a:pt x="54" y="18"/>
                  <a:pt x="51" y="18"/>
                </a:cubicBezTo>
                <a:close/>
                <a:moveTo>
                  <a:pt x="27" y="18"/>
                </a:moveTo>
                <a:cubicBezTo>
                  <a:pt x="19" y="18"/>
                  <a:pt x="12" y="24"/>
                  <a:pt x="12" y="33"/>
                </a:cubicBezTo>
                <a:cubicBezTo>
                  <a:pt x="12" y="42"/>
                  <a:pt x="19" y="48"/>
                  <a:pt x="27" y="48"/>
                </a:cubicBezTo>
                <a:cubicBezTo>
                  <a:pt x="36" y="48"/>
                  <a:pt x="43" y="42"/>
                  <a:pt x="43" y="33"/>
                </a:cubicBezTo>
                <a:cubicBezTo>
                  <a:pt x="43" y="24"/>
                  <a:pt x="36" y="18"/>
                  <a:pt x="27" y="18"/>
                </a:cubicBezTo>
                <a:close/>
                <a:moveTo>
                  <a:pt x="55" y="82"/>
                </a:moveTo>
                <a:cubicBezTo>
                  <a:pt x="55" y="67"/>
                  <a:pt x="47" y="57"/>
                  <a:pt x="38" y="53"/>
                </a:cubicBezTo>
                <a:cubicBezTo>
                  <a:pt x="28" y="69"/>
                  <a:pt x="28" y="69"/>
                  <a:pt x="28" y="69"/>
                </a:cubicBezTo>
                <a:cubicBezTo>
                  <a:pt x="18" y="53"/>
                  <a:pt x="18" y="53"/>
                  <a:pt x="18" y="53"/>
                </a:cubicBezTo>
                <a:cubicBezTo>
                  <a:pt x="8" y="57"/>
                  <a:pt x="0" y="66"/>
                  <a:pt x="0" y="82"/>
                </a:cubicBezTo>
                <a:cubicBezTo>
                  <a:pt x="20" y="90"/>
                  <a:pt x="38" y="89"/>
                  <a:pt x="55" y="82"/>
                </a:cubicBezTo>
                <a:close/>
              </a:path>
            </a:pathLst>
          </a:custGeom>
          <a:solidFill>
            <a:srgbClr val="061975"/>
          </a:solidFill>
          <a:ln>
            <a:noFill/>
          </a:ln>
        </p:spPr>
        <p:txBody>
          <a:bodyPr vert="horz" wrap="square" lIns="91415" tIns="45707" rIns="91415" bIns="45707" numCol="1" anchor="t" anchorCtr="0" compatLnSpc="1">
            <a:prstTxWarp prst="textNoShape">
              <a:avLst/>
            </a:prstTxWarp>
          </a:bodyPr>
          <a:lstStyle/>
          <a:p>
            <a:pPr defTabSz="914120"/>
            <a:endParaRPr lang="zh-CN" altLang="en-US" sz="130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C2EE48-BFDC-4B68-B18D-1CC5104E1429}"/>
              </a:ext>
            </a:extLst>
          </p:cNvPr>
          <p:cNvSpPr/>
          <p:nvPr/>
        </p:nvSpPr>
        <p:spPr>
          <a:xfrm>
            <a:off x="3988942" y="1181669"/>
            <a:ext cx="1183258" cy="845518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723E68-5A6C-4A3E-816B-0F06D80AF451}"/>
              </a:ext>
            </a:extLst>
          </p:cNvPr>
          <p:cNvSpPr txBox="1"/>
          <p:nvPr/>
        </p:nvSpPr>
        <p:spPr>
          <a:xfrm>
            <a:off x="4257405" y="14232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79CC83-99E8-4306-8496-FCA114EC4AF0}"/>
              </a:ext>
            </a:extLst>
          </p:cNvPr>
          <p:cNvSpPr/>
          <p:nvPr/>
        </p:nvSpPr>
        <p:spPr>
          <a:xfrm>
            <a:off x="2196416" y="1446947"/>
            <a:ext cx="827565" cy="76200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6062C49-BF22-4379-827A-87238147B3EF}"/>
              </a:ext>
            </a:extLst>
          </p:cNvPr>
          <p:cNvSpPr/>
          <p:nvPr/>
        </p:nvSpPr>
        <p:spPr>
          <a:xfrm>
            <a:off x="2980530" y="2529489"/>
            <a:ext cx="827565" cy="76200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A152EC-5840-4842-AA9C-3D1930CCC40F}"/>
              </a:ext>
            </a:extLst>
          </p:cNvPr>
          <p:cNvSpPr/>
          <p:nvPr/>
        </p:nvSpPr>
        <p:spPr>
          <a:xfrm>
            <a:off x="4134865" y="3078137"/>
            <a:ext cx="827565" cy="76200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F8C5B92-3D55-4828-AB5B-48F6E1AB8055}"/>
              </a:ext>
            </a:extLst>
          </p:cNvPr>
          <p:cNvSpPr/>
          <p:nvPr/>
        </p:nvSpPr>
        <p:spPr>
          <a:xfrm>
            <a:off x="5456668" y="2654890"/>
            <a:ext cx="827565" cy="76200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20B7420-9B10-48C7-A30D-A0C37A01C38A}"/>
              </a:ext>
            </a:extLst>
          </p:cNvPr>
          <p:cNvSpPr/>
          <p:nvPr/>
        </p:nvSpPr>
        <p:spPr>
          <a:xfrm>
            <a:off x="6137161" y="1441306"/>
            <a:ext cx="827565" cy="76200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AD2F7E5-040F-4C60-B749-F701CF36EDCB}"/>
              </a:ext>
            </a:extLst>
          </p:cNvPr>
          <p:cNvSpPr txBox="1"/>
          <p:nvPr/>
        </p:nvSpPr>
        <p:spPr>
          <a:xfrm>
            <a:off x="268731" y="1604428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014EDC3-A435-4886-B2FB-31DF518AE51C}"/>
              </a:ext>
            </a:extLst>
          </p:cNvPr>
          <p:cNvSpPr txBox="1"/>
          <p:nvPr/>
        </p:nvSpPr>
        <p:spPr>
          <a:xfrm>
            <a:off x="973337" y="2677530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F4ABB7F-6DB4-4DD7-BCD8-4EB56D99DBD1}"/>
              </a:ext>
            </a:extLst>
          </p:cNvPr>
          <p:cNvSpPr txBox="1"/>
          <p:nvPr/>
        </p:nvSpPr>
        <p:spPr>
          <a:xfrm>
            <a:off x="3566725" y="4090099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9815447-F601-4CB2-87BD-5BAE0519EAFE}"/>
              </a:ext>
            </a:extLst>
          </p:cNvPr>
          <p:cNvSpPr txBox="1"/>
          <p:nvPr/>
        </p:nvSpPr>
        <p:spPr>
          <a:xfrm>
            <a:off x="6280584" y="2677530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8998C60-4D73-48DC-B645-5712539D4F13}"/>
              </a:ext>
            </a:extLst>
          </p:cNvPr>
          <p:cNvSpPr txBox="1"/>
          <p:nvPr/>
        </p:nvSpPr>
        <p:spPr>
          <a:xfrm>
            <a:off x="6964726" y="1604428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pic>
        <p:nvPicPr>
          <p:cNvPr id="62" name="Picture 61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17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9" grpId="0"/>
      <p:bldP spid="30" grpId="0"/>
      <p:bldP spid="31" grpId="0"/>
      <p:bldP spid="32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7AE886F-99C1-4398-957A-97D5CCE93278}"/>
              </a:ext>
            </a:extLst>
          </p:cNvPr>
          <p:cNvSpPr/>
          <p:nvPr/>
        </p:nvSpPr>
        <p:spPr>
          <a:xfrm>
            <a:off x="5098870" y="2569824"/>
            <a:ext cx="679071" cy="634756"/>
          </a:xfrm>
          <a:prstGeom prst="rect">
            <a:avLst/>
          </a:prstGeom>
          <a:solidFill>
            <a:srgbClr val="041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8BD1F6-B544-4E1E-AD26-F6EAA8EDB79B}"/>
              </a:ext>
            </a:extLst>
          </p:cNvPr>
          <p:cNvSpPr/>
          <p:nvPr/>
        </p:nvSpPr>
        <p:spPr>
          <a:xfrm>
            <a:off x="3284551" y="2584213"/>
            <a:ext cx="679071" cy="634756"/>
          </a:xfrm>
          <a:prstGeom prst="rect">
            <a:avLst/>
          </a:prstGeom>
          <a:solidFill>
            <a:srgbClr val="0619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94EE9E7-744A-4241-B981-2F1F7258AB7C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987F70B-3B06-4659-9331-19AECA3BC990}"/>
              </a:ext>
            </a:extLst>
          </p:cNvPr>
          <p:cNvSpPr txBox="1"/>
          <p:nvPr/>
        </p:nvSpPr>
        <p:spPr>
          <a:xfrm>
            <a:off x="3813594" y="3551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A4B5C5-2068-4358-80EA-06E0547AF6F9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025F989-272F-40B7-A987-B15FC28B3B34}"/>
              </a:ext>
            </a:extLst>
          </p:cNvPr>
          <p:cNvSpPr/>
          <p:nvPr/>
        </p:nvSpPr>
        <p:spPr>
          <a:xfrm>
            <a:off x="3946289" y="2584213"/>
            <a:ext cx="634755" cy="634756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AC456AF-68F0-490F-BAD3-53A03AAA49DE}"/>
              </a:ext>
            </a:extLst>
          </p:cNvPr>
          <p:cNvSpPr/>
          <p:nvPr/>
        </p:nvSpPr>
        <p:spPr>
          <a:xfrm>
            <a:off x="4464115" y="2584213"/>
            <a:ext cx="634755" cy="634756"/>
          </a:xfrm>
          <a:prstGeom prst="ellipse">
            <a:avLst/>
          </a:prstGeom>
          <a:solidFill>
            <a:srgbClr val="0A2AC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E0B6BFF-8EE7-4FBE-BDFB-003F386DF3B4}"/>
              </a:ext>
            </a:extLst>
          </p:cNvPr>
          <p:cNvCxnSpPr/>
          <p:nvPr/>
        </p:nvCxnSpPr>
        <p:spPr>
          <a:xfrm>
            <a:off x="4522580" y="1569054"/>
            <a:ext cx="0" cy="792745"/>
          </a:xfrm>
          <a:prstGeom prst="line">
            <a:avLst/>
          </a:prstGeom>
          <a:ln w="12700">
            <a:solidFill>
              <a:srgbClr val="051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8A4D2B6-BF2B-4CA6-A353-810ADFE82732}"/>
              </a:ext>
            </a:extLst>
          </p:cNvPr>
          <p:cNvCxnSpPr/>
          <p:nvPr/>
        </p:nvCxnSpPr>
        <p:spPr>
          <a:xfrm flipH="1">
            <a:off x="1294433" y="2901591"/>
            <a:ext cx="1878516" cy="0"/>
          </a:xfrm>
          <a:prstGeom prst="line">
            <a:avLst/>
          </a:prstGeom>
          <a:ln w="12700">
            <a:solidFill>
              <a:srgbClr val="051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72F7D2D-440D-4D56-B842-F8323A0555B1}"/>
              </a:ext>
            </a:extLst>
          </p:cNvPr>
          <p:cNvCxnSpPr/>
          <p:nvPr/>
        </p:nvCxnSpPr>
        <p:spPr>
          <a:xfrm flipH="1">
            <a:off x="5827894" y="2901591"/>
            <a:ext cx="1878516" cy="0"/>
          </a:xfrm>
          <a:prstGeom prst="line">
            <a:avLst/>
          </a:prstGeom>
          <a:ln w="12700">
            <a:solidFill>
              <a:srgbClr val="051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6C29D45-A80B-49C2-948B-ACF533B6D161}"/>
              </a:ext>
            </a:extLst>
          </p:cNvPr>
          <p:cNvCxnSpPr/>
          <p:nvPr/>
        </p:nvCxnSpPr>
        <p:spPr>
          <a:xfrm>
            <a:off x="4522580" y="3477851"/>
            <a:ext cx="0" cy="792745"/>
          </a:xfrm>
          <a:prstGeom prst="line">
            <a:avLst/>
          </a:prstGeom>
          <a:ln w="12700">
            <a:solidFill>
              <a:srgbClr val="0515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5A300D37-5B26-448E-9569-A74F76339816}"/>
              </a:ext>
            </a:extLst>
          </p:cNvPr>
          <p:cNvSpPr txBox="1"/>
          <p:nvPr/>
        </p:nvSpPr>
        <p:spPr>
          <a:xfrm>
            <a:off x="3444837" y="273231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002766-6DBF-460A-9C8D-E276E5DBEBB7}"/>
              </a:ext>
            </a:extLst>
          </p:cNvPr>
          <p:cNvSpPr txBox="1"/>
          <p:nvPr/>
        </p:nvSpPr>
        <p:spPr>
          <a:xfrm>
            <a:off x="5234814" y="273231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2F227F-F816-449F-B498-599951F28288}"/>
              </a:ext>
            </a:extLst>
          </p:cNvPr>
          <p:cNvSpPr txBox="1"/>
          <p:nvPr/>
        </p:nvSpPr>
        <p:spPr>
          <a:xfrm>
            <a:off x="1110350" y="1857728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0" name="Rectangle 24">
            <a:extLst>
              <a:ext uri="{FF2B5EF4-FFF2-40B4-BE49-F238E27FC236}">
                <a16:creationId xmlns:a16="http://schemas.microsoft.com/office/drawing/2014/main" id="{BE28990A-F367-4105-A6C9-0479E3A45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596" y="1574833"/>
            <a:ext cx="1254256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8D3906-A2B3-4C40-9772-56C9C3C4267F}"/>
              </a:ext>
            </a:extLst>
          </p:cNvPr>
          <p:cNvSpPr txBox="1"/>
          <p:nvPr/>
        </p:nvSpPr>
        <p:spPr>
          <a:xfrm>
            <a:off x="1110350" y="3619830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ED4069F7-C455-467B-9FAC-602FBB154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596" y="3367051"/>
            <a:ext cx="1254256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00B95B-78F1-44DD-833F-ECEB5EE976D8}"/>
              </a:ext>
            </a:extLst>
          </p:cNvPr>
          <p:cNvSpPr txBox="1"/>
          <p:nvPr/>
        </p:nvSpPr>
        <p:spPr>
          <a:xfrm>
            <a:off x="5234764" y="1857728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6FAC7DFC-76C3-42D7-B0FA-7E176B455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766" y="1574833"/>
            <a:ext cx="1254256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E376A61-2DA5-4082-A2D1-A2655F3754D3}"/>
              </a:ext>
            </a:extLst>
          </p:cNvPr>
          <p:cNvSpPr txBox="1"/>
          <p:nvPr/>
        </p:nvSpPr>
        <p:spPr>
          <a:xfrm>
            <a:off x="5281708" y="3619830"/>
            <a:ext cx="27115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85922C34-0958-4AB8-A8F9-BEE7917D6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764" y="3367050"/>
            <a:ext cx="1254256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单击填加标题</a:t>
            </a:r>
            <a:endParaRPr lang="zh-CN" altLang="en-US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5" name="Picture 34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262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F6B124D-D888-454A-A373-7BF0BE69A84C}"/>
              </a:ext>
            </a:extLst>
          </p:cNvPr>
          <p:cNvCxnSpPr/>
          <p:nvPr/>
        </p:nvCxnSpPr>
        <p:spPr>
          <a:xfrm>
            <a:off x="1099596" y="312516"/>
            <a:ext cx="6400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94A89F4-B045-48EB-B2D1-9F621BBB0094}"/>
              </a:ext>
            </a:extLst>
          </p:cNvPr>
          <p:cNvSpPr txBox="1"/>
          <p:nvPr/>
        </p:nvSpPr>
        <p:spPr>
          <a:xfrm>
            <a:off x="3813594" y="3551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578B6F-CB31-4AA3-99D1-C2C6AF73DD54}"/>
              </a:ext>
            </a:extLst>
          </p:cNvPr>
          <p:cNvSpPr/>
          <p:nvPr/>
        </p:nvSpPr>
        <p:spPr>
          <a:xfrm>
            <a:off x="3640372" y="312516"/>
            <a:ext cx="152759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333333"/>
                </a:solidFill>
                <a:latin typeface="Arial" panose="020B0604020202020204" pitchFamily="34" charset="0"/>
              </a:rPr>
              <a:t>Graduation speech</a:t>
            </a:r>
            <a:endParaRPr lang="en-US" altLang="zh-CN" sz="1000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rrow: Bent 4">
            <a:extLst>
              <a:ext uri="{FF2B5EF4-FFF2-40B4-BE49-F238E27FC236}">
                <a16:creationId xmlns:a16="http://schemas.microsoft.com/office/drawing/2014/main" id="{A0D2C96F-0C57-4A45-A770-44A5F82E1B6E}"/>
              </a:ext>
            </a:extLst>
          </p:cNvPr>
          <p:cNvSpPr/>
          <p:nvPr/>
        </p:nvSpPr>
        <p:spPr>
          <a:xfrm>
            <a:off x="951585" y="1071350"/>
            <a:ext cx="5940322" cy="2468366"/>
          </a:xfrm>
          <a:prstGeom prst="bentArrow">
            <a:avLst>
              <a:gd name="adj1" fmla="val 11604"/>
              <a:gd name="adj2" fmla="val 11057"/>
              <a:gd name="adj3" fmla="val 16368"/>
              <a:gd name="adj4" fmla="val 28890"/>
            </a:avLst>
          </a:prstGeom>
          <a:solidFill>
            <a:srgbClr val="06197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rrow: Bent 5">
            <a:extLst>
              <a:ext uri="{FF2B5EF4-FFF2-40B4-BE49-F238E27FC236}">
                <a16:creationId xmlns:a16="http://schemas.microsoft.com/office/drawing/2014/main" id="{1415C165-30FC-4FA9-9188-F8B4D7C1AAFB}"/>
              </a:ext>
            </a:extLst>
          </p:cNvPr>
          <p:cNvSpPr/>
          <p:nvPr/>
        </p:nvSpPr>
        <p:spPr>
          <a:xfrm>
            <a:off x="1413610" y="1653376"/>
            <a:ext cx="4740258" cy="1886339"/>
          </a:xfrm>
          <a:prstGeom prst="bentArrow">
            <a:avLst>
              <a:gd name="adj1" fmla="val 14971"/>
              <a:gd name="adj2" fmla="val 14123"/>
              <a:gd name="adj3" fmla="val 19508"/>
              <a:gd name="adj4" fmla="val 36697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rrow: Bent 7">
            <a:extLst>
              <a:ext uri="{FF2B5EF4-FFF2-40B4-BE49-F238E27FC236}">
                <a16:creationId xmlns:a16="http://schemas.microsoft.com/office/drawing/2014/main" id="{DBD4EF07-A011-4885-BFCE-DF79A4F5A246}"/>
              </a:ext>
            </a:extLst>
          </p:cNvPr>
          <p:cNvSpPr/>
          <p:nvPr/>
        </p:nvSpPr>
        <p:spPr>
          <a:xfrm>
            <a:off x="1863636" y="2266986"/>
            <a:ext cx="3456187" cy="1272728"/>
          </a:xfrm>
          <a:prstGeom prst="bentArrow">
            <a:avLst>
              <a:gd name="adj1" fmla="val 22380"/>
              <a:gd name="adj2" fmla="val 19457"/>
              <a:gd name="adj3" fmla="val 28232"/>
              <a:gd name="adj4" fmla="val 45359"/>
            </a:avLst>
          </a:prstGeom>
          <a:solidFill>
            <a:srgbClr val="06197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rrow: Bent 6">
            <a:extLst>
              <a:ext uri="{FF2B5EF4-FFF2-40B4-BE49-F238E27FC236}">
                <a16:creationId xmlns:a16="http://schemas.microsoft.com/office/drawing/2014/main" id="{377744CD-A2D3-4720-9487-2F13C4D25A70}"/>
              </a:ext>
            </a:extLst>
          </p:cNvPr>
          <p:cNvSpPr/>
          <p:nvPr/>
        </p:nvSpPr>
        <p:spPr>
          <a:xfrm>
            <a:off x="2307659" y="2799385"/>
            <a:ext cx="2154117" cy="740330"/>
          </a:xfrm>
          <a:prstGeom prst="bentArrow">
            <a:avLst>
              <a:gd name="adj1" fmla="val 38174"/>
              <a:gd name="adj2" fmla="val 37864"/>
              <a:gd name="adj3" fmla="val 43466"/>
              <a:gd name="adj4" fmla="val 51758"/>
            </a:avLst>
          </a:prstGeom>
          <a:solidFill>
            <a:srgbClr val="06197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5BA1E3-0383-48B8-B131-DAC602CA1F15}"/>
              </a:ext>
            </a:extLst>
          </p:cNvPr>
          <p:cNvSpPr txBox="1"/>
          <p:nvPr/>
        </p:nvSpPr>
        <p:spPr>
          <a:xfrm>
            <a:off x="6891907" y="1071350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6332E7-EF7A-4A5A-9051-3E3DAEC4D958}"/>
              </a:ext>
            </a:extLst>
          </p:cNvPr>
          <p:cNvSpPr txBox="1"/>
          <p:nvPr/>
        </p:nvSpPr>
        <p:spPr>
          <a:xfrm>
            <a:off x="6072033" y="1653376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D1E94F-D09F-47B0-B946-334786E5C89B}"/>
              </a:ext>
            </a:extLst>
          </p:cNvPr>
          <p:cNvSpPr txBox="1"/>
          <p:nvPr/>
        </p:nvSpPr>
        <p:spPr>
          <a:xfrm>
            <a:off x="5171946" y="2322331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9844E1-2AE0-46AF-9C88-EF6E68CF9A47}"/>
              </a:ext>
            </a:extLst>
          </p:cNvPr>
          <p:cNvSpPr txBox="1"/>
          <p:nvPr/>
        </p:nvSpPr>
        <p:spPr>
          <a:xfrm>
            <a:off x="4308536" y="2854730"/>
            <a:ext cx="1963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  <a:cs typeface="Hiragino Sans GB W3" charset="-122"/>
              </a:rPr>
              <a:t>输入替换内容输入替换内容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Hiragino Sans GB W3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4AD8C8-9A14-4523-80CD-8D14091927E1}"/>
              </a:ext>
            </a:extLst>
          </p:cNvPr>
          <p:cNvSpPr/>
          <p:nvPr/>
        </p:nvSpPr>
        <p:spPr>
          <a:xfrm>
            <a:off x="951585" y="3634534"/>
            <a:ext cx="1652719" cy="974413"/>
          </a:xfrm>
          <a:prstGeom prst="rect">
            <a:avLst/>
          </a:prstGeom>
          <a:noFill/>
          <a:ln w="28575">
            <a:solidFill>
              <a:srgbClr val="0619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0BFAED-E084-4ADF-B5CE-060A02886BA2}"/>
              </a:ext>
            </a:extLst>
          </p:cNvPr>
          <p:cNvSpPr txBox="1"/>
          <p:nvPr/>
        </p:nvSpPr>
        <p:spPr>
          <a:xfrm>
            <a:off x="1300890" y="392580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</a:p>
        </p:txBody>
      </p:sp>
      <p:pic>
        <p:nvPicPr>
          <p:cNvPr id="28" name="Picture 27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267" y="133568"/>
            <a:ext cx="444658" cy="44465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F4F7966-0708-FA24-1CAF-7311AD4B27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651" y="3968057"/>
            <a:ext cx="1963845" cy="104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828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pageCurlDoubl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1327083" y="4346734"/>
            <a:ext cx="6489834" cy="598043"/>
          </a:xfrm>
          <a:prstGeom prst="rect">
            <a:avLst/>
          </a:prstGeom>
          <a:noFill/>
          <a:ln w="19050">
            <a:solidFill>
              <a:srgbClr val="0824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0688F3F-2945-EB82-7611-184C58DBCEFC}"/>
              </a:ext>
            </a:extLst>
          </p:cNvPr>
          <p:cNvGrpSpPr/>
          <p:nvPr/>
        </p:nvGrpSpPr>
        <p:grpSpPr>
          <a:xfrm>
            <a:off x="431933" y="0"/>
            <a:ext cx="8521944" cy="5271272"/>
            <a:chOff x="431933" y="0"/>
            <a:chExt cx="8521944" cy="5271272"/>
          </a:xfrm>
        </p:grpSpPr>
        <p:pic>
          <p:nvPicPr>
            <p:cNvPr id="51" name="Picture 50" descr="122-吉林大学-img3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138" y="97568"/>
              <a:ext cx="8277927" cy="5173704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B6517A4-47EA-0253-402F-07173B09A79F}"/>
                </a:ext>
              </a:extLst>
            </p:cNvPr>
            <p:cNvSpPr/>
            <p:nvPr/>
          </p:nvSpPr>
          <p:spPr>
            <a:xfrm>
              <a:off x="431933" y="0"/>
              <a:ext cx="8521944" cy="14697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4CD0F35A-87FC-304E-4919-EE24CA99DAB8}"/>
                </a:ext>
              </a:extLst>
            </p:cNvPr>
            <p:cNvSpPr/>
            <p:nvPr/>
          </p:nvSpPr>
          <p:spPr>
            <a:xfrm>
              <a:off x="431933" y="4521200"/>
              <a:ext cx="8521944" cy="750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0" y="2535856"/>
            <a:ext cx="6071135" cy="1667577"/>
          </a:xfrm>
          <a:prstGeom prst="rect">
            <a:avLst/>
          </a:prstGeom>
          <a:solidFill>
            <a:srgbClr val="0824A7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27" name="组合 26"/>
          <p:cNvGrpSpPr/>
          <p:nvPr/>
        </p:nvGrpSpPr>
        <p:grpSpPr>
          <a:xfrm>
            <a:off x="765208" y="361748"/>
            <a:ext cx="1936268" cy="1351202"/>
            <a:chOff x="1020278" y="431530"/>
            <a:chExt cx="2581690" cy="1801603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020278" y="433133"/>
              <a:ext cx="0" cy="1800000"/>
            </a:xfrm>
            <a:prstGeom prst="line">
              <a:avLst/>
            </a:prstGeom>
            <a:ln w="9525">
              <a:solidFill>
                <a:srgbClr val="0824A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1020278" y="431530"/>
              <a:ext cx="2520000" cy="0"/>
            </a:xfrm>
            <a:prstGeom prst="line">
              <a:avLst/>
            </a:prstGeom>
            <a:ln w="9525">
              <a:solidFill>
                <a:srgbClr val="0824A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540278" y="433134"/>
              <a:ext cx="0" cy="360000"/>
            </a:xfrm>
            <a:prstGeom prst="line">
              <a:avLst/>
            </a:prstGeom>
            <a:ln w="9525">
              <a:solidFill>
                <a:srgbClr val="0824A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17"/>
            <p:cNvSpPr/>
            <p:nvPr/>
          </p:nvSpPr>
          <p:spPr>
            <a:xfrm>
              <a:off x="3493968" y="773883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824A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765209" y="3115878"/>
            <a:ext cx="54450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谢谢观看！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4084" y="2677296"/>
            <a:ext cx="2425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99315" y="985016"/>
            <a:ext cx="1608133" cy="48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  <a:endParaRPr lang="en-US" altLang="zh-CN" sz="135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courseware template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508078" y="4516096"/>
            <a:ext cx="1892046" cy="434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788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主讲人：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  <a:p>
            <a:pPr>
              <a:lnSpc>
                <a:spcPct val="150000"/>
              </a:lnSpc>
            </a:pP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20XX</a:t>
            </a: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788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836343" y="4522900"/>
            <a:ext cx="845299" cy="3978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500" b="1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Two Steps From Hell - Victor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-417697"/>
            <a:ext cx="304800" cy="304800"/>
          </a:xfrm>
          <a:prstGeom prst="rect">
            <a:avLst/>
          </a:prstGeom>
        </p:spPr>
      </p:pic>
      <p:pic>
        <p:nvPicPr>
          <p:cNvPr id="52" name="Picture 51" descr="122-吉林大学-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7066" y="518695"/>
            <a:ext cx="516284" cy="516284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17BF6FFE-27A9-5CC6-A5D8-B53AE40015A5}"/>
              </a:ext>
            </a:extLst>
          </p:cNvPr>
          <p:cNvSpPr txBox="1"/>
          <p:nvPr/>
        </p:nvSpPr>
        <p:spPr>
          <a:xfrm>
            <a:off x="2899315" y="416213"/>
            <a:ext cx="5847482" cy="7155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3600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吉林大学模板</a:t>
            </a:r>
            <a:r>
              <a:rPr lang="zh-CN" altLang="en-US" sz="3600" dirty="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4443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0">
        <p14:flip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50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  <p:bldLst>
      <p:bldP spid="20" grpId="0" animBg="1"/>
      <p:bldP spid="13" grpId="0" animBg="1"/>
      <p:bldP spid="19" grpId="0"/>
      <p:bldP spid="21" grpId="0"/>
      <p:bldP spid="22" grpId="0"/>
      <p:bldP spid="23" grpId="0"/>
      <p:bldP spid="24" grpId="0"/>
      <p:bldP spid="2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校园PPT模板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</TotalTime>
  <Words>625</Words>
  <Application>Microsoft Office PowerPoint</Application>
  <PresentationFormat>自定义</PresentationFormat>
  <Paragraphs>178</Paragraphs>
  <Slides>20</Slides>
  <Notes>20</Notes>
  <HiddenSlides>0</HiddenSlides>
  <MMClips>2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굴림</vt:lpstr>
      <vt:lpstr>Hiragino Sans GB W3</vt:lpstr>
      <vt:lpstr>等线</vt:lpstr>
      <vt:lpstr>微软雅黑</vt:lpstr>
      <vt:lpstr>Arial</vt:lpstr>
      <vt:lpstr>Broadway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50</cp:revision>
  <dcterms:created xsi:type="dcterms:W3CDTF">2017-07-30T07:19:25Z</dcterms:created>
  <dcterms:modified xsi:type="dcterms:W3CDTF">2022-07-03T07:01:32Z</dcterms:modified>
  <cp:category>淘宝店铺:想搞设计</cp:category>
</cp:coreProperties>
</file>