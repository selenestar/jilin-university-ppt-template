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7" r:id="rId2"/>
    <p:sldId id="342" r:id="rId3"/>
    <p:sldId id="360" r:id="rId4"/>
    <p:sldId id="323" r:id="rId5"/>
    <p:sldId id="343" r:id="rId6"/>
    <p:sldId id="344" r:id="rId7"/>
    <p:sldId id="361" r:id="rId8"/>
    <p:sldId id="345" r:id="rId9"/>
    <p:sldId id="346" r:id="rId10"/>
    <p:sldId id="347" r:id="rId11"/>
    <p:sldId id="348" r:id="rId12"/>
    <p:sldId id="362" r:id="rId13"/>
    <p:sldId id="349" r:id="rId14"/>
    <p:sldId id="350" r:id="rId15"/>
    <p:sldId id="363" r:id="rId16"/>
    <p:sldId id="351" r:id="rId17"/>
    <p:sldId id="352" r:id="rId18"/>
    <p:sldId id="364" r:id="rId19"/>
    <p:sldId id="353" r:id="rId20"/>
    <p:sldId id="356" r:id="rId21"/>
    <p:sldId id="354" r:id="rId22"/>
    <p:sldId id="365" r:id="rId23"/>
    <p:sldId id="355" r:id="rId24"/>
    <p:sldId id="340" r:id="rId25"/>
    <p:sldId id="366" r:id="rId26"/>
  </p:sldIdLst>
  <p:sldSz cx="9144000" cy="5143500" type="screen16x9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DA2"/>
    <a:srgbClr val="558ED5"/>
    <a:srgbClr val="497193"/>
    <a:srgbClr val="FAFAFA"/>
    <a:srgbClr val="005697"/>
    <a:srgbClr val="8EB4E3"/>
    <a:srgbClr val="E7E9EA"/>
    <a:srgbClr val="1F497D"/>
    <a:srgbClr val="EEECE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50" autoAdjust="0"/>
    <p:restoredTop sz="94660" autoAdjust="0"/>
  </p:normalViewPr>
  <p:slideViewPr>
    <p:cSldViewPr>
      <p:cViewPr varScale="1">
        <p:scale>
          <a:sx n="105" d="100"/>
          <a:sy n="105" d="100"/>
        </p:scale>
        <p:origin x="78" y="33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" Type="http://schemas.openxmlformats.org/officeDocument/2006/relationships/slide" Target="slides/slide1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handoutMaster" Target="handoutMasters/handoutMaster1.xml"/><Relationship Id="rId29" Type="http://schemas.openxmlformats.org/officeDocument/2006/relationships/tags" Target="tags/tag1.xml"/><Relationship Id="rId3" Type="http://schemas.openxmlformats.org/officeDocument/2006/relationships/slide" Target="slides/slide2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  <a:t>2022-07-02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38443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  <a:t>2022-07-02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930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F08880-C761-41DB-A108-08D9883BCB6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68315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23472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F08880-C761-41DB-A108-08D9883BCB6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3797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84797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50430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93416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87799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14618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19186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22221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89596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75973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83489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88594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38719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62961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58945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53317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54650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3114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5121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2022-07-02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2022-07-02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BB587-C8CE-4F5F-BD81-31278BF7E9F6}" type="datetimeFigureOut">
              <a:rPr lang="zh-CN" altLang="en-US" smtClean="0"/>
              <a:t>2022-07-02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40413-B639-4EB0-B746-DB0FEFC848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4078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split orient="vert"/>
      </p:transition>
    </mc:Choice>
    <mc:Fallback xmlns="">
      <p:transition spd="slow" advClick="0" advTm="0">
        <p:split orient="vert"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microsoft.com/office/2007/relationships/hdphoto" Target="../media/hdphoto1.wdp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jpg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2022-07-02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5588" cy="5145088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9145588" cy="51450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52" tIns="45726" rIns="91452" bIns="4572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0" r:id="rId2"/>
    <p:sldLayoutId id="2147483661" r:id="rId3"/>
    <p:sldLayoutId id="2147483654" r:id="rId4"/>
    <p:sldLayoutId id="2147483655" r:id="rId5"/>
    <p:sldLayoutId id="2147483662" r:id="rId6"/>
  </p:sldLayoutIdLst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22.jpg"/><Relationship Id="rId6" Type="http://schemas.openxmlformats.org/officeDocument/2006/relationships/image" Target="../media/image2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24.jpg"/><Relationship Id="rId6" Type="http://schemas.openxmlformats.org/officeDocument/2006/relationships/image" Target="../media/image2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Relationship Id="rId5" Type="http://schemas.openxmlformats.org/officeDocument/2006/relationships/image" Target="../media/image5.png"/><Relationship Id="rId6" Type="http://schemas.openxmlformats.org/officeDocument/2006/relationships/image" Target="../media/image2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10" Type="http://schemas.openxmlformats.org/officeDocument/2006/relationships/image" Target="../media/image9.jpg"/><Relationship Id="rId11" Type="http://schemas.openxmlformats.org/officeDocument/2006/relationships/image" Target="../media/image5.png"/><Relationship Id="rId12" Type="http://schemas.openxmlformats.org/officeDocument/2006/relationships/image" Target="../media/image23.png"/><Relationship Id="rId2" Type="http://schemas.openxmlformats.org/officeDocument/2006/relationships/tags" Target="../tags/tag5.xml"/><Relationship Id="rId3" Type="http://schemas.openxmlformats.org/officeDocument/2006/relationships/tags" Target="../tags/tag6.xml"/><Relationship Id="rId4" Type="http://schemas.openxmlformats.org/officeDocument/2006/relationships/tags" Target="../tags/tag7.xml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Relationship Id="rId7" Type="http://schemas.openxmlformats.org/officeDocument/2006/relationships/image" Target="../media/image6.jpg"/><Relationship Id="rId8" Type="http://schemas.openxmlformats.org/officeDocument/2006/relationships/image" Target="../media/image7.jpeg"/><Relationship Id="rId9" Type="http://schemas.openxmlformats.org/officeDocument/2006/relationships/image" Target="../media/image8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tags" Target="../tags/tag9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Relationship Id="rId5" Type="http://schemas.openxmlformats.org/officeDocument/2006/relationships/image" Target="../media/image5.png"/><Relationship Id="rId6" Type="http://schemas.openxmlformats.org/officeDocument/2006/relationships/image" Target="../media/image2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5.jpg"/><Relationship Id="rId5" Type="http://schemas.openxmlformats.org/officeDocument/2006/relationships/image" Target="../media/image2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tags" Target="../tags/tag11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Relationship Id="rId5" Type="http://schemas.openxmlformats.org/officeDocument/2006/relationships/image" Target="../media/image5.png"/><Relationship Id="rId6" Type="http://schemas.openxmlformats.org/officeDocument/2006/relationships/image" Target="../media/image2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tags" Target="../tags/tag1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Relationship Id="rId5" Type="http://schemas.openxmlformats.org/officeDocument/2006/relationships/image" Target="../media/image5.png"/><Relationship Id="rId6" Type="http://schemas.openxmlformats.org/officeDocument/2006/relationships/image" Target="../media/image2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tags" Target="../tags/tag1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Relationship Id="rId5" Type="http://schemas.openxmlformats.org/officeDocument/2006/relationships/image" Target="../media/image5.png"/><Relationship Id="rId6" Type="http://schemas.openxmlformats.org/officeDocument/2006/relationships/image" Target="../media/image2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Relationship Id="rId5" Type="http://schemas.openxmlformats.org/officeDocument/2006/relationships/image" Target="../media/image10.jpg"/><Relationship Id="rId6" Type="http://schemas.openxmlformats.org/officeDocument/2006/relationships/image" Target="../media/image5.png"/><Relationship Id="rId7" Type="http://schemas.openxmlformats.org/officeDocument/2006/relationships/image" Target="../media/image2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6.jpg"/><Relationship Id="rId5" Type="http://schemas.openxmlformats.org/officeDocument/2006/relationships/image" Target="../media/image2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Relationship Id="rId5" Type="http://schemas.openxmlformats.org/officeDocument/2006/relationships/image" Target="../media/image5.png"/><Relationship Id="rId6" Type="http://schemas.openxmlformats.org/officeDocument/2006/relationships/image" Target="../media/image2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Relationship Id="rId5" Type="http://schemas.openxmlformats.org/officeDocument/2006/relationships/image" Target="../media/image5.png"/><Relationship Id="rId6" Type="http://schemas.openxmlformats.org/officeDocument/2006/relationships/image" Target="../media/image2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7.jpg"/><Relationship Id="rId5" Type="http://schemas.openxmlformats.org/officeDocument/2006/relationships/image" Target="../media/image2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Relationship Id="rId5" Type="http://schemas.openxmlformats.org/officeDocument/2006/relationships/image" Target="../media/image5.png"/><Relationship Id="rId6" Type="http://schemas.openxmlformats.org/officeDocument/2006/relationships/image" Target="../media/image2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tags" Target="../tags/tag2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Relationship Id="rId5" Type="http://schemas.openxmlformats.org/officeDocument/2006/relationships/image" Target="../media/image5.png"/><Relationship Id="rId6" Type="http://schemas.openxmlformats.org/officeDocument/2006/relationships/image" Target="../media/image2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8.jpg"/><Relationship Id="rId5" Type="http://schemas.openxmlformats.org/officeDocument/2006/relationships/image" Target="../media/image2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tags" Target="../tags/tag2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Relationship Id="rId5" Type="http://schemas.openxmlformats.org/officeDocument/2006/relationships/image" Target="../media/image5.png"/><Relationship Id="rId6" Type="http://schemas.openxmlformats.org/officeDocument/2006/relationships/image" Target="../media/image2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tags" Target="../tags/tag29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Relationship Id="rId5" Type="http://schemas.openxmlformats.org/officeDocument/2006/relationships/image" Target="../media/image11.jpeg"/><Relationship Id="rId6" Type="http://schemas.openxmlformats.org/officeDocument/2006/relationships/image" Target="../media/image12.jpeg"/><Relationship Id="rId7" Type="http://schemas.openxmlformats.org/officeDocument/2006/relationships/image" Target="../media/image13.jpeg"/><Relationship Id="rId8" Type="http://schemas.openxmlformats.org/officeDocument/2006/relationships/image" Target="../media/image5.png"/><Relationship Id="rId9" Type="http://schemas.openxmlformats.org/officeDocument/2006/relationships/image" Target="../media/image2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image" Target="../media/image16.jpg"/><Relationship Id="rId6" Type="http://schemas.openxmlformats.org/officeDocument/2006/relationships/image" Target="../media/image17.jpe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9.jpg"/><Relationship Id="rId5" Type="http://schemas.openxmlformats.org/officeDocument/2006/relationships/image" Target="../media/image2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tags" Target="../tags/tag31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Relationship Id="rId5" Type="http://schemas.openxmlformats.org/officeDocument/2006/relationships/image" Target="../media/image18.jpg"/><Relationship Id="rId6" Type="http://schemas.openxmlformats.org/officeDocument/2006/relationships/image" Target="../media/image19.jpeg"/><Relationship Id="rId7" Type="http://schemas.openxmlformats.org/officeDocument/2006/relationships/image" Target="../media/image20.jpeg"/><Relationship Id="rId8" Type="http://schemas.openxmlformats.org/officeDocument/2006/relationships/image" Target="../media/image5.png"/><Relationship Id="rId9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tags" Target="../tags/tag32.xml"/><Relationship Id="rId2" Type="http://schemas.openxmlformats.org/officeDocument/2006/relationships/tags" Target="../tags/tag3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Relationship Id="rId5" Type="http://schemas.openxmlformats.org/officeDocument/2006/relationships/image" Target="../media/image21.jpeg"/><Relationship Id="rId6" Type="http://schemas.openxmlformats.org/officeDocument/2006/relationships/image" Target="../media/image5.png"/><Relationship Id="rId7" Type="http://schemas.openxmlformats.org/officeDocument/2006/relationships/image" Target="../media/image2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30.jpg"/><Relationship Id="rId5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 descr="122-吉林大学-img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2647" y="-1314692"/>
            <a:ext cx="9154760" cy="5721725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-7279" y="2116274"/>
            <a:ext cx="9679759" cy="3163632"/>
            <a:chOff x="0" y="2639824"/>
            <a:chExt cx="12906345" cy="3722876"/>
          </a:xfrm>
        </p:grpSpPr>
        <p:sp>
          <p:nvSpPr>
            <p:cNvPr id="11" name="任意多边形 10"/>
            <p:cNvSpPr/>
            <p:nvPr/>
          </p:nvSpPr>
          <p:spPr>
            <a:xfrm flipH="1">
              <a:off x="0" y="2639824"/>
              <a:ext cx="12211050" cy="3524250"/>
            </a:xfrm>
            <a:custGeom>
              <a:avLst/>
              <a:gdLst>
                <a:gd name="connsiteX0" fmla="*/ 19050 w 12192000"/>
                <a:gd name="connsiteY0" fmla="*/ 76200 h 3524250"/>
                <a:gd name="connsiteX1" fmla="*/ 7543800 w 12192000"/>
                <a:gd name="connsiteY1" fmla="*/ 1200150 h 3524250"/>
                <a:gd name="connsiteX2" fmla="*/ 12192000 w 12192000"/>
                <a:gd name="connsiteY2" fmla="*/ 0 h 3524250"/>
                <a:gd name="connsiteX3" fmla="*/ 12172950 w 12192000"/>
                <a:gd name="connsiteY3" fmla="*/ 3524250 h 3524250"/>
                <a:gd name="connsiteX4" fmla="*/ 0 w 12192000"/>
                <a:gd name="connsiteY4" fmla="*/ 3505200 h 3524250"/>
                <a:gd name="connsiteX5" fmla="*/ 19050 w 12192000"/>
                <a:gd name="connsiteY5" fmla="*/ 76200 h 3524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3524250">
                  <a:moveTo>
                    <a:pt x="19050" y="76200"/>
                  </a:moveTo>
                  <a:cubicBezTo>
                    <a:pt x="2767012" y="644525"/>
                    <a:pt x="5514975" y="1212850"/>
                    <a:pt x="7543800" y="1200150"/>
                  </a:cubicBezTo>
                  <a:cubicBezTo>
                    <a:pt x="9572625" y="1187450"/>
                    <a:pt x="10882312" y="593725"/>
                    <a:pt x="12192000" y="0"/>
                  </a:cubicBezTo>
                  <a:lnTo>
                    <a:pt x="12172950" y="3524250"/>
                  </a:lnTo>
                  <a:lnTo>
                    <a:pt x="0" y="3505200"/>
                  </a:lnTo>
                  <a:lnTo>
                    <a:pt x="19050" y="76200"/>
                  </a:lnTo>
                  <a:close/>
                </a:path>
              </a:pathLst>
            </a:custGeom>
            <a:solidFill>
              <a:srgbClr val="0824A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0" name="任意多边形 9"/>
            <p:cNvSpPr/>
            <p:nvPr/>
          </p:nvSpPr>
          <p:spPr>
            <a:xfrm flipH="1">
              <a:off x="0" y="2838450"/>
              <a:ext cx="12906345" cy="3524250"/>
            </a:xfrm>
            <a:custGeom>
              <a:avLst/>
              <a:gdLst>
                <a:gd name="connsiteX0" fmla="*/ 19050 w 12192000"/>
                <a:gd name="connsiteY0" fmla="*/ 76200 h 3524250"/>
                <a:gd name="connsiteX1" fmla="*/ 7543800 w 12192000"/>
                <a:gd name="connsiteY1" fmla="*/ 1200150 h 3524250"/>
                <a:gd name="connsiteX2" fmla="*/ 12192000 w 12192000"/>
                <a:gd name="connsiteY2" fmla="*/ 0 h 3524250"/>
                <a:gd name="connsiteX3" fmla="*/ 12172950 w 12192000"/>
                <a:gd name="connsiteY3" fmla="*/ 3524250 h 3524250"/>
                <a:gd name="connsiteX4" fmla="*/ 0 w 12192000"/>
                <a:gd name="connsiteY4" fmla="*/ 3505200 h 3524250"/>
                <a:gd name="connsiteX5" fmla="*/ 19050 w 12192000"/>
                <a:gd name="connsiteY5" fmla="*/ 76200 h 3524250"/>
                <a:gd name="connsiteX0" fmla="*/ 19050 w 12192000"/>
                <a:gd name="connsiteY0" fmla="*/ 146845 h 3594895"/>
                <a:gd name="connsiteX1" fmla="*/ 2757941 w 12192000"/>
                <a:gd name="connsiteY1" fmla="*/ 691140 h 3594895"/>
                <a:gd name="connsiteX2" fmla="*/ 7543800 w 12192000"/>
                <a:gd name="connsiteY2" fmla="*/ 1270795 h 3594895"/>
                <a:gd name="connsiteX3" fmla="*/ 12192000 w 12192000"/>
                <a:gd name="connsiteY3" fmla="*/ 70645 h 3594895"/>
                <a:gd name="connsiteX4" fmla="*/ 12172950 w 12192000"/>
                <a:gd name="connsiteY4" fmla="*/ 3594895 h 3594895"/>
                <a:gd name="connsiteX5" fmla="*/ 0 w 12192000"/>
                <a:gd name="connsiteY5" fmla="*/ 3575845 h 3594895"/>
                <a:gd name="connsiteX6" fmla="*/ 19050 w 12192000"/>
                <a:gd name="connsiteY6" fmla="*/ 146845 h 3594895"/>
                <a:gd name="connsiteX0" fmla="*/ 19050 w 12192000"/>
                <a:gd name="connsiteY0" fmla="*/ 76200 h 3524250"/>
                <a:gd name="connsiteX1" fmla="*/ 2757941 w 12192000"/>
                <a:gd name="connsiteY1" fmla="*/ 620495 h 3524250"/>
                <a:gd name="connsiteX2" fmla="*/ 7543800 w 12192000"/>
                <a:gd name="connsiteY2" fmla="*/ 1200150 h 3524250"/>
                <a:gd name="connsiteX3" fmla="*/ 12192000 w 12192000"/>
                <a:gd name="connsiteY3" fmla="*/ 0 h 3524250"/>
                <a:gd name="connsiteX4" fmla="*/ 12172950 w 12192000"/>
                <a:gd name="connsiteY4" fmla="*/ 3524250 h 3524250"/>
                <a:gd name="connsiteX5" fmla="*/ 0 w 12192000"/>
                <a:gd name="connsiteY5" fmla="*/ 3505200 h 3524250"/>
                <a:gd name="connsiteX6" fmla="*/ 19050 w 12192000"/>
                <a:gd name="connsiteY6" fmla="*/ 76200 h 3524250"/>
                <a:gd name="connsiteX0" fmla="*/ 0 w 12886210"/>
                <a:gd name="connsiteY0" fmla="*/ 2447925 h 3524250"/>
                <a:gd name="connsiteX1" fmla="*/ 3452151 w 12886210"/>
                <a:gd name="connsiteY1" fmla="*/ 620495 h 3524250"/>
                <a:gd name="connsiteX2" fmla="*/ 8238010 w 12886210"/>
                <a:gd name="connsiteY2" fmla="*/ 1200150 h 3524250"/>
                <a:gd name="connsiteX3" fmla="*/ 12886210 w 12886210"/>
                <a:gd name="connsiteY3" fmla="*/ 0 h 3524250"/>
                <a:gd name="connsiteX4" fmla="*/ 12867160 w 12886210"/>
                <a:gd name="connsiteY4" fmla="*/ 3524250 h 3524250"/>
                <a:gd name="connsiteX5" fmla="*/ 694210 w 12886210"/>
                <a:gd name="connsiteY5" fmla="*/ 3505200 h 3524250"/>
                <a:gd name="connsiteX6" fmla="*/ 0 w 12886210"/>
                <a:gd name="connsiteY6" fmla="*/ 2447925 h 3524250"/>
                <a:gd name="connsiteX0" fmla="*/ 0 w 12886210"/>
                <a:gd name="connsiteY0" fmla="*/ 2447925 h 3524250"/>
                <a:gd name="connsiteX1" fmla="*/ 3452151 w 12886210"/>
                <a:gd name="connsiteY1" fmla="*/ 620495 h 3524250"/>
                <a:gd name="connsiteX2" fmla="*/ 8238010 w 12886210"/>
                <a:gd name="connsiteY2" fmla="*/ 1200150 h 3524250"/>
                <a:gd name="connsiteX3" fmla="*/ 12886210 w 12886210"/>
                <a:gd name="connsiteY3" fmla="*/ 0 h 3524250"/>
                <a:gd name="connsiteX4" fmla="*/ 12867160 w 12886210"/>
                <a:gd name="connsiteY4" fmla="*/ 3524250 h 3524250"/>
                <a:gd name="connsiteX5" fmla="*/ 694210 w 12886210"/>
                <a:gd name="connsiteY5" fmla="*/ 3505200 h 3524250"/>
                <a:gd name="connsiteX6" fmla="*/ 0 w 12886210"/>
                <a:gd name="connsiteY6" fmla="*/ 2447925 h 3524250"/>
                <a:gd name="connsiteX0" fmla="*/ 0 w 12886210"/>
                <a:gd name="connsiteY0" fmla="*/ 2447925 h 3524250"/>
                <a:gd name="connsiteX1" fmla="*/ 3452151 w 12886210"/>
                <a:gd name="connsiteY1" fmla="*/ 620495 h 3524250"/>
                <a:gd name="connsiteX2" fmla="*/ 8238010 w 12886210"/>
                <a:gd name="connsiteY2" fmla="*/ 1200150 h 3524250"/>
                <a:gd name="connsiteX3" fmla="*/ 12886210 w 12886210"/>
                <a:gd name="connsiteY3" fmla="*/ 0 h 3524250"/>
                <a:gd name="connsiteX4" fmla="*/ 12867160 w 12886210"/>
                <a:gd name="connsiteY4" fmla="*/ 3524250 h 3524250"/>
                <a:gd name="connsiteX5" fmla="*/ 694210 w 12886210"/>
                <a:gd name="connsiteY5" fmla="*/ 3505200 h 3524250"/>
                <a:gd name="connsiteX6" fmla="*/ 0 w 12886210"/>
                <a:gd name="connsiteY6" fmla="*/ 2447925 h 3524250"/>
                <a:gd name="connsiteX0" fmla="*/ 0 w 12886210"/>
                <a:gd name="connsiteY0" fmla="*/ 2447925 h 3524250"/>
                <a:gd name="connsiteX1" fmla="*/ 3442641 w 12886210"/>
                <a:gd name="connsiteY1" fmla="*/ 782420 h 3524250"/>
                <a:gd name="connsiteX2" fmla="*/ 8238010 w 12886210"/>
                <a:gd name="connsiteY2" fmla="*/ 1200150 h 3524250"/>
                <a:gd name="connsiteX3" fmla="*/ 12886210 w 12886210"/>
                <a:gd name="connsiteY3" fmla="*/ 0 h 3524250"/>
                <a:gd name="connsiteX4" fmla="*/ 12867160 w 12886210"/>
                <a:gd name="connsiteY4" fmla="*/ 3524250 h 3524250"/>
                <a:gd name="connsiteX5" fmla="*/ 694210 w 12886210"/>
                <a:gd name="connsiteY5" fmla="*/ 3505200 h 3524250"/>
                <a:gd name="connsiteX6" fmla="*/ 0 w 12886210"/>
                <a:gd name="connsiteY6" fmla="*/ 2447925 h 3524250"/>
                <a:gd name="connsiteX0" fmla="*/ 0 w 12886210"/>
                <a:gd name="connsiteY0" fmla="*/ 2447925 h 3524250"/>
                <a:gd name="connsiteX1" fmla="*/ 3442641 w 12886210"/>
                <a:gd name="connsiteY1" fmla="*/ 782420 h 3524250"/>
                <a:gd name="connsiteX2" fmla="*/ 8238010 w 12886210"/>
                <a:gd name="connsiteY2" fmla="*/ 1200150 h 3524250"/>
                <a:gd name="connsiteX3" fmla="*/ 12886210 w 12886210"/>
                <a:gd name="connsiteY3" fmla="*/ 0 h 3524250"/>
                <a:gd name="connsiteX4" fmla="*/ 12867160 w 12886210"/>
                <a:gd name="connsiteY4" fmla="*/ 3524250 h 3524250"/>
                <a:gd name="connsiteX5" fmla="*/ 694210 w 12886210"/>
                <a:gd name="connsiteY5" fmla="*/ 3505200 h 3524250"/>
                <a:gd name="connsiteX6" fmla="*/ 0 w 12886210"/>
                <a:gd name="connsiteY6" fmla="*/ 2447925 h 3524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886210" h="3524250">
                  <a:moveTo>
                    <a:pt x="0" y="2447925"/>
                  </a:moveTo>
                  <a:cubicBezTo>
                    <a:pt x="459657" y="1967141"/>
                    <a:pt x="1760560" y="709395"/>
                    <a:pt x="3442641" y="782420"/>
                  </a:cubicBezTo>
                  <a:cubicBezTo>
                    <a:pt x="4722127" y="868145"/>
                    <a:pt x="6664082" y="1330553"/>
                    <a:pt x="8238010" y="1200150"/>
                  </a:cubicBezTo>
                  <a:cubicBezTo>
                    <a:pt x="9811938" y="1069747"/>
                    <a:pt x="11576522" y="593725"/>
                    <a:pt x="12886210" y="0"/>
                  </a:cubicBezTo>
                  <a:lnTo>
                    <a:pt x="12867160" y="3524250"/>
                  </a:lnTo>
                  <a:lnTo>
                    <a:pt x="694210" y="3505200"/>
                  </a:lnTo>
                  <a:lnTo>
                    <a:pt x="0" y="244792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13" name="矩形 12"/>
          <p:cNvSpPr/>
          <p:nvPr/>
        </p:nvSpPr>
        <p:spPr>
          <a:xfrm>
            <a:off x="822342" y="4193381"/>
            <a:ext cx="914400" cy="384735"/>
          </a:xfrm>
          <a:prstGeom prst="rect">
            <a:avLst/>
          </a:prstGeom>
          <a:noFill/>
          <a:ln>
            <a:solidFill>
              <a:srgbClr val="0517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50" dirty="0">
                <a:solidFill>
                  <a:srgbClr val="05176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主讲人</a:t>
            </a:r>
          </a:p>
        </p:txBody>
      </p:sp>
      <p:sp>
        <p:nvSpPr>
          <p:cNvPr id="14" name="矩形 13"/>
          <p:cNvSpPr/>
          <p:nvPr/>
        </p:nvSpPr>
        <p:spPr>
          <a:xfrm>
            <a:off x="1736742" y="4193381"/>
            <a:ext cx="1114425" cy="384735"/>
          </a:xfrm>
          <a:prstGeom prst="rect">
            <a:avLst/>
          </a:prstGeom>
          <a:solidFill>
            <a:srgbClr val="05176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5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 sz="165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307644" y="3754521"/>
            <a:ext cx="581446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600" b="1" kern="10" dirty="0">
                <a:solidFill>
                  <a:srgbClr val="05176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吉林大学模版</a:t>
            </a:r>
            <a:r>
              <a:rPr lang="zh-CN" altLang="en-US" sz="3600" b="1" kern="10" dirty="0">
                <a:solidFill>
                  <a:srgbClr val="05176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</a:p>
        </p:txBody>
      </p:sp>
      <p:sp>
        <p:nvSpPr>
          <p:cNvPr id="20" name="WordArt 5"/>
          <p:cNvSpPr>
            <a:spLocks noChangeArrowheads="1" noChangeShapeType="1"/>
          </p:cNvSpPr>
          <p:nvPr/>
        </p:nvSpPr>
        <p:spPr bwMode="auto">
          <a:xfrm>
            <a:off x="4408825" y="4447018"/>
            <a:ext cx="3916669" cy="405366"/>
          </a:xfrm>
          <a:prstGeom prst="rect">
            <a:avLst/>
          </a:prstGeom>
        </p:spPr>
        <p:txBody>
          <a:bodyPr wrap="none" fromWordArt="1"/>
          <a:lstStyle/>
          <a:p>
            <a:pPr algn="ctr"/>
            <a:r>
              <a:rPr lang="en-US" altLang="zh-CN" sz="2100" kern="10" dirty="0">
                <a:solidFill>
                  <a:srgbClr val="05176B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Measurement of horizontal angle</a:t>
            </a:r>
            <a:endParaRPr lang="zh-CN" altLang="en-US" sz="2100" kern="10" dirty="0">
              <a:solidFill>
                <a:srgbClr val="00406E"/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0803C2BA-C6B3-578A-61A5-6B71E34C6477}"/>
              </a:ext>
            </a:extLst>
          </p:cNvPr>
          <p:cNvGrpSpPr/>
          <p:nvPr/>
        </p:nvGrpSpPr>
        <p:grpSpPr>
          <a:xfrm>
            <a:off x="1375722" y="2165865"/>
            <a:ext cx="1705800" cy="1705800"/>
            <a:chOff x="1441054" y="2119509"/>
            <a:chExt cx="1705800" cy="1705800"/>
          </a:xfrm>
        </p:grpSpPr>
        <p:sp>
          <p:nvSpPr>
            <p:cNvPr id="22" name="white base">
              <a:extLst>
                <a:ext uri="{FF2B5EF4-FFF2-40B4-BE49-F238E27FC236}">
                  <a16:creationId xmlns:a16="http://schemas.microsoft.com/office/drawing/2014/main" id="{D34E6250-632F-99E8-177E-4D7B0D268CA5}"/>
                </a:ext>
              </a:extLst>
            </p:cNvPr>
            <p:cNvSpPr/>
            <p:nvPr/>
          </p:nvSpPr>
          <p:spPr>
            <a:xfrm>
              <a:off x="1454240" y="2133600"/>
              <a:ext cx="1677600" cy="167761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2" name="Picture 31" descr="122-吉林大学-logo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41054" y="2119509"/>
              <a:ext cx="1705800" cy="1705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45536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split orient="vert"/>
      </p:transition>
    </mc:Choice>
    <mc:Fallback xmlns="">
      <p:transition spd="slow" advClick="0" advTm="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9" grpId="0"/>
      <p:bldP spid="2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: Shape 55"/>
          <p:cNvSpPr>
            <a:spLocks/>
          </p:cNvSpPr>
          <p:nvPr/>
        </p:nvSpPr>
        <p:spPr bwMode="auto">
          <a:xfrm>
            <a:off x="8001754" y="3749774"/>
            <a:ext cx="105385" cy="105385"/>
          </a:xfrm>
          <a:custGeom>
            <a:avLst/>
            <a:gdLst>
              <a:gd name="T0" fmla="*/ 72 w 86"/>
              <a:gd name="T1" fmla="*/ 86 h 86"/>
              <a:gd name="T2" fmla="*/ 0 w 86"/>
              <a:gd name="T3" fmla="*/ 18 h 86"/>
              <a:gd name="T4" fmla="*/ 18 w 86"/>
              <a:gd name="T5" fmla="*/ 0 h 86"/>
              <a:gd name="T6" fmla="*/ 86 w 86"/>
              <a:gd name="T7" fmla="*/ 72 h 86"/>
              <a:gd name="T8" fmla="*/ 72 w 86"/>
              <a:gd name="T9" fmla="*/ 86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6" h="86">
                <a:moveTo>
                  <a:pt x="72" y="86"/>
                </a:moveTo>
                <a:lnTo>
                  <a:pt x="0" y="18"/>
                </a:lnTo>
                <a:lnTo>
                  <a:pt x="18" y="0"/>
                </a:lnTo>
                <a:lnTo>
                  <a:pt x="86" y="72"/>
                </a:lnTo>
                <a:lnTo>
                  <a:pt x="72" y="86"/>
                </a:lnTo>
                <a:close/>
              </a:path>
            </a:pathLst>
          </a:custGeom>
          <a:solidFill>
            <a:srgbClr val="E2E2E2"/>
          </a:solidFill>
          <a:ln>
            <a:noFill/>
          </a:ln>
          <a:extLst>
            <a:ext uri="{91240B29-F687-4f45-9708-019B960494DF}">
              <a14:hiddenLine xmlns:a14="http://schemas.microsoft.com/office/drawing/2010/main" xmlns:p14="http://schemas.microsoft.com/office/powerpoint/2010/main" xmlns:lc="http://schemas.openxmlformats.org/drawingml/2006/lockedCanvas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grpSp>
        <p:nvGrpSpPr>
          <p:cNvPr id="31" name="Group 56"/>
          <p:cNvGrpSpPr/>
          <p:nvPr/>
        </p:nvGrpSpPr>
        <p:grpSpPr>
          <a:xfrm>
            <a:off x="5095084" y="1382267"/>
            <a:ext cx="2852770" cy="2746129"/>
            <a:chOff x="3200445" y="1228386"/>
            <a:chExt cx="2852761" cy="2746150"/>
          </a:xfrm>
        </p:grpSpPr>
        <p:sp>
          <p:nvSpPr>
            <p:cNvPr id="192" name="Freeform: Shape 218"/>
            <p:cNvSpPr>
              <a:spLocks/>
            </p:cNvSpPr>
            <p:nvPr/>
          </p:nvSpPr>
          <p:spPr bwMode="auto">
            <a:xfrm>
              <a:off x="3871972" y="1364407"/>
              <a:ext cx="162980" cy="164205"/>
            </a:xfrm>
            <a:custGeom>
              <a:avLst/>
              <a:gdLst>
                <a:gd name="T0" fmla="*/ 18 w 37"/>
                <a:gd name="T1" fmla="*/ 37 h 37"/>
                <a:gd name="T2" fmla="*/ 19 w 37"/>
                <a:gd name="T3" fmla="*/ 37 h 37"/>
                <a:gd name="T4" fmla="*/ 37 w 37"/>
                <a:gd name="T5" fmla="*/ 18 h 37"/>
                <a:gd name="T6" fmla="*/ 23 w 37"/>
                <a:gd name="T7" fmla="*/ 0 h 37"/>
                <a:gd name="T8" fmla="*/ 1 w 37"/>
                <a:gd name="T9" fmla="*/ 12 h 37"/>
                <a:gd name="T10" fmla="*/ 0 w 37"/>
                <a:gd name="T11" fmla="*/ 18 h 37"/>
                <a:gd name="T12" fmla="*/ 10 w 37"/>
                <a:gd name="T13" fmla="*/ 24 h 37"/>
                <a:gd name="T14" fmla="*/ 18 w 37"/>
                <a:gd name="T1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37">
                  <a:moveTo>
                    <a:pt x="18" y="37"/>
                  </a:moveTo>
                  <a:cubicBezTo>
                    <a:pt x="18" y="37"/>
                    <a:pt x="18" y="37"/>
                    <a:pt x="19" y="37"/>
                  </a:cubicBezTo>
                  <a:cubicBezTo>
                    <a:pt x="29" y="37"/>
                    <a:pt x="37" y="29"/>
                    <a:pt x="37" y="18"/>
                  </a:cubicBezTo>
                  <a:cubicBezTo>
                    <a:pt x="37" y="10"/>
                    <a:pt x="31" y="2"/>
                    <a:pt x="23" y="0"/>
                  </a:cubicBezTo>
                  <a:cubicBezTo>
                    <a:pt x="16" y="4"/>
                    <a:pt x="8" y="8"/>
                    <a:pt x="1" y="12"/>
                  </a:cubicBezTo>
                  <a:cubicBezTo>
                    <a:pt x="1" y="14"/>
                    <a:pt x="0" y="16"/>
                    <a:pt x="0" y="18"/>
                  </a:cubicBezTo>
                  <a:cubicBezTo>
                    <a:pt x="4" y="19"/>
                    <a:pt x="7" y="21"/>
                    <a:pt x="10" y="24"/>
                  </a:cubicBezTo>
                  <a:cubicBezTo>
                    <a:pt x="14" y="28"/>
                    <a:pt x="16" y="32"/>
                    <a:pt x="18" y="3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3" name="Freeform: Shape 219"/>
            <p:cNvSpPr>
              <a:spLocks/>
            </p:cNvSpPr>
            <p:nvPr/>
          </p:nvSpPr>
          <p:spPr bwMode="auto">
            <a:xfrm>
              <a:off x="4048431" y="1422001"/>
              <a:ext cx="35537" cy="49017"/>
            </a:xfrm>
            <a:custGeom>
              <a:avLst/>
              <a:gdLst>
                <a:gd name="T0" fmla="*/ 0 w 29"/>
                <a:gd name="T1" fmla="*/ 40 h 40"/>
                <a:gd name="T2" fmla="*/ 29 w 29"/>
                <a:gd name="T3" fmla="*/ 18 h 40"/>
                <a:gd name="T4" fmla="*/ 0 w 29"/>
                <a:gd name="T5" fmla="*/ 0 h 40"/>
                <a:gd name="T6" fmla="*/ 0 w 29"/>
                <a:gd name="T7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40">
                  <a:moveTo>
                    <a:pt x="0" y="40"/>
                  </a:moveTo>
                  <a:lnTo>
                    <a:pt x="29" y="18"/>
                  </a:lnTo>
                  <a:lnTo>
                    <a:pt x="0" y="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4" name="Freeform: Shape 220"/>
            <p:cNvSpPr>
              <a:spLocks/>
            </p:cNvSpPr>
            <p:nvPr/>
          </p:nvSpPr>
          <p:spPr bwMode="auto">
            <a:xfrm>
              <a:off x="3845012" y="1426903"/>
              <a:ext cx="18381" cy="13480"/>
            </a:xfrm>
            <a:custGeom>
              <a:avLst/>
              <a:gdLst>
                <a:gd name="T0" fmla="*/ 0 w 4"/>
                <a:gd name="T1" fmla="*/ 3 h 3"/>
                <a:gd name="T2" fmla="*/ 4 w 4"/>
                <a:gd name="T3" fmla="*/ 3 h 3"/>
                <a:gd name="T4" fmla="*/ 4 w 4"/>
                <a:gd name="T5" fmla="*/ 0 h 3"/>
                <a:gd name="T6" fmla="*/ 0 w 4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3">
                  <a:moveTo>
                    <a:pt x="0" y="3"/>
                  </a:moveTo>
                  <a:cubicBezTo>
                    <a:pt x="1" y="3"/>
                    <a:pt x="2" y="3"/>
                    <a:pt x="4" y="3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1"/>
                    <a:pt x="1" y="2"/>
                    <a:pt x="0" y="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5" name="Freeform: Shape 221"/>
            <p:cNvSpPr>
              <a:spLocks/>
            </p:cNvSpPr>
            <p:nvPr/>
          </p:nvSpPr>
          <p:spPr bwMode="auto">
            <a:xfrm>
              <a:off x="4004316" y="1355829"/>
              <a:ext cx="40439" cy="40439"/>
            </a:xfrm>
            <a:custGeom>
              <a:avLst/>
              <a:gdLst>
                <a:gd name="T0" fmla="*/ 0 w 33"/>
                <a:gd name="T1" fmla="*/ 7 h 33"/>
                <a:gd name="T2" fmla="*/ 25 w 33"/>
                <a:gd name="T3" fmla="*/ 33 h 33"/>
                <a:gd name="T4" fmla="*/ 33 w 33"/>
                <a:gd name="T5" fmla="*/ 0 h 33"/>
                <a:gd name="T6" fmla="*/ 0 w 33"/>
                <a:gd name="T7" fmla="*/ 7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3">
                  <a:moveTo>
                    <a:pt x="0" y="7"/>
                  </a:moveTo>
                  <a:lnTo>
                    <a:pt x="25" y="33"/>
                  </a:lnTo>
                  <a:lnTo>
                    <a:pt x="33" y="0"/>
                  </a:lnTo>
                  <a:lnTo>
                    <a:pt x="0" y="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6" name="Freeform: Shape 222"/>
            <p:cNvSpPr>
              <a:spLocks/>
            </p:cNvSpPr>
            <p:nvPr/>
          </p:nvSpPr>
          <p:spPr bwMode="auto">
            <a:xfrm>
              <a:off x="4004316" y="1493075"/>
              <a:ext cx="40439" cy="44115"/>
            </a:xfrm>
            <a:custGeom>
              <a:avLst/>
              <a:gdLst>
                <a:gd name="T0" fmla="*/ 25 w 33"/>
                <a:gd name="T1" fmla="*/ 0 h 36"/>
                <a:gd name="T2" fmla="*/ 0 w 33"/>
                <a:gd name="T3" fmla="*/ 29 h 36"/>
                <a:gd name="T4" fmla="*/ 33 w 33"/>
                <a:gd name="T5" fmla="*/ 36 h 36"/>
                <a:gd name="T6" fmla="*/ 25 w 33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6">
                  <a:moveTo>
                    <a:pt x="25" y="0"/>
                  </a:moveTo>
                  <a:lnTo>
                    <a:pt x="0" y="29"/>
                  </a:lnTo>
                  <a:lnTo>
                    <a:pt x="33" y="36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7" name="Freeform: Shape 223"/>
            <p:cNvSpPr>
              <a:spLocks/>
            </p:cNvSpPr>
            <p:nvPr/>
          </p:nvSpPr>
          <p:spPr bwMode="auto">
            <a:xfrm>
              <a:off x="3690610" y="1448960"/>
              <a:ext cx="357820" cy="220574"/>
            </a:xfrm>
            <a:custGeom>
              <a:avLst/>
              <a:gdLst>
                <a:gd name="T0" fmla="*/ 66 w 81"/>
                <a:gd name="T1" fmla="*/ 21 h 50"/>
                <a:gd name="T2" fmla="*/ 64 w 81"/>
                <a:gd name="T3" fmla="*/ 21 h 50"/>
                <a:gd name="T4" fmla="*/ 57 w 81"/>
                <a:gd name="T5" fmla="*/ 24 h 50"/>
                <a:gd name="T6" fmla="*/ 57 w 81"/>
                <a:gd name="T7" fmla="*/ 20 h 50"/>
                <a:gd name="T8" fmla="*/ 56 w 81"/>
                <a:gd name="T9" fmla="*/ 18 h 50"/>
                <a:gd name="T10" fmla="*/ 41 w 81"/>
                <a:gd name="T11" fmla="*/ 1 h 50"/>
                <a:gd name="T12" fmla="*/ 39 w 81"/>
                <a:gd name="T13" fmla="*/ 1 h 50"/>
                <a:gd name="T14" fmla="*/ 32 w 81"/>
                <a:gd name="T15" fmla="*/ 0 h 50"/>
                <a:gd name="T16" fmla="*/ 31 w 81"/>
                <a:gd name="T17" fmla="*/ 0 h 50"/>
                <a:gd name="T18" fmla="*/ 31 w 81"/>
                <a:gd name="T19" fmla="*/ 0 h 50"/>
                <a:gd name="T20" fmla="*/ 9 w 81"/>
                <a:gd name="T21" fmla="*/ 15 h 50"/>
                <a:gd name="T22" fmla="*/ 7 w 81"/>
                <a:gd name="T23" fmla="*/ 25 h 50"/>
                <a:gd name="T24" fmla="*/ 8 w 81"/>
                <a:gd name="T25" fmla="*/ 32 h 50"/>
                <a:gd name="T26" fmla="*/ 0 w 81"/>
                <a:gd name="T27" fmla="*/ 41 h 50"/>
                <a:gd name="T28" fmla="*/ 9 w 81"/>
                <a:gd name="T29" fmla="*/ 50 h 50"/>
                <a:gd name="T30" fmla="*/ 32 w 81"/>
                <a:gd name="T31" fmla="*/ 50 h 50"/>
                <a:gd name="T32" fmla="*/ 33 w 81"/>
                <a:gd name="T33" fmla="*/ 50 h 50"/>
                <a:gd name="T34" fmla="*/ 66 w 81"/>
                <a:gd name="T35" fmla="*/ 50 h 50"/>
                <a:gd name="T36" fmla="*/ 81 w 81"/>
                <a:gd name="T37" fmla="*/ 35 h 50"/>
                <a:gd name="T38" fmla="*/ 66 w 81"/>
                <a:gd name="T39" fmla="*/ 21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1" h="50">
                  <a:moveTo>
                    <a:pt x="66" y="21"/>
                  </a:moveTo>
                  <a:cubicBezTo>
                    <a:pt x="66" y="21"/>
                    <a:pt x="65" y="21"/>
                    <a:pt x="64" y="21"/>
                  </a:cubicBezTo>
                  <a:cubicBezTo>
                    <a:pt x="62" y="21"/>
                    <a:pt x="59" y="23"/>
                    <a:pt x="57" y="24"/>
                  </a:cubicBezTo>
                  <a:cubicBezTo>
                    <a:pt x="57" y="23"/>
                    <a:pt x="57" y="22"/>
                    <a:pt x="57" y="20"/>
                  </a:cubicBezTo>
                  <a:cubicBezTo>
                    <a:pt x="57" y="19"/>
                    <a:pt x="56" y="18"/>
                    <a:pt x="56" y="18"/>
                  </a:cubicBezTo>
                  <a:cubicBezTo>
                    <a:pt x="54" y="10"/>
                    <a:pt x="48" y="4"/>
                    <a:pt x="41" y="1"/>
                  </a:cubicBezTo>
                  <a:cubicBezTo>
                    <a:pt x="40" y="1"/>
                    <a:pt x="40" y="1"/>
                    <a:pt x="39" y="1"/>
                  </a:cubicBezTo>
                  <a:cubicBezTo>
                    <a:pt x="37" y="0"/>
                    <a:pt x="35" y="0"/>
                    <a:pt x="32" y="0"/>
                  </a:cubicBezTo>
                  <a:cubicBezTo>
                    <a:pt x="32" y="0"/>
                    <a:pt x="32" y="0"/>
                    <a:pt x="31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4" y="5"/>
                    <a:pt x="16" y="10"/>
                    <a:pt x="9" y="15"/>
                  </a:cubicBezTo>
                  <a:cubicBezTo>
                    <a:pt x="8" y="18"/>
                    <a:pt x="7" y="21"/>
                    <a:pt x="7" y="25"/>
                  </a:cubicBezTo>
                  <a:cubicBezTo>
                    <a:pt x="7" y="27"/>
                    <a:pt x="8" y="30"/>
                    <a:pt x="8" y="32"/>
                  </a:cubicBezTo>
                  <a:cubicBezTo>
                    <a:pt x="4" y="32"/>
                    <a:pt x="0" y="36"/>
                    <a:pt x="0" y="41"/>
                  </a:cubicBezTo>
                  <a:cubicBezTo>
                    <a:pt x="0" y="46"/>
                    <a:pt x="4" y="50"/>
                    <a:pt x="9" y="50"/>
                  </a:cubicBezTo>
                  <a:cubicBezTo>
                    <a:pt x="32" y="50"/>
                    <a:pt x="32" y="50"/>
                    <a:pt x="32" y="50"/>
                  </a:cubicBezTo>
                  <a:cubicBezTo>
                    <a:pt x="33" y="50"/>
                    <a:pt x="33" y="50"/>
                    <a:pt x="33" y="50"/>
                  </a:cubicBezTo>
                  <a:cubicBezTo>
                    <a:pt x="66" y="50"/>
                    <a:pt x="66" y="50"/>
                    <a:pt x="66" y="50"/>
                  </a:cubicBezTo>
                  <a:cubicBezTo>
                    <a:pt x="74" y="50"/>
                    <a:pt x="81" y="43"/>
                    <a:pt x="81" y="35"/>
                  </a:cubicBezTo>
                  <a:cubicBezTo>
                    <a:pt x="81" y="27"/>
                    <a:pt x="74" y="21"/>
                    <a:pt x="66" y="2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8" name="Freeform: Shape 224"/>
            <p:cNvSpPr>
              <a:spLocks/>
            </p:cNvSpPr>
            <p:nvPr/>
          </p:nvSpPr>
          <p:spPr bwMode="auto">
            <a:xfrm>
              <a:off x="5028761" y="3524809"/>
              <a:ext cx="318607" cy="344341"/>
            </a:xfrm>
            <a:custGeom>
              <a:avLst/>
              <a:gdLst>
                <a:gd name="T0" fmla="*/ 60 w 72"/>
                <a:gd name="T1" fmla="*/ 2 h 78"/>
                <a:gd name="T2" fmla="*/ 60 w 72"/>
                <a:gd name="T3" fmla="*/ 26 h 78"/>
                <a:gd name="T4" fmla="*/ 64 w 72"/>
                <a:gd name="T5" fmla="*/ 37 h 78"/>
                <a:gd name="T6" fmla="*/ 66 w 72"/>
                <a:gd name="T7" fmla="*/ 43 h 78"/>
                <a:gd name="T8" fmla="*/ 60 w 72"/>
                <a:gd name="T9" fmla="*/ 50 h 78"/>
                <a:gd name="T10" fmla="*/ 56 w 72"/>
                <a:gd name="T11" fmla="*/ 53 h 78"/>
                <a:gd name="T12" fmla="*/ 60 w 72"/>
                <a:gd name="T13" fmla="*/ 50 h 78"/>
                <a:gd name="T14" fmla="*/ 60 w 72"/>
                <a:gd name="T15" fmla="*/ 44 h 78"/>
                <a:gd name="T16" fmla="*/ 56 w 72"/>
                <a:gd name="T17" fmla="*/ 33 h 78"/>
                <a:gd name="T18" fmla="*/ 60 w 72"/>
                <a:gd name="T19" fmla="*/ 26 h 78"/>
                <a:gd name="T20" fmla="*/ 55 w 72"/>
                <a:gd name="T21" fmla="*/ 46 h 78"/>
                <a:gd name="T22" fmla="*/ 55 w 72"/>
                <a:gd name="T23" fmla="*/ 53 h 78"/>
                <a:gd name="T24" fmla="*/ 55 w 72"/>
                <a:gd name="T25" fmla="*/ 1 h 78"/>
                <a:gd name="T26" fmla="*/ 55 w 72"/>
                <a:gd name="T27" fmla="*/ 9 h 78"/>
                <a:gd name="T28" fmla="*/ 55 w 72"/>
                <a:gd name="T29" fmla="*/ 16 h 78"/>
                <a:gd name="T30" fmla="*/ 60 w 72"/>
                <a:gd name="T31" fmla="*/ 21 h 78"/>
                <a:gd name="T32" fmla="*/ 31 w 72"/>
                <a:gd name="T33" fmla="*/ 71 h 78"/>
                <a:gd name="T34" fmla="*/ 55 w 72"/>
                <a:gd name="T35" fmla="*/ 46 h 78"/>
                <a:gd name="T36" fmla="*/ 50 w 72"/>
                <a:gd name="T37" fmla="*/ 28 h 78"/>
                <a:gd name="T38" fmla="*/ 55 w 72"/>
                <a:gd name="T39" fmla="*/ 27 h 78"/>
                <a:gd name="T40" fmla="*/ 55 w 72"/>
                <a:gd name="T41" fmla="*/ 21 h 78"/>
                <a:gd name="T42" fmla="*/ 50 w 72"/>
                <a:gd name="T43" fmla="*/ 10 h 78"/>
                <a:gd name="T44" fmla="*/ 55 w 72"/>
                <a:gd name="T45" fmla="*/ 4 h 78"/>
                <a:gd name="T46" fmla="*/ 44 w 72"/>
                <a:gd name="T47" fmla="*/ 4 h 78"/>
                <a:gd name="T48" fmla="*/ 22 w 72"/>
                <a:gd name="T49" fmla="*/ 55 h 78"/>
                <a:gd name="T50" fmla="*/ 22 w 72"/>
                <a:gd name="T51" fmla="*/ 60 h 78"/>
                <a:gd name="T52" fmla="*/ 26 w 72"/>
                <a:gd name="T53" fmla="*/ 71 h 78"/>
                <a:gd name="T54" fmla="*/ 22 w 72"/>
                <a:gd name="T55" fmla="*/ 76 h 78"/>
                <a:gd name="T56" fmla="*/ 22 w 72"/>
                <a:gd name="T57" fmla="*/ 72 h 78"/>
                <a:gd name="T58" fmla="*/ 22 w 72"/>
                <a:gd name="T59" fmla="*/ 66 h 78"/>
                <a:gd name="T60" fmla="*/ 16 w 72"/>
                <a:gd name="T61" fmla="*/ 61 h 78"/>
                <a:gd name="T62" fmla="*/ 20 w 72"/>
                <a:gd name="T63" fmla="*/ 29 h 78"/>
                <a:gd name="T64" fmla="*/ 17 w 72"/>
                <a:gd name="T65" fmla="*/ 37 h 78"/>
                <a:gd name="T66" fmla="*/ 16 w 72"/>
                <a:gd name="T67" fmla="*/ 43 h 78"/>
                <a:gd name="T68" fmla="*/ 20 w 72"/>
                <a:gd name="T69" fmla="*/ 49 h 78"/>
                <a:gd name="T70" fmla="*/ 22 w 72"/>
                <a:gd name="T71" fmla="*/ 54 h 78"/>
                <a:gd name="T72" fmla="*/ 11 w 72"/>
                <a:gd name="T73" fmla="*/ 12 h 78"/>
                <a:gd name="T74" fmla="*/ 10 w 72"/>
                <a:gd name="T75" fmla="*/ 20 h 78"/>
                <a:gd name="T76" fmla="*/ 14 w 72"/>
                <a:gd name="T77" fmla="*/ 26 h 78"/>
                <a:gd name="T78" fmla="*/ 16 w 72"/>
                <a:gd name="T79" fmla="*/ 31 h 78"/>
                <a:gd name="T80" fmla="*/ 16 w 72"/>
                <a:gd name="T81" fmla="*/ 11 h 78"/>
                <a:gd name="T82" fmla="*/ 16 w 72"/>
                <a:gd name="T83" fmla="*/ 78 h 78"/>
                <a:gd name="T84" fmla="*/ 15 w 72"/>
                <a:gd name="T85" fmla="*/ 55 h 78"/>
                <a:gd name="T86" fmla="*/ 13 w 72"/>
                <a:gd name="T87" fmla="*/ 50 h 78"/>
                <a:gd name="T88" fmla="*/ 16 w 72"/>
                <a:gd name="T89" fmla="*/ 37 h 78"/>
                <a:gd name="T90" fmla="*/ 10 w 72"/>
                <a:gd name="T91" fmla="*/ 56 h 78"/>
                <a:gd name="T92" fmla="*/ 4 w 72"/>
                <a:gd name="T93" fmla="*/ 14 h 78"/>
                <a:gd name="T94" fmla="*/ 10 w 72"/>
                <a:gd name="T95" fmla="*/ 38 h 78"/>
                <a:gd name="T96" fmla="*/ 10 w 72"/>
                <a:gd name="T97" fmla="*/ 27 h 78"/>
                <a:gd name="T98" fmla="*/ 10 w 72"/>
                <a:gd name="T99" fmla="*/ 2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72" h="78">
                  <a:moveTo>
                    <a:pt x="60" y="55"/>
                  </a:moveTo>
                  <a:cubicBezTo>
                    <a:pt x="64" y="53"/>
                    <a:pt x="68" y="50"/>
                    <a:pt x="72" y="48"/>
                  </a:cubicBezTo>
                  <a:cubicBezTo>
                    <a:pt x="60" y="2"/>
                    <a:pt x="60" y="2"/>
                    <a:pt x="60" y="2"/>
                  </a:cubicBezTo>
                  <a:cubicBezTo>
                    <a:pt x="60" y="21"/>
                    <a:pt x="60" y="21"/>
                    <a:pt x="60" y="21"/>
                  </a:cubicBezTo>
                  <a:cubicBezTo>
                    <a:pt x="62" y="26"/>
                    <a:pt x="62" y="26"/>
                    <a:pt x="62" y="26"/>
                  </a:cubicBezTo>
                  <a:cubicBezTo>
                    <a:pt x="60" y="26"/>
                    <a:pt x="60" y="26"/>
                    <a:pt x="60" y="26"/>
                  </a:cubicBezTo>
                  <a:cubicBezTo>
                    <a:pt x="60" y="32"/>
                    <a:pt x="60" y="32"/>
                    <a:pt x="60" y="32"/>
                  </a:cubicBezTo>
                  <a:cubicBezTo>
                    <a:pt x="63" y="31"/>
                    <a:pt x="63" y="31"/>
                    <a:pt x="63" y="31"/>
                  </a:cubicBezTo>
                  <a:cubicBezTo>
                    <a:pt x="64" y="37"/>
                    <a:pt x="64" y="37"/>
                    <a:pt x="64" y="37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6" y="43"/>
                    <a:pt x="66" y="43"/>
                    <a:pt x="66" y="43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60" y="51"/>
                    <a:pt x="60" y="51"/>
                    <a:pt x="60" y="51"/>
                  </a:cubicBezTo>
                  <a:cubicBezTo>
                    <a:pt x="60" y="50"/>
                    <a:pt x="60" y="50"/>
                    <a:pt x="60" y="50"/>
                  </a:cubicBezTo>
                  <a:lnTo>
                    <a:pt x="60" y="55"/>
                  </a:lnTo>
                  <a:close/>
                  <a:moveTo>
                    <a:pt x="55" y="53"/>
                  </a:moveTo>
                  <a:cubicBezTo>
                    <a:pt x="56" y="53"/>
                    <a:pt x="56" y="53"/>
                    <a:pt x="56" y="53"/>
                  </a:cubicBezTo>
                  <a:cubicBezTo>
                    <a:pt x="57" y="57"/>
                    <a:pt x="57" y="57"/>
                    <a:pt x="57" y="57"/>
                  </a:cubicBezTo>
                  <a:cubicBezTo>
                    <a:pt x="58" y="56"/>
                    <a:pt x="59" y="56"/>
                    <a:pt x="60" y="55"/>
                  </a:cubicBezTo>
                  <a:cubicBezTo>
                    <a:pt x="60" y="50"/>
                    <a:pt x="60" y="50"/>
                    <a:pt x="60" y="50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58" y="39"/>
                    <a:pt x="58" y="39"/>
                    <a:pt x="58" y="39"/>
                  </a:cubicBezTo>
                  <a:cubicBezTo>
                    <a:pt x="56" y="33"/>
                    <a:pt x="56" y="33"/>
                    <a:pt x="56" y="33"/>
                  </a:cubicBezTo>
                  <a:cubicBezTo>
                    <a:pt x="56" y="33"/>
                    <a:pt x="56" y="33"/>
                    <a:pt x="56" y="33"/>
                  </a:cubicBezTo>
                  <a:cubicBezTo>
                    <a:pt x="60" y="32"/>
                    <a:pt x="60" y="32"/>
                    <a:pt x="60" y="32"/>
                  </a:cubicBezTo>
                  <a:cubicBezTo>
                    <a:pt x="60" y="26"/>
                    <a:pt x="60" y="26"/>
                    <a:pt x="60" y="26"/>
                  </a:cubicBezTo>
                  <a:cubicBezTo>
                    <a:pt x="55" y="28"/>
                    <a:pt x="55" y="28"/>
                    <a:pt x="55" y="28"/>
                  </a:cubicBezTo>
                  <a:cubicBezTo>
                    <a:pt x="55" y="27"/>
                    <a:pt x="55" y="27"/>
                    <a:pt x="55" y="27"/>
                  </a:cubicBezTo>
                  <a:cubicBezTo>
                    <a:pt x="55" y="46"/>
                    <a:pt x="55" y="46"/>
                    <a:pt x="55" y="46"/>
                  </a:cubicBezTo>
                  <a:cubicBezTo>
                    <a:pt x="55" y="46"/>
                    <a:pt x="55" y="46"/>
                    <a:pt x="55" y="46"/>
                  </a:cubicBezTo>
                  <a:cubicBezTo>
                    <a:pt x="55" y="46"/>
                    <a:pt x="55" y="46"/>
                    <a:pt x="55" y="46"/>
                  </a:cubicBezTo>
                  <a:cubicBezTo>
                    <a:pt x="55" y="53"/>
                    <a:pt x="55" y="53"/>
                    <a:pt x="55" y="53"/>
                  </a:cubicBezTo>
                  <a:close/>
                  <a:moveTo>
                    <a:pt x="60" y="2"/>
                  </a:moveTo>
                  <a:cubicBezTo>
                    <a:pt x="60" y="0"/>
                    <a:pt x="60" y="0"/>
                    <a:pt x="60" y="0"/>
                  </a:cubicBezTo>
                  <a:cubicBezTo>
                    <a:pt x="55" y="1"/>
                    <a:pt x="55" y="1"/>
                    <a:pt x="55" y="1"/>
                  </a:cubicBezTo>
                  <a:cubicBezTo>
                    <a:pt x="56" y="3"/>
                    <a:pt x="56" y="3"/>
                    <a:pt x="56" y="3"/>
                  </a:cubicBezTo>
                  <a:cubicBezTo>
                    <a:pt x="55" y="4"/>
                    <a:pt x="55" y="4"/>
                    <a:pt x="55" y="4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7" y="8"/>
                    <a:pt x="57" y="8"/>
                    <a:pt x="57" y="8"/>
                  </a:cubicBezTo>
                  <a:cubicBezTo>
                    <a:pt x="59" y="15"/>
                    <a:pt x="59" y="15"/>
                    <a:pt x="59" y="15"/>
                  </a:cubicBezTo>
                  <a:cubicBezTo>
                    <a:pt x="55" y="16"/>
                    <a:pt x="55" y="16"/>
                    <a:pt x="55" y="16"/>
                  </a:cubicBezTo>
                  <a:cubicBezTo>
                    <a:pt x="55" y="21"/>
                    <a:pt x="55" y="21"/>
                    <a:pt x="55" y="21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60" y="21"/>
                    <a:pt x="60" y="21"/>
                    <a:pt x="60" y="21"/>
                  </a:cubicBezTo>
                  <a:lnTo>
                    <a:pt x="60" y="2"/>
                  </a:lnTo>
                  <a:close/>
                  <a:moveTo>
                    <a:pt x="22" y="76"/>
                  </a:moveTo>
                  <a:cubicBezTo>
                    <a:pt x="25" y="74"/>
                    <a:pt x="28" y="73"/>
                    <a:pt x="31" y="71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55" y="53"/>
                    <a:pt x="55" y="53"/>
                    <a:pt x="55" y="53"/>
                  </a:cubicBezTo>
                  <a:cubicBezTo>
                    <a:pt x="55" y="46"/>
                    <a:pt x="55" y="46"/>
                    <a:pt x="55" y="46"/>
                  </a:cubicBezTo>
                  <a:cubicBezTo>
                    <a:pt x="26" y="53"/>
                    <a:pt x="26" y="53"/>
                    <a:pt x="26" y="53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50" y="28"/>
                    <a:pt x="50" y="28"/>
                    <a:pt x="50" y="28"/>
                  </a:cubicBezTo>
                  <a:cubicBezTo>
                    <a:pt x="50" y="28"/>
                    <a:pt x="50" y="28"/>
                    <a:pt x="50" y="28"/>
                  </a:cubicBezTo>
                  <a:cubicBezTo>
                    <a:pt x="55" y="46"/>
                    <a:pt x="55" y="46"/>
                    <a:pt x="55" y="46"/>
                  </a:cubicBezTo>
                  <a:cubicBezTo>
                    <a:pt x="55" y="27"/>
                    <a:pt x="55" y="27"/>
                    <a:pt x="55" y="27"/>
                  </a:cubicBezTo>
                  <a:cubicBezTo>
                    <a:pt x="53" y="22"/>
                    <a:pt x="53" y="22"/>
                    <a:pt x="53" y="22"/>
                  </a:cubicBezTo>
                  <a:cubicBezTo>
                    <a:pt x="53" y="22"/>
                    <a:pt x="53" y="22"/>
                    <a:pt x="53" y="22"/>
                  </a:cubicBezTo>
                  <a:cubicBezTo>
                    <a:pt x="55" y="21"/>
                    <a:pt x="55" y="21"/>
                    <a:pt x="55" y="21"/>
                  </a:cubicBezTo>
                  <a:cubicBezTo>
                    <a:pt x="55" y="16"/>
                    <a:pt x="55" y="16"/>
                    <a:pt x="55" y="16"/>
                  </a:cubicBezTo>
                  <a:cubicBezTo>
                    <a:pt x="52" y="16"/>
                    <a:pt x="52" y="16"/>
                    <a:pt x="52" y="16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5" y="4"/>
                    <a:pt x="55" y="4"/>
                    <a:pt x="55" y="4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4" y="4"/>
                    <a:pt x="44" y="4"/>
                    <a:pt x="44" y="4"/>
                  </a:cubicBezTo>
                  <a:cubicBezTo>
                    <a:pt x="48" y="22"/>
                    <a:pt x="48" y="22"/>
                    <a:pt x="48" y="22"/>
                  </a:cubicBezTo>
                  <a:cubicBezTo>
                    <a:pt x="22" y="28"/>
                    <a:pt x="22" y="28"/>
                    <a:pt x="22" y="28"/>
                  </a:cubicBezTo>
                  <a:cubicBezTo>
                    <a:pt x="22" y="55"/>
                    <a:pt x="22" y="55"/>
                    <a:pt x="22" y="55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2" y="60"/>
                    <a:pt x="22" y="60"/>
                    <a:pt x="22" y="60"/>
                  </a:cubicBezTo>
                  <a:cubicBezTo>
                    <a:pt x="22" y="66"/>
                    <a:pt x="22" y="66"/>
                    <a:pt x="22" y="66"/>
                  </a:cubicBezTo>
                  <a:cubicBezTo>
                    <a:pt x="24" y="65"/>
                    <a:pt x="24" y="65"/>
                    <a:pt x="24" y="65"/>
                  </a:cubicBezTo>
                  <a:cubicBezTo>
                    <a:pt x="26" y="71"/>
                    <a:pt x="26" y="71"/>
                    <a:pt x="26" y="71"/>
                  </a:cubicBezTo>
                  <a:cubicBezTo>
                    <a:pt x="26" y="71"/>
                    <a:pt x="26" y="71"/>
                    <a:pt x="26" y="71"/>
                  </a:cubicBezTo>
                  <a:cubicBezTo>
                    <a:pt x="22" y="72"/>
                    <a:pt x="22" y="72"/>
                    <a:pt x="22" y="72"/>
                  </a:cubicBezTo>
                  <a:lnTo>
                    <a:pt x="22" y="76"/>
                  </a:lnTo>
                  <a:close/>
                  <a:moveTo>
                    <a:pt x="16" y="78"/>
                  </a:moveTo>
                  <a:cubicBezTo>
                    <a:pt x="18" y="77"/>
                    <a:pt x="20" y="76"/>
                    <a:pt x="22" y="76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19" y="73"/>
                    <a:pt x="19" y="73"/>
                    <a:pt x="19" y="73"/>
                  </a:cubicBezTo>
                  <a:cubicBezTo>
                    <a:pt x="17" y="67"/>
                    <a:pt x="17" y="67"/>
                    <a:pt x="17" y="67"/>
                  </a:cubicBezTo>
                  <a:cubicBezTo>
                    <a:pt x="22" y="66"/>
                    <a:pt x="22" y="66"/>
                    <a:pt x="22" y="66"/>
                  </a:cubicBezTo>
                  <a:cubicBezTo>
                    <a:pt x="22" y="60"/>
                    <a:pt x="22" y="60"/>
                    <a:pt x="22" y="60"/>
                  </a:cubicBezTo>
                  <a:cubicBezTo>
                    <a:pt x="16" y="62"/>
                    <a:pt x="16" y="62"/>
                    <a:pt x="16" y="62"/>
                  </a:cubicBezTo>
                  <a:cubicBezTo>
                    <a:pt x="16" y="61"/>
                    <a:pt x="16" y="61"/>
                    <a:pt x="16" y="61"/>
                  </a:cubicBezTo>
                  <a:cubicBezTo>
                    <a:pt x="16" y="78"/>
                    <a:pt x="16" y="78"/>
                    <a:pt x="16" y="78"/>
                  </a:cubicBezTo>
                  <a:close/>
                  <a:moveTo>
                    <a:pt x="22" y="28"/>
                  </a:moveTo>
                  <a:cubicBezTo>
                    <a:pt x="20" y="29"/>
                    <a:pt x="20" y="29"/>
                    <a:pt x="20" y="29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9" y="42"/>
                    <a:pt x="19" y="42"/>
                    <a:pt x="19" y="42"/>
                  </a:cubicBezTo>
                  <a:cubicBezTo>
                    <a:pt x="20" y="49"/>
                    <a:pt x="20" y="49"/>
                    <a:pt x="20" y="49"/>
                  </a:cubicBezTo>
                  <a:cubicBezTo>
                    <a:pt x="20" y="49"/>
                    <a:pt x="20" y="49"/>
                    <a:pt x="20" y="49"/>
                  </a:cubicBezTo>
                  <a:cubicBezTo>
                    <a:pt x="16" y="50"/>
                    <a:pt x="16" y="50"/>
                    <a:pt x="16" y="50"/>
                  </a:cubicBezTo>
                  <a:cubicBezTo>
                    <a:pt x="16" y="55"/>
                    <a:pt x="16" y="55"/>
                    <a:pt x="16" y="55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2" y="55"/>
                    <a:pt x="22" y="55"/>
                    <a:pt x="22" y="55"/>
                  </a:cubicBezTo>
                  <a:lnTo>
                    <a:pt x="22" y="28"/>
                  </a:lnTo>
                  <a:close/>
                  <a:moveTo>
                    <a:pt x="11" y="12"/>
                  </a:moveTo>
                  <a:cubicBezTo>
                    <a:pt x="12" y="14"/>
                    <a:pt x="12" y="14"/>
                    <a:pt x="12" y="14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3" y="19"/>
                    <a:pt x="13" y="19"/>
                    <a:pt x="13" y="19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1" y="12"/>
                    <a:pt x="11" y="12"/>
                    <a:pt x="11" y="12"/>
                  </a:cubicBezTo>
                  <a:close/>
                  <a:moveTo>
                    <a:pt x="10" y="56"/>
                  </a:moveTo>
                  <a:cubicBezTo>
                    <a:pt x="16" y="78"/>
                    <a:pt x="16" y="78"/>
                    <a:pt x="16" y="78"/>
                  </a:cubicBezTo>
                  <a:cubicBezTo>
                    <a:pt x="16" y="78"/>
                    <a:pt x="16" y="78"/>
                    <a:pt x="16" y="78"/>
                  </a:cubicBezTo>
                  <a:cubicBezTo>
                    <a:pt x="16" y="61"/>
                    <a:pt x="16" y="61"/>
                    <a:pt x="16" y="61"/>
                  </a:cubicBezTo>
                  <a:cubicBezTo>
                    <a:pt x="15" y="55"/>
                    <a:pt x="15" y="55"/>
                    <a:pt x="15" y="55"/>
                  </a:cubicBezTo>
                  <a:cubicBezTo>
                    <a:pt x="16" y="55"/>
                    <a:pt x="16" y="55"/>
                    <a:pt x="16" y="55"/>
                  </a:cubicBezTo>
                  <a:cubicBezTo>
                    <a:pt x="16" y="50"/>
                    <a:pt x="16" y="50"/>
                    <a:pt x="16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6" y="37"/>
                    <a:pt x="16" y="37"/>
                    <a:pt x="16" y="37"/>
                  </a:cubicBezTo>
                  <a:cubicBezTo>
                    <a:pt x="10" y="39"/>
                    <a:pt x="10" y="39"/>
                    <a:pt x="10" y="39"/>
                  </a:cubicBezTo>
                  <a:cubicBezTo>
                    <a:pt x="10" y="38"/>
                    <a:pt x="10" y="38"/>
                    <a:pt x="10" y="38"/>
                  </a:cubicBezTo>
                  <a:lnTo>
                    <a:pt x="10" y="56"/>
                  </a:lnTo>
                  <a:close/>
                  <a:moveTo>
                    <a:pt x="10" y="15"/>
                  </a:moveTo>
                  <a:cubicBezTo>
                    <a:pt x="5" y="16"/>
                    <a:pt x="5" y="16"/>
                    <a:pt x="5" y="16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10" y="56"/>
                    <a:pt x="10" y="56"/>
                    <a:pt x="10" y="56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3"/>
                    <a:pt x="9" y="33"/>
                    <a:pt x="9" y="33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10" y="20"/>
                    <a:pt x="10" y="20"/>
                    <a:pt x="10" y="20"/>
                  </a:cubicBezTo>
                  <a:lnTo>
                    <a:pt x="10" y="15"/>
                  </a:lnTo>
                  <a:close/>
                </a:path>
              </a:pathLst>
            </a:custGeom>
            <a:solidFill>
              <a:srgbClr val="071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lc="http://schemas.openxmlformats.org/drawingml/2006/lockedCanvas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9" name="Freeform: Shape 225"/>
            <p:cNvSpPr>
              <a:spLocks/>
            </p:cNvSpPr>
            <p:nvPr/>
          </p:nvSpPr>
          <p:spPr bwMode="auto">
            <a:xfrm>
              <a:off x="4397674" y="3767441"/>
              <a:ext cx="283070" cy="207095"/>
            </a:xfrm>
            <a:custGeom>
              <a:avLst/>
              <a:gdLst>
                <a:gd name="T0" fmla="*/ 16 w 64"/>
                <a:gd name="T1" fmla="*/ 46 h 47"/>
                <a:gd name="T2" fmla="*/ 16 w 64"/>
                <a:gd name="T3" fmla="*/ 16 h 47"/>
                <a:gd name="T4" fmla="*/ 56 w 64"/>
                <a:gd name="T5" fmla="*/ 16 h 47"/>
                <a:gd name="T6" fmla="*/ 56 w 64"/>
                <a:gd name="T7" fmla="*/ 45 h 47"/>
                <a:gd name="T8" fmla="*/ 51 w 64"/>
                <a:gd name="T9" fmla="*/ 44 h 47"/>
                <a:gd name="T10" fmla="*/ 43 w 64"/>
                <a:gd name="T11" fmla="*/ 47 h 47"/>
                <a:gd name="T12" fmla="*/ 64 w 64"/>
                <a:gd name="T13" fmla="*/ 46 h 47"/>
                <a:gd name="T14" fmla="*/ 64 w 64"/>
                <a:gd name="T15" fmla="*/ 16 h 47"/>
                <a:gd name="T16" fmla="*/ 64 w 64"/>
                <a:gd name="T17" fmla="*/ 0 h 47"/>
                <a:gd name="T18" fmla="*/ 56 w 64"/>
                <a:gd name="T19" fmla="*/ 0 h 47"/>
                <a:gd name="T20" fmla="*/ 16 w 64"/>
                <a:gd name="T21" fmla="*/ 0 h 47"/>
                <a:gd name="T22" fmla="*/ 8 w 64"/>
                <a:gd name="T23" fmla="*/ 0 h 47"/>
                <a:gd name="T24" fmla="*/ 8 w 64"/>
                <a:gd name="T25" fmla="*/ 16 h 47"/>
                <a:gd name="T26" fmla="*/ 8 w 64"/>
                <a:gd name="T27" fmla="*/ 45 h 47"/>
                <a:gd name="T28" fmla="*/ 3 w 64"/>
                <a:gd name="T29" fmla="*/ 44 h 47"/>
                <a:gd name="T30" fmla="*/ 0 w 64"/>
                <a:gd name="T31" fmla="*/ 44 h 47"/>
                <a:gd name="T32" fmla="*/ 16 w 64"/>
                <a:gd name="T33" fmla="*/ 4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4" h="47">
                  <a:moveTo>
                    <a:pt x="16" y="46"/>
                  </a:moveTo>
                  <a:cubicBezTo>
                    <a:pt x="16" y="16"/>
                    <a:pt x="16" y="16"/>
                    <a:pt x="16" y="16"/>
                  </a:cubicBezTo>
                  <a:cubicBezTo>
                    <a:pt x="56" y="16"/>
                    <a:pt x="56" y="16"/>
                    <a:pt x="56" y="16"/>
                  </a:cubicBezTo>
                  <a:cubicBezTo>
                    <a:pt x="56" y="45"/>
                    <a:pt x="56" y="45"/>
                    <a:pt x="56" y="45"/>
                  </a:cubicBezTo>
                  <a:cubicBezTo>
                    <a:pt x="54" y="44"/>
                    <a:pt x="53" y="44"/>
                    <a:pt x="51" y="44"/>
                  </a:cubicBezTo>
                  <a:cubicBezTo>
                    <a:pt x="48" y="44"/>
                    <a:pt x="45" y="45"/>
                    <a:pt x="43" y="47"/>
                  </a:cubicBezTo>
                  <a:cubicBezTo>
                    <a:pt x="50" y="47"/>
                    <a:pt x="57" y="47"/>
                    <a:pt x="64" y="46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6" y="44"/>
                    <a:pt x="5" y="44"/>
                    <a:pt x="3" y="44"/>
                  </a:cubicBezTo>
                  <a:cubicBezTo>
                    <a:pt x="2" y="44"/>
                    <a:pt x="1" y="44"/>
                    <a:pt x="0" y="44"/>
                  </a:cubicBezTo>
                  <a:cubicBezTo>
                    <a:pt x="5" y="45"/>
                    <a:pt x="10" y="46"/>
                    <a:pt x="16" y="46"/>
                  </a:cubicBezTo>
                  <a:close/>
                </a:path>
              </a:pathLst>
            </a:custGeom>
            <a:solidFill>
              <a:srgbClr val="071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lc="http://schemas.openxmlformats.org/drawingml/2006/lockedCanvas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0" name="Freeform: Shape 226"/>
            <p:cNvSpPr>
              <a:spLocks/>
            </p:cNvSpPr>
            <p:nvPr/>
          </p:nvSpPr>
          <p:spPr bwMode="auto">
            <a:xfrm>
              <a:off x="5333889" y="1660957"/>
              <a:ext cx="273267" cy="159304"/>
            </a:xfrm>
            <a:custGeom>
              <a:avLst/>
              <a:gdLst>
                <a:gd name="T0" fmla="*/ 35 w 62"/>
                <a:gd name="T1" fmla="*/ 0 h 36"/>
                <a:gd name="T2" fmla="*/ 35 w 62"/>
                <a:gd name="T3" fmla="*/ 6 h 36"/>
                <a:gd name="T4" fmla="*/ 0 w 62"/>
                <a:gd name="T5" fmla="*/ 36 h 36"/>
                <a:gd name="T6" fmla="*/ 35 w 62"/>
                <a:gd name="T7" fmla="*/ 29 h 36"/>
                <a:gd name="T8" fmla="*/ 35 w 62"/>
                <a:gd name="T9" fmla="*/ 36 h 36"/>
                <a:gd name="T10" fmla="*/ 62 w 62"/>
                <a:gd name="T11" fmla="*/ 18 h 36"/>
                <a:gd name="T12" fmla="*/ 35 w 62"/>
                <a:gd name="T13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2" h="36">
                  <a:moveTo>
                    <a:pt x="35" y="0"/>
                  </a:moveTo>
                  <a:cubicBezTo>
                    <a:pt x="35" y="6"/>
                    <a:pt x="35" y="6"/>
                    <a:pt x="35" y="6"/>
                  </a:cubicBezTo>
                  <a:cubicBezTo>
                    <a:pt x="4" y="6"/>
                    <a:pt x="0" y="36"/>
                    <a:pt x="0" y="36"/>
                  </a:cubicBezTo>
                  <a:cubicBezTo>
                    <a:pt x="0" y="36"/>
                    <a:pt x="10" y="29"/>
                    <a:pt x="35" y="29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62" y="18"/>
                    <a:pt x="62" y="18"/>
                    <a:pt x="62" y="18"/>
                  </a:cubicBezTo>
                  <a:lnTo>
                    <a:pt x="35" y="0"/>
                  </a:lnTo>
                  <a:close/>
                </a:path>
              </a:pathLst>
            </a:custGeom>
            <a:solidFill>
              <a:srgbClr val="071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lc="http://schemas.openxmlformats.org/drawingml/2006/lockedCanvas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1" name="Freeform: Shape 227"/>
            <p:cNvSpPr>
              <a:spLocks/>
            </p:cNvSpPr>
            <p:nvPr/>
          </p:nvSpPr>
          <p:spPr bwMode="auto">
            <a:xfrm>
              <a:off x="5306930" y="1801879"/>
              <a:ext cx="269591" cy="159304"/>
            </a:xfrm>
            <a:custGeom>
              <a:avLst/>
              <a:gdLst>
                <a:gd name="T0" fmla="*/ 27 w 61"/>
                <a:gd name="T1" fmla="*/ 36 h 36"/>
                <a:gd name="T2" fmla="*/ 27 w 61"/>
                <a:gd name="T3" fmla="*/ 30 h 36"/>
                <a:gd name="T4" fmla="*/ 61 w 61"/>
                <a:gd name="T5" fmla="*/ 0 h 36"/>
                <a:gd name="T6" fmla="*/ 27 w 61"/>
                <a:gd name="T7" fmla="*/ 7 h 36"/>
                <a:gd name="T8" fmla="*/ 27 w 61"/>
                <a:gd name="T9" fmla="*/ 1 h 36"/>
                <a:gd name="T10" fmla="*/ 0 w 61"/>
                <a:gd name="T11" fmla="*/ 19 h 36"/>
                <a:gd name="T12" fmla="*/ 27 w 61"/>
                <a:gd name="T13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36">
                  <a:moveTo>
                    <a:pt x="27" y="36"/>
                  </a:moveTo>
                  <a:cubicBezTo>
                    <a:pt x="27" y="30"/>
                    <a:pt x="27" y="30"/>
                    <a:pt x="27" y="30"/>
                  </a:cubicBezTo>
                  <a:cubicBezTo>
                    <a:pt x="58" y="30"/>
                    <a:pt x="61" y="0"/>
                    <a:pt x="61" y="0"/>
                  </a:cubicBezTo>
                  <a:cubicBezTo>
                    <a:pt x="61" y="0"/>
                    <a:pt x="52" y="7"/>
                    <a:pt x="27" y="7"/>
                  </a:cubicBezTo>
                  <a:cubicBezTo>
                    <a:pt x="27" y="1"/>
                    <a:pt x="27" y="1"/>
                    <a:pt x="27" y="1"/>
                  </a:cubicBezTo>
                  <a:cubicBezTo>
                    <a:pt x="0" y="19"/>
                    <a:pt x="0" y="19"/>
                    <a:pt x="0" y="19"/>
                  </a:cubicBezTo>
                  <a:lnTo>
                    <a:pt x="27" y="36"/>
                  </a:lnTo>
                  <a:close/>
                </a:path>
              </a:pathLst>
            </a:custGeom>
            <a:solidFill>
              <a:srgbClr val="071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lc="http://schemas.openxmlformats.org/drawingml/2006/lockedCanvas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2" name="Freeform: Shape 228"/>
            <p:cNvSpPr>
              <a:spLocks/>
            </p:cNvSpPr>
            <p:nvPr/>
          </p:nvSpPr>
          <p:spPr bwMode="auto">
            <a:xfrm>
              <a:off x="5885324" y="2977050"/>
              <a:ext cx="4902" cy="8578"/>
            </a:xfrm>
            <a:custGeom>
              <a:avLst/>
              <a:gdLst>
                <a:gd name="T0" fmla="*/ 0 w 1"/>
                <a:gd name="T1" fmla="*/ 0 h 2"/>
                <a:gd name="T2" fmla="*/ 1 w 1"/>
                <a:gd name="T3" fmla="*/ 2 h 2"/>
                <a:gd name="T4" fmla="*/ 1 w 1"/>
                <a:gd name="T5" fmla="*/ 0 h 2"/>
                <a:gd name="T6" fmla="*/ 0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cubicBezTo>
                    <a:pt x="0" y="1"/>
                    <a:pt x="1" y="2"/>
                    <a:pt x="1" y="2"/>
                  </a:cubicBezTo>
                  <a:cubicBezTo>
                    <a:pt x="1" y="2"/>
                    <a:pt x="1" y="1"/>
                    <a:pt x="1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71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lc="http://schemas.openxmlformats.org/drawingml/2006/lockedCanvas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3" name="Freeform: Shape 229"/>
            <p:cNvSpPr>
              <a:spLocks/>
            </p:cNvSpPr>
            <p:nvPr/>
          </p:nvSpPr>
          <p:spPr bwMode="auto">
            <a:xfrm>
              <a:off x="5885324" y="2880242"/>
              <a:ext cx="26959" cy="79652"/>
            </a:xfrm>
            <a:custGeom>
              <a:avLst/>
              <a:gdLst>
                <a:gd name="T0" fmla="*/ 6 w 6"/>
                <a:gd name="T1" fmla="*/ 0 h 18"/>
                <a:gd name="T2" fmla="*/ 0 w 6"/>
                <a:gd name="T3" fmla="*/ 18 h 18"/>
                <a:gd name="T4" fmla="*/ 2 w 6"/>
                <a:gd name="T5" fmla="*/ 18 h 18"/>
                <a:gd name="T6" fmla="*/ 6 w 6"/>
                <a:gd name="T7" fmla="*/ 1 h 18"/>
                <a:gd name="T8" fmla="*/ 6 w 6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8">
                  <a:moveTo>
                    <a:pt x="6" y="0"/>
                  </a:moveTo>
                  <a:cubicBezTo>
                    <a:pt x="3" y="5"/>
                    <a:pt x="1" y="11"/>
                    <a:pt x="0" y="18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4" y="12"/>
                    <a:pt x="5" y="7"/>
                    <a:pt x="6" y="1"/>
                  </a:cubicBezTo>
                  <a:cubicBezTo>
                    <a:pt x="6" y="1"/>
                    <a:pt x="6" y="0"/>
                    <a:pt x="6" y="0"/>
                  </a:cubicBezTo>
                  <a:close/>
                </a:path>
              </a:pathLst>
            </a:custGeom>
            <a:solidFill>
              <a:srgbClr val="071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lc="http://schemas.openxmlformats.org/drawingml/2006/lockedCanvas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4" name="Freeform: Shape 230"/>
            <p:cNvSpPr>
              <a:spLocks/>
            </p:cNvSpPr>
            <p:nvPr/>
          </p:nvSpPr>
          <p:spPr bwMode="auto">
            <a:xfrm>
              <a:off x="5841210" y="2848382"/>
              <a:ext cx="53918" cy="111513"/>
            </a:xfrm>
            <a:custGeom>
              <a:avLst/>
              <a:gdLst>
                <a:gd name="T0" fmla="*/ 0 w 12"/>
                <a:gd name="T1" fmla="*/ 0 h 25"/>
                <a:gd name="T2" fmla="*/ 0 w 12"/>
                <a:gd name="T3" fmla="*/ 25 h 25"/>
                <a:gd name="T4" fmla="*/ 6 w 12"/>
                <a:gd name="T5" fmla="*/ 25 h 25"/>
                <a:gd name="T6" fmla="*/ 12 w 12"/>
                <a:gd name="T7" fmla="*/ 4 h 25"/>
                <a:gd name="T8" fmla="*/ 0 w 12"/>
                <a:gd name="T9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25">
                  <a:moveTo>
                    <a:pt x="0" y="0"/>
                  </a:moveTo>
                  <a:cubicBezTo>
                    <a:pt x="0" y="25"/>
                    <a:pt x="0" y="25"/>
                    <a:pt x="0" y="25"/>
                  </a:cubicBezTo>
                  <a:cubicBezTo>
                    <a:pt x="6" y="25"/>
                    <a:pt x="6" y="25"/>
                    <a:pt x="6" y="25"/>
                  </a:cubicBezTo>
                  <a:cubicBezTo>
                    <a:pt x="6" y="17"/>
                    <a:pt x="9" y="10"/>
                    <a:pt x="12" y="4"/>
                  </a:cubicBezTo>
                  <a:cubicBezTo>
                    <a:pt x="9" y="2"/>
                    <a:pt x="4" y="1"/>
                    <a:pt x="0" y="0"/>
                  </a:cubicBezTo>
                  <a:close/>
                </a:path>
              </a:pathLst>
            </a:custGeom>
            <a:solidFill>
              <a:srgbClr val="071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lc="http://schemas.openxmlformats.org/drawingml/2006/lockedCanvas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5" name="Freeform: Shape 231"/>
            <p:cNvSpPr>
              <a:spLocks/>
            </p:cNvSpPr>
            <p:nvPr/>
          </p:nvSpPr>
          <p:spPr bwMode="auto">
            <a:xfrm>
              <a:off x="5766459" y="2977050"/>
              <a:ext cx="52693" cy="110287"/>
            </a:xfrm>
            <a:custGeom>
              <a:avLst/>
              <a:gdLst>
                <a:gd name="T0" fmla="*/ 12 w 12"/>
                <a:gd name="T1" fmla="*/ 25 h 25"/>
                <a:gd name="T2" fmla="*/ 12 w 12"/>
                <a:gd name="T3" fmla="*/ 0 h 25"/>
                <a:gd name="T4" fmla="*/ 6 w 12"/>
                <a:gd name="T5" fmla="*/ 0 h 25"/>
                <a:gd name="T6" fmla="*/ 0 w 12"/>
                <a:gd name="T7" fmla="*/ 21 h 25"/>
                <a:gd name="T8" fmla="*/ 12 w 12"/>
                <a:gd name="T9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25">
                  <a:moveTo>
                    <a:pt x="12" y="25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9"/>
                    <a:pt x="3" y="16"/>
                    <a:pt x="0" y="21"/>
                  </a:cubicBezTo>
                  <a:cubicBezTo>
                    <a:pt x="3" y="23"/>
                    <a:pt x="8" y="25"/>
                    <a:pt x="12" y="25"/>
                  </a:cubicBezTo>
                  <a:close/>
                </a:path>
              </a:pathLst>
            </a:custGeom>
            <a:solidFill>
              <a:srgbClr val="071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lc="http://schemas.openxmlformats.org/drawingml/2006/lockedCanvas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6" name="Freeform: Shape 232"/>
            <p:cNvSpPr>
              <a:spLocks/>
            </p:cNvSpPr>
            <p:nvPr/>
          </p:nvSpPr>
          <p:spPr bwMode="auto">
            <a:xfrm>
              <a:off x="5766459" y="2848382"/>
              <a:ext cx="52693" cy="111513"/>
            </a:xfrm>
            <a:custGeom>
              <a:avLst/>
              <a:gdLst>
                <a:gd name="T0" fmla="*/ 6 w 12"/>
                <a:gd name="T1" fmla="*/ 25 h 25"/>
                <a:gd name="T2" fmla="*/ 12 w 12"/>
                <a:gd name="T3" fmla="*/ 25 h 25"/>
                <a:gd name="T4" fmla="*/ 12 w 12"/>
                <a:gd name="T5" fmla="*/ 0 h 25"/>
                <a:gd name="T6" fmla="*/ 0 w 12"/>
                <a:gd name="T7" fmla="*/ 5 h 25"/>
                <a:gd name="T8" fmla="*/ 6 w 12"/>
                <a:gd name="T9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25">
                  <a:moveTo>
                    <a:pt x="6" y="25"/>
                  </a:moveTo>
                  <a:cubicBezTo>
                    <a:pt x="12" y="25"/>
                    <a:pt x="12" y="25"/>
                    <a:pt x="12" y="25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8" y="1"/>
                    <a:pt x="3" y="2"/>
                    <a:pt x="0" y="5"/>
                  </a:cubicBezTo>
                  <a:cubicBezTo>
                    <a:pt x="3" y="10"/>
                    <a:pt x="6" y="17"/>
                    <a:pt x="6" y="25"/>
                  </a:cubicBezTo>
                  <a:close/>
                </a:path>
              </a:pathLst>
            </a:custGeom>
            <a:solidFill>
              <a:srgbClr val="071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lc="http://schemas.openxmlformats.org/drawingml/2006/lockedCanvas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7" name="Freeform: Shape 233"/>
            <p:cNvSpPr>
              <a:spLocks/>
            </p:cNvSpPr>
            <p:nvPr/>
          </p:nvSpPr>
          <p:spPr bwMode="auto">
            <a:xfrm>
              <a:off x="5713767" y="2977050"/>
              <a:ext cx="61271" cy="79652"/>
            </a:xfrm>
            <a:custGeom>
              <a:avLst/>
              <a:gdLst>
                <a:gd name="T0" fmla="*/ 8 w 14"/>
                <a:gd name="T1" fmla="*/ 18 h 18"/>
                <a:gd name="T2" fmla="*/ 14 w 14"/>
                <a:gd name="T3" fmla="*/ 0 h 18"/>
                <a:gd name="T4" fmla="*/ 0 w 14"/>
                <a:gd name="T5" fmla="*/ 0 h 18"/>
                <a:gd name="T6" fmla="*/ 8 w 14"/>
                <a:gd name="T7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8">
                  <a:moveTo>
                    <a:pt x="8" y="18"/>
                  </a:moveTo>
                  <a:cubicBezTo>
                    <a:pt x="11" y="14"/>
                    <a:pt x="13" y="7"/>
                    <a:pt x="1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7"/>
                    <a:pt x="3" y="13"/>
                    <a:pt x="8" y="18"/>
                  </a:cubicBezTo>
                  <a:close/>
                </a:path>
              </a:pathLst>
            </a:custGeom>
            <a:solidFill>
              <a:srgbClr val="071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lc="http://schemas.openxmlformats.org/drawingml/2006/lockedCanvas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8" name="Freeform: Shape 234"/>
            <p:cNvSpPr>
              <a:spLocks/>
            </p:cNvSpPr>
            <p:nvPr/>
          </p:nvSpPr>
          <p:spPr bwMode="auto">
            <a:xfrm>
              <a:off x="5713767" y="2880242"/>
              <a:ext cx="61271" cy="79652"/>
            </a:xfrm>
            <a:custGeom>
              <a:avLst/>
              <a:gdLst>
                <a:gd name="T0" fmla="*/ 8 w 14"/>
                <a:gd name="T1" fmla="*/ 0 h 18"/>
                <a:gd name="T2" fmla="*/ 0 w 14"/>
                <a:gd name="T3" fmla="*/ 18 h 18"/>
                <a:gd name="T4" fmla="*/ 14 w 14"/>
                <a:gd name="T5" fmla="*/ 18 h 18"/>
                <a:gd name="T6" fmla="*/ 8 w 14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8">
                  <a:moveTo>
                    <a:pt x="8" y="0"/>
                  </a:moveTo>
                  <a:cubicBezTo>
                    <a:pt x="3" y="5"/>
                    <a:pt x="0" y="11"/>
                    <a:pt x="0" y="18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1"/>
                    <a:pt x="11" y="5"/>
                    <a:pt x="8" y="0"/>
                  </a:cubicBezTo>
                  <a:close/>
                </a:path>
              </a:pathLst>
            </a:custGeom>
            <a:solidFill>
              <a:srgbClr val="071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lc="http://schemas.openxmlformats.org/drawingml/2006/lockedCanvas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9" name="Freeform: Shape 235"/>
            <p:cNvSpPr>
              <a:spLocks/>
            </p:cNvSpPr>
            <p:nvPr/>
          </p:nvSpPr>
          <p:spPr bwMode="auto">
            <a:xfrm>
              <a:off x="5841210" y="2977050"/>
              <a:ext cx="35537" cy="110287"/>
            </a:xfrm>
            <a:custGeom>
              <a:avLst/>
              <a:gdLst>
                <a:gd name="T0" fmla="*/ 0 w 8"/>
                <a:gd name="T1" fmla="*/ 25 h 25"/>
                <a:gd name="T2" fmla="*/ 3 w 8"/>
                <a:gd name="T3" fmla="*/ 25 h 25"/>
                <a:gd name="T4" fmla="*/ 8 w 8"/>
                <a:gd name="T5" fmla="*/ 11 h 25"/>
                <a:gd name="T6" fmla="*/ 6 w 8"/>
                <a:gd name="T7" fmla="*/ 0 h 25"/>
                <a:gd name="T8" fmla="*/ 0 w 8"/>
                <a:gd name="T9" fmla="*/ 0 h 25"/>
                <a:gd name="T10" fmla="*/ 0 w 8"/>
                <a:gd name="T11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25">
                  <a:moveTo>
                    <a:pt x="0" y="25"/>
                  </a:moveTo>
                  <a:cubicBezTo>
                    <a:pt x="1" y="25"/>
                    <a:pt x="2" y="25"/>
                    <a:pt x="3" y="25"/>
                  </a:cubicBezTo>
                  <a:cubicBezTo>
                    <a:pt x="5" y="20"/>
                    <a:pt x="6" y="16"/>
                    <a:pt x="8" y="11"/>
                  </a:cubicBezTo>
                  <a:cubicBezTo>
                    <a:pt x="7" y="8"/>
                    <a:pt x="6" y="4"/>
                    <a:pt x="6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25"/>
                  </a:lnTo>
                  <a:close/>
                </a:path>
              </a:pathLst>
            </a:custGeom>
            <a:solidFill>
              <a:srgbClr val="071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lc="http://schemas.openxmlformats.org/drawingml/2006/lockedCanvas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0" name="Oval 236"/>
            <p:cNvSpPr>
              <a:spLocks/>
            </p:cNvSpPr>
            <p:nvPr/>
          </p:nvSpPr>
          <p:spPr bwMode="auto">
            <a:xfrm>
              <a:off x="4746916" y="3312813"/>
              <a:ext cx="61271" cy="6127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1" name="Freeform: Shape 237"/>
            <p:cNvSpPr>
              <a:spLocks/>
            </p:cNvSpPr>
            <p:nvPr/>
          </p:nvSpPr>
          <p:spPr bwMode="auto">
            <a:xfrm>
              <a:off x="4507961" y="3494174"/>
              <a:ext cx="132345" cy="132345"/>
            </a:xfrm>
            <a:custGeom>
              <a:avLst/>
              <a:gdLst>
                <a:gd name="T0" fmla="*/ 15 w 30"/>
                <a:gd name="T1" fmla="*/ 30 h 30"/>
                <a:gd name="T2" fmla="*/ 30 w 30"/>
                <a:gd name="T3" fmla="*/ 15 h 30"/>
                <a:gd name="T4" fmla="*/ 15 w 30"/>
                <a:gd name="T5" fmla="*/ 0 h 30"/>
                <a:gd name="T6" fmla="*/ 15 w 30"/>
                <a:gd name="T7" fmla="*/ 7 h 30"/>
                <a:gd name="T8" fmla="*/ 23 w 30"/>
                <a:gd name="T9" fmla="*/ 15 h 30"/>
                <a:gd name="T10" fmla="*/ 15 w 30"/>
                <a:gd name="T11" fmla="*/ 23 h 30"/>
                <a:gd name="T12" fmla="*/ 15 w 30"/>
                <a:gd name="T13" fmla="*/ 30 h 30"/>
                <a:gd name="T14" fmla="*/ 15 w 30"/>
                <a:gd name="T15" fmla="*/ 0 h 30"/>
                <a:gd name="T16" fmla="*/ 0 w 30"/>
                <a:gd name="T17" fmla="*/ 15 h 30"/>
                <a:gd name="T18" fmla="*/ 15 w 30"/>
                <a:gd name="T19" fmla="*/ 30 h 30"/>
                <a:gd name="T20" fmla="*/ 15 w 30"/>
                <a:gd name="T21" fmla="*/ 30 h 30"/>
                <a:gd name="T22" fmla="*/ 15 w 30"/>
                <a:gd name="T23" fmla="*/ 23 h 30"/>
                <a:gd name="T24" fmla="*/ 15 w 30"/>
                <a:gd name="T25" fmla="*/ 23 h 30"/>
                <a:gd name="T26" fmla="*/ 15 w 30"/>
                <a:gd name="T27" fmla="*/ 23 h 30"/>
                <a:gd name="T28" fmla="*/ 7 w 30"/>
                <a:gd name="T29" fmla="*/ 15 h 30"/>
                <a:gd name="T30" fmla="*/ 15 w 30"/>
                <a:gd name="T31" fmla="*/ 7 h 30"/>
                <a:gd name="T32" fmla="*/ 15 w 30"/>
                <a:gd name="T33" fmla="*/ 7 h 30"/>
                <a:gd name="T34" fmla="*/ 15 w 30"/>
                <a:gd name="T3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30">
                  <a:moveTo>
                    <a:pt x="15" y="30"/>
                  </a:moveTo>
                  <a:cubicBezTo>
                    <a:pt x="23" y="30"/>
                    <a:pt x="30" y="23"/>
                    <a:pt x="30" y="15"/>
                  </a:cubicBezTo>
                  <a:cubicBezTo>
                    <a:pt x="30" y="7"/>
                    <a:pt x="23" y="0"/>
                    <a:pt x="15" y="0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9" y="7"/>
                    <a:pt x="23" y="10"/>
                    <a:pt x="23" y="15"/>
                  </a:cubicBezTo>
                  <a:cubicBezTo>
                    <a:pt x="23" y="20"/>
                    <a:pt x="19" y="23"/>
                    <a:pt x="15" y="23"/>
                  </a:cubicBezTo>
                  <a:lnTo>
                    <a:pt x="15" y="30"/>
                  </a:lnTo>
                  <a:close/>
                  <a:moveTo>
                    <a:pt x="15" y="0"/>
                  </a:moveTo>
                  <a:cubicBezTo>
                    <a:pt x="7" y="0"/>
                    <a:pt x="0" y="7"/>
                    <a:pt x="0" y="15"/>
                  </a:cubicBezTo>
                  <a:cubicBezTo>
                    <a:pt x="0" y="23"/>
                    <a:pt x="7" y="30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0" y="23"/>
                    <a:pt x="7" y="20"/>
                    <a:pt x="7" y="15"/>
                  </a:cubicBezTo>
                  <a:cubicBezTo>
                    <a:pt x="7" y="10"/>
                    <a:pt x="10" y="7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0"/>
                    <a:pt x="15" y="0"/>
                    <a:pt x="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2" name="Freeform: Shape 238"/>
            <p:cNvSpPr>
              <a:spLocks/>
            </p:cNvSpPr>
            <p:nvPr/>
          </p:nvSpPr>
          <p:spPr bwMode="auto">
            <a:xfrm>
              <a:off x="4494481" y="3462313"/>
              <a:ext cx="159304" cy="57594"/>
            </a:xfrm>
            <a:custGeom>
              <a:avLst/>
              <a:gdLst>
                <a:gd name="T0" fmla="*/ 3 w 36"/>
                <a:gd name="T1" fmla="*/ 13 h 13"/>
                <a:gd name="T2" fmla="*/ 5 w 36"/>
                <a:gd name="T3" fmla="*/ 12 h 13"/>
                <a:gd name="T4" fmla="*/ 18 w 36"/>
                <a:gd name="T5" fmla="*/ 4 h 13"/>
                <a:gd name="T6" fmla="*/ 31 w 36"/>
                <a:gd name="T7" fmla="*/ 12 h 13"/>
                <a:gd name="T8" fmla="*/ 35 w 36"/>
                <a:gd name="T9" fmla="*/ 12 h 13"/>
                <a:gd name="T10" fmla="*/ 35 w 36"/>
                <a:gd name="T11" fmla="*/ 9 h 13"/>
                <a:gd name="T12" fmla="*/ 18 w 36"/>
                <a:gd name="T13" fmla="*/ 0 h 13"/>
                <a:gd name="T14" fmla="*/ 1 w 36"/>
                <a:gd name="T15" fmla="*/ 9 h 13"/>
                <a:gd name="T16" fmla="*/ 1 w 36"/>
                <a:gd name="T17" fmla="*/ 12 h 13"/>
                <a:gd name="T18" fmla="*/ 3 w 36"/>
                <a:gd name="T19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13">
                  <a:moveTo>
                    <a:pt x="3" y="13"/>
                  </a:moveTo>
                  <a:cubicBezTo>
                    <a:pt x="3" y="13"/>
                    <a:pt x="4" y="12"/>
                    <a:pt x="5" y="12"/>
                  </a:cubicBezTo>
                  <a:cubicBezTo>
                    <a:pt x="8" y="7"/>
                    <a:pt x="13" y="4"/>
                    <a:pt x="18" y="4"/>
                  </a:cubicBezTo>
                  <a:cubicBezTo>
                    <a:pt x="23" y="4"/>
                    <a:pt x="28" y="7"/>
                    <a:pt x="31" y="12"/>
                  </a:cubicBezTo>
                  <a:cubicBezTo>
                    <a:pt x="32" y="13"/>
                    <a:pt x="34" y="13"/>
                    <a:pt x="35" y="12"/>
                  </a:cubicBezTo>
                  <a:cubicBezTo>
                    <a:pt x="36" y="11"/>
                    <a:pt x="36" y="10"/>
                    <a:pt x="35" y="9"/>
                  </a:cubicBezTo>
                  <a:cubicBezTo>
                    <a:pt x="31" y="3"/>
                    <a:pt x="25" y="0"/>
                    <a:pt x="18" y="0"/>
                  </a:cubicBezTo>
                  <a:cubicBezTo>
                    <a:pt x="11" y="0"/>
                    <a:pt x="5" y="3"/>
                    <a:pt x="1" y="9"/>
                  </a:cubicBezTo>
                  <a:cubicBezTo>
                    <a:pt x="0" y="10"/>
                    <a:pt x="0" y="11"/>
                    <a:pt x="1" y="12"/>
                  </a:cubicBezTo>
                  <a:cubicBezTo>
                    <a:pt x="2" y="12"/>
                    <a:pt x="2" y="13"/>
                    <a:pt x="3" y="1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3" name="Freeform: Shape 239"/>
            <p:cNvSpPr>
              <a:spLocks/>
            </p:cNvSpPr>
            <p:nvPr/>
          </p:nvSpPr>
          <p:spPr bwMode="auto">
            <a:xfrm>
              <a:off x="4750592" y="3494174"/>
              <a:ext cx="132345" cy="132345"/>
            </a:xfrm>
            <a:custGeom>
              <a:avLst/>
              <a:gdLst>
                <a:gd name="T0" fmla="*/ 15 w 30"/>
                <a:gd name="T1" fmla="*/ 0 h 30"/>
                <a:gd name="T2" fmla="*/ 15 w 30"/>
                <a:gd name="T3" fmla="*/ 0 h 30"/>
                <a:gd name="T4" fmla="*/ 15 w 30"/>
                <a:gd name="T5" fmla="*/ 7 h 30"/>
                <a:gd name="T6" fmla="*/ 15 w 30"/>
                <a:gd name="T7" fmla="*/ 7 h 30"/>
                <a:gd name="T8" fmla="*/ 23 w 30"/>
                <a:gd name="T9" fmla="*/ 15 h 30"/>
                <a:gd name="T10" fmla="*/ 15 w 30"/>
                <a:gd name="T11" fmla="*/ 23 h 30"/>
                <a:gd name="T12" fmla="*/ 15 w 30"/>
                <a:gd name="T13" fmla="*/ 23 h 30"/>
                <a:gd name="T14" fmla="*/ 15 w 30"/>
                <a:gd name="T15" fmla="*/ 23 h 30"/>
                <a:gd name="T16" fmla="*/ 15 w 30"/>
                <a:gd name="T17" fmla="*/ 30 h 30"/>
                <a:gd name="T18" fmla="*/ 15 w 30"/>
                <a:gd name="T19" fmla="*/ 30 h 30"/>
                <a:gd name="T20" fmla="*/ 30 w 30"/>
                <a:gd name="T21" fmla="*/ 15 h 30"/>
                <a:gd name="T22" fmla="*/ 15 w 30"/>
                <a:gd name="T23" fmla="*/ 0 h 30"/>
                <a:gd name="T24" fmla="*/ 15 w 30"/>
                <a:gd name="T25" fmla="*/ 0 h 30"/>
                <a:gd name="T26" fmla="*/ 0 w 30"/>
                <a:gd name="T27" fmla="*/ 15 h 30"/>
                <a:gd name="T28" fmla="*/ 15 w 30"/>
                <a:gd name="T29" fmla="*/ 30 h 30"/>
                <a:gd name="T30" fmla="*/ 15 w 30"/>
                <a:gd name="T31" fmla="*/ 23 h 30"/>
                <a:gd name="T32" fmla="*/ 7 w 30"/>
                <a:gd name="T33" fmla="*/ 15 h 30"/>
                <a:gd name="T34" fmla="*/ 15 w 30"/>
                <a:gd name="T35" fmla="*/ 7 h 30"/>
                <a:gd name="T36" fmla="*/ 15 w 30"/>
                <a:gd name="T3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0" h="30">
                  <a:moveTo>
                    <a:pt x="15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9" y="7"/>
                    <a:pt x="23" y="10"/>
                    <a:pt x="23" y="15"/>
                  </a:cubicBezTo>
                  <a:cubicBezTo>
                    <a:pt x="23" y="20"/>
                    <a:pt x="19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23" y="30"/>
                    <a:pt x="30" y="23"/>
                    <a:pt x="30" y="15"/>
                  </a:cubicBezTo>
                  <a:cubicBezTo>
                    <a:pt x="30" y="7"/>
                    <a:pt x="23" y="0"/>
                    <a:pt x="15" y="0"/>
                  </a:cubicBezTo>
                  <a:close/>
                  <a:moveTo>
                    <a:pt x="15" y="0"/>
                  </a:moveTo>
                  <a:cubicBezTo>
                    <a:pt x="6" y="0"/>
                    <a:pt x="0" y="7"/>
                    <a:pt x="0" y="15"/>
                  </a:cubicBezTo>
                  <a:cubicBezTo>
                    <a:pt x="0" y="23"/>
                    <a:pt x="6" y="30"/>
                    <a:pt x="15" y="30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0" y="23"/>
                    <a:pt x="7" y="20"/>
                    <a:pt x="7" y="15"/>
                  </a:cubicBezTo>
                  <a:cubicBezTo>
                    <a:pt x="7" y="10"/>
                    <a:pt x="10" y="7"/>
                    <a:pt x="15" y="7"/>
                  </a:cubicBezTo>
                  <a:lnTo>
                    <a:pt x="1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4" name="Freeform: Shape 240"/>
            <p:cNvSpPr>
              <a:spLocks/>
            </p:cNvSpPr>
            <p:nvPr/>
          </p:nvSpPr>
          <p:spPr bwMode="auto">
            <a:xfrm>
              <a:off x="4737113" y="3462313"/>
              <a:ext cx="159304" cy="57594"/>
            </a:xfrm>
            <a:custGeom>
              <a:avLst/>
              <a:gdLst>
                <a:gd name="T0" fmla="*/ 18 w 36"/>
                <a:gd name="T1" fmla="*/ 0 h 13"/>
                <a:gd name="T2" fmla="*/ 1 w 36"/>
                <a:gd name="T3" fmla="*/ 9 h 13"/>
                <a:gd name="T4" fmla="*/ 1 w 36"/>
                <a:gd name="T5" fmla="*/ 12 h 13"/>
                <a:gd name="T6" fmla="*/ 3 w 36"/>
                <a:gd name="T7" fmla="*/ 13 h 13"/>
                <a:gd name="T8" fmla="*/ 4 w 36"/>
                <a:gd name="T9" fmla="*/ 12 h 13"/>
                <a:gd name="T10" fmla="*/ 18 w 36"/>
                <a:gd name="T11" fmla="*/ 4 h 13"/>
                <a:gd name="T12" fmla="*/ 31 w 36"/>
                <a:gd name="T13" fmla="*/ 12 h 13"/>
                <a:gd name="T14" fmla="*/ 35 w 36"/>
                <a:gd name="T15" fmla="*/ 12 h 13"/>
                <a:gd name="T16" fmla="*/ 35 w 36"/>
                <a:gd name="T17" fmla="*/ 9 h 13"/>
                <a:gd name="T18" fmla="*/ 18 w 36"/>
                <a:gd name="T1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13">
                  <a:moveTo>
                    <a:pt x="18" y="0"/>
                  </a:moveTo>
                  <a:cubicBezTo>
                    <a:pt x="11" y="0"/>
                    <a:pt x="4" y="3"/>
                    <a:pt x="1" y="9"/>
                  </a:cubicBezTo>
                  <a:cubicBezTo>
                    <a:pt x="0" y="10"/>
                    <a:pt x="0" y="11"/>
                    <a:pt x="1" y="12"/>
                  </a:cubicBezTo>
                  <a:cubicBezTo>
                    <a:pt x="2" y="12"/>
                    <a:pt x="2" y="13"/>
                    <a:pt x="3" y="13"/>
                  </a:cubicBezTo>
                  <a:cubicBezTo>
                    <a:pt x="3" y="13"/>
                    <a:pt x="4" y="12"/>
                    <a:pt x="4" y="12"/>
                  </a:cubicBezTo>
                  <a:cubicBezTo>
                    <a:pt x="7" y="7"/>
                    <a:pt x="12" y="4"/>
                    <a:pt x="18" y="4"/>
                  </a:cubicBezTo>
                  <a:cubicBezTo>
                    <a:pt x="23" y="4"/>
                    <a:pt x="28" y="7"/>
                    <a:pt x="31" y="12"/>
                  </a:cubicBezTo>
                  <a:cubicBezTo>
                    <a:pt x="32" y="13"/>
                    <a:pt x="33" y="13"/>
                    <a:pt x="35" y="12"/>
                  </a:cubicBezTo>
                  <a:cubicBezTo>
                    <a:pt x="36" y="11"/>
                    <a:pt x="36" y="10"/>
                    <a:pt x="35" y="9"/>
                  </a:cubicBezTo>
                  <a:cubicBezTo>
                    <a:pt x="31" y="3"/>
                    <a:pt x="25" y="0"/>
                    <a:pt x="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5" name="Freeform: Shape 241"/>
            <p:cNvSpPr>
              <a:spLocks/>
            </p:cNvSpPr>
            <p:nvPr/>
          </p:nvSpPr>
          <p:spPr bwMode="auto">
            <a:xfrm>
              <a:off x="4618248" y="3348350"/>
              <a:ext cx="234054" cy="273267"/>
            </a:xfrm>
            <a:custGeom>
              <a:avLst/>
              <a:gdLst>
                <a:gd name="T0" fmla="*/ 36 w 53"/>
                <a:gd name="T1" fmla="*/ 22 h 62"/>
                <a:gd name="T2" fmla="*/ 37 w 53"/>
                <a:gd name="T3" fmla="*/ 23 h 62"/>
                <a:gd name="T4" fmla="*/ 51 w 53"/>
                <a:gd name="T5" fmla="*/ 17 h 62"/>
                <a:gd name="T6" fmla="*/ 53 w 53"/>
                <a:gd name="T7" fmla="*/ 12 h 62"/>
                <a:gd name="T8" fmla="*/ 48 w 53"/>
                <a:gd name="T9" fmla="*/ 11 h 62"/>
                <a:gd name="T10" fmla="*/ 39 w 53"/>
                <a:gd name="T11" fmla="*/ 15 h 62"/>
                <a:gd name="T12" fmla="*/ 38 w 53"/>
                <a:gd name="T13" fmla="*/ 15 h 62"/>
                <a:gd name="T14" fmla="*/ 23 w 53"/>
                <a:gd name="T15" fmla="*/ 0 h 62"/>
                <a:gd name="T16" fmla="*/ 21 w 53"/>
                <a:gd name="T17" fmla="*/ 0 h 62"/>
                <a:gd name="T18" fmla="*/ 0 w 53"/>
                <a:gd name="T19" fmla="*/ 21 h 62"/>
                <a:gd name="T20" fmla="*/ 0 w 53"/>
                <a:gd name="T21" fmla="*/ 22 h 62"/>
                <a:gd name="T22" fmla="*/ 15 w 53"/>
                <a:gd name="T23" fmla="*/ 35 h 62"/>
                <a:gd name="T24" fmla="*/ 15 w 53"/>
                <a:gd name="T25" fmla="*/ 36 h 62"/>
                <a:gd name="T26" fmla="*/ 8 w 53"/>
                <a:gd name="T27" fmla="*/ 52 h 62"/>
                <a:gd name="T28" fmla="*/ 8 w 53"/>
                <a:gd name="T29" fmla="*/ 54 h 62"/>
                <a:gd name="T30" fmla="*/ 13 w 53"/>
                <a:gd name="T31" fmla="*/ 60 h 62"/>
                <a:gd name="T32" fmla="*/ 16 w 53"/>
                <a:gd name="T33" fmla="*/ 62 h 62"/>
                <a:gd name="T34" fmla="*/ 19 w 53"/>
                <a:gd name="T35" fmla="*/ 61 h 62"/>
                <a:gd name="T36" fmla="*/ 20 w 53"/>
                <a:gd name="T37" fmla="*/ 55 h 62"/>
                <a:gd name="T38" fmla="*/ 18 w 53"/>
                <a:gd name="T39" fmla="*/ 53 h 62"/>
                <a:gd name="T40" fmla="*/ 18 w 53"/>
                <a:gd name="T41" fmla="*/ 51 h 62"/>
                <a:gd name="T42" fmla="*/ 25 w 53"/>
                <a:gd name="T43" fmla="*/ 34 h 62"/>
                <a:gd name="T44" fmla="*/ 25 w 53"/>
                <a:gd name="T45" fmla="*/ 32 h 62"/>
                <a:gd name="T46" fmla="*/ 17 w 53"/>
                <a:gd name="T47" fmla="*/ 25 h 62"/>
                <a:gd name="T48" fmla="*/ 17 w 53"/>
                <a:gd name="T49" fmla="*/ 23 h 62"/>
                <a:gd name="T50" fmla="*/ 26 w 53"/>
                <a:gd name="T51" fmla="*/ 14 h 62"/>
                <a:gd name="T52" fmla="*/ 27 w 53"/>
                <a:gd name="T53" fmla="*/ 15 h 62"/>
                <a:gd name="T54" fmla="*/ 36 w 53"/>
                <a:gd name="T55" fmla="*/ 2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3" h="62">
                  <a:moveTo>
                    <a:pt x="36" y="22"/>
                  </a:moveTo>
                  <a:cubicBezTo>
                    <a:pt x="36" y="23"/>
                    <a:pt x="37" y="23"/>
                    <a:pt x="37" y="23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3" y="16"/>
                    <a:pt x="53" y="14"/>
                    <a:pt x="53" y="12"/>
                  </a:cubicBezTo>
                  <a:cubicBezTo>
                    <a:pt x="52" y="11"/>
                    <a:pt x="50" y="10"/>
                    <a:pt x="48" y="11"/>
                  </a:cubicBezTo>
                  <a:cubicBezTo>
                    <a:pt x="39" y="15"/>
                    <a:pt x="39" y="15"/>
                    <a:pt x="39" y="15"/>
                  </a:cubicBezTo>
                  <a:cubicBezTo>
                    <a:pt x="39" y="15"/>
                    <a:pt x="38" y="15"/>
                    <a:pt x="38" y="15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2" y="0"/>
                    <a:pt x="22" y="0"/>
                    <a:pt x="21" y="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1"/>
                    <a:pt x="0" y="22"/>
                    <a:pt x="0" y="22"/>
                  </a:cubicBezTo>
                  <a:cubicBezTo>
                    <a:pt x="3" y="25"/>
                    <a:pt x="12" y="32"/>
                    <a:pt x="15" y="35"/>
                  </a:cubicBezTo>
                  <a:cubicBezTo>
                    <a:pt x="15" y="35"/>
                    <a:pt x="15" y="36"/>
                    <a:pt x="15" y="36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3"/>
                    <a:pt x="8" y="54"/>
                  </a:cubicBezTo>
                  <a:cubicBezTo>
                    <a:pt x="13" y="60"/>
                    <a:pt x="13" y="60"/>
                    <a:pt x="13" y="60"/>
                  </a:cubicBezTo>
                  <a:cubicBezTo>
                    <a:pt x="14" y="61"/>
                    <a:pt x="15" y="62"/>
                    <a:pt x="16" y="62"/>
                  </a:cubicBezTo>
                  <a:cubicBezTo>
                    <a:pt x="17" y="62"/>
                    <a:pt x="18" y="62"/>
                    <a:pt x="19" y="61"/>
                  </a:cubicBezTo>
                  <a:cubicBezTo>
                    <a:pt x="21" y="60"/>
                    <a:pt x="21" y="57"/>
                    <a:pt x="20" y="55"/>
                  </a:cubicBezTo>
                  <a:cubicBezTo>
                    <a:pt x="18" y="53"/>
                    <a:pt x="18" y="53"/>
                    <a:pt x="18" y="53"/>
                  </a:cubicBezTo>
                  <a:cubicBezTo>
                    <a:pt x="18" y="52"/>
                    <a:pt x="18" y="51"/>
                    <a:pt x="18" y="51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3"/>
                    <a:pt x="25" y="33"/>
                    <a:pt x="25" y="32"/>
                  </a:cubicBezTo>
                  <a:cubicBezTo>
                    <a:pt x="23" y="31"/>
                    <a:pt x="19" y="27"/>
                    <a:pt x="17" y="25"/>
                  </a:cubicBezTo>
                  <a:cubicBezTo>
                    <a:pt x="17" y="24"/>
                    <a:pt x="17" y="24"/>
                    <a:pt x="17" y="23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7" y="14"/>
                    <a:pt x="27" y="15"/>
                  </a:cubicBezTo>
                  <a:lnTo>
                    <a:pt x="36" y="2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6" name="Freeform: Shape 242"/>
            <p:cNvSpPr>
              <a:spLocks/>
            </p:cNvSpPr>
            <p:nvPr/>
          </p:nvSpPr>
          <p:spPr bwMode="auto">
            <a:xfrm>
              <a:off x="3514151" y="1696494"/>
              <a:ext cx="26959" cy="30635"/>
            </a:xfrm>
            <a:custGeom>
              <a:avLst/>
              <a:gdLst>
                <a:gd name="T0" fmla="*/ 0 w 6"/>
                <a:gd name="T1" fmla="*/ 7 h 7"/>
                <a:gd name="T2" fmla="*/ 6 w 6"/>
                <a:gd name="T3" fmla="*/ 7 h 7"/>
                <a:gd name="T4" fmla="*/ 6 w 6"/>
                <a:gd name="T5" fmla="*/ 0 h 7"/>
                <a:gd name="T6" fmla="*/ 0 w 6"/>
                <a:gd name="T7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7">
                  <a:moveTo>
                    <a:pt x="0" y="7"/>
                  </a:moveTo>
                  <a:cubicBezTo>
                    <a:pt x="6" y="7"/>
                    <a:pt x="6" y="7"/>
                    <a:pt x="6" y="7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4" y="3"/>
                    <a:pt x="2" y="5"/>
                    <a:pt x="0" y="7"/>
                  </a:cubicBezTo>
                  <a:close/>
                </a:path>
              </a:pathLst>
            </a:custGeom>
            <a:solidFill>
              <a:srgbClr val="071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lc="http://schemas.openxmlformats.org/drawingml/2006/lockedCanvas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7" name="Freeform: Shape 243"/>
            <p:cNvSpPr>
              <a:spLocks/>
            </p:cNvSpPr>
            <p:nvPr/>
          </p:nvSpPr>
          <p:spPr bwMode="auto">
            <a:xfrm>
              <a:off x="4097447" y="3582404"/>
              <a:ext cx="145824" cy="145824"/>
            </a:xfrm>
            <a:custGeom>
              <a:avLst/>
              <a:gdLst>
                <a:gd name="T0" fmla="*/ 8 w 33"/>
                <a:gd name="T1" fmla="*/ 30 h 33"/>
                <a:gd name="T2" fmla="*/ 17 w 33"/>
                <a:gd name="T3" fmla="*/ 33 h 33"/>
                <a:gd name="T4" fmla="*/ 33 w 33"/>
                <a:gd name="T5" fmla="*/ 17 h 33"/>
                <a:gd name="T6" fmla="*/ 17 w 33"/>
                <a:gd name="T7" fmla="*/ 0 h 33"/>
                <a:gd name="T8" fmla="*/ 0 w 33"/>
                <a:gd name="T9" fmla="*/ 14 h 33"/>
                <a:gd name="T10" fmla="*/ 17 w 33"/>
                <a:gd name="T11" fmla="*/ 14 h 33"/>
                <a:gd name="T12" fmla="*/ 22 w 33"/>
                <a:gd name="T13" fmla="*/ 14 h 33"/>
                <a:gd name="T14" fmla="*/ 18 w 33"/>
                <a:gd name="T15" fmla="*/ 18 h 33"/>
                <a:gd name="T16" fmla="*/ 8 w 33"/>
                <a:gd name="T17" fmla="*/ 3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3" h="33">
                  <a:moveTo>
                    <a:pt x="8" y="30"/>
                  </a:moveTo>
                  <a:cubicBezTo>
                    <a:pt x="10" y="32"/>
                    <a:pt x="13" y="33"/>
                    <a:pt x="17" y="33"/>
                  </a:cubicBezTo>
                  <a:cubicBezTo>
                    <a:pt x="26" y="33"/>
                    <a:pt x="33" y="26"/>
                    <a:pt x="33" y="17"/>
                  </a:cubicBezTo>
                  <a:cubicBezTo>
                    <a:pt x="33" y="7"/>
                    <a:pt x="26" y="0"/>
                    <a:pt x="17" y="0"/>
                  </a:cubicBezTo>
                  <a:cubicBezTo>
                    <a:pt x="8" y="0"/>
                    <a:pt x="1" y="6"/>
                    <a:pt x="0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18" y="18"/>
                    <a:pt x="18" y="18"/>
                    <a:pt x="18" y="18"/>
                  </a:cubicBezTo>
                  <a:lnTo>
                    <a:pt x="8" y="3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8" name="Freeform: Shape 244"/>
            <p:cNvSpPr>
              <a:spLocks/>
            </p:cNvSpPr>
            <p:nvPr/>
          </p:nvSpPr>
          <p:spPr bwMode="auto">
            <a:xfrm>
              <a:off x="3871972" y="3657154"/>
              <a:ext cx="300226" cy="211996"/>
            </a:xfrm>
            <a:custGeom>
              <a:avLst/>
              <a:gdLst>
                <a:gd name="T0" fmla="*/ 30 w 68"/>
                <a:gd name="T1" fmla="*/ 34 h 48"/>
                <a:gd name="T2" fmla="*/ 30 w 68"/>
                <a:gd name="T3" fmla="*/ 35 h 48"/>
                <a:gd name="T4" fmla="*/ 30 w 68"/>
                <a:gd name="T5" fmla="*/ 37 h 48"/>
                <a:gd name="T6" fmla="*/ 30 w 68"/>
                <a:gd name="T7" fmla="*/ 44 h 48"/>
                <a:gd name="T8" fmla="*/ 37 w 68"/>
                <a:gd name="T9" fmla="*/ 48 h 48"/>
                <a:gd name="T10" fmla="*/ 37 w 68"/>
                <a:gd name="T11" fmla="*/ 37 h 48"/>
                <a:gd name="T12" fmla="*/ 37 w 68"/>
                <a:gd name="T13" fmla="*/ 35 h 48"/>
                <a:gd name="T14" fmla="*/ 37 w 68"/>
                <a:gd name="T15" fmla="*/ 34 h 48"/>
                <a:gd name="T16" fmla="*/ 57 w 68"/>
                <a:gd name="T17" fmla="*/ 12 h 48"/>
                <a:gd name="T18" fmla="*/ 68 w 68"/>
                <a:gd name="T19" fmla="*/ 0 h 48"/>
                <a:gd name="T20" fmla="*/ 51 w 68"/>
                <a:gd name="T21" fmla="*/ 0 h 48"/>
                <a:gd name="T22" fmla="*/ 0 w 68"/>
                <a:gd name="T23" fmla="*/ 0 h 48"/>
                <a:gd name="T24" fmla="*/ 30 w 68"/>
                <a:gd name="T25" fmla="*/ 3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8" h="48">
                  <a:moveTo>
                    <a:pt x="30" y="34"/>
                  </a:moveTo>
                  <a:cubicBezTo>
                    <a:pt x="30" y="35"/>
                    <a:pt x="30" y="35"/>
                    <a:pt x="30" y="35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44"/>
                    <a:pt x="30" y="44"/>
                    <a:pt x="30" y="44"/>
                  </a:cubicBezTo>
                  <a:cubicBezTo>
                    <a:pt x="33" y="45"/>
                    <a:pt x="35" y="47"/>
                    <a:pt x="37" y="48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57" y="12"/>
                    <a:pt x="57" y="12"/>
                    <a:pt x="57" y="12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30" y="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9" name="Freeform: Shape 245"/>
            <p:cNvSpPr>
              <a:spLocks/>
            </p:cNvSpPr>
            <p:nvPr/>
          </p:nvSpPr>
          <p:spPr bwMode="auto">
            <a:xfrm>
              <a:off x="3266618" y="1903588"/>
              <a:ext cx="238955" cy="269591"/>
            </a:xfrm>
            <a:custGeom>
              <a:avLst/>
              <a:gdLst>
                <a:gd name="T0" fmla="*/ 0 w 54"/>
                <a:gd name="T1" fmla="*/ 61 h 61"/>
                <a:gd name="T2" fmla="*/ 11 w 54"/>
                <a:gd name="T3" fmla="*/ 50 h 61"/>
                <a:gd name="T4" fmla="*/ 11 w 54"/>
                <a:gd name="T5" fmla="*/ 50 h 61"/>
                <a:gd name="T6" fmla="*/ 11 w 54"/>
                <a:gd name="T7" fmla="*/ 32 h 61"/>
                <a:gd name="T8" fmla="*/ 0 w 54"/>
                <a:gd name="T9" fmla="*/ 61 h 61"/>
                <a:gd name="T10" fmla="*/ 0 w 54"/>
                <a:gd name="T11" fmla="*/ 61 h 61"/>
                <a:gd name="T12" fmla="*/ 20 w 54"/>
                <a:gd name="T13" fmla="*/ 14 h 61"/>
                <a:gd name="T14" fmla="*/ 47 w 54"/>
                <a:gd name="T15" fmla="*/ 14 h 61"/>
                <a:gd name="T16" fmla="*/ 47 w 54"/>
                <a:gd name="T17" fmla="*/ 40 h 61"/>
                <a:gd name="T18" fmla="*/ 43 w 54"/>
                <a:gd name="T19" fmla="*/ 39 h 61"/>
                <a:gd name="T20" fmla="*/ 32 w 54"/>
                <a:gd name="T21" fmla="*/ 50 h 61"/>
                <a:gd name="T22" fmla="*/ 43 w 54"/>
                <a:gd name="T23" fmla="*/ 61 h 61"/>
                <a:gd name="T24" fmla="*/ 54 w 54"/>
                <a:gd name="T25" fmla="*/ 50 h 61"/>
                <a:gd name="T26" fmla="*/ 54 w 54"/>
                <a:gd name="T27" fmla="*/ 50 h 61"/>
                <a:gd name="T28" fmla="*/ 54 w 54"/>
                <a:gd name="T29" fmla="*/ 50 h 61"/>
                <a:gd name="T30" fmla="*/ 54 w 54"/>
                <a:gd name="T31" fmla="*/ 14 h 61"/>
                <a:gd name="T32" fmla="*/ 54 w 54"/>
                <a:gd name="T33" fmla="*/ 0 h 61"/>
                <a:gd name="T34" fmla="*/ 47 w 54"/>
                <a:gd name="T35" fmla="*/ 0 h 61"/>
                <a:gd name="T36" fmla="*/ 28 w 54"/>
                <a:gd name="T37" fmla="*/ 0 h 61"/>
                <a:gd name="T38" fmla="*/ 20 w 54"/>
                <a:gd name="T39" fmla="*/ 14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4" h="61">
                  <a:moveTo>
                    <a:pt x="0" y="61"/>
                  </a:moveTo>
                  <a:cubicBezTo>
                    <a:pt x="6" y="61"/>
                    <a:pt x="11" y="56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32"/>
                    <a:pt x="11" y="32"/>
                    <a:pt x="11" y="32"/>
                  </a:cubicBezTo>
                  <a:cubicBezTo>
                    <a:pt x="7" y="42"/>
                    <a:pt x="3" y="5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lose/>
                  <a:moveTo>
                    <a:pt x="20" y="14"/>
                  </a:moveTo>
                  <a:cubicBezTo>
                    <a:pt x="47" y="14"/>
                    <a:pt x="47" y="14"/>
                    <a:pt x="47" y="14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6" y="39"/>
                    <a:pt x="44" y="39"/>
                    <a:pt x="43" y="39"/>
                  </a:cubicBezTo>
                  <a:cubicBezTo>
                    <a:pt x="37" y="39"/>
                    <a:pt x="32" y="44"/>
                    <a:pt x="32" y="50"/>
                  </a:cubicBezTo>
                  <a:cubicBezTo>
                    <a:pt x="32" y="56"/>
                    <a:pt x="37" y="61"/>
                    <a:pt x="43" y="61"/>
                  </a:cubicBezTo>
                  <a:cubicBezTo>
                    <a:pt x="49" y="61"/>
                    <a:pt x="54" y="56"/>
                    <a:pt x="54" y="50"/>
                  </a:cubicBezTo>
                  <a:cubicBezTo>
                    <a:pt x="54" y="50"/>
                    <a:pt x="54" y="50"/>
                    <a:pt x="54" y="50"/>
                  </a:cubicBezTo>
                  <a:cubicBezTo>
                    <a:pt x="54" y="50"/>
                    <a:pt x="54" y="50"/>
                    <a:pt x="54" y="50"/>
                  </a:cubicBezTo>
                  <a:cubicBezTo>
                    <a:pt x="54" y="14"/>
                    <a:pt x="54" y="14"/>
                    <a:pt x="54" y="14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5" y="5"/>
                    <a:pt x="22" y="9"/>
                    <a:pt x="20" y="1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0" name="Freeform: Shape 246"/>
            <p:cNvSpPr>
              <a:spLocks/>
            </p:cNvSpPr>
            <p:nvPr/>
          </p:nvSpPr>
          <p:spPr bwMode="auto">
            <a:xfrm>
              <a:off x="4838822" y="1276177"/>
              <a:ext cx="340665" cy="274492"/>
            </a:xfrm>
            <a:custGeom>
              <a:avLst/>
              <a:gdLst>
                <a:gd name="T0" fmla="*/ 11 w 77"/>
                <a:gd name="T1" fmla="*/ 48 h 62"/>
                <a:gd name="T2" fmla="*/ 32 w 77"/>
                <a:gd name="T3" fmla="*/ 37 h 62"/>
                <a:gd name="T4" fmla="*/ 36 w 77"/>
                <a:gd name="T5" fmla="*/ 37 h 62"/>
                <a:gd name="T6" fmla="*/ 36 w 77"/>
                <a:gd name="T7" fmla="*/ 41 h 62"/>
                <a:gd name="T8" fmla="*/ 36 w 77"/>
                <a:gd name="T9" fmla="*/ 50 h 62"/>
                <a:gd name="T10" fmla="*/ 35 w 77"/>
                <a:gd name="T11" fmla="*/ 62 h 62"/>
                <a:gd name="T12" fmla="*/ 42 w 77"/>
                <a:gd name="T13" fmla="*/ 62 h 62"/>
                <a:gd name="T14" fmla="*/ 41 w 77"/>
                <a:gd name="T15" fmla="*/ 50 h 62"/>
                <a:gd name="T16" fmla="*/ 41 w 77"/>
                <a:gd name="T17" fmla="*/ 41 h 62"/>
                <a:gd name="T18" fmla="*/ 41 w 77"/>
                <a:gd name="T19" fmla="*/ 37 h 62"/>
                <a:gd name="T20" fmla="*/ 45 w 77"/>
                <a:gd name="T21" fmla="*/ 37 h 62"/>
                <a:gd name="T22" fmla="*/ 66 w 77"/>
                <a:gd name="T23" fmla="*/ 48 h 62"/>
                <a:gd name="T24" fmla="*/ 74 w 77"/>
                <a:gd name="T25" fmla="*/ 40 h 62"/>
                <a:gd name="T26" fmla="*/ 74 w 77"/>
                <a:gd name="T27" fmla="*/ 20 h 62"/>
                <a:gd name="T28" fmla="*/ 60 w 77"/>
                <a:gd name="T29" fmla="*/ 14 h 62"/>
                <a:gd name="T30" fmla="*/ 43 w 77"/>
                <a:gd name="T31" fmla="*/ 30 h 62"/>
                <a:gd name="T32" fmla="*/ 42 w 77"/>
                <a:gd name="T33" fmla="*/ 28 h 62"/>
                <a:gd name="T34" fmla="*/ 46 w 77"/>
                <a:gd name="T35" fmla="*/ 19 h 62"/>
                <a:gd name="T36" fmla="*/ 52 w 77"/>
                <a:gd name="T37" fmla="*/ 11 h 62"/>
                <a:gd name="T38" fmla="*/ 22 w 77"/>
                <a:gd name="T39" fmla="*/ 0 h 62"/>
                <a:gd name="T40" fmla="*/ 30 w 77"/>
                <a:gd name="T41" fmla="*/ 19 h 62"/>
                <a:gd name="T42" fmla="*/ 35 w 77"/>
                <a:gd name="T43" fmla="*/ 28 h 62"/>
                <a:gd name="T44" fmla="*/ 34 w 77"/>
                <a:gd name="T45" fmla="*/ 30 h 62"/>
                <a:gd name="T46" fmla="*/ 8 w 77"/>
                <a:gd name="T47" fmla="*/ 13 h 62"/>
                <a:gd name="T48" fmla="*/ 2 w 77"/>
                <a:gd name="T49" fmla="*/ 40 h 62"/>
                <a:gd name="T50" fmla="*/ 11 w 77"/>
                <a:gd name="T51" fmla="*/ 48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77" h="62">
                  <a:moveTo>
                    <a:pt x="11" y="48"/>
                  </a:moveTo>
                  <a:cubicBezTo>
                    <a:pt x="19" y="49"/>
                    <a:pt x="25" y="41"/>
                    <a:pt x="32" y="37"/>
                  </a:cubicBezTo>
                  <a:cubicBezTo>
                    <a:pt x="33" y="37"/>
                    <a:pt x="35" y="35"/>
                    <a:pt x="36" y="37"/>
                  </a:cubicBezTo>
                  <a:cubicBezTo>
                    <a:pt x="36" y="38"/>
                    <a:pt x="36" y="40"/>
                    <a:pt x="36" y="41"/>
                  </a:cubicBezTo>
                  <a:cubicBezTo>
                    <a:pt x="36" y="44"/>
                    <a:pt x="36" y="47"/>
                    <a:pt x="36" y="50"/>
                  </a:cubicBezTo>
                  <a:cubicBezTo>
                    <a:pt x="36" y="53"/>
                    <a:pt x="35" y="59"/>
                    <a:pt x="35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1" y="59"/>
                    <a:pt x="41" y="53"/>
                    <a:pt x="41" y="50"/>
                  </a:cubicBezTo>
                  <a:cubicBezTo>
                    <a:pt x="41" y="47"/>
                    <a:pt x="41" y="44"/>
                    <a:pt x="41" y="41"/>
                  </a:cubicBezTo>
                  <a:cubicBezTo>
                    <a:pt x="41" y="40"/>
                    <a:pt x="40" y="38"/>
                    <a:pt x="41" y="37"/>
                  </a:cubicBezTo>
                  <a:cubicBezTo>
                    <a:pt x="42" y="35"/>
                    <a:pt x="44" y="37"/>
                    <a:pt x="45" y="37"/>
                  </a:cubicBezTo>
                  <a:cubicBezTo>
                    <a:pt x="51" y="41"/>
                    <a:pt x="58" y="49"/>
                    <a:pt x="66" y="48"/>
                  </a:cubicBezTo>
                  <a:cubicBezTo>
                    <a:pt x="70" y="48"/>
                    <a:pt x="73" y="44"/>
                    <a:pt x="74" y="40"/>
                  </a:cubicBezTo>
                  <a:cubicBezTo>
                    <a:pt x="76" y="35"/>
                    <a:pt x="77" y="26"/>
                    <a:pt x="74" y="20"/>
                  </a:cubicBezTo>
                  <a:cubicBezTo>
                    <a:pt x="70" y="18"/>
                    <a:pt x="65" y="16"/>
                    <a:pt x="60" y="14"/>
                  </a:cubicBezTo>
                  <a:cubicBezTo>
                    <a:pt x="54" y="18"/>
                    <a:pt x="50" y="29"/>
                    <a:pt x="43" y="30"/>
                  </a:cubicBezTo>
                  <a:cubicBezTo>
                    <a:pt x="41" y="30"/>
                    <a:pt x="41" y="29"/>
                    <a:pt x="42" y="28"/>
                  </a:cubicBezTo>
                  <a:cubicBezTo>
                    <a:pt x="43" y="24"/>
                    <a:pt x="44" y="21"/>
                    <a:pt x="46" y="19"/>
                  </a:cubicBezTo>
                  <a:cubicBezTo>
                    <a:pt x="48" y="16"/>
                    <a:pt x="50" y="14"/>
                    <a:pt x="52" y="11"/>
                  </a:cubicBezTo>
                  <a:cubicBezTo>
                    <a:pt x="42" y="7"/>
                    <a:pt x="32" y="3"/>
                    <a:pt x="22" y="0"/>
                  </a:cubicBezTo>
                  <a:cubicBezTo>
                    <a:pt x="21" y="7"/>
                    <a:pt x="27" y="14"/>
                    <a:pt x="30" y="19"/>
                  </a:cubicBezTo>
                  <a:cubicBezTo>
                    <a:pt x="32" y="21"/>
                    <a:pt x="34" y="24"/>
                    <a:pt x="35" y="28"/>
                  </a:cubicBezTo>
                  <a:cubicBezTo>
                    <a:pt x="36" y="29"/>
                    <a:pt x="36" y="30"/>
                    <a:pt x="34" y="30"/>
                  </a:cubicBezTo>
                  <a:cubicBezTo>
                    <a:pt x="24" y="29"/>
                    <a:pt x="20" y="6"/>
                    <a:pt x="8" y="13"/>
                  </a:cubicBezTo>
                  <a:cubicBezTo>
                    <a:pt x="0" y="18"/>
                    <a:pt x="0" y="32"/>
                    <a:pt x="2" y="40"/>
                  </a:cubicBezTo>
                  <a:cubicBezTo>
                    <a:pt x="4" y="44"/>
                    <a:pt x="6" y="48"/>
                    <a:pt x="11" y="4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1" name="Freeform: Shape 247"/>
            <p:cNvSpPr>
              <a:spLocks/>
            </p:cNvSpPr>
            <p:nvPr/>
          </p:nvSpPr>
          <p:spPr bwMode="auto">
            <a:xfrm>
              <a:off x="5832632" y="2464827"/>
              <a:ext cx="101709" cy="101709"/>
            </a:xfrm>
            <a:custGeom>
              <a:avLst/>
              <a:gdLst>
                <a:gd name="T0" fmla="*/ 11 w 23"/>
                <a:gd name="T1" fmla="*/ 23 h 23"/>
                <a:gd name="T2" fmla="*/ 11 w 23"/>
                <a:gd name="T3" fmla="*/ 23 h 23"/>
                <a:gd name="T4" fmla="*/ 23 w 23"/>
                <a:gd name="T5" fmla="*/ 11 h 23"/>
                <a:gd name="T6" fmla="*/ 11 w 23"/>
                <a:gd name="T7" fmla="*/ 0 h 23"/>
                <a:gd name="T8" fmla="*/ 0 w 23"/>
                <a:gd name="T9" fmla="*/ 11 h 23"/>
                <a:gd name="T10" fmla="*/ 6 w 23"/>
                <a:gd name="T11" fmla="*/ 15 h 23"/>
                <a:gd name="T12" fmla="*/ 11 w 23"/>
                <a:gd name="T13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23">
                  <a:moveTo>
                    <a:pt x="11" y="23"/>
                  </a:moveTo>
                  <a:cubicBezTo>
                    <a:pt x="11" y="23"/>
                    <a:pt x="11" y="23"/>
                    <a:pt x="11" y="23"/>
                  </a:cubicBezTo>
                  <a:cubicBezTo>
                    <a:pt x="18" y="23"/>
                    <a:pt x="23" y="17"/>
                    <a:pt x="23" y="11"/>
                  </a:cubicBezTo>
                  <a:cubicBezTo>
                    <a:pt x="23" y="5"/>
                    <a:pt x="18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2" y="12"/>
                    <a:pt x="4" y="13"/>
                    <a:pt x="6" y="15"/>
                  </a:cubicBezTo>
                  <a:cubicBezTo>
                    <a:pt x="8" y="17"/>
                    <a:pt x="10" y="20"/>
                    <a:pt x="11" y="2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2" name="Freeform: Shape 248"/>
            <p:cNvSpPr>
              <a:spLocks/>
            </p:cNvSpPr>
            <p:nvPr/>
          </p:nvSpPr>
          <p:spPr bwMode="auto">
            <a:xfrm>
              <a:off x="5868169" y="2434192"/>
              <a:ext cx="26959" cy="22057"/>
            </a:xfrm>
            <a:custGeom>
              <a:avLst/>
              <a:gdLst>
                <a:gd name="T0" fmla="*/ 22 w 22"/>
                <a:gd name="T1" fmla="*/ 18 h 18"/>
                <a:gd name="T2" fmla="*/ 11 w 22"/>
                <a:gd name="T3" fmla="*/ 0 h 18"/>
                <a:gd name="T4" fmla="*/ 0 w 22"/>
                <a:gd name="T5" fmla="*/ 18 h 18"/>
                <a:gd name="T6" fmla="*/ 22 w 22"/>
                <a:gd name="T7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18">
                  <a:moveTo>
                    <a:pt x="22" y="18"/>
                  </a:moveTo>
                  <a:lnTo>
                    <a:pt x="11" y="0"/>
                  </a:lnTo>
                  <a:lnTo>
                    <a:pt x="0" y="18"/>
                  </a:lnTo>
                  <a:lnTo>
                    <a:pt x="22" y="1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3" name="Freeform: Shape 249"/>
            <p:cNvSpPr>
              <a:spLocks/>
            </p:cNvSpPr>
            <p:nvPr/>
          </p:nvSpPr>
          <p:spPr bwMode="auto">
            <a:xfrm>
              <a:off x="5939243" y="2500364"/>
              <a:ext cx="3676" cy="25734"/>
            </a:xfrm>
            <a:custGeom>
              <a:avLst/>
              <a:gdLst>
                <a:gd name="T0" fmla="*/ 0 w 1"/>
                <a:gd name="T1" fmla="*/ 6 h 6"/>
                <a:gd name="T2" fmla="*/ 1 w 1"/>
                <a:gd name="T3" fmla="*/ 6 h 6"/>
                <a:gd name="T4" fmla="*/ 0 w 1"/>
                <a:gd name="T5" fmla="*/ 0 h 6"/>
                <a:gd name="T6" fmla="*/ 0 w 1"/>
                <a:gd name="T7" fmla="*/ 0 h 6"/>
                <a:gd name="T8" fmla="*/ 0 w 1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6">
                  <a:moveTo>
                    <a:pt x="0" y="6"/>
                  </a:moveTo>
                  <a:cubicBezTo>
                    <a:pt x="1" y="6"/>
                    <a:pt x="1" y="6"/>
                    <a:pt x="1" y="6"/>
                  </a:cubicBezTo>
                  <a:cubicBezTo>
                    <a:pt x="1" y="4"/>
                    <a:pt x="1" y="2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4" name="Freeform: Shape 250"/>
            <p:cNvSpPr>
              <a:spLocks/>
            </p:cNvSpPr>
            <p:nvPr/>
          </p:nvSpPr>
          <p:spPr bwMode="auto">
            <a:xfrm>
              <a:off x="5810574" y="2500364"/>
              <a:ext cx="13480" cy="8578"/>
            </a:xfrm>
            <a:custGeom>
              <a:avLst/>
              <a:gdLst>
                <a:gd name="T0" fmla="*/ 3 w 3"/>
                <a:gd name="T1" fmla="*/ 0 h 2"/>
                <a:gd name="T2" fmla="*/ 0 w 3"/>
                <a:gd name="T3" fmla="*/ 2 h 2"/>
                <a:gd name="T4" fmla="*/ 3 w 3"/>
                <a:gd name="T5" fmla="*/ 2 h 2"/>
                <a:gd name="T6" fmla="*/ 3 w 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2">
                  <a:moveTo>
                    <a:pt x="3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1" y="2"/>
                    <a:pt x="2" y="2"/>
                    <a:pt x="3" y="2"/>
                  </a:cubicBezTo>
                  <a:lnTo>
                    <a:pt x="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5" name="Freeform: Shape 251"/>
            <p:cNvSpPr>
              <a:spLocks/>
            </p:cNvSpPr>
            <p:nvPr/>
          </p:nvSpPr>
          <p:spPr bwMode="auto">
            <a:xfrm>
              <a:off x="5912283" y="2456249"/>
              <a:ext cx="26959" cy="25734"/>
            </a:xfrm>
            <a:custGeom>
              <a:avLst/>
              <a:gdLst>
                <a:gd name="T0" fmla="*/ 0 w 6"/>
                <a:gd name="T1" fmla="*/ 2 h 6"/>
                <a:gd name="T2" fmla="*/ 5 w 6"/>
                <a:gd name="T3" fmla="*/ 6 h 6"/>
                <a:gd name="T4" fmla="*/ 6 w 6"/>
                <a:gd name="T5" fmla="*/ 2 h 6"/>
                <a:gd name="T6" fmla="*/ 6 w 6"/>
                <a:gd name="T7" fmla="*/ 0 h 6"/>
                <a:gd name="T8" fmla="*/ 0 w 6"/>
                <a:gd name="T9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0" y="2"/>
                  </a:moveTo>
                  <a:cubicBezTo>
                    <a:pt x="5" y="6"/>
                    <a:pt x="5" y="6"/>
                    <a:pt x="5" y="6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1"/>
                    <a:pt x="6" y="1"/>
                    <a:pt x="6" y="0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6" name="Freeform: Shape 252"/>
            <p:cNvSpPr>
              <a:spLocks/>
            </p:cNvSpPr>
            <p:nvPr/>
          </p:nvSpPr>
          <p:spPr bwMode="auto">
            <a:xfrm>
              <a:off x="5912283" y="2544479"/>
              <a:ext cx="26959" cy="25734"/>
            </a:xfrm>
            <a:custGeom>
              <a:avLst/>
              <a:gdLst>
                <a:gd name="T0" fmla="*/ 18 w 22"/>
                <a:gd name="T1" fmla="*/ 0 h 21"/>
                <a:gd name="T2" fmla="*/ 0 w 22"/>
                <a:gd name="T3" fmla="*/ 18 h 21"/>
                <a:gd name="T4" fmla="*/ 22 w 22"/>
                <a:gd name="T5" fmla="*/ 21 h 21"/>
                <a:gd name="T6" fmla="*/ 18 w 22"/>
                <a:gd name="T7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21">
                  <a:moveTo>
                    <a:pt x="18" y="0"/>
                  </a:moveTo>
                  <a:lnTo>
                    <a:pt x="0" y="18"/>
                  </a:lnTo>
                  <a:lnTo>
                    <a:pt x="22" y="21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7" name="Freeform: Shape 253"/>
            <p:cNvSpPr>
              <a:spLocks/>
            </p:cNvSpPr>
            <p:nvPr/>
          </p:nvSpPr>
          <p:spPr bwMode="auto">
            <a:xfrm>
              <a:off x="5824054" y="2456249"/>
              <a:ext cx="26959" cy="25734"/>
            </a:xfrm>
            <a:custGeom>
              <a:avLst/>
              <a:gdLst>
                <a:gd name="T0" fmla="*/ 7 w 22"/>
                <a:gd name="T1" fmla="*/ 21 h 21"/>
                <a:gd name="T2" fmla="*/ 22 w 22"/>
                <a:gd name="T3" fmla="*/ 7 h 21"/>
                <a:gd name="T4" fmla="*/ 0 w 22"/>
                <a:gd name="T5" fmla="*/ 0 h 21"/>
                <a:gd name="T6" fmla="*/ 7 w 22"/>
                <a:gd name="T7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21">
                  <a:moveTo>
                    <a:pt x="7" y="21"/>
                  </a:moveTo>
                  <a:lnTo>
                    <a:pt x="22" y="7"/>
                  </a:lnTo>
                  <a:lnTo>
                    <a:pt x="0" y="0"/>
                  </a:lnTo>
                  <a:lnTo>
                    <a:pt x="7" y="2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8" name="Freeform: Shape 254"/>
            <p:cNvSpPr>
              <a:spLocks/>
            </p:cNvSpPr>
            <p:nvPr/>
          </p:nvSpPr>
          <p:spPr bwMode="auto">
            <a:xfrm>
              <a:off x="5717443" y="2513844"/>
              <a:ext cx="221800" cy="136021"/>
            </a:xfrm>
            <a:custGeom>
              <a:avLst/>
              <a:gdLst>
                <a:gd name="T0" fmla="*/ 41 w 50"/>
                <a:gd name="T1" fmla="*/ 13 h 31"/>
                <a:gd name="T2" fmla="*/ 40 w 50"/>
                <a:gd name="T3" fmla="*/ 14 h 31"/>
                <a:gd name="T4" fmla="*/ 36 w 50"/>
                <a:gd name="T5" fmla="*/ 16 h 31"/>
                <a:gd name="T6" fmla="*/ 35 w 50"/>
                <a:gd name="T7" fmla="*/ 13 h 31"/>
                <a:gd name="T8" fmla="*/ 35 w 50"/>
                <a:gd name="T9" fmla="*/ 11 h 31"/>
                <a:gd name="T10" fmla="*/ 26 w 50"/>
                <a:gd name="T11" fmla="*/ 1 h 31"/>
                <a:gd name="T12" fmla="*/ 24 w 50"/>
                <a:gd name="T13" fmla="*/ 1 h 31"/>
                <a:gd name="T14" fmla="*/ 20 w 50"/>
                <a:gd name="T15" fmla="*/ 0 h 31"/>
                <a:gd name="T16" fmla="*/ 19 w 50"/>
                <a:gd name="T17" fmla="*/ 0 h 31"/>
                <a:gd name="T18" fmla="*/ 5 w 50"/>
                <a:gd name="T19" fmla="*/ 16 h 31"/>
                <a:gd name="T20" fmla="*/ 5 w 50"/>
                <a:gd name="T21" fmla="*/ 20 h 31"/>
                <a:gd name="T22" fmla="*/ 0 w 50"/>
                <a:gd name="T23" fmla="*/ 26 h 31"/>
                <a:gd name="T24" fmla="*/ 5 w 50"/>
                <a:gd name="T25" fmla="*/ 31 h 31"/>
                <a:gd name="T26" fmla="*/ 20 w 50"/>
                <a:gd name="T27" fmla="*/ 31 h 31"/>
                <a:gd name="T28" fmla="*/ 21 w 50"/>
                <a:gd name="T29" fmla="*/ 31 h 31"/>
                <a:gd name="T30" fmla="*/ 41 w 50"/>
                <a:gd name="T31" fmla="*/ 31 h 31"/>
                <a:gd name="T32" fmla="*/ 50 w 50"/>
                <a:gd name="T33" fmla="*/ 22 h 31"/>
                <a:gd name="T34" fmla="*/ 41 w 50"/>
                <a:gd name="T35" fmla="*/ 1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0" h="31">
                  <a:moveTo>
                    <a:pt x="41" y="13"/>
                  </a:moveTo>
                  <a:cubicBezTo>
                    <a:pt x="41" y="13"/>
                    <a:pt x="41" y="14"/>
                    <a:pt x="40" y="14"/>
                  </a:cubicBezTo>
                  <a:cubicBezTo>
                    <a:pt x="38" y="14"/>
                    <a:pt x="37" y="15"/>
                    <a:pt x="36" y="16"/>
                  </a:cubicBezTo>
                  <a:cubicBezTo>
                    <a:pt x="36" y="15"/>
                    <a:pt x="36" y="14"/>
                    <a:pt x="35" y="13"/>
                  </a:cubicBezTo>
                  <a:cubicBezTo>
                    <a:pt x="35" y="13"/>
                    <a:pt x="35" y="12"/>
                    <a:pt x="35" y="11"/>
                  </a:cubicBezTo>
                  <a:cubicBezTo>
                    <a:pt x="34" y="7"/>
                    <a:pt x="30" y="3"/>
                    <a:pt x="26" y="1"/>
                  </a:cubicBezTo>
                  <a:cubicBezTo>
                    <a:pt x="25" y="1"/>
                    <a:pt x="25" y="1"/>
                    <a:pt x="24" y="1"/>
                  </a:cubicBezTo>
                  <a:cubicBezTo>
                    <a:pt x="23" y="1"/>
                    <a:pt x="21" y="0"/>
                    <a:pt x="20" y="0"/>
                  </a:cubicBezTo>
                  <a:cubicBezTo>
                    <a:pt x="20" y="0"/>
                    <a:pt x="20" y="0"/>
                    <a:pt x="19" y="0"/>
                  </a:cubicBezTo>
                  <a:cubicBezTo>
                    <a:pt x="11" y="1"/>
                    <a:pt x="5" y="8"/>
                    <a:pt x="5" y="16"/>
                  </a:cubicBezTo>
                  <a:cubicBezTo>
                    <a:pt x="5" y="17"/>
                    <a:pt x="5" y="19"/>
                    <a:pt x="5" y="20"/>
                  </a:cubicBezTo>
                  <a:cubicBezTo>
                    <a:pt x="2" y="21"/>
                    <a:pt x="0" y="23"/>
                    <a:pt x="0" y="26"/>
                  </a:cubicBezTo>
                  <a:cubicBezTo>
                    <a:pt x="0" y="29"/>
                    <a:pt x="2" y="31"/>
                    <a:pt x="5" y="31"/>
                  </a:cubicBezTo>
                  <a:cubicBezTo>
                    <a:pt x="20" y="31"/>
                    <a:pt x="20" y="31"/>
                    <a:pt x="20" y="31"/>
                  </a:cubicBezTo>
                  <a:cubicBezTo>
                    <a:pt x="21" y="31"/>
                    <a:pt x="21" y="31"/>
                    <a:pt x="21" y="31"/>
                  </a:cubicBezTo>
                  <a:cubicBezTo>
                    <a:pt x="41" y="31"/>
                    <a:pt x="41" y="31"/>
                    <a:pt x="41" y="31"/>
                  </a:cubicBezTo>
                  <a:cubicBezTo>
                    <a:pt x="46" y="31"/>
                    <a:pt x="50" y="27"/>
                    <a:pt x="50" y="22"/>
                  </a:cubicBezTo>
                  <a:cubicBezTo>
                    <a:pt x="50" y="18"/>
                    <a:pt x="46" y="13"/>
                    <a:pt x="41" y="1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9" name="Freeform: Shape 255"/>
            <p:cNvSpPr>
              <a:spLocks/>
            </p:cNvSpPr>
            <p:nvPr/>
          </p:nvSpPr>
          <p:spPr bwMode="auto">
            <a:xfrm>
              <a:off x="3456557" y="3361830"/>
              <a:ext cx="150726" cy="215673"/>
            </a:xfrm>
            <a:custGeom>
              <a:avLst/>
              <a:gdLst>
                <a:gd name="T0" fmla="*/ 34 w 34"/>
                <a:gd name="T1" fmla="*/ 49 h 49"/>
                <a:gd name="T2" fmla="*/ 34 w 34"/>
                <a:gd name="T3" fmla="*/ 21 h 49"/>
                <a:gd name="T4" fmla="*/ 33 w 34"/>
                <a:gd name="T5" fmla="*/ 13 h 49"/>
                <a:gd name="T6" fmla="*/ 28 w 34"/>
                <a:gd name="T7" fmla="*/ 7 h 49"/>
                <a:gd name="T8" fmla="*/ 28 w 34"/>
                <a:gd name="T9" fmla="*/ 2 h 49"/>
                <a:gd name="T10" fmla="*/ 28 w 34"/>
                <a:gd name="T11" fmla="*/ 0 h 49"/>
                <a:gd name="T12" fmla="*/ 26 w 34"/>
                <a:gd name="T13" fmla="*/ 0 h 49"/>
                <a:gd name="T14" fmla="*/ 5 w 34"/>
                <a:gd name="T15" fmla="*/ 0 h 49"/>
                <a:gd name="T16" fmla="*/ 3 w 34"/>
                <a:gd name="T17" fmla="*/ 0 h 49"/>
                <a:gd name="T18" fmla="*/ 3 w 34"/>
                <a:gd name="T19" fmla="*/ 2 h 49"/>
                <a:gd name="T20" fmla="*/ 3 w 34"/>
                <a:gd name="T21" fmla="*/ 7 h 49"/>
                <a:gd name="T22" fmla="*/ 0 w 34"/>
                <a:gd name="T23" fmla="*/ 9 h 49"/>
                <a:gd name="T24" fmla="*/ 5 w 34"/>
                <a:gd name="T25" fmla="*/ 17 h 49"/>
                <a:gd name="T26" fmla="*/ 5 w 34"/>
                <a:gd name="T27" fmla="*/ 6 h 49"/>
                <a:gd name="T28" fmla="*/ 5 w 34"/>
                <a:gd name="T29" fmla="*/ 6 h 49"/>
                <a:gd name="T30" fmla="*/ 5 w 34"/>
                <a:gd name="T31" fmla="*/ 6 h 49"/>
                <a:gd name="T32" fmla="*/ 5 w 34"/>
                <a:gd name="T33" fmla="*/ 2 h 49"/>
                <a:gd name="T34" fmla="*/ 26 w 34"/>
                <a:gd name="T35" fmla="*/ 2 h 49"/>
                <a:gd name="T36" fmla="*/ 26 w 34"/>
                <a:gd name="T37" fmla="*/ 6 h 49"/>
                <a:gd name="T38" fmla="*/ 26 w 34"/>
                <a:gd name="T39" fmla="*/ 34 h 49"/>
                <a:gd name="T40" fmla="*/ 16 w 34"/>
                <a:gd name="T41" fmla="*/ 24 h 49"/>
                <a:gd name="T42" fmla="*/ 13 w 34"/>
                <a:gd name="T43" fmla="*/ 26 h 49"/>
                <a:gd name="T44" fmla="*/ 34 w 34"/>
                <a:gd name="T45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4" h="49">
                  <a:moveTo>
                    <a:pt x="34" y="49"/>
                  </a:moveTo>
                  <a:cubicBezTo>
                    <a:pt x="34" y="38"/>
                    <a:pt x="34" y="27"/>
                    <a:pt x="34" y="21"/>
                  </a:cubicBezTo>
                  <a:cubicBezTo>
                    <a:pt x="34" y="19"/>
                    <a:pt x="34" y="15"/>
                    <a:pt x="33" y="13"/>
                  </a:cubicBezTo>
                  <a:cubicBezTo>
                    <a:pt x="32" y="10"/>
                    <a:pt x="30" y="8"/>
                    <a:pt x="28" y="7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8"/>
                    <a:pt x="1" y="8"/>
                    <a:pt x="0" y="9"/>
                  </a:cubicBezTo>
                  <a:cubicBezTo>
                    <a:pt x="2" y="12"/>
                    <a:pt x="3" y="14"/>
                    <a:pt x="5" y="1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6" y="34"/>
                    <a:pt x="26" y="34"/>
                    <a:pt x="26" y="34"/>
                  </a:cubicBezTo>
                  <a:cubicBezTo>
                    <a:pt x="16" y="24"/>
                    <a:pt x="16" y="24"/>
                    <a:pt x="16" y="24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20" y="34"/>
                    <a:pt x="26" y="42"/>
                    <a:pt x="34" y="49"/>
                  </a:cubicBezTo>
                  <a:close/>
                </a:path>
              </a:pathLst>
            </a:custGeom>
            <a:solidFill>
              <a:srgbClr val="071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lc="http://schemas.openxmlformats.org/drawingml/2006/lockedCanvas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0" name="Freeform: Shape 256"/>
            <p:cNvSpPr>
              <a:spLocks/>
            </p:cNvSpPr>
            <p:nvPr/>
          </p:nvSpPr>
          <p:spPr bwMode="auto">
            <a:xfrm>
              <a:off x="3615860" y="3383887"/>
              <a:ext cx="162980" cy="339439"/>
            </a:xfrm>
            <a:custGeom>
              <a:avLst/>
              <a:gdLst>
                <a:gd name="T0" fmla="*/ 22 w 37"/>
                <a:gd name="T1" fmla="*/ 66 h 77"/>
                <a:gd name="T2" fmla="*/ 36 w 37"/>
                <a:gd name="T3" fmla="*/ 74 h 77"/>
                <a:gd name="T4" fmla="*/ 37 w 37"/>
                <a:gd name="T5" fmla="*/ 74 h 77"/>
                <a:gd name="T6" fmla="*/ 37 w 37"/>
                <a:gd name="T7" fmla="*/ 16 h 77"/>
                <a:gd name="T8" fmla="*/ 36 w 37"/>
                <a:gd name="T9" fmla="*/ 8 h 77"/>
                <a:gd name="T10" fmla="*/ 18 w 37"/>
                <a:gd name="T11" fmla="*/ 0 h 77"/>
                <a:gd name="T12" fmla="*/ 1 w 37"/>
                <a:gd name="T13" fmla="*/ 8 h 77"/>
                <a:gd name="T14" fmla="*/ 0 w 37"/>
                <a:gd name="T15" fmla="*/ 16 h 77"/>
                <a:gd name="T16" fmla="*/ 0 w 37"/>
                <a:gd name="T17" fmla="*/ 46 h 77"/>
                <a:gd name="T18" fmla="*/ 22 w 37"/>
                <a:gd name="T19" fmla="*/ 66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7" h="77">
                  <a:moveTo>
                    <a:pt x="22" y="66"/>
                  </a:moveTo>
                  <a:cubicBezTo>
                    <a:pt x="29" y="66"/>
                    <a:pt x="34" y="69"/>
                    <a:pt x="36" y="74"/>
                  </a:cubicBezTo>
                  <a:cubicBezTo>
                    <a:pt x="37" y="77"/>
                    <a:pt x="37" y="77"/>
                    <a:pt x="37" y="74"/>
                  </a:cubicBezTo>
                  <a:cubicBezTo>
                    <a:pt x="37" y="62"/>
                    <a:pt x="37" y="28"/>
                    <a:pt x="37" y="16"/>
                  </a:cubicBezTo>
                  <a:cubicBezTo>
                    <a:pt x="37" y="14"/>
                    <a:pt x="37" y="10"/>
                    <a:pt x="36" y="8"/>
                  </a:cubicBezTo>
                  <a:cubicBezTo>
                    <a:pt x="34" y="1"/>
                    <a:pt x="27" y="0"/>
                    <a:pt x="18" y="0"/>
                  </a:cubicBezTo>
                  <a:cubicBezTo>
                    <a:pt x="10" y="0"/>
                    <a:pt x="3" y="1"/>
                    <a:pt x="1" y="8"/>
                  </a:cubicBezTo>
                  <a:cubicBezTo>
                    <a:pt x="0" y="10"/>
                    <a:pt x="0" y="14"/>
                    <a:pt x="0" y="1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7" y="53"/>
                    <a:pt x="15" y="60"/>
                    <a:pt x="22" y="66"/>
                  </a:cubicBezTo>
                  <a:close/>
                </a:path>
              </a:pathLst>
            </a:custGeom>
            <a:solidFill>
              <a:srgbClr val="071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lc="http://schemas.openxmlformats.org/drawingml/2006/lockedCanvas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1" name="Freeform: Shape 257"/>
            <p:cNvSpPr>
              <a:spLocks/>
            </p:cNvSpPr>
            <p:nvPr/>
          </p:nvSpPr>
          <p:spPr bwMode="auto">
            <a:xfrm>
              <a:off x="5550787" y="3472117"/>
              <a:ext cx="25734" cy="91906"/>
            </a:xfrm>
            <a:custGeom>
              <a:avLst/>
              <a:gdLst>
                <a:gd name="T0" fmla="*/ 6 w 6"/>
                <a:gd name="T1" fmla="*/ 1 h 21"/>
                <a:gd name="T2" fmla="*/ 3 w 6"/>
                <a:gd name="T3" fmla="*/ 0 h 21"/>
                <a:gd name="T4" fmla="*/ 3 w 6"/>
                <a:gd name="T5" fmla="*/ 0 h 21"/>
                <a:gd name="T6" fmla="*/ 0 w 6"/>
                <a:gd name="T7" fmla="*/ 1 h 21"/>
                <a:gd name="T8" fmla="*/ 0 w 6"/>
                <a:gd name="T9" fmla="*/ 21 h 21"/>
                <a:gd name="T10" fmla="*/ 6 w 6"/>
                <a:gd name="T11" fmla="*/ 15 h 21"/>
                <a:gd name="T12" fmla="*/ 6 w 6"/>
                <a:gd name="T13" fmla="*/ 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21">
                  <a:moveTo>
                    <a:pt x="6" y="1"/>
                  </a:moveTo>
                  <a:cubicBezTo>
                    <a:pt x="5" y="1"/>
                    <a:pt x="4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1" y="1"/>
                    <a:pt x="0" y="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2" y="19"/>
                    <a:pt x="4" y="17"/>
                    <a:pt x="6" y="15"/>
                  </a:cubicBezTo>
                  <a:lnTo>
                    <a:pt x="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2" name="Freeform: Shape 258"/>
            <p:cNvSpPr>
              <a:spLocks/>
            </p:cNvSpPr>
            <p:nvPr/>
          </p:nvSpPr>
          <p:spPr bwMode="auto">
            <a:xfrm>
              <a:off x="5550787" y="3290756"/>
              <a:ext cx="25734" cy="17156"/>
            </a:xfrm>
            <a:custGeom>
              <a:avLst/>
              <a:gdLst>
                <a:gd name="T0" fmla="*/ 4 w 6"/>
                <a:gd name="T1" fmla="*/ 4 h 4"/>
                <a:gd name="T2" fmla="*/ 4 w 6"/>
                <a:gd name="T3" fmla="*/ 4 h 4"/>
                <a:gd name="T4" fmla="*/ 6 w 6"/>
                <a:gd name="T5" fmla="*/ 4 h 4"/>
                <a:gd name="T6" fmla="*/ 6 w 6"/>
                <a:gd name="T7" fmla="*/ 0 h 4"/>
                <a:gd name="T8" fmla="*/ 0 w 6"/>
                <a:gd name="T9" fmla="*/ 0 h 4"/>
                <a:gd name="T10" fmla="*/ 0 w 6"/>
                <a:gd name="T11" fmla="*/ 4 h 4"/>
                <a:gd name="T12" fmla="*/ 4 w 6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4">
                  <a:moveTo>
                    <a:pt x="4" y="4"/>
                  </a:moveTo>
                  <a:cubicBezTo>
                    <a:pt x="4" y="4"/>
                    <a:pt x="4" y="4"/>
                    <a:pt x="4" y="4"/>
                  </a:cubicBezTo>
                  <a:cubicBezTo>
                    <a:pt x="5" y="4"/>
                    <a:pt x="5" y="4"/>
                    <a:pt x="6" y="4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2" y="4"/>
                    <a:pt x="4" y="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3" name="Freeform: Shape 259"/>
            <p:cNvSpPr>
              <a:spLocks/>
            </p:cNvSpPr>
            <p:nvPr/>
          </p:nvSpPr>
          <p:spPr bwMode="auto">
            <a:xfrm>
              <a:off x="5439274" y="3316489"/>
              <a:ext cx="243857" cy="177685"/>
            </a:xfrm>
            <a:custGeom>
              <a:avLst/>
              <a:gdLst>
                <a:gd name="T0" fmla="*/ 31 w 55"/>
                <a:gd name="T1" fmla="*/ 0 h 40"/>
                <a:gd name="T2" fmla="*/ 29 w 55"/>
                <a:gd name="T3" fmla="*/ 0 h 40"/>
                <a:gd name="T4" fmla="*/ 29 w 55"/>
                <a:gd name="T5" fmla="*/ 0 h 40"/>
                <a:gd name="T6" fmla="*/ 25 w 55"/>
                <a:gd name="T7" fmla="*/ 0 h 40"/>
                <a:gd name="T8" fmla="*/ 0 w 55"/>
                <a:gd name="T9" fmla="*/ 27 h 40"/>
                <a:gd name="T10" fmla="*/ 2 w 55"/>
                <a:gd name="T11" fmla="*/ 38 h 40"/>
                <a:gd name="T12" fmla="*/ 3 w 55"/>
                <a:gd name="T13" fmla="*/ 39 h 40"/>
                <a:gd name="T14" fmla="*/ 5 w 55"/>
                <a:gd name="T15" fmla="*/ 37 h 40"/>
                <a:gd name="T16" fmla="*/ 12 w 55"/>
                <a:gd name="T17" fmla="*/ 33 h 40"/>
                <a:gd name="T18" fmla="*/ 12 w 55"/>
                <a:gd name="T19" fmla="*/ 33 h 40"/>
                <a:gd name="T20" fmla="*/ 19 w 55"/>
                <a:gd name="T21" fmla="*/ 38 h 40"/>
                <a:gd name="T22" fmla="*/ 20 w 55"/>
                <a:gd name="T23" fmla="*/ 39 h 40"/>
                <a:gd name="T24" fmla="*/ 21 w 55"/>
                <a:gd name="T25" fmla="*/ 38 h 40"/>
                <a:gd name="T26" fmla="*/ 25 w 55"/>
                <a:gd name="T27" fmla="*/ 34 h 40"/>
                <a:gd name="T28" fmla="*/ 28 w 55"/>
                <a:gd name="T29" fmla="*/ 33 h 40"/>
                <a:gd name="T30" fmla="*/ 28 w 55"/>
                <a:gd name="T31" fmla="*/ 33 h 40"/>
                <a:gd name="T32" fmla="*/ 31 w 55"/>
                <a:gd name="T33" fmla="*/ 34 h 40"/>
                <a:gd name="T34" fmla="*/ 36 w 55"/>
                <a:gd name="T35" fmla="*/ 38 h 40"/>
                <a:gd name="T36" fmla="*/ 36 w 55"/>
                <a:gd name="T37" fmla="*/ 40 h 40"/>
                <a:gd name="T38" fmla="*/ 37 w 55"/>
                <a:gd name="T39" fmla="*/ 38 h 40"/>
                <a:gd name="T40" fmla="*/ 44 w 55"/>
                <a:gd name="T41" fmla="*/ 34 h 40"/>
                <a:gd name="T42" fmla="*/ 44 w 55"/>
                <a:gd name="T43" fmla="*/ 34 h 40"/>
                <a:gd name="T44" fmla="*/ 45 w 55"/>
                <a:gd name="T45" fmla="*/ 34 h 40"/>
                <a:gd name="T46" fmla="*/ 55 w 55"/>
                <a:gd name="T47" fmla="*/ 20 h 40"/>
                <a:gd name="T48" fmla="*/ 31 w 55"/>
                <a:gd name="T49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5" h="40">
                  <a:moveTo>
                    <a:pt x="31" y="0"/>
                  </a:moveTo>
                  <a:cubicBezTo>
                    <a:pt x="30" y="0"/>
                    <a:pt x="30" y="0"/>
                    <a:pt x="29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7" y="0"/>
                    <a:pt x="26" y="0"/>
                    <a:pt x="25" y="0"/>
                  </a:cubicBezTo>
                  <a:cubicBezTo>
                    <a:pt x="11" y="2"/>
                    <a:pt x="1" y="13"/>
                    <a:pt x="0" y="27"/>
                  </a:cubicBezTo>
                  <a:cubicBezTo>
                    <a:pt x="0" y="31"/>
                    <a:pt x="1" y="34"/>
                    <a:pt x="2" y="38"/>
                  </a:cubicBezTo>
                  <a:cubicBezTo>
                    <a:pt x="3" y="39"/>
                    <a:pt x="3" y="39"/>
                    <a:pt x="3" y="39"/>
                  </a:cubicBezTo>
                  <a:cubicBezTo>
                    <a:pt x="4" y="39"/>
                    <a:pt x="4" y="38"/>
                    <a:pt x="5" y="37"/>
                  </a:cubicBezTo>
                  <a:cubicBezTo>
                    <a:pt x="6" y="35"/>
                    <a:pt x="9" y="33"/>
                    <a:pt x="12" y="33"/>
                  </a:cubicBezTo>
                  <a:cubicBezTo>
                    <a:pt x="12" y="33"/>
                    <a:pt x="12" y="33"/>
                    <a:pt x="12" y="33"/>
                  </a:cubicBezTo>
                  <a:cubicBezTo>
                    <a:pt x="15" y="33"/>
                    <a:pt x="18" y="35"/>
                    <a:pt x="19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9"/>
                    <a:pt x="20" y="39"/>
                    <a:pt x="21" y="38"/>
                  </a:cubicBezTo>
                  <a:cubicBezTo>
                    <a:pt x="22" y="36"/>
                    <a:pt x="23" y="35"/>
                    <a:pt x="25" y="34"/>
                  </a:cubicBezTo>
                  <a:cubicBezTo>
                    <a:pt x="26" y="34"/>
                    <a:pt x="27" y="33"/>
                    <a:pt x="28" y="33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9" y="33"/>
                    <a:pt x="30" y="34"/>
                    <a:pt x="31" y="34"/>
                  </a:cubicBezTo>
                  <a:cubicBezTo>
                    <a:pt x="33" y="35"/>
                    <a:pt x="35" y="36"/>
                    <a:pt x="36" y="38"/>
                  </a:cubicBezTo>
                  <a:cubicBezTo>
                    <a:pt x="36" y="39"/>
                    <a:pt x="36" y="40"/>
                    <a:pt x="36" y="40"/>
                  </a:cubicBezTo>
                  <a:cubicBezTo>
                    <a:pt x="37" y="40"/>
                    <a:pt x="37" y="39"/>
                    <a:pt x="37" y="38"/>
                  </a:cubicBezTo>
                  <a:cubicBezTo>
                    <a:pt x="39" y="36"/>
                    <a:pt x="41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8" y="29"/>
                    <a:pt x="52" y="25"/>
                    <a:pt x="55" y="20"/>
                  </a:cubicBezTo>
                  <a:cubicBezTo>
                    <a:pt x="52" y="9"/>
                    <a:pt x="43" y="1"/>
                    <a:pt x="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4" name="Freeform: Shape 260"/>
            <p:cNvSpPr>
              <a:spLocks/>
            </p:cNvSpPr>
            <p:nvPr/>
          </p:nvSpPr>
          <p:spPr bwMode="auto">
            <a:xfrm>
              <a:off x="4295964" y="1228386"/>
              <a:ext cx="322284" cy="256111"/>
            </a:xfrm>
            <a:custGeom>
              <a:avLst/>
              <a:gdLst>
                <a:gd name="T0" fmla="*/ 71 w 73"/>
                <a:gd name="T1" fmla="*/ 14 h 58"/>
                <a:gd name="T2" fmla="*/ 57 w 73"/>
                <a:gd name="T3" fmla="*/ 20 h 58"/>
                <a:gd name="T4" fmla="*/ 51 w 73"/>
                <a:gd name="T5" fmla="*/ 20 h 58"/>
                <a:gd name="T6" fmla="*/ 48 w 73"/>
                <a:gd name="T7" fmla="*/ 13 h 58"/>
                <a:gd name="T8" fmla="*/ 52 w 73"/>
                <a:gd name="T9" fmla="*/ 9 h 58"/>
                <a:gd name="T10" fmla="*/ 67 w 73"/>
                <a:gd name="T11" fmla="*/ 3 h 58"/>
                <a:gd name="T12" fmla="*/ 51 w 73"/>
                <a:gd name="T13" fmla="*/ 1 h 58"/>
                <a:gd name="T14" fmla="*/ 50 w 73"/>
                <a:gd name="T15" fmla="*/ 3 h 58"/>
                <a:gd name="T16" fmla="*/ 43 w 73"/>
                <a:gd name="T17" fmla="*/ 13 h 58"/>
                <a:gd name="T18" fmla="*/ 44 w 73"/>
                <a:gd name="T19" fmla="*/ 2 h 58"/>
                <a:gd name="T20" fmla="*/ 38 w 73"/>
                <a:gd name="T21" fmla="*/ 1 h 58"/>
                <a:gd name="T22" fmla="*/ 34 w 73"/>
                <a:gd name="T23" fmla="*/ 7 h 58"/>
                <a:gd name="T24" fmla="*/ 27 w 73"/>
                <a:gd name="T25" fmla="*/ 10 h 58"/>
                <a:gd name="T26" fmla="*/ 23 w 73"/>
                <a:gd name="T27" fmla="*/ 3 h 58"/>
                <a:gd name="T28" fmla="*/ 22 w 73"/>
                <a:gd name="T29" fmla="*/ 3 h 58"/>
                <a:gd name="T30" fmla="*/ 19 w 73"/>
                <a:gd name="T31" fmla="*/ 7 h 58"/>
                <a:gd name="T32" fmla="*/ 17 w 73"/>
                <a:gd name="T33" fmla="*/ 13 h 58"/>
                <a:gd name="T34" fmla="*/ 25 w 73"/>
                <a:gd name="T35" fmla="*/ 20 h 58"/>
                <a:gd name="T36" fmla="*/ 14 w 73"/>
                <a:gd name="T37" fmla="*/ 18 h 58"/>
                <a:gd name="T38" fmla="*/ 4 w 73"/>
                <a:gd name="T39" fmla="*/ 11 h 58"/>
                <a:gd name="T40" fmla="*/ 0 w 73"/>
                <a:gd name="T41" fmla="*/ 20 h 58"/>
                <a:gd name="T42" fmla="*/ 1 w 73"/>
                <a:gd name="T43" fmla="*/ 30 h 58"/>
                <a:gd name="T44" fmla="*/ 16 w 73"/>
                <a:gd name="T45" fmla="*/ 24 h 58"/>
                <a:gd name="T46" fmla="*/ 22 w 73"/>
                <a:gd name="T47" fmla="*/ 24 h 58"/>
                <a:gd name="T48" fmla="*/ 24 w 73"/>
                <a:gd name="T49" fmla="*/ 31 h 58"/>
                <a:gd name="T50" fmla="*/ 20 w 73"/>
                <a:gd name="T51" fmla="*/ 35 h 58"/>
                <a:gd name="T52" fmla="*/ 6 w 73"/>
                <a:gd name="T53" fmla="*/ 41 h 58"/>
                <a:gd name="T54" fmla="*/ 12 w 73"/>
                <a:gd name="T55" fmla="*/ 49 h 58"/>
                <a:gd name="T56" fmla="*/ 22 w 73"/>
                <a:gd name="T57" fmla="*/ 53 h 58"/>
                <a:gd name="T58" fmla="*/ 23 w 73"/>
                <a:gd name="T59" fmla="*/ 41 h 58"/>
                <a:gd name="T60" fmla="*/ 30 w 73"/>
                <a:gd name="T61" fmla="*/ 31 h 58"/>
                <a:gd name="T62" fmla="*/ 29 w 73"/>
                <a:gd name="T63" fmla="*/ 42 h 58"/>
                <a:gd name="T64" fmla="*/ 34 w 73"/>
                <a:gd name="T65" fmla="*/ 45 h 58"/>
                <a:gd name="T66" fmla="*/ 34 w 73"/>
                <a:gd name="T67" fmla="*/ 51 h 58"/>
                <a:gd name="T68" fmla="*/ 38 w 73"/>
                <a:gd name="T69" fmla="*/ 51 h 58"/>
                <a:gd name="T70" fmla="*/ 38 w 73"/>
                <a:gd name="T71" fmla="*/ 45 h 58"/>
                <a:gd name="T72" fmla="*/ 44 w 73"/>
                <a:gd name="T73" fmla="*/ 42 h 58"/>
                <a:gd name="T74" fmla="*/ 43 w 73"/>
                <a:gd name="T75" fmla="*/ 31 h 58"/>
                <a:gd name="T76" fmla="*/ 50 w 73"/>
                <a:gd name="T77" fmla="*/ 41 h 58"/>
                <a:gd name="T78" fmla="*/ 51 w 73"/>
                <a:gd name="T79" fmla="*/ 53 h 58"/>
                <a:gd name="T80" fmla="*/ 61 w 73"/>
                <a:gd name="T81" fmla="*/ 49 h 58"/>
                <a:gd name="T82" fmla="*/ 67 w 73"/>
                <a:gd name="T83" fmla="*/ 41 h 58"/>
                <a:gd name="T84" fmla="*/ 52 w 73"/>
                <a:gd name="T85" fmla="*/ 35 h 58"/>
                <a:gd name="T86" fmla="*/ 48 w 73"/>
                <a:gd name="T87" fmla="*/ 31 h 58"/>
                <a:gd name="T88" fmla="*/ 51 w 73"/>
                <a:gd name="T89" fmla="*/ 24 h 58"/>
                <a:gd name="T90" fmla="*/ 57 w 73"/>
                <a:gd name="T91" fmla="*/ 24 h 58"/>
                <a:gd name="T92" fmla="*/ 71 w 73"/>
                <a:gd name="T93" fmla="*/ 30 h 58"/>
                <a:gd name="T94" fmla="*/ 73 w 73"/>
                <a:gd name="T95" fmla="*/ 2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73" h="58">
                  <a:moveTo>
                    <a:pt x="73" y="20"/>
                  </a:moveTo>
                  <a:cubicBezTo>
                    <a:pt x="65" y="20"/>
                    <a:pt x="65" y="20"/>
                    <a:pt x="65" y="20"/>
                  </a:cubicBezTo>
                  <a:cubicBezTo>
                    <a:pt x="71" y="14"/>
                    <a:pt x="71" y="14"/>
                    <a:pt x="71" y="14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59" y="20"/>
                    <a:pt x="59" y="20"/>
                    <a:pt x="59" y="20"/>
                  </a:cubicBezTo>
                  <a:cubicBezTo>
                    <a:pt x="57" y="20"/>
                    <a:pt x="57" y="20"/>
                    <a:pt x="57" y="20"/>
                  </a:cubicBezTo>
                  <a:cubicBezTo>
                    <a:pt x="59" y="18"/>
                    <a:pt x="59" y="18"/>
                    <a:pt x="59" y="18"/>
                  </a:cubicBezTo>
                  <a:cubicBezTo>
                    <a:pt x="56" y="15"/>
                    <a:pt x="56" y="15"/>
                    <a:pt x="56" y="15"/>
                  </a:cubicBezTo>
                  <a:cubicBezTo>
                    <a:pt x="51" y="20"/>
                    <a:pt x="51" y="20"/>
                    <a:pt x="51" y="20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18"/>
                    <a:pt x="46" y="17"/>
                    <a:pt x="46" y="16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56" y="13"/>
                    <a:pt x="56" y="13"/>
                    <a:pt x="56" y="13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4" y="7"/>
                    <a:pt x="54" y="7"/>
                    <a:pt x="54" y="7"/>
                  </a:cubicBezTo>
                  <a:cubicBezTo>
                    <a:pt x="67" y="7"/>
                    <a:pt x="67" y="7"/>
                    <a:pt x="67" y="7"/>
                  </a:cubicBezTo>
                  <a:cubicBezTo>
                    <a:pt x="67" y="3"/>
                    <a:pt x="67" y="3"/>
                    <a:pt x="67" y="3"/>
                  </a:cubicBezTo>
                  <a:cubicBezTo>
                    <a:pt x="58" y="3"/>
                    <a:pt x="58" y="3"/>
                    <a:pt x="58" y="3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58" y="0"/>
                    <a:pt x="54" y="0"/>
                    <a:pt x="51" y="1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3"/>
                    <a:pt x="50" y="3"/>
                    <a:pt x="50" y="3"/>
                  </a:cubicBezTo>
                  <a:cubicBezTo>
                    <a:pt x="46" y="3"/>
                    <a:pt x="46" y="3"/>
                    <a:pt x="46" y="3"/>
                  </a:cubicBezTo>
                  <a:cubicBezTo>
                    <a:pt x="46" y="10"/>
                    <a:pt x="46" y="10"/>
                    <a:pt x="46" y="10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1" y="12"/>
                    <a:pt x="40" y="11"/>
                    <a:pt x="38" y="11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44" y="2"/>
                    <a:pt x="44" y="2"/>
                    <a:pt x="44" y="2"/>
                  </a:cubicBezTo>
                  <a:cubicBezTo>
                    <a:pt x="43" y="1"/>
                    <a:pt x="43" y="1"/>
                    <a:pt x="43" y="1"/>
                  </a:cubicBezTo>
                  <a:cubicBezTo>
                    <a:pt x="41" y="1"/>
                    <a:pt x="40" y="1"/>
                    <a:pt x="39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35" y="2"/>
                    <a:pt x="32" y="2"/>
                    <a:pt x="29" y="2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3" y="11"/>
                    <a:pt x="31" y="12"/>
                    <a:pt x="30" y="13"/>
                  </a:cubicBezTo>
                  <a:cubicBezTo>
                    <a:pt x="27" y="10"/>
                    <a:pt x="27" y="10"/>
                    <a:pt x="27" y="10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3"/>
                    <a:pt x="23" y="3"/>
                    <a:pt x="23" y="3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6" y="4"/>
                    <a:pt x="11" y="5"/>
                    <a:pt x="6" y="6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6" y="17"/>
                    <a:pt x="26" y="18"/>
                    <a:pt x="25" y="20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6" y="24"/>
                    <a:pt x="16" y="24"/>
                    <a:pt x="16" y="24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5" y="24"/>
                    <a:pt x="25" y="24"/>
                    <a:pt x="25" y="24"/>
                  </a:cubicBezTo>
                  <a:cubicBezTo>
                    <a:pt x="26" y="26"/>
                    <a:pt x="26" y="27"/>
                    <a:pt x="27" y="28"/>
                  </a:cubicBezTo>
                  <a:cubicBezTo>
                    <a:pt x="24" y="31"/>
                    <a:pt x="24" y="31"/>
                    <a:pt x="24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6" y="41"/>
                    <a:pt x="6" y="41"/>
                    <a:pt x="6" y="41"/>
                  </a:cubicBezTo>
                  <a:cubicBezTo>
                    <a:pt x="15" y="41"/>
                    <a:pt x="15" y="41"/>
                    <a:pt x="15" y="41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53"/>
                    <a:pt x="18" y="53"/>
                    <a:pt x="18" y="53"/>
                  </a:cubicBezTo>
                  <a:cubicBezTo>
                    <a:pt x="22" y="53"/>
                    <a:pt x="22" y="53"/>
                    <a:pt x="22" y="53"/>
                  </a:cubicBezTo>
                  <a:cubicBezTo>
                    <a:pt x="22" y="40"/>
                    <a:pt x="22" y="40"/>
                    <a:pt x="22" y="40"/>
                  </a:cubicBezTo>
                  <a:cubicBezTo>
                    <a:pt x="23" y="38"/>
                    <a:pt x="23" y="38"/>
                    <a:pt x="23" y="38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34"/>
                    <a:pt x="27" y="34"/>
                    <a:pt x="27" y="34"/>
                  </a:cubicBezTo>
                  <a:cubicBezTo>
                    <a:pt x="30" y="31"/>
                    <a:pt x="30" y="31"/>
                    <a:pt x="30" y="31"/>
                  </a:cubicBezTo>
                  <a:cubicBezTo>
                    <a:pt x="31" y="32"/>
                    <a:pt x="33" y="33"/>
                    <a:pt x="34" y="33"/>
                  </a:cubicBezTo>
                  <a:cubicBezTo>
                    <a:pt x="34" y="37"/>
                    <a:pt x="34" y="37"/>
                    <a:pt x="34" y="37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32" y="45"/>
                    <a:pt x="32" y="45"/>
                    <a:pt x="32" y="45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5"/>
                    <a:pt x="34" y="45"/>
                    <a:pt x="34" y="45"/>
                  </a:cubicBezTo>
                  <a:cubicBezTo>
                    <a:pt x="25" y="54"/>
                    <a:pt x="25" y="54"/>
                    <a:pt x="25" y="54"/>
                  </a:cubicBezTo>
                  <a:cubicBezTo>
                    <a:pt x="28" y="57"/>
                    <a:pt x="28" y="57"/>
                    <a:pt x="28" y="57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4" y="58"/>
                    <a:pt x="34" y="58"/>
                    <a:pt x="34" y="58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8" y="51"/>
                    <a:pt x="38" y="51"/>
                    <a:pt x="38" y="51"/>
                  </a:cubicBezTo>
                  <a:cubicBezTo>
                    <a:pt x="45" y="57"/>
                    <a:pt x="45" y="57"/>
                    <a:pt x="45" y="57"/>
                  </a:cubicBezTo>
                  <a:cubicBezTo>
                    <a:pt x="48" y="54"/>
                    <a:pt x="48" y="54"/>
                    <a:pt x="48" y="54"/>
                  </a:cubicBezTo>
                  <a:cubicBezTo>
                    <a:pt x="38" y="45"/>
                    <a:pt x="38" y="45"/>
                    <a:pt x="38" y="45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3"/>
                    <a:pt x="38" y="33"/>
                    <a:pt x="38" y="33"/>
                  </a:cubicBezTo>
                  <a:cubicBezTo>
                    <a:pt x="40" y="33"/>
                    <a:pt x="41" y="32"/>
                    <a:pt x="43" y="31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50" y="41"/>
                    <a:pt x="50" y="41"/>
                    <a:pt x="50" y="41"/>
                  </a:cubicBezTo>
                  <a:cubicBezTo>
                    <a:pt x="50" y="38"/>
                    <a:pt x="50" y="38"/>
                    <a:pt x="50" y="38"/>
                  </a:cubicBezTo>
                  <a:cubicBezTo>
                    <a:pt x="51" y="40"/>
                    <a:pt x="51" y="40"/>
                    <a:pt x="51" y="40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5" y="53"/>
                    <a:pt x="55" y="53"/>
                    <a:pt x="55" y="53"/>
                  </a:cubicBezTo>
                  <a:cubicBezTo>
                    <a:pt x="55" y="44"/>
                    <a:pt x="55" y="44"/>
                    <a:pt x="55" y="44"/>
                  </a:cubicBezTo>
                  <a:cubicBezTo>
                    <a:pt x="61" y="49"/>
                    <a:pt x="61" y="49"/>
                    <a:pt x="61" y="49"/>
                  </a:cubicBezTo>
                  <a:cubicBezTo>
                    <a:pt x="63" y="46"/>
                    <a:pt x="63" y="46"/>
                    <a:pt x="63" y="46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7" y="37"/>
                    <a:pt x="67" y="37"/>
                    <a:pt x="67" y="37"/>
                  </a:cubicBezTo>
                  <a:cubicBezTo>
                    <a:pt x="54" y="37"/>
                    <a:pt x="54" y="37"/>
                    <a:pt x="54" y="37"/>
                  </a:cubicBezTo>
                  <a:cubicBezTo>
                    <a:pt x="52" y="35"/>
                    <a:pt x="52" y="35"/>
                    <a:pt x="52" y="35"/>
                  </a:cubicBezTo>
                  <a:cubicBezTo>
                    <a:pt x="56" y="35"/>
                    <a:pt x="56" y="35"/>
                    <a:pt x="56" y="35"/>
                  </a:cubicBezTo>
                  <a:cubicBezTo>
                    <a:pt x="56" y="31"/>
                    <a:pt x="56" y="31"/>
                    <a:pt x="56" y="31"/>
                  </a:cubicBezTo>
                  <a:cubicBezTo>
                    <a:pt x="48" y="31"/>
                    <a:pt x="48" y="31"/>
                    <a:pt x="48" y="31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27"/>
                    <a:pt x="47" y="26"/>
                    <a:pt x="47" y="24"/>
                  </a:cubicBezTo>
                  <a:cubicBezTo>
                    <a:pt x="51" y="24"/>
                    <a:pt x="51" y="24"/>
                    <a:pt x="51" y="24"/>
                  </a:cubicBezTo>
                  <a:cubicBezTo>
                    <a:pt x="56" y="29"/>
                    <a:pt x="56" y="29"/>
                    <a:pt x="56" y="29"/>
                  </a:cubicBezTo>
                  <a:cubicBezTo>
                    <a:pt x="59" y="26"/>
                    <a:pt x="59" y="26"/>
                    <a:pt x="59" y="26"/>
                  </a:cubicBezTo>
                  <a:cubicBezTo>
                    <a:pt x="57" y="24"/>
                    <a:pt x="57" y="24"/>
                    <a:pt x="57" y="24"/>
                  </a:cubicBezTo>
                  <a:cubicBezTo>
                    <a:pt x="59" y="24"/>
                    <a:pt x="59" y="24"/>
                    <a:pt x="59" y="24"/>
                  </a:cubicBezTo>
                  <a:cubicBezTo>
                    <a:pt x="69" y="33"/>
                    <a:pt x="69" y="33"/>
                    <a:pt x="69" y="33"/>
                  </a:cubicBezTo>
                  <a:cubicBezTo>
                    <a:pt x="71" y="30"/>
                    <a:pt x="71" y="30"/>
                    <a:pt x="71" y="30"/>
                  </a:cubicBezTo>
                  <a:cubicBezTo>
                    <a:pt x="65" y="24"/>
                    <a:pt x="65" y="24"/>
                    <a:pt x="65" y="24"/>
                  </a:cubicBezTo>
                  <a:cubicBezTo>
                    <a:pt x="73" y="24"/>
                    <a:pt x="73" y="24"/>
                    <a:pt x="73" y="24"/>
                  </a:cubicBezTo>
                  <a:lnTo>
                    <a:pt x="73" y="20"/>
                  </a:lnTo>
                  <a:close/>
                </a:path>
              </a:pathLst>
            </a:custGeom>
            <a:solidFill>
              <a:srgbClr val="071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lc="http://schemas.openxmlformats.org/drawingml/2006/lockedCanvas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5" name="Freeform: Shape 261"/>
            <p:cNvSpPr>
              <a:spLocks/>
            </p:cNvSpPr>
            <p:nvPr/>
          </p:nvSpPr>
          <p:spPr bwMode="auto">
            <a:xfrm>
              <a:off x="3320536" y="2283466"/>
              <a:ext cx="259787" cy="256111"/>
            </a:xfrm>
            <a:custGeom>
              <a:avLst/>
              <a:gdLst>
                <a:gd name="T0" fmla="*/ 52 w 59"/>
                <a:gd name="T1" fmla="*/ 41 h 58"/>
                <a:gd name="T2" fmla="*/ 55 w 59"/>
                <a:gd name="T3" fmla="*/ 44 h 58"/>
                <a:gd name="T4" fmla="*/ 48 w 59"/>
                <a:gd name="T5" fmla="*/ 52 h 58"/>
                <a:gd name="T6" fmla="*/ 45 w 59"/>
                <a:gd name="T7" fmla="*/ 49 h 58"/>
                <a:gd name="T8" fmla="*/ 37 w 59"/>
                <a:gd name="T9" fmla="*/ 53 h 58"/>
                <a:gd name="T10" fmla="*/ 37 w 59"/>
                <a:gd name="T11" fmla="*/ 58 h 58"/>
                <a:gd name="T12" fmla="*/ 29 w 59"/>
                <a:gd name="T13" fmla="*/ 58 h 58"/>
                <a:gd name="T14" fmla="*/ 29 w 59"/>
                <a:gd name="T15" fmla="*/ 46 h 58"/>
                <a:gd name="T16" fmla="*/ 42 w 59"/>
                <a:gd name="T17" fmla="*/ 40 h 58"/>
                <a:gd name="T18" fmla="*/ 40 w 59"/>
                <a:gd name="T19" fmla="*/ 16 h 58"/>
                <a:gd name="T20" fmla="*/ 40 w 59"/>
                <a:gd name="T21" fmla="*/ 16 h 58"/>
                <a:gd name="T22" fmla="*/ 34 w 59"/>
                <a:gd name="T23" fmla="*/ 13 h 58"/>
                <a:gd name="T24" fmla="*/ 29 w 59"/>
                <a:gd name="T25" fmla="*/ 12 h 58"/>
                <a:gd name="T26" fmla="*/ 29 w 59"/>
                <a:gd name="T27" fmla="*/ 0 h 58"/>
                <a:gd name="T28" fmla="*/ 32 w 59"/>
                <a:gd name="T29" fmla="*/ 0 h 58"/>
                <a:gd name="T30" fmla="*/ 33 w 59"/>
                <a:gd name="T31" fmla="*/ 4 h 58"/>
                <a:gd name="T32" fmla="*/ 41 w 59"/>
                <a:gd name="T33" fmla="*/ 7 h 58"/>
                <a:gd name="T34" fmla="*/ 44 w 59"/>
                <a:gd name="T35" fmla="*/ 3 h 58"/>
                <a:gd name="T36" fmla="*/ 52 w 59"/>
                <a:gd name="T37" fmla="*/ 10 h 58"/>
                <a:gd name="T38" fmla="*/ 49 w 59"/>
                <a:gd name="T39" fmla="*/ 14 h 58"/>
                <a:gd name="T40" fmla="*/ 53 w 59"/>
                <a:gd name="T41" fmla="*/ 22 h 58"/>
                <a:gd name="T42" fmla="*/ 58 w 59"/>
                <a:gd name="T43" fmla="*/ 21 h 58"/>
                <a:gd name="T44" fmla="*/ 59 w 59"/>
                <a:gd name="T45" fmla="*/ 32 h 58"/>
                <a:gd name="T46" fmla="*/ 54 w 59"/>
                <a:gd name="T47" fmla="*/ 32 h 58"/>
                <a:gd name="T48" fmla="*/ 52 w 59"/>
                <a:gd name="T49" fmla="*/ 41 h 58"/>
                <a:gd name="T50" fmla="*/ 29 w 59"/>
                <a:gd name="T51" fmla="*/ 58 h 58"/>
                <a:gd name="T52" fmla="*/ 26 w 59"/>
                <a:gd name="T53" fmla="*/ 58 h 58"/>
                <a:gd name="T54" fmla="*/ 26 w 59"/>
                <a:gd name="T55" fmla="*/ 54 h 58"/>
                <a:gd name="T56" fmla="*/ 18 w 59"/>
                <a:gd name="T57" fmla="*/ 51 h 58"/>
                <a:gd name="T58" fmla="*/ 15 w 59"/>
                <a:gd name="T59" fmla="*/ 55 h 58"/>
                <a:gd name="T60" fmla="*/ 7 w 59"/>
                <a:gd name="T61" fmla="*/ 48 h 58"/>
                <a:gd name="T62" fmla="*/ 9 w 59"/>
                <a:gd name="T63" fmla="*/ 45 h 58"/>
                <a:gd name="T64" fmla="*/ 5 w 59"/>
                <a:gd name="T65" fmla="*/ 37 h 58"/>
                <a:gd name="T66" fmla="*/ 1 w 59"/>
                <a:gd name="T67" fmla="*/ 37 h 58"/>
                <a:gd name="T68" fmla="*/ 0 w 59"/>
                <a:gd name="T69" fmla="*/ 26 h 58"/>
                <a:gd name="T70" fmla="*/ 4 w 59"/>
                <a:gd name="T71" fmla="*/ 26 h 58"/>
                <a:gd name="T72" fmla="*/ 7 w 59"/>
                <a:gd name="T73" fmla="*/ 17 h 58"/>
                <a:gd name="T74" fmla="*/ 4 w 59"/>
                <a:gd name="T75" fmla="*/ 15 h 58"/>
                <a:gd name="T76" fmla="*/ 11 w 59"/>
                <a:gd name="T77" fmla="*/ 6 h 58"/>
                <a:gd name="T78" fmla="*/ 14 w 59"/>
                <a:gd name="T79" fmla="*/ 9 h 58"/>
                <a:gd name="T80" fmla="*/ 22 w 59"/>
                <a:gd name="T81" fmla="*/ 5 h 58"/>
                <a:gd name="T82" fmla="*/ 21 w 59"/>
                <a:gd name="T83" fmla="*/ 1 h 58"/>
                <a:gd name="T84" fmla="*/ 29 w 59"/>
                <a:gd name="T85" fmla="*/ 0 h 58"/>
                <a:gd name="T86" fmla="*/ 29 w 59"/>
                <a:gd name="T87" fmla="*/ 12 h 58"/>
                <a:gd name="T88" fmla="*/ 16 w 59"/>
                <a:gd name="T89" fmla="*/ 18 h 58"/>
                <a:gd name="T90" fmla="*/ 18 w 59"/>
                <a:gd name="T91" fmla="*/ 42 h 58"/>
                <a:gd name="T92" fmla="*/ 24 w 59"/>
                <a:gd name="T93" fmla="*/ 45 h 58"/>
                <a:gd name="T94" fmla="*/ 29 w 59"/>
                <a:gd name="T95" fmla="*/ 46 h 58"/>
                <a:gd name="T96" fmla="*/ 29 w 59"/>
                <a:gd name="T97" fmla="*/ 58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9" h="58">
                  <a:moveTo>
                    <a:pt x="52" y="41"/>
                  </a:moveTo>
                  <a:cubicBezTo>
                    <a:pt x="55" y="44"/>
                    <a:pt x="55" y="44"/>
                    <a:pt x="55" y="44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2" y="51"/>
                    <a:pt x="40" y="52"/>
                    <a:pt x="37" y="53"/>
                  </a:cubicBezTo>
                  <a:cubicBezTo>
                    <a:pt x="37" y="58"/>
                    <a:pt x="37" y="58"/>
                    <a:pt x="37" y="58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29" y="46"/>
                    <a:pt x="29" y="46"/>
                    <a:pt x="29" y="46"/>
                  </a:cubicBezTo>
                  <a:cubicBezTo>
                    <a:pt x="34" y="46"/>
                    <a:pt x="39" y="44"/>
                    <a:pt x="42" y="40"/>
                  </a:cubicBezTo>
                  <a:cubicBezTo>
                    <a:pt x="48" y="33"/>
                    <a:pt x="47" y="22"/>
                    <a:pt x="40" y="16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38" y="15"/>
                    <a:pt x="36" y="14"/>
                    <a:pt x="34" y="13"/>
                  </a:cubicBezTo>
                  <a:cubicBezTo>
                    <a:pt x="33" y="12"/>
                    <a:pt x="31" y="12"/>
                    <a:pt x="29" y="12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36" y="4"/>
                    <a:pt x="38" y="5"/>
                    <a:pt x="41" y="7"/>
                  </a:cubicBezTo>
                  <a:cubicBezTo>
                    <a:pt x="44" y="3"/>
                    <a:pt x="44" y="3"/>
                    <a:pt x="44" y="3"/>
                  </a:cubicBezTo>
                  <a:cubicBezTo>
                    <a:pt x="52" y="10"/>
                    <a:pt x="52" y="10"/>
                    <a:pt x="52" y="10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51" y="16"/>
                    <a:pt x="53" y="19"/>
                    <a:pt x="53" y="22"/>
                  </a:cubicBezTo>
                  <a:cubicBezTo>
                    <a:pt x="58" y="21"/>
                    <a:pt x="58" y="21"/>
                    <a:pt x="58" y="21"/>
                  </a:cubicBezTo>
                  <a:cubicBezTo>
                    <a:pt x="59" y="32"/>
                    <a:pt x="59" y="32"/>
                    <a:pt x="59" y="32"/>
                  </a:cubicBezTo>
                  <a:cubicBezTo>
                    <a:pt x="54" y="32"/>
                    <a:pt x="54" y="32"/>
                    <a:pt x="54" y="32"/>
                  </a:cubicBezTo>
                  <a:cubicBezTo>
                    <a:pt x="54" y="35"/>
                    <a:pt x="53" y="38"/>
                    <a:pt x="52" y="41"/>
                  </a:cubicBezTo>
                  <a:close/>
                  <a:moveTo>
                    <a:pt x="29" y="58"/>
                  </a:moveTo>
                  <a:cubicBezTo>
                    <a:pt x="26" y="58"/>
                    <a:pt x="26" y="58"/>
                    <a:pt x="26" y="58"/>
                  </a:cubicBezTo>
                  <a:cubicBezTo>
                    <a:pt x="26" y="54"/>
                    <a:pt x="26" y="54"/>
                    <a:pt x="26" y="54"/>
                  </a:cubicBezTo>
                  <a:cubicBezTo>
                    <a:pt x="23" y="54"/>
                    <a:pt x="20" y="53"/>
                    <a:pt x="18" y="51"/>
                  </a:cubicBezTo>
                  <a:cubicBezTo>
                    <a:pt x="15" y="55"/>
                    <a:pt x="15" y="55"/>
                    <a:pt x="15" y="55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9" y="45"/>
                    <a:pt x="9" y="45"/>
                    <a:pt x="9" y="45"/>
                  </a:cubicBezTo>
                  <a:cubicBezTo>
                    <a:pt x="8" y="42"/>
                    <a:pt x="6" y="40"/>
                    <a:pt x="5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5" y="23"/>
                    <a:pt x="6" y="20"/>
                    <a:pt x="7" y="17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6" y="7"/>
                    <a:pt x="19" y="6"/>
                    <a:pt x="22" y="5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2"/>
                    <a:pt x="29" y="12"/>
                    <a:pt x="29" y="12"/>
                  </a:cubicBezTo>
                  <a:cubicBezTo>
                    <a:pt x="24" y="12"/>
                    <a:pt x="20" y="14"/>
                    <a:pt x="16" y="18"/>
                  </a:cubicBezTo>
                  <a:cubicBezTo>
                    <a:pt x="10" y="25"/>
                    <a:pt x="11" y="36"/>
                    <a:pt x="18" y="42"/>
                  </a:cubicBezTo>
                  <a:cubicBezTo>
                    <a:pt x="20" y="44"/>
                    <a:pt x="22" y="45"/>
                    <a:pt x="24" y="45"/>
                  </a:cubicBezTo>
                  <a:cubicBezTo>
                    <a:pt x="26" y="46"/>
                    <a:pt x="28" y="46"/>
                    <a:pt x="29" y="46"/>
                  </a:cubicBezTo>
                  <a:lnTo>
                    <a:pt x="29" y="58"/>
                  </a:lnTo>
                  <a:close/>
                </a:path>
              </a:pathLst>
            </a:custGeom>
            <a:solidFill>
              <a:srgbClr val="071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lc="http://schemas.openxmlformats.org/drawingml/2006/lockedCanvas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6" name="Freeform: Shape 262"/>
            <p:cNvSpPr>
              <a:spLocks/>
            </p:cNvSpPr>
            <p:nvPr/>
          </p:nvSpPr>
          <p:spPr bwMode="auto">
            <a:xfrm>
              <a:off x="3205347" y="2729517"/>
              <a:ext cx="13480" cy="22057"/>
            </a:xfrm>
            <a:custGeom>
              <a:avLst/>
              <a:gdLst>
                <a:gd name="T0" fmla="*/ 0 w 3"/>
                <a:gd name="T1" fmla="*/ 5 h 5"/>
                <a:gd name="T2" fmla="*/ 3 w 3"/>
                <a:gd name="T3" fmla="*/ 1 h 5"/>
                <a:gd name="T4" fmla="*/ 0 w 3"/>
                <a:gd name="T5" fmla="*/ 0 h 5"/>
                <a:gd name="T6" fmla="*/ 0 w 3"/>
                <a:gd name="T7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5">
                  <a:moveTo>
                    <a:pt x="0" y="5"/>
                  </a:moveTo>
                  <a:cubicBezTo>
                    <a:pt x="3" y="1"/>
                    <a:pt x="3" y="1"/>
                    <a:pt x="3" y="1"/>
                  </a:cubicBezTo>
                  <a:cubicBezTo>
                    <a:pt x="2" y="1"/>
                    <a:pt x="1" y="1"/>
                    <a:pt x="0" y="0"/>
                  </a:cubicBezTo>
                  <a:cubicBezTo>
                    <a:pt x="0" y="2"/>
                    <a:pt x="0" y="3"/>
                    <a:pt x="0" y="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7" name="Freeform: Shape 263"/>
            <p:cNvSpPr>
              <a:spLocks/>
            </p:cNvSpPr>
            <p:nvPr/>
          </p:nvSpPr>
          <p:spPr bwMode="auto">
            <a:xfrm>
              <a:off x="3200445" y="2671922"/>
              <a:ext cx="49017" cy="53918"/>
            </a:xfrm>
            <a:custGeom>
              <a:avLst/>
              <a:gdLst>
                <a:gd name="T0" fmla="*/ 5 w 11"/>
                <a:gd name="T1" fmla="*/ 12 h 12"/>
                <a:gd name="T2" fmla="*/ 6 w 11"/>
                <a:gd name="T3" fmla="*/ 12 h 12"/>
                <a:gd name="T4" fmla="*/ 6 w 11"/>
                <a:gd name="T5" fmla="*/ 12 h 12"/>
                <a:gd name="T6" fmla="*/ 11 w 11"/>
                <a:gd name="T7" fmla="*/ 6 h 12"/>
                <a:gd name="T8" fmla="*/ 11 w 11"/>
                <a:gd name="T9" fmla="*/ 6 h 12"/>
                <a:gd name="T10" fmla="*/ 11 w 11"/>
                <a:gd name="T11" fmla="*/ 5 h 12"/>
                <a:gd name="T12" fmla="*/ 5 w 11"/>
                <a:gd name="T13" fmla="*/ 0 h 12"/>
                <a:gd name="T14" fmla="*/ 4 w 11"/>
                <a:gd name="T15" fmla="*/ 0 h 12"/>
                <a:gd name="T16" fmla="*/ 0 w 11"/>
                <a:gd name="T17" fmla="*/ 3 h 12"/>
                <a:gd name="T18" fmla="*/ 1 w 11"/>
                <a:gd name="T19" fmla="*/ 9 h 12"/>
                <a:gd name="T20" fmla="*/ 5 w 11"/>
                <a:gd name="T21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" h="12">
                  <a:moveTo>
                    <a:pt x="5" y="12"/>
                  </a:moveTo>
                  <a:cubicBezTo>
                    <a:pt x="5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9" y="11"/>
                    <a:pt x="11" y="8"/>
                    <a:pt x="11" y="6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0" y="2"/>
                    <a:pt x="8" y="0"/>
                    <a:pt x="5" y="0"/>
                  </a:cubicBezTo>
                  <a:cubicBezTo>
                    <a:pt x="5" y="0"/>
                    <a:pt x="4" y="0"/>
                    <a:pt x="4" y="0"/>
                  </a:cubicBezTo>
                  <a:cubicBezTo>
                    <a:pt x="2" y="1"/>
                    <a:pt x="1" y="2"/>
                    <a:pt x="0" y="3"/>
                  </a:cubicBezTo>
                  <a:cubicBezTo>
                    <a:pt x="0" y="5"/>
                    <a:pt x="0" y="7"/>
                    <a:pt x="1" y="9"/>
                  </a:cubicBezTo>
                  <a:cubicBezTo>
                    <a:pt x="2" y="11"/>
                    <a:pt x="3" y="12"/>
                    <a:pt x="5" y="1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8" name="Freeform: Shape 264"/>
            <p:cNvSpPr>
              <a:spLocks/>
            </p:cNvSpPr>
            <p:nvPr/>
          </p:nvSpPr>
          <p:spPr bwMode="auto">
            <a:xfrm>
              <a:off x="3293577" y="2712361"/>
              <a:ext cx="96808" cy="91906"/>
            </a:xfrm>
            <a:custGeom>
              <a:avLst/>
              <a:gdLst>
                <a:gd name="T0" fmla="*/ 12 w 22"/>
                <a:gd name="T1" fmla="*/ 21 h 21"/>
                <a:gd name="T2" fmla="*/ 22 w 22"/>
                <a:gd name="T3" fmla="*/ 21 h 21"/>
                <a:gd name="T4" fmla="*/ 6 w 22"/>
                <a:gd name="T5" fmla="*/ 0 h 21"/>
                <a:gd name="T6" fmla="*/ 0 w 22"/>
                <a:gd name="T7" fmla="*/ 5 h 21"/>
                <a:gd name="T8" fmla="*/ 12 w 22"/>
                <a:gd name="T9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1">
                  <a:moveTo>
                    <a:pt x="12" y="21"/>
                  </a:moveTo>
                  <a:cubicBezTo>
                    <a:pt x="22" y="21"/>
                    <a:pt x="22" y="21"/>
                    <a:pt x="22" y="21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5" y="3"/>
                    <a:pt x="2" y="5"/>
                    <a:pt x="0" y="5"/>
                  </a:cubicBezTo>
                  <a:lnTo>
                    <a:pt x="12" y="2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9" name="Freeform: Shape 265"/>
            <p:cNvSpPr>
              <a:spLocks/>
            </p:cNvSpPr>
            <p:nvPr/>
          </p:nvSpPr>
          <p:spPr bwMode="auto">
            <a:xfrm>
              <a:off x="3258040" y="2671922"/>
              <a:ext cx="52693" cy="53918"/>
            </a:xfrm>
            <a:custGeom>
              <a:avLst/>
              <a:gdLst>
                <a:gd name="T0" fmla="*/ 8 w 12"/>
                <a:gd name="T1" fmla="*/ 0 h 12"/>
                <a:gd name="T2" fmla="*/ 6 w 12"/>
                <a:gd name="T3" fmla="*/ 0 h 12"/>
                <a:gd name="T4" fmla="*/ 1 w 12"/>
                <a:gd name="T5" fmla="*/ 5 h 12"/>
                <a:gd name="T6" fmla="*/ 1 w 12"/>
                <a:gd name="T7" fmla="*/ 6 h 12"/>
                <a:gd name="T8" fmla="*/ 1 w 12"/>
                <a:gd name="T9" fmla="*/ 6 h 12"/>
                <a:gd name="T10" fmla="*/ 5 w 12"/>
                <a:gd name="T11" fmla="*/ 12 h 12"/>
                <a:gd name="T12" fmla="*/ 6 w 12"/>
                <a:gd name="T13" fmla="*/ 12 h 12"/>
                <a:gd name="T14" fmla="*/ 6 w 12"/>
                <a:gd name="T15" fmla="*/ 12 h 12"/>
                <a:gd name="T16" fmla="*/ 12 w 12"/>
                <a:gd name="T17" fmla="*/ 7 h 12"/>
                <a:gd name="T18" fmla="*/ 12 w 12"/>
                <a:gd name="T19" fmla="*/ 7 h 12"/>
                <a:gd name="T20" fmla="*/ 8 w 12"/>
                <a:gd name="T2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" h="12">
                  <a:moveTo>
                    <a:pt x="8" y="0"/>
                  </a:moveTo>
                  <a:cubicBezTo>
                    <a:pt x="7" y="0"/>
                    <a:pt x="7" y="0"/>
                    <a:pt x="6" y="0"/>
                  </a:cubicBezTo>
                  <a:cubicBezTo>
                    <a:pt x="4" y="0"/>
                    <a:pt x="1" y="2"/>
                    <a:pt x="1" y="5"/>
                  </a:cubicBezTo>
                  <a:cubicBezTo>
                    <a:pt x="1" y="5"/>
                    <a:pt x="1" y="5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0" y="8"/>
                    <a:pt x="2" y="11"/>
                    <a:pt x="5" y="12"/>
                  </a:cubicBezTo>
                  <a:cubicBezTo>
                    <a:pt x="5" y="12"/>
                    <a:pt x="5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9" y="12"/>
                    <a:pt x="11" y="10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2" y="4"/>
                    <a:pt x="11" y="1"/>
                    <a:pt x="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0" name="Freeform: Shape 266"/>
            <p:cNvSpPr>
              <a:spLocks/>
            </p:cNvSpPr>
            <p:nvPr/>
          </p:nvSpPr>
          <p:spPr bwMode="auto">
            <a:xfrm>
              <a:off x="3213925" y="2814070"/>
              <a:ext cx="220574" cy="180136"/>
            </a:xfrm>
            <a:custGeom>
              <a:avLst/>
              <a:gdLst>
                <a:gd name="T0" fmla="*/ 9 w 50"/>
                <a:gd name="T1" fmla="*/ 41 h 41"/>
                <a:gd name="T2" fmla="*/ 39 w 50"/>
                <a:gd name="T3" fmla="*/ 41 h 41"/>
                <a:gd name="T4" fmla="*/ 50 w 50"/>
                <a:gd name="T5" fmla="*/ 0 h 41"/>
                <a:gd name="T6" fmla="*/ 41 w 50"/>
                <a:gd name="T7" fmla="*/ 0 h 41"/>
                <a:gd name="T8" fmla="*/ 31 w 50"/>
                <a:gd name="T9" fmla="*/ 0 h 41"/>
                <a:gd name="T10" fmla="*/ 0 w 50"/>
                <a:gd name="T11" fmla="*/ 0 h 41"/>
                <a:gd name="T12" fmla="*/ 9 w 50"/>
                <a:gd name="T13" fmla="*/ 4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" h="41">
                  <a:moveTo>
                    <a:pt x="9" y="41"/>
                  </a:moveTo>
                  <a:cubicBezTo>
                    <a:pt x="39" y="41"/>
                    <a:pt x="39" y="41"/>
                    <a:pt x="39" y="41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14"/>
                    <a:pt x="5" y="28"/>
                    <a:pt x="9" y="4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1" name="Freeform: Shape 267"/>
            <p:cNvSpPr>
              <a:spLocks/>
            </p:cNvSpPr>
            <p:nvPr/>
          </p:nvSpPr>
          <p:spPr bwMode="auto">
            <a:xfrm>
              <a:off x="5735824" y="2010199"/>
              <a:ext cx="88230" cy="88230"/>
            </a:xfrm>
            <a:custGeom>
              <a:avLst/>
              <a:gdLst>
                <a:gd name="T0" fmla="*/ 17 w 20"/>
                <a:gd name="T1" fmla="*/ 0 h 20"/>
                <a:gd name="T2" fmla="*/ 9 w 20"/>
                <a:gd name="T3" fmla="*/ 0 h 20"/>
                <a:gd name="T4" fmla="*/ 0 w 20"/>
                <a:gd name="T5" fmla="*/ 9 h 20"/>
                <a:gd name="T6" fmla="*/ 0 w 20"/>
                <a:gd name="T7" fmla="*/ 20 h 20"/>
                <a:gd name="T8" fmla="*/ 7 w 20"/>
                <a:gd name="T9" fmla="*/ 20 h 20"/>
                <a:gd name="T10" fmla="*/ 7 w 20"/>
                <a:gd name="T11" fmla="*/ 9 h 20"/>
                <a:gd name="T12" fmla="*/ 9 w 20"/>
                <a:gd name="T13" fmla="*/ 7 h 20"/>
                <a:gd name="T14" fmla="*/ 20 w 20"/>
                <a:gd name="T15" fmla="*/ 7 h 20"/>
                <a:gd name="T16" fmla="*/ 17 w 20"/>
                <a:gd name="T1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" h="20">
                  <a:moveTo>
                    <a:pt x="17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7" y="8"/>
                    <a:pt x="8" y="7"/>
                    <a:pt x="9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19" y="4"/>
                    <a:pt x="18" y="2"/>
                    <a:pt x="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2" name="Freeform: Shape 268"/>
            <p:cNvSpPr>
              <a:spLocks/>
            </p:cNvSpPr>
            <p:nvPr/>
          </p:nvSpPr>
          <p:spPr bwMode="auto">
            <a:xfrm>
              <a:off x="5708865" y="2142544"/>
              <a:ext cx="198517" cy="149500"/>
            </a:xfrm>
            <a:custGeom>
              <a:avLst/>
              <a:gdLst>
                <a:gd name="T0" fmla="*/ 35 w 45"/>
                <a:gd name="T1" fmla="*/ 0 h 34"/>
                <a:gd name="T2" fmla="*/ 29 w 45"/>
                <a:gd name="T3" fmla="*/ 0 h 34"/>
                <a:gd name="T4" fmla="*/ 29 w 45"/>
                <a:gd name="T5" fmla="*/ 9 h 34"/>
                <a:gd name="T6" fmla="*/ 34 w 45"/>
                <a:gd name="T7" fmla="*/ 15 h 34"/>
                <a:gd name="T8" fmla="*/ 31 w 45"/>
                <a:gd name="T9" fmla="*/ 19 h 34"/>
                <a:gd name="T10" fmla="*/ 31 w 45"/>
                <a:gd name="T11" fmla="*/ 19 h 34"/>
                <a:gd name="T12" fmla="*/ 31 w 45"/>
                <a:gd name="T13" fmla="*/ 27 h 34"/>
                <a:gd name="T14" fmla="*/ 29 w 45"/>
                <a:gd name="T15" fmla="*/ 27 h 34"/>
                <a:gd name="T16" fmla="*/ 29 w 45"/>
                <a:gd name="T17" fmla="*/ 34 h 34"/>
                <a:gd name="T18" fmla="*/ 45 w 45"/>
                <a:gd name="T19" fmla="*/ 34 h 34"/>
                <a:gd name="T20" fmla="*/ 35 w 45"/>
                <a:gd name="T21" fmla="*/ 0 h 34"/>
                <a:gd name="T22" fmla="*/ 29 w 45"/>
                <a:gd name="T23" fmla="*/ 0 h 34"/>
                <a:gd name="T24" fmla="*/ 0 w 45"/>
                <a:gd name="T25" fmla="*/ 0 h 34"/>
                <a:gd name="T26" fmla="*/ 0 w 45"/>
                <a:gd name="T27" fmla="*/ 34 h 34"/>
                <a:gd name="T28" fmla="*/ 29 w 45"/>
                <a:gd name="T29" fmla="*/ 34 h 34"/>
                <a:gd name="T30" fmla="*/ 29 w 45"/>
                <a:gd name="T31" fmla="*/ 27 h 34"/>
                <a:gd name="T32" fmla="*/ 27 w 45"/>
                <a:gd name="T33" fmla="*/ 27 h 34"/>
                <a:gd name="T34" fmla="*/ 27 w 45"/>
                <a:gd name="T35" fmla="*/ 19 h 34"/>
                <a:gd name="T36" fmla="*/ 24 w 45"/>
                <a:gd name="T37" fmla="*/ 15 h 34"/>
                <a:gd name="T38" fmla="*/ 29 w 45"/>
                <a:gd name="T39" fmla="*/ 9 h 34"/>
                <a:gd name="T40" fmla="*/ 29 w 45"/>
                <a:gd name="T41" fmla="*/ 9 h 34"/>
                <a:gd name="T42" fmla="*/ 29 w 45"/>
                <a:gd name="T4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5" h="34">
                  <a:moveTo>
                    <a:pt x="35" y="0"/>
                  </a:moveTo>
                  <a:cubicBezTo>
                    <a:pt x="29" y="0"/>
                    <a:pt x="29" y="0"/>
                    <a:pt x="29" y="0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32" y="9"/>
                    <a:pt x="34" y="12"/>
                    <a:pt x="34" y="15"/>
                  </a:cubicBezTo>
                  <a:cubicBezTo>
                    <a:pt x="34" y="17"/>
                    <a:pt x="33" y="19"/>
                    <a:pt x="31" y="19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29" y="27"/>
                    <a:pt x="29" y="27"/>
                    <a:pt x="29" y="27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2" y="22"/>
                    <a:pt x="39" y="11"/>
                    <a:pt x="35" y="0"/>
                  </a:cubicBezTo>
                  <a:close/>
                  <a:moveTo>
                    <a:pt x="2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9" y="27"/>
                    <a:pt x="29" y="27"/>
                    <a:pt x="29" y="27"/>
                  </a:cubicBezTo>
                  <a:cubicBezTo>
                    <a:pt x="27" y="27"/>
                    <a:pt x="27" y="27"/>
                    <a:pt x="27" y="2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5" y="19"/>
                    <a:pt x="24" y="17"/>
                    <a:pt x="24" y="15"/>
                  </a:cubicBezTo>
                  <a:cubicBezTo>
                    <a:pt x="24" y="12"/>
                    <a:pt x="26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3" name="Freeform: Shape 269"/>
            <p:cNvSpPr>
              <a:spLocks/>
            </p:cNvSpPr>
            <p:nvPr/>
          </p:nvSpPr>
          <p:spPr bwMode="auto">
            <a:xfrm>
              <a:off x="4269005" y="1537190"/>
              <a:ext cx="155627" cy="66172"/>
            </a:xfrm>
            <a:custGeom>
              <a:avLst/>
              <a:gdLst>
                <a:gd name="T0" fmla="*/ 0 w 127"/>
                <a:gd name="T1" fmla="*/ 29 h 54"/>
                <a:gd name="T2" fmla="*/ 51 w 127"/>
                <a:gd name="T3" fmla="*/ 54 h 54"/>
                <a:gd name="T4" fmla="*/ 127 w 127"/>
                <a:gd name="T5" fmla="*/ 54 h 54"/>
                <a:gd name="T6" fmla="*/ 15 w 127"/>
                <a:gd name="T7" fmla="*/ 0 h 54"/>
                <a:gd name="T8" fmla="*/ 0 w 127"/>
                <a:gd name="T9" fmla="*/ 29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7" h="54">
                  <a:moveTo>
                    <a:pt x="0" y="29"/>
                  </a:moveTo>
                  <a:lnTo>
                    <a:pt x="51" y="54"/>
                  </a:lnTo>
                  <a:lnTo>
                    <a:pt x="127" y="54"/>
                  </a:lnTo>
                  <a:lnTo>
                    <a:pt x="15" y="0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071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lc="http://schemas.openxmlformats.org/drawingml/2006/lockedCanvas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4" name="Freeform: Shape 270"/>
            <p:cNvSpPr>
              <a:spLocks/>
            </p:cNvSpPr>
            <p:nvPr/>
          </p:nvSpPr>
          <p:spPr bwMode="auto">
            <a:xfrm>
              <a:off x="4269005" y="1611940"/>
              <a:ext cx="376202" cy="189939"/>
            </a:xfrm>
            <a:custGeom>
              <a:avLst/>
              <a:gdLst>
                <a:gd name="T0" fmla="*/ 123 w 307"/>
                <a:gd name="T1" fmla="*/ 155 h 155"/>
                <a:gd name="T2" fmla="*/ 245 w 307"/>
                <a:gd name="T3" fmla="*/ 155 h 155"/>
                <a:gd name="T4" fmla="*/ 245 w 307"/>
                <a:gd name="T5" fmla="*/ 123 h 155"/>
                <a:gd name="T6" fmla="*/ 307 w 307"/>
                <a:gd name="T7" fmla="*/ 123 h 155"/>
                <a:gd name="T8" fmla="*/ 307 w 307"/>
                <a:gd name="T9" fmla="*/ 33 h 155"/>
                <a:gd name="T10" fmla="*/ 245 w 307"/>
                <a:gd name="T11" fmla="*/ 33 h 155"/>
                <a:gd name="T12" fmla="*/ 245 w 307"/>
                <a:gd name="T13" fmla="*/ 0 h 155"/>
                <a:gd name="T14" fmla="*/ 145 w 307"/>
                <a:gd name="T15" fmla="*/ 0 h 155"/>
                <a:gd name="T16" fmla="*/ 123 w 307"/>
                <a:gd name="T17" fmla="*/ 0 h 155"/>
                <a:gd name="T18" fmla="*/ 123 w 307"/>
                <a:gd name="T19" fmla="*/ 62 h 155"/>
                <a:gd name="T20" fmla="*/ 184 w 307"/>
                <a:gd name="T21" fmla="*/ 62 h 155"/>
                <a:gd name="T22" fmla="*/ 184 w 307"/>
                <a:gd name="T23" fmla="*/ 94 h 155"/>
                <a:gd name="T24" fmla="*/ 123 w 307"/>
                <a:gd name="T25" fmla="*/ 94 h 155"/>
                <a:gd name="T26" fmla="*/ 123 w 307"/>
                <a:gd name="T27" fmla="*/ 155 h 155"/>
                <a:gd name="T28" fmla="*/ 0 w 307"/>
                <a:gd name="T29" fmla="*/ 155 h 155"/>
                <a:gd name="T30" fmla="*/ 123 w 307"/>
                <a:gd name="T31" fmla="*/ 155 h 155"/>
                <a:gd name="T32" fmla="*/ 123 w 307"/>
                <a:gd name="T33" fmla="*/ 94 h 155"/>
                <a:gd name="T34" fmla="*/ 62 w 307"/>
                <a:gd name="T35" fmla="*/ 94 h 155"/>
                <a:gd name="T36" fmla="*/ 62 w 307"/>
                <a:gd name="T37" fmla="*/ 62 h 155"/>
                <a:gd name="T38" fmla="*/ 62 w 307"/>
                <a:gd name="T39" fmla="*/ 62 h 155"/>
                <a:gd name="T40" fmla="*/ 123 w 307"/>
                <a:gd name="T41" fmla="*/ 62 h 155"/>
                <a:gd name="T42" fmla="*/ 123 w 307"/>
                <a:gd name="T43" fmla="*/ 0 h 155"/>
                <a:gd name="T44" fmla="*/ 65 w 307"/>
                <a:gd name="T45" fmla="*/ 0 h 155"/>
                <a:gd name="T46" fmla="*/ 0 w 307"/>
                <a:gd name="T47" fmla="*/ 0 h 155"/>
                <a:gd name="T48" fmla="*/ 0 w 307"/>
                <a:gd name="T49" fmla="*/ 155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07" h="155">
                  <a:moveTo>
                    <a:pt x="123" y="155"/>
                  </a:moveTo>
                  <a:lnTo>
                    <a:pt x="245" y="155"/>
                  </a:lnTo>
                  <a:lnTo>
                    <a:pt x="245" y="123"/>
                  </a:lnTo>
                  <a:lnTo>
                    <a:pt x="307" y="123"/>
                  </a:lnTo>
                  <a:lnTo>
                    <a:pt x="307" y="33"/>
                  </a:lnTo>
                  <a:lnTo>
                    <a:pt x="245" y="33"/>
                  </a:lnTo>
                  <a:lnTo>
                    <a:pt x="245" y="0"/>
                  </a:lnTo>
                  <a:lnTo>
                    <a:pt x="145" y="0"/>
                  </a:lnTo>
                  <a:lnTo>
                    <a:pt x="123" y="0"/>
                  </a:lnTo>
                  <a:lnTo>
                    <a:pt x="123" y="62"/>
                  </a:lnTo>
                  <a:lnTo>
                    <a:pt x="184" y="62"/>
                  </a:lnTo>
                  <a:lnTo>
                    <a:pt x="184" y="94"/>
                  </a:lnTo>
                  <a:lnTo>
                    <a:pt x="123" y="94"/>
                  </a:lnTo>
                  <a:lnTo>
                    <a:pt x="123" y="155"/>
                  </a:lnTo>
                  <a:close/>
                  <a:moveTo>
                    <a:pt x="0" y="155"/>
                  </a:moveTo>
                  <a:lnTo>
                    <a:pt x="123" y="155"/>
                  </a:lnTo>
                  <a:lnTo>
                    <a:pt x="123" y="94"/>
                  </a:lnTo>
                  <a:lnTo>
                    <a:pt x="62" y="94"/>
                  </a:lnTo>
                  <a:lnTo>
                    <a:pt x="62" y="62"/>
                  </a:lnTo>
                  <a:lnTo>
                    <a:pt x="62" y="62"/>
                  </a:lnTo>
                  <a:lnTo>
                    <a:pt x="123" y="62"/>
                  </a:lnTo>
                  <a:lnTo>
                    <a:pt x="123" y="0"/>
                  </a:lnTo>
                  <a:lnTo>
                    <a:pt x="65" y="0"/>
                  </a:lnTo>
                  <a:lnTo>
                    <a:pt x="0" y="0"/>
                  </a:lnTo>
                  <a:lnTo>
                    <a:pt x="0" y="155"/>
                  </a:lnTo>
                  <a:close/>
                </a:path>
              </a:pathLst>
            </a:custGeom>
            <a:solidFill>
              <a:srgbClr val="071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lc="http://schemas.openxmlformats.org/drawingml/2006/lockedCanvas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5" name="Freeform: Shape 271"/>
            <p:cNvSpPr>
              <a:spLocks/>
            </p:cNvSpPr>
            <p:nvPr/>
          </p:nvSpPr>
          <p:spPr bwMode="auto">
            <a:xfrm>
              <a:off x="3637918" y="1788400"/>
              <a:ext cx="84553" cy="142148"/>
            </a:xfrm>
            <a:custGeom>
              <a:avLst/>
              <a:gdLst>
                <a:gd name="T0" fmla="*/ 0 w 19"/>
                <a:gd name="T1" fmla="*/ 22 h 32"/>
                <a:gd name="T2" fmla="*/ 0 w 19"/>
                <a:gd name="T3" fmla="*/ 27 h 32"/>
                <a:gd name="T4" fmla="*/ 6 w 19"/>
                <a:gd name="T5" fmla="*/ 32 h 32"/>
                <a:gd name="T6" fmla="*/ 14 w 19"/>
                <a:gd name="T7" fmla="*/ 32 h 32"/>
                <a:gd name="T8" fmla="*/ 19 w 19"/>
                <a:gd name="T9" fmla="*/ 27 h 32"/>
                <a:gd name="T10" fmla="*/ 19 w 19"/>
                <a:gd name="T11" fmla="*/ 22 h 32"/>
                <a:gd name="T12" fmla="*/ 12 w 19"/>
                <a:gd name="T13" fmla="*/ 22 h 32"/>
                <a:gd name="T14" fmla="*/ 12 w 19"/>
                <a:gd name="T15" fmla="*/ 18 h 32"/>
                <a:gd name="T16" fmla="*/ 19 w 19"/>
                <a:gd name="T17" fmla="*/ 18 h 32"/>
                <a:gd name="T18" fmla="*/ 19 w 19"/>
                <a:gd name="T19" fmla="*/ 12 h 32"/>
                <a:gd name="T20" fmla="*/ 12 w 19"/>
                <a:gd name="T21" fmla="*/ 12 h 32"/>
                <a:gd name="T22" fmla="*/ 12 w 19"/>
                <a:gd name="T23" fmla="*/ 8 h 32"/>
                <a:gd name="T24" fmla="*/ 19 w 19"/>
                <a:gd name="T25" fmla="*/ 8 h 32"/>
                <a:gd name="T26" fmla="*/ 19 w 19"/>
                <a:gd name="T27" fmla="*/ 6 h 32"/>
                <a:gd name="T28" fmla="*/ 14 w 19"/>
                <a:gd name="T29" fmla="*/ 0 h 32"/>
                <a:gd name="T30" fmla="*/ 6 w 19"/>
                <a:gd name="T31" fmla="*/ 0 h 32"/>
                <a:gd name="T32" fmla="*/ 0 w 19"/>
                <a:gd name="T33" fmla="*/ 6 h 32"/>
                <a:gd name="T34" fmla="*/ 0 w 19"/>
                <a:gd name="T35" fmla="*/ 8 h 32"/>
                <a:gd name="T36" fmla="*/ 7 w 19"/>
                <a:gd name="T37" fmla="*/ 8 h 32"/>
                <a:gd name="T38" fmla="*/ 7 w 19"/>
                <a:gd name="T39" fmla="*/ 12 h 32"/>
                <a:gd name="T40" fmla="*/ 0 w 19"/>
                <a:gd name="T41" fmla="*/ 12 h 32"/>
                <a:gd name="T42" fmla="*/ 0 w 19"/>
                <a:gd name="T43" fmla="*/ 18 h 32"/>
                <a:gd name="T44" fmla="*/ 7 w 19"/>
                <a:gd name="T45" fmla="*/ 18 h 32"/>
                <a:gd name="T46" fmla="*/ 7 w 19"/>
                <a:gd name="T47" fmla="*/ 22 h 32"/>
                <a:gd name="T48" fmla="*/ 0 w 19"/>
                <a:gd name="T49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9" h="32">
                  <a:moveTo>
                    <a:pt x="0" y="22"/>
                  </a:moveTo>
                  <a:cubicBezTo>
                    <a:pt x="0" y="27"/>
                    <a:pt x="0" y="27"/>
                    <a:pt x="0" y="27"/>
                  </a:cubicBezTo>
                  <a:cubicBezTo>
                    <a:pt x="0" y="30"/>
                    <a:pt x="3" y="32"/>
                    <a:pt x="6" y="32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17" y="32"/>
                    <a:pt x="19" y="30"/>
                    <a:pt x="19" y="27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9" y="3"/>
                    <a:pt x="17" y="0"/>
                    <a:pt x="14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22"/>
                    <a:pt x="7" y="22"/>
                    <a:pt x="7" y="22"/>
                  </a:cubicBezTo>
                  <a:lnTo>
                    <a:pt x="0" y="22"/>
                  </a:lnTo>
                  <a:close/>
                </a:path>
              </a:pathLst>
            </a:custGeom>
            <a:solidFill>
              <a:srgbClr val="071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lc="http://schemas.openxmlformats.org/drawingml/2006/lockedCanvas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6" name="Freeform: Shape 272"/>
            <p:cNvSpPr>
              <a:spLocks/>
            </p:cNvSpPr>
            <p:nvPr/>
          </p:nvSpPr>
          <p:spPr bwMode="auto">
            <a:xfrm>
              <a:off x="3615860" y="1917068"/>
              <a:ext cx="132345" cy="83328"/>
            </a:xfrm>
            <a:custGeom>
              <a:avLst/>
              <a:gdLst>
                <a:gd name="T0" fmla="*/ 0 w 30"/>
                <a:gd name="T1" fmla="*/ 0 h 19"/>
                <a:gd name="T2" fmla="*/ 10 w 30"/>
                <a:gd name="T3" fmla="*/ 9 h 19"/>
                <a:gd name="T4" fmla="*/ 13 w 30"/>
                <a:gd name="T5" fmla="*/ 9 h 19"/>
                <a:gd name="T6" fmla="*/ 13 w 30"/>
                <a:gd name="T7" fmla="*/ 15 h 19"/>
                <a:gd name="T8" fmla="*/ 9 w 30"/>
                <a:gd name="T9" fmla="*/ 15 h 19"/>
                <a:gd name="T10" fmla="*/ 9 w 30"/>
                <a:gd name="T11" fmla="*/ 19 h 19"/>
                <a:gd name="T12" fmla="*/ 21 w 30"/>
                <a:gd name="T13" fmla="*/ 19 h 19"/>
                <a:gd name="T14" fmla="*/ 21 w 30"/>
                <a:gd name="T15" fmla="*/ 15 h 19"/>
                <a:gd name="T16" fmla="*/ 17 w 30"/>
                <a:gd name="T17" fmla="*/ 15 h 19"/>
                <a:gd name="T18" fmla="*/ 17 w 30"/>
                <a:gd name="T19" fmla="*/ 9 h 19"/>
                <a:gd name="T20" fmla="*/ 20 w 30"/>
                <a:gd name="T21" fmla="*/ 9 h 19"/>
                <a:gd name="T22" fmla="*/ 30 w 30"/>
                <a:gd name="T23" fmla="*/ 0 h 19"/>
                <a:gd name="T24" fmla="*/ 26 w 30"/>
                <a:gd name="T25" fmla="*/ 0 h 19"/>
                <a:gd name="T26" fmla="*/ 20 w 30"/>
                <a:gd name="T27" fmla="*/ 5 h 19"/>
                <a:gd name="T28" fmla="*/ 10 w 30"/>
                <a:gd name="T29" fmla="*/ 5 h 19"/>
                <a:gd name="T30" fmla="*/ 4 w 30"/>
                <a:gd name="T31" fmla="*/ 0 h 19"/>
                <a:gd name="T32" fmla="*/ 0 w 30"/>
                <a:gd name="T33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" h="19">
                  <a:moveTo>
                    <a:pt x="0" y="0"/>
                  </a:moveTo>
                  <a:cubicBezTo>
                    <a:pt x="1" y="5"/>
                    <a:pt x="5" y="9"/>
                    <a:pt x="10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25" y="9"/>
                    <a:pt x="29" y="5"/>
                    <a:pt x="30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5" y="2"/>
                    <a:pt x="23" y="5"/>
                    <a:pt x="20" y="5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7" y="5"/>
                    <a:pt x="4" y="2"/>
                    <a:pt x="4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71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lc="http://schemas.openxmlformats.org/drawingml/2006/lockedCanvas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7" name="Freeform: Shape 273"/>
            <p:cNvSpPr>
              <a:spLocks/>
            </p:cNvSpPr>
            <p:nvPr/>
          </p:nvSpPr>
          <p:spPr bwMode="auto">
            <a:xfrm>
              <a:off x="5369426" y="2200138"/>
              <a:ext cx="269591" cy="136021"/>
            </a:xfrm>
            <a:custGeom>
              <a:avLst/>
              <a:gdLst>
                <a:gd name="T0" fmla="*/ 53 w 61"/>
                <a:gd name="T1" fmla="*/ 22 h 31"/>
                <a:gd name="T2" fmla="*/ 61 w 61"/>
                <a:gd name="T3" fmla="*/ 11 h 31"/>
                <a:gd name="T4" fmla="*/ 53 w 61"/>
                <a:gd name="T5" fmla="*/ 1 h 31"/>
                <a:gd name="T6" fmla="*/ 53 w 61"/>
                <a:gd name="T7" fmla="*/ 5 h 31"/>
                <a:gd name="T8" fmla="*/ 57 w 61"/>
                <a:gd name="T9" fmla="*/ 11 h 31"/>
                <a:gd name="T10" fmla="*/ 53 w 61"/>
                <a:gd name="T11" fmla="*/ 17 h 31"/>
                <a:gd name="T12" fmla="*/ 53 w 61"/>
                <a:gd name="T13" fmla="*/ 22 h 31"/>
                <a:gd name="T14" fmla="*/ 26 w 61"/>
                <a:gd name="T15" fmla="*/ 31 h 31"/>
                <a:gd name="T16" fmla="*/ 46 w 61"/>
                <a:gd name="T17" fmla="*/ 21 h 31"/>
                <a:gd name="T18" fmla="*/ 51 w 61"/>
                <a:gd name="T19" fmla="*/ 22 h 31"/>
                <a:gd name="T20" fmla="*/ 53 w 61"/>
                <a:gd name="T21" fmla="*/ 22 h 31"/>
                <a:gd name="T22" fmla="*/ 53 w 61"/>
                <a:gd name="T23" fmla="*/ 17 h 31"/>
                <a:gd name="T24" fmla="*/ 51 w 61"/>
                <a:gd name="T25" fmla="*/ 17 h 31"/>
                <a:gd name="T26" fmla="*/ 49 w 61"/>
                <a:gd name="T27" fmla="*/ 17 h 31"/>
                <a:gd name="T28" fmla="*/ 52 w 61"/>
                <a:gd name="T29" fmla="*/ 5 h 31"/>
                <a:gd name="T30" fmla="*/ 52 w 61"/>
                <a:gd name="T31" fmla="*/ 5 h 31"/>
                <a:gd name="T32" fmla="*/ 52 w 61"/>
                <a:gd name="T33" fmla="*/ 5 h 31"/>
                <a:gd name="T34" fmla="*/ 53 w 61"/>
                <a:gd name="T35" fmla="*/ 5 h 31"/>
                <a:gd name="T36" fmla="*/ 53 w 61"/>
                <a:gd name="T37" fmla="*/ 1 h 31"/>
                <a:gd name="T38" fmla="*/ 51 w 61"/>
                <a:gd name="T39" fmla="*/ 0 h 31"/>
                <a:gd name="T40" fmla="*/ 51 w 61"/>
                <a:gd name="T41" fmla="*/ 0 h 31"/>
                <a:gd name="T42" fmla="*/ 1 w 61"/>
                <a:gd name="T43" fmla="*/ 0 h 31"/>
                <a:gd name="T44" fmla="*/ 0 w 61"/>
                <a:gd name="T45" fmla="*/ 5 h 31"/>
                <a:gd name="T46" fmla="*/ 26 w 61"/>
                <a:gd name="T47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1" h="31">
                  <a:moveTo>
                    <a:pt x="53" y="22"/>
                  </a:moveTo>
                  <a:cubicBezTo>
                    <a:pt x="58" y="21"/>
                    <a:pt x="61" y="16"/>
                    <a:pt x="61" y="11"/>
                  </a:cubicBezTo>
                  <a:cubicBezTo>
                    <a:pt x="61" y="6"/>
                    <a:pt x="58" y="1"/>
                    <a:pt x="53" y="1"/>
                  </a:cubicBezTo>
                  <a:cubicBezTo>
                    <a:pt x="53" y="5"/>
                    <a:pt x="53" y="5"/>
                    <a:pt x="53" y="5"/>
                  </a:cubicBezTo>
                  <a:cubicBezTo>
                    <a:pt x="55" y="6"/>
                    <a:pt x="57" y="8"/>
                    <a:pt x="57" y="11"/>
                  </a:cubicBezTo>
                  <a:cubicBezTo>
                    <a:pt x="57" y="14"/>
                    <a:pt x="55" y="16"/>
                    <a:pt x="53" y="17"/>
                  </a:cubicBezTo>
                  <a:lnTo>
                    <a:pt x="53" y="22"/>
                  </a:lnTo>
                  <a:close/>
                  <a:moveTo>
                    <a:pt x="26" y="31"/>
                  </a:moveTo>
                  <a:cubicBezTo>
                    <a:pt x="34" y="31"/>
                    <a:pt x="41" y="27"/>
                    <a:pt x="46" y="21"/>
                  </a:cubicBezTo>
                  <a:cubicBezTo>
                    <a:pt x="47" y="22"/>
                    <a:pt x="49" y="22"/>
                    <a:pt x="51" y="22"/>
                  </a:cubicBezTo>
                  <a:cubicBezTo>
                    <a:pt x="51" y="22"/>
                    <a:pt x="52" y="22"/>
                    <a:pt x="53" y="22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2" y="17"/>
                    <a:pt x="51" y="17"/>
                    <a:pt x="51" y="17"/>
                  </a:cubicBezTo>
                  <a:cubicBezTo>
                    <a:pt x="50" y="17"/>
                    <a:pt x="49" y="17"/>
                    <a:pt x="49" y="17"/>
                  </a:cubicBezTo>
                  <a:cubicBezTo>
                    <a:pt x="51" y="13"/>
                    <a:pt x="52" y="9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2" y="5"/>
                    <a:pt x="52" y="5"/>
                    <a:pt x="53" y="5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52" y="0"/>
                    <a:pt x="52" y="0"/>
                    <a:pt x="51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2"/>
                    <a:pt x="0" y="3"/>
                    <a:pt x="0" y="5"/>
                  </a:cubicBezTo>
                  <a:cubicBezTo>
                    <a:pt x="0" y="19"/>
                    <a:pt x="12" y="31"/>
                    <a:pt x="26" y="31"/>
                  </a:cubicBezTo>
                  <a:close/>
                </a:path>
              </a:pathLst>
            </a:custGeom>
            <a:solidFill>
              <a:srgbClr val="071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lc="http://schemas.openxmlformats.org/drawingml/2006/lockedCanvas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8" name="Rectangle 274"/>
            <p:cNvSpPr>
              <a:spLocks/>
            </p:cNvSpPr>
            <p:nvPr/>
          </p:nvSpPr>
          <p:spPr bwMode="auto">
            <a:xfrm>
              <a:off x="5369426" y="2345962"/>
              <a:ext cx="247533" cy="22057"/>
            </a:xfrm>
            <a:prstGeom prst="rect">
              <a:avLst/>
            </a:prstGeom>
            <a:solidFill>
              <a:srgbClr val="071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lc="http://schemas.openxmlformats.org/drawingml/2006/lockedCanvas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9" name="Freeform: Shape 275"/>
            <p:cNvSpPr>
              <a:spLocks/>
            </p:cNvSpPr>
            <p:nvPr/>
          </p:nvSpPr>
          <p:spPr bwMode="auto">
            <a:xfrm>
              <a:off x="5427020" y="2080048"/>
              <a:ext cx="44115" cy="115189"/>
            </a:xfrm>
            <a:custGeom>
              <a:avLst/>
              <a:gdLst>
                <a:gd name="T0" fmla="*/ 3 w 10"/>
                <a:gd name="T1" fmla="*/ 19 h 26"/>
                <a:gd name="T2" fmla="*/ 5 w 10"/>
                <a:gd name="T3" fmla="*/ 25 h 26"/>
                <a:gd name="T4" fmla="*/ 9 w 10"/>
                <a:gd name="T5" fmla="*/ 16 h 26"/>
                <a:gd name="T6" fmla="*/ 7 w 10"/>
                <a:gd name="T7" fmla="*/ 11 h 26"/>
                <a:gd name="T8" fmla="*/ 6 w 10"/>
                <a:gd name="T9" fmla="*/ 7 h 26"/>
                <a:gd name="T10" fmla="*/ 4 w 10"/>
                <a:gd name="T11" fmla="*/ 2 h 26"/>
                <a:gd name="T12" fmla="*/ 1 w 10"/>
                <a:gd name="T13" fmla="*/ 11 h 26"/>
                <a:gd name="T14" fmla="*/ 3 w 10"/>
                <a:gd name="T15" fmla="*/ 19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" h="26">
                  <a:moveTo>
                    <a:pt x="3" y="19"/>
                  </a:moveTo>
                  <a:cubicBezTo>
                    <a:pt x="0" y="21"/>
                    <a:pt x="2" y="26"/>
                    <a:pt x="5" y="25"/>
                  </a:cubicBezTo>
                  <a:cubicBezTo>
                    <a:pt x="9" y="23"/>
                    <a:pt x="10" y="19"/>
                    <a:pt x="9" y="16"/>
                  </a:cubicBezTo>
                  <a:cubicBezTo>
                    <a:pt x="9" y="14"/>
                    <a:pt x="7" y="12"/>
                    <a:pt x="7" y="11"/>
                  </a:cubicBezTo>
                  <a:cubicBezTo>
                    <a:pt x="6" y="10"/>
                    <a:pt x="5" y="7"/>
                    <a:pt x="6" y="7"/>
                  </a:cubicBezTo>
                  <a:cubicBezTo>
                    <a:pt x="9" y="5"/>
                    <a:pt x="7" y="0"/>
                    <a:pt x="4" y="2"/>
                  </a:cubicBezTo>
                  <a:cubicBezTo>
                    <a:pt x="1" y="4"/>
                    <a:pt x="0" y="8"/>
                    <a:pt x="1" y="11"/>
                  </a:cubicBezTo>
                  <a:cubicBezTo>
                    <a:pt x="1" y="12"/>
                    <a:pt x="6" y="19"/>
                    <a:pt x="3" y="19"/>
                  </a:cubicBezTo>
                  <a:close/>
                </a:path>
              </a:pathLst>
            </a:custGeom>
            <a:solidFill>
              <a:srgbClr val="071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lc="http://schemas.openxmlformats.org/drawingml/2006/lockedCanvas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0" name="Freeform: Shape 276"/>
            <p:cNvSpPr>
              <a:spLocks/>
            </p:cNvSpPr>
            <p:nvPr/>
          </p:nvSpPr>
          <p:spPr bwMode="auto">
            <a:xfrm>
              <a:off x="5488291" y="2080048"/>
              <a:ext cx="44115" cy="115189"/>
            </a:xfrm>
            <a:custGeom>
              <a:avLst/>
              <a:gdLst>
                <a:gd name="T0" fmla="*/ 4 w 10"/>
                <a:gd name="T1" fmla="*/ 19 h 26"/>
                <a:gd name="T2" fmla="*/ 5 w 10"/>
                <a:gd name="T3" fmla="*/ 25 h 26"/>
                <a:gd name="T4" fmla="*/ 9 w 10"/>
                <a:gd name="T5" fmla="*/ 16 h 26"/>
                <a:gd name="T6" fmla="*/ 7 w 10"/>
                <a:gd name="T7" fmla="*/ 11 h 26"/>
                <a:gd name="T8" fmla="*/ 7 w 10"/>
                <a:gd name="T9" fmla="*/ 7 h 26"/>
                <a:gd name="T10" fmla="*/ 4 w 10"/>
                <a:gd name="T11" fmla="*/ 2 h 26"/>
                <a:gd name="T12" fmla="*/ 1 w 10"/>
                <a:gd name="T13" fmla="*/ 11 h 26"/>
                <a:gd name="T14" fmla="*/ 4 w 10"/>
                <a:gd name="T15" fmla="*/ 19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" h="26">
                  <a:moveTo>
                    <a:pt x="4" y="19"/>
                  </a:moveTo>
                  <a:cubicBezTo>
                    <a:pt x="1" y="21"/>
                    <a:pt x="2" y="26"/>
                    <a:pt x="5" y="25"/>
                  </a:cubicBezTo>
                  <a:cubicBezTo>
                    <a:pt x="9" y="23"/>
                    <a:pt x="10" y="19"/>
                    <a:pt x="9" y="16"/>
                  </a:cubicBezTo>
                  <a:cubicBezTo>
                    <a:pt x="9" y="14"/>
                    <a:pt x="8" y="12"/>
                    <a:pt x="7" y="11"/>
                  </a:cubicBezTo>
                  <a:cubicBezTo>
                    <a:pt x="6" y="10"/>
                    <a:pt x="5" y="7"/>
                    <a:pt x="7" y="7"/>
                  </a:cubicBezTo>
                  <a:cubicBezTo>
                    <a:pt x="10" y="5"/>
                    <a:pt x="7" y="0"/>
                    <a:pt x="4" y="2"/>
                  </a:cubicBezTo>
                  <a:cubicBezTo>
                    <a:pt x="1" y="4"/>
                    <a:pt x="0" y="8"/>
                    <a:pt x="1" y="11"/>
                  </a:cubicBezTo>
                  <a:cubicBezTo>
                    <a:pt x="2" y="12"/>
                    <a:pt x="6" y="19"/>
                    <a:pt x="4" y="19"/>
                  </a:cubicBezTo>
                  <a:close/>
                </a:path>
              </a:pathLst>
            </a:custGeom>
            <a:solidFill>
              <a:srgbClr val="071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lc="http://schemas.openxmlformats.org/drawingml/2006/lockedCanvas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1" name="Freeform: Shape 277"/>
            <p:cNvSpPr>
              <a:spLocks/>
            </p:cNvSpPr>
            <p:nvPr/>
          </p:nvSpPr>
          <p:spPr bwMode="auto">
            <a:xfrm>
              <a:off x="4794707" y="1638899"/>
              <a:ext cx="220574" cy="220574"/>
            </a:xfrm>
            <a:custGeom>
              <a:avLst/>
              <a:gdLst>
                <a:gd name="T0" fmla="*/ 25 w 50"/>
                <a:gd name="T1" fmla="*/ 47 h 50"/>
                <a:gd name="T2" fmla="*/ 29 w 50"/>
                <a:gd name="T3" fmla="*/ 46 h 50"/>
                <a:gd name="T4" fmla="*/ 30 w 50"/>
                <a:gd name="T5" fmla="*/ 50 h 50"/>
                <a:gd name="T6" fmla="*/ 39 w 50"/>
                <a:gd name="T7" fmla="*/ 46 h 50"/>
                <a:gd name="T8" fmla="*/ 38 w 50"/>
                <a:gd name="T9" fmla="*/ 43 h 50"/>
                <a:gd name="T10" fmla="*/ 43 w 50"/>
                <a:gd name="T11" fmla="*/ 37 h 50"/>
                <a:gd name="T12" fmla="*/ 46 w 50"/>
                <a:gd name="T13" fmla="*/ 39 h 50"/>
                <a:gd name="T14" fmla="*/ 50 w 50"/>
                <a:gd name="T15" fmla="*/ 30 h 50"/>
                <a:gd name="T16" fmla="*/ 46 w 50"/>
                <a:gd name="T17" fmla="*/ 29 h 50"/>
                <a:gd name="T18" fmla="*/ 46 w 50"/>
                <a:gd name="T19" fmla="*/ 21 h 50"/>
                <a:gd name="T20" fmla="*/ 50 w 50"/>
                <a:gd name="T21" fmla="*/ 20 h 50"/>
                <a:gd name="T22" fmla="*/ 46 w 50"/>
                <a:gd name="T23" fmla="*/ 11 h 50"/>
                <a:gd name="T24" fmla="*/ 43 w 50"/>
                <a:gd name="T25" fmla="*/ 12 h 50"/>
                <a:gd name="T26" fmla="*/ 37 w 50"/>
                <a:gd name="T27" fmla="*/ 7 h 50"/>
                <a:gd name="T28" fmla="*/ 39 w 50"/>
                <a:gd name="T29" fmla="*/ 4 h 50"/>
                <a:gd name="T30" fmla="*/ 30 w 50"/>
                <a:gd name="T31" fmla="*/ 0 h 50"/>
                <a:gd name="T32" fmla="*/ 29 w 50"/>
                <a:gd name="T33" fmla="*/ 4 h 50"/>
                <a:gd name="T34" fmla="*/ 25 w 50"/>
                <a:gd name="T35" fmla="*/ 3 h 50"/>
                <a:gd name="T36" fmla="*/ 25 w 50"/>
                <a:gd name="T37" fmla="*/ 10 h 50"/>
                <a:gd name="T38" fmla="*/ 38 w 50"/>
                <a:gd name="T39" fmla="*/ 19 h 50"/>
                <a:gd name="T40" fmla="*/ 31 w 50"/>
                <a:gd name="T41" fmla="*/ 38 h 50"/>
                <a:gd name="T42" fmla="*/ 25 w 50"/>
                <a:gd name="T43" fmla="*/ 40 h 50"/>
                <a:gd name="T44" fmla="*/ 25 w 50"/>
                <a:gd name="T45" fmla="*/ 40 h 50"/>
                <a:gd name="T46" fmla="*/ 25 w 50"/>
                <a:gd name="T47" fmla="*/ 47 h 50"/>
                <a:gd name="T48" fmla="*/ 4 w 50"/>
                <a:gd name="T49" fmla="*/ 29 h 50"/>
                <a:gd name="T50" fmla="*/ 0 w 50"/>
                <a:gd name="T51" fmla="*/ 31 h 50"/>
                <a:gd name="T52" fmla="*/ 4 w 50"/>
                <a:gd name="T53" fmla="*/ 39 h 50"/>
                <a:gd name="T54" fmla="*/ 7 w 50"/>
                <a:gd name="T55" fmla="*/ 38 h 50"/>
                <a:gd name="T56" fmla="*/ 13 w 50"/>
                <a:gd name="T57" fmla="*/ 43 h 50"/>
                <a:gd name="T58" fmla="*/ 11 w 50"/>
                <a:gd name="T59" fmla="*/ 46 h 50"/>
                <a:gd name="T60" fmla="*/ 20 w 50"/>
                <a:gd name="T61" fmla="*/ 50 h 50"/>
                <a:gd name="T62" fmla="*/ 21 w 50"/>
                <a:gd name="T63" fmla="*/ 46 h 50"/>
                <a:gd name="T64" fmla="*/ 25 w 50"/>
                <a:gd name="T65" fmla="*/ 47 h 50"/>
                <a:gd name="T66" fmla="*/ 25 w 50"/>
                <a:gd name="T67" fmla="*/ 40 h 50"/>
                <a:gd name="T68" fmla="*/ 12 w 50"/>
                <a:gd name="T69" fmla="*/ 31 h 50"/>
                <a:gd name="T70" fmla="*/ 19 w 50"/>
                <a:gd name="T71" fmla="*/ 12 h 50"/>
                <a:gd name="T72" fmla="*/ 19 w 50"/>
                <a:gd name="T73" fmla="*/ 12 h 50"/>
                <a:gd name="T74" fmla="*/ 25 w 50"/>
                <a:gd name="T75" fmla="*/ 10 h 50"/>
                <a:gd name="T76" fmla="*/ 25 w 50"/>
                <a:gd name="T77" fmla="*/ 10 h 50"/>
                <a:gd name="T78" fmla="*/ 25 w 50"/>
                <a:gd name="T79" fmla="*/ 3 h 50"/>
                <a:gd name="T80" fmla="*/ 21 w 50"/>
                <a:gd name="T81" fmla="*/ 4 h 50"/>
                <a:gd name="T82" fmla="*/ 19 w 50"/>
                <a:gd name="T83" fmla="*/ 0 h 50"/>
                <a:gd name="T84" fmla="*/ 11 w 50"/>
                <a:gd name="T85" fmla="*/ 4 h 50"/>
                <a:gd name="T86" fmla="*/ 12 w 50"/>
                <a:gd name="T87" fmla="*/ 7 h 50"/>
                <a:gd name="T88" fmla="*/ 7 w 50"/>
                <a:gd name="T89" fmla="*/ 13 h 50"/>
                <a:gd name="T90" fmla="*/ 4 w 50"/>
                <a:gd name="T91" fmla="*/ 11 h 50"/>
                <a:gd name="T92" fmla="*/ 0 w 50"/>
                <a:gd name="T93" fmla="*/ 20 h 50"/>
                <a:gd name="T94" fmla="*/ 4 w 50"/>
                <a:gd name="T95" fmla="*/ 21 h 50"/>
                <a:gd name="T96" fmla="*/ 4 w 50"/>
                <a:gd name="T97" fmla="*/ 29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0" h="50">
                  <a:moveTo>
                    <a:pt x="25" y="47"/>
                  </a:moveTo>
                  <a:cubicBezTo>
                    <a:pt x="26" y="47"/>
                    <a:pt x="28" y="47"/>
                    <a:pt x="29" y="46"/>
                  </a:cubicBezTo>
                  <a:cubicBezTo>
                    <a:pt x="30" y="50"/>
                    <a:pt x="30" y="50"/>
                    <a:pt x="30" y="50"/>
                  </a:cubicBezTo>
                  <a:cubicBezTo>
                    <a:pt x="39" y="46"/>
                    <a:pt x="39" y="46"/>
                    <a:pt x="39" y="46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40" y="41"/>
                    <a:pt x="41" y="39"/>
                    <a:pt x="43" y="37"/>
                  </a:cubicBezTo>
                  <a:cubicBezTo>
                    <a:pt x="46" y="39"/>
                    <a:pt x="46" y="39"/>
                    <a:pt x="46" y="39"/>
                  </a:cubicBezTo>
                  <a:cubicBezTo>
                    <a:pt x="50" y="30"/>
                    <a:pt x="50" y="30"/>
                    <a:pt x="50" y="30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7" y="26"/>
                    <a:pt x="47" y="24"/>
                    <a:pt x="46" y="21"/>
                  </a:cubicBezTo>
                  <a:cubicBezTo>
                    <a:pt x="50" y="20"/>
                    <a:pt x="50" y="20"/>
                    <a:pt x="50" y="20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1" y="10"/>
                    <a:pt x="39" y="9"/>
                    <a:pt x="37" y="7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7" y="3"/>
                    <a:pt x="26" y="3"/>
                    <a:pt x="25" y="3"/>
                  </a:cubicBezTo>
                  <a:cubicBezTo>
                    <a:pt x="25" y="10"/>
                    <a:pt x="25" y="10"/>
                    <a:pt x="25" y="10"/>
                  </a:cubicBezTo>
                  <a:cubicBezTo>
                    <a:pt x="31" y="10"/>
                    <a:pt x="36" y="14"/>
                    <a:pt x="38" y="19"/>
                  </a:cubicBezTo>
                  <a:cubicBezTo>
                    <a:pt x="42" y="27"/>
                    <a:pt x="38" y="35"/>
                    <a:pt x="31" y="38"/>
                  </a:cubicBezTo>
                  <a:cubicBezTo>
                    <a:pt x="29" y="39"/>
                    <a:pt x="27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lnTo>
                    <a:pt x="25" y="47"/>
                  </a:lnTo>
                  <a:close/>
                  <a:moveTo>
                    <a:pt x="4" y="29"/>
                  </a:moveTo>
                  <a:cubicBezTo>
                    <a:pt x="0" y="31"/>
                    <a:pt x="0" y="31"/>
                    <a:pt x="0" y="31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9" y="40"/>
                    <a:pt x="11" y="42"/>
                    <a:pt x="13" y="43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3" y="47"/>
                    <a:pt x="24" y="47"/>
                    <a:pt x="25" y="47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19" y="40"/>
                    <a:pt x="14" y="36"/>
                    <a:pt x="12" y="31"/>
                  </a:cubicBezTo>
                  <a:cubicBezTo>
                    <a:pt x="8" y="23"/>
                    <a:pt x="12" y="15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21" y="11"/>
                    <a:pt x="23" y="10"/>
                    <a:pt x="25" y="10"/>
                  </a:cubicBezTo>
                  <a:cubicBezTo>
                    <a:pt x="25" y="10"/>
                    <a:pt x="25" y="10"/>
                    <a:pt x="25" y="10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4" y="3"/>
                    <a:pt x="22" y="3"/>
                    <a:pt x="21" y="4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0" y="9"/>
                    <a:pt x="8" y="11"/>
                    <a:pt x="7" y="13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3" y="24"/>
                    <a:pt x="3" y="27"/>
                    <a:pt x="4" y="29"/>
                  </a:cubicBezTo>
                  <a:close/>
                </a:path>
              </a:pathLst>
            </a:custGeom>
            <a:solidFill>
              <a:srgbClr val="071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lc="http://schemas.openxmlformats.org/drawingml/2006/lockedCanvas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2" name="Freeform: Shape 278"/>
            <p:cNvSpPr>
              <a:spLocks/>
            </p:cNvSpPr>
            <p:nvPr/>
          </p:nvSpPr>
          <p:spPr bwMode="auto">
            <a:xfrm>
              <a:off x="4163620" y="3246641"/>
              <a:ext cx="225476" cy="229152"/>
            </a:xfrm>
            <a:custGeom>
              <a:avLst/>
              <a:gdLst>
                <a:gd name="T0" fmla="*/ 38 w 51"/>
                <a:gd name="T1" fmla="*/ 52 h 52"/>
                <a:gd name="T2" fmla="*/ 35 w 51"/>
                <a:gd name="T3" fmla="*/ 52 h 52"/>
                <a:gd name="T4" fmla="*/ 34 w 51"/>
                <a:gd name="T5" fmla="*/ 51 h 52"/>
                <a:gd name="T6" fmla="*/ 30 w 51"/>
                <a:gd name="T7" fmla="*/ 49 h 52"/>
                <a:gd name="T8" fmla="*/ 12 w 51"/>
                <a:gd name="T9" fmla="*/ 49 h 52"/>
                <a:gd name="T10" fmla="*/ 8 w 51"/>
                <a:gd name="T11" fmla="*/ 47 h 52"/>
                <a:gd name="T12" fmla="*/ 1 w 51"/>
                <a:gd name="T13" fmla="*/ 25 h 52"/>
                <a:gd name="T14" fmla="*/ 4 w 51"/>
                <a:gd name="T15" fmla="*/ 20 h 52"/>
                <a:gd name="T16" fmla="*/ 20 w 51"/>
                <a:gd name="T17" fmla="*/ 20 h 52"/>
                <a:gd name="T18" fmla="*/ 19 w 51"/>
                <a:gd name="T19" fmla="*/ 15 h 52"/>
                <a:gd name="T20" fmla="*/ 16 w 51"/>
                <a:gd name="T21" fmla="*/ 7 h 52"/>
                <a:gd name="T22" fmla="*/ 18 w 51"/>
                <a:gd name="T23" fmla="*/ 3 h 52"/>
                <a:gd name="T24" fmla="*/ 24 w 51"/>
                <a:gd name="T25" fmla="*/ 3 h 52"/>
                <a:gd name="T26" fmla="*/ 28 w 51"/>
                <a:gd name="T27" fmla="*/ 13 h 52"/>
                <a:gd name="T28" fmla="*/ 38 w 51"/>
                <a:gd name="T29" fmla="*/ 25 h 52"/>
                <a:gd name="T30" fmla="*/ 40 w 51"/>
                <a:gd name="T31" fmla="*/ 27 h 52"/>
                <a:gd name="T32" fmla="*/ 50 w 51"/>
                <a:gd name="T33" fmla="*/ 37 h 52"/>
                <a:gd name="T34" fmla="*/ 50 w 51"/>
                <a:gd name="T35" fmla="*/ 40 h 52"/>
                <a:gd name="T36" fmla="*/ 38 w 51"/>
                <a:gd name="T37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1" h="52">
                  <a:moveTo>
                    <a:pt x="38" y="52"/>
                  </a:moveTo>
                  <a:cubicBezTo>
                    <a:pt x="37" y="52"/>
                    <a:pt x="36" y="52"/>
                    <a:pt x="35" y="52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3" y="50"/>
                    <a:pt x="31" y="49"/>
                    <a:pt x="30" y="49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10" y="49"/>
                    <a:pt x="9" y="48"/>
                    <a:pt x="8" y="47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0" y="22"/>
                    <a:pt x="1" y="20"/>
                    <a:pt x="4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18"/>
                    <a:pt x="20" y="16"/>
                    <a:pt x="19" y="15"/>
                  </a:cubicBezTo>
                  <a:cubicBezTo>
                    <a:pt x="18" y="14"/>
                    <a:pt x="16" y="11"/>
                    <a:pt x="16" y="7"/>
                  </a:cubicBezTo>
                  <a:cubicBezTo>
                    <a:pt x="16" y="6"/>
                    <a:pt x="17" y="4"/>
                    <a:pt x="18" y="3"/>
                  </a:cubicBezTo>
                  <a:cubicBezTo>
                    <a:pt x="20" y="0"/>
                    <a:pt x="24" y="0"/>
                    <a:pt x="24" y="3"/>
                  </a:cubicBezTo>
                  <a:cubicBezTo>
                    <a:pt x="24" y="6"/>
                    <a:pt x="22" y="10"/>
                    <a:pt x="28" y="13"/>
                  </a:cubicBezTo>
                  <a:cubicBezTo>
                    <a:pt x="34" y="17"/>
                    <a:pt x="38" y="25"/>
                    <a:pt x="38" y="25"/>
                  </a:cubicBezTo>
                  <a:cubicBezTo>
                    <a:pt x="38" y="25"/>
                    <a:pt x="39" y="26"/>
                    <a:pt x="40" y="27"/>
                  </a:cubicBezTo>
                  <a:cubicBezTo>
                    <a:pt x="50" y="37"/>
                    <a:pt x="50" y="37"/>
                    <a:pt x="50" y="37"/>
                  </a:cubicBezTo>
                  <a:cubicBezTo>
                    <a:pt x="51" y="38"/>
                    <a:pt x="51" y="39"/>
                    <a:pt x="50" y="40"/>
                  </a:cubicBezTo>
                  <a:lnTo>
                    <a:pt x="38" y="52"/>
                  </a:lnTo>
                  <a:close/>
                </a:path>
              </a:pathLst>
            </a:custGeom>
            <a:solidFill>
              <a:srgbClr val="071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lc="http://schemas.openxmlformats.org/drawingml/2006/lockedCanvas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3" name="Freeform: Shape 279"/>
            <p:cNvSpPr>
              <a:spLocks/>
            </p:cNvSpPr>
            <p:nvPr/>
          </p:nvSpPr>
          <p:spPr bwMode="auto">
            <a:xfrm>
              <a:off x="4335177" y="3428002"/>
              <a:ext cx="71074" cy="69849"/>
            </a:xfrm>
            <a:custGeom>
              <a:avLst/>
              <a:gdLst>
                <a:gd name="T0" fmla="*/ 47 w 58"/>
                <a:gd name="T1" fmla="*/ 0 h 57"/>
                <a:gd name="T2" fmla="*/ 0 w 58"/>
                <a:gd name="T3" fmla="*/ 46 h 57"/>
                <a:gd name="T4" fmla="*/ 11 w 58"/>
                <a:gd name="T5" fmla="*/ 57 h 57"/>
                <a:gd name="T6" fmla="*/ 58 w 58"/>
                <a:gd name="T7" fmla="*/ 10 h 57"/>
                <a:gd name="T8" fmla="*/ 47 w 58"/>
                <a:gd name="T9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57">
                  <a:moveTo>
                    <a:pt x="47" y="0"/>
                  </a:moveTo>
                  <a:lnTo>
                    <a:pt x="0" y="46"/>
                  </a:lnTo>
                  <a:lnTo>
                    <a:pt x="11" y="57"/>
                  </a:lnTo>
                  <a:lnTo>
                    <a:pt x="58" y="10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071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lc="http://schemas.openxmlformats.org/drawingml/2006/lockedCanvas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4" name="Oval 280"/>
            <p:cNvSpPr>
              <a:spLocks/>
            </p:cNvSpPr>
            <p:nvPr/>
          </p:nvSpPr>
          <p:spPr bwMode="auto">
            <a:xfrm>
              <a:off x="6017669" y="2646188"/>
              <a:ext cx="35537" cy="34312"/>
            </a:xfrm>
            <a:prstGeom prst="ellipse">
              <a:avLst/>
            </a:prstGeom>
            <a:solidFill>
              <a:srgbClr val="E2E2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lc="http://schemas.openxmlformats.org/drawingml/2006/lockedCanvas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5" name="Freeform: Shape 281"/>
            <p:cNvSpPr>
              <a:spLocks/>
            </p:cNvSpPr>
            <p:nvPr/>
          </p:nvSpPr>
          <p:spPr bwMode="auto">
            <a:xfrm>
              <a:off x="3634242" y="1364407"/>
              <a:ext cx="74750" cy="75976"/>
            </a:xfrm>
            <a:custGeom>
              <a:avLst/>
              <a:gdLst>
                <a:gd name="T0" fmla="*/ 9 w 17"/>
                <a:gd name="T1" fmla="*/ 17 h 17"/>
                <a:gd name="T2" fmla="*/ 17 w 17"/>
                <a:gd name="T3" fmla="*/ 9 h 17"/>
                <a:gd name="T4" fmla="*/ 9 w 17"/>
                <a:gd name="T5" fmla="*/ 0 h 17"/>
                <a:gd name="T6" fmla="*/ 9 w 17"/>
                <a:gd name="T7" fmla="*/ 3 h 17"/>
                <a:gd name="T8" fmla="*/ 14 w 17"/>
                <a:gd name="T9" fmla="*/ 9 h 17"/>
                <a:gd name="T10" fmla="*/ 9 w 17"/>
                <a:gd name="T11" fmla="*/ 14 h 17"/>
                <a:gd name="T12" fmla="*/ 9 w 17"/>
                <a:gd name="T13" fmla="*/ 17 h 17"/>
                <a:gd name="T14" fmla="*/ 9 w 17"/>
                <a:gd name="T15" fmla="*/ 0 h 17"/>
                <a:gd name="T16" fmla="*/ 0 w 17"/>
                <a:gd name="T17" fmla="*/ 9 h 17"/>
                <a:gd name="T18" fmla="*/ 9 w 17"/>
                <a:gd name="T19" fmla="*/ 17 h 17"/>
                <a:gd name="T20" fmla="*/ 9 w 17"/>
                <a:gd name="T21" fmla="*/ 17 h 17"/>
                <a:gd name="T22" fmla="*/ 9 w 17"/>
                <a:gd name="T23" fmla="*/ 14 h 17"/>
                <a:gd name="T24" fmla="*/ 9 w 17"/>
                <a:gd name="T25" fmla="*/ 14 h 17"/>
                <a:gd name="T26" fmla="*/ 9 w 17"/>
                <a:gd name="T27" fmla="*/ 14 h 17"/>
                <a:gd name="T28" fmla="*/ 3 w 17"/>
                <a:gd name="T29" fmla="*/ 9 h 17"/>
                <a:gd name="T30" fmla="*/ 9 w 17"/>
                <a:gd name="T31" fmla="*/ 3 h 17"/>
                <a:gd name="T32" fmla="*/ 9 w 17"/>
                <a:gd name="T33" fmla="*/ 3 h 17"/>
                <a:gd name="T34" fmla="*/ 9 w 17"/>
                <a:gd name="T35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7" h="17">
                  <a:moveTo>
                    <a:pt x="9" y="17"/>
                  </a:moveTo>
                  <a:cubicBezTo>
                    <a:pt x="13" y="17"/>
                    <a:pt x="17" y="13"/>
                    <a:pt x="17" y="9"/>
                  </a:cubicBezTo>
                  <a:cubicBezTo>
                    <a:pt x="17" y="4"/>
                    <a:pt x="13" y="0"/>
                    <a:pt x="9" y="0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12" y="3"/>
                    <a:pt x="14" y="5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lnTo>
                    <a:pt x="9" y="17"/>
                  </a:lnTo>
                  <a:close/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5" y="14"/>
                    <a:pt x="3" y="12"/>
                    <a:pt x="3" y="9"/>
                  </a:cubicBezTo>
                  <a:cubicBezTo>
                    <a:pt x="3" y="5"/>
                    <a:pt x="5" y="3"/>
                    <a:pt x="9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0"/>
                    <a:pt x="9" y="0"/>
                    <a:pt x="9" y="0"/>
                  </a:cubicBez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lc="http://schemas.openxmlformats.org/drawingml/2006/lockedCanvas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6" name="Freeform: Shape 282"/>
            <p:cNvSpPr>
              <a:spLocks/>
            </p:cNvSpPr>
            <p:nvPr/>
          </p:nvSpPr>
          <p:spPr bwMode="auto">
            <a:xfrm>
              <a:off x="3588901" y="3533387"/>
              <a:ext cx="18381" cy="44115"/>
            </a:xfrm>
            <a:custGeom>
              <a:avLst/>
              <a:gdLst>
                <a:gd name="T0" fmla="*/ 1 w 4"/>
                <a:gd name="T1" fmla="*/ 8 h 10"/>
                <a:gd name="T2" fmla="*/ 4 w 4"/>
                <a:gd name="T3" fmla="*/ 3 h 10"/>
                <a:gd name="T4" fmla="*/ 1 w 4"/>
                <a:gd name="T5" fmla="*/ 0 h 10"/>
                <a:gd name="T6" fmla="*/ 1 w 4"/>
                <a:gd name="T7" fmla="*/ 8 h 10"/>
                <a:gd name="T8" fmla="*/ 1 w 4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0">
                  <a:moveTo>
                    <a:pt x="1" y="8"/>
                  </a:moveTo>
                  <a:cubicBezTo>
                    <a:pt x="2" y="6"/>
                    <a:pt x="3" y="5"/>
                    <a:pt x="4" y="3"/>
                  </a:cubicBezTo>
                  <a:cubicBezTo>
                    <a:pt x="3" y="2"/>
                    <a:pt x="2" y="1"/>
                    <a:pt x="1" y="0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10"/>
                    <a:pt x="0" y="10"/>
                    <a:pt x="1" y="8"/>
                  </a:cubicBez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lc="http://schemas.openxmlformats.org/drawingml/2006/lockedCanvas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32" name="Group 57"/>
          <p:cNvGrpSpPr/>
          <p:nvPr/>
        </p:nvGrpSpPr>
        <p:grpSpPr>
          <a:xfrm>
            <a:off x="4463987" y="776922"/>
            <a:ext cx="4000974" cy="3975239"/>
            <a:chOff x="2569358" y="623032"/>
            <a:chExt cx="4000972" cy="3975239"/>
          </a:xfrm>
        </p:grpSpPr>
        <p:sp>
          <p:nvSpPr>
            <p:cNvPr id="104" name="Freeform: Shape 130"/>
            <p:cNvSpPr>
              <a:spLocks/>
            </p:cNvSpPr>
            <p:nvPr/>
          </p:nvSpPr>
          <p:spPr bwMode="auto">
            <a:xfrm>
              <a:off x="6256624" y="2084949"/>
              <a:ext cx="225476" cy="145824"/>
            </a:xfrm>
            <a:custGeom>
              <a:avLst/>
              <a:gdLst>
                <a:gd name="T0" fmla="*/ 0 w 51"/>
                <a:gd name="T1" fmla="*/ 1 h 33"/>
                <a:gd name="T2" fmla="*/ 17 w 51"/>
                <a:gd name="T3" fmla="*/ 15 h 33"/>
                <a:gd name="T4" fmla="*/ 22 w 51"/>
                <a:gd name="T5" fmla="*/ 15 h 33"/>
                <a:gd name="T6" fmla="*/ 22 w 51"/>
                <a:gd name="T7" fmla="*/ 26 h 33"/>
                <a:gd name="T8" fmla="*/ 16 w 51"/>
                <a:gd name="T9" fmla="*/ 26 h 33"/>
                <a:gd name="T10" fmla="*/ 16 w 51"/>
                <a:gd name="T11" fmla="*/ 33 h 33"/>
                <a:gd name="T12" fmla="*/ 36 w 51"/>
                <a:gd name="T13" fmla="*/ 33 h 33"/>
                <a:gd name="T14" fmla="*/ 36 w 51"/>
                <a:gd name="T15" fmla="*/ 26 h 33"/>
                <a:gd name="T16" fmla="*/ 29 w 51"/>
                <a:gd name="T17" fmla="*/ 26 h 33"/>
                <a:gd name="T18" fmla="*/ 29 w 51"/>
                <a:gd name="T19" fmla="*/ 15 h 33"/>
                <a:gd name="T20" fmla="*/ 35 w 51"/>
                <a:gd name="T21" fmla="*/ 15 h 33"/>
                <a:gd name="T22" fmla="*/ 51 w 51"/>
                <a:gd name="T23" fmla="*/ 1 h 33"/>
                <a:gd name="T24" fmla="*/ 45 w 51"/>
                <a:gd name="T25" fmla="*/ 0 h 33"/>
                <a:gd name="T26" fmla="*/ 35 w 51"/>
                <a:gd name="T27" fmla="*/ 9 h 33"/>
                <a:gd name="T28" fmla="*/ 17 w 51"/>
                <a:gd name="T29" fmla="*/ 9 h 33"/>
                <a:gd name="T30" fmla="*/ 7 w 51"/>
                <a:gd name="T31" fmla="*/ 0 h 33"/>
                <a:gd name="T32" fmla="*/ 0 w 51"/>
                <a:gd name="T33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1" h="33">
                  <a:moveTo>
                    <a:pt x="0" y="1"/>
                  </a:moveTo>
                  <a:cubicBezTo>
                    <a:pt x="2" y="9"/>
                    <a:pt x="9" y="15"/>
                    <a:pt x="17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6" y="26"/>
                    <a:pt x="36" y="26"/>
                    <a:pt x="36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35" y="15"/>
                    <a:pt x="35" y="15"/>
                    <a:pt x="35" y="15"/>
                  </a:cubicBezTo>
                  <a:cubicBezTo>
                    <a:pt x="43" y="15"/>
                    <a:pt x="50" y="8"/>
                    <a:pt x="51" y="1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4" y="4"/>
                    <a:pt x="39" y="9"/>
                    <a:pt x="35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3" y="9"/>
                    <a:pt x="8" y="5"/>
                    <a:pt x="7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E2E2E2">
                <a:alpha val="4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lc="http://schemas.openxmlformats.org/drawingml/2006/lockedCanvas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5" name="Freeform: Shape 131"/>
            <p:cNvSpPr>
              <a:spLocks/>
            </p:cNvSpPr>
            <p:nvPr/>
          </p:nvSpPr>
          <p:spPr bwMode="auto">
            <a:xfrm>
              <a:off x="6151239" y="1925646"/>
              <a:ext cx="100484" cy="110287"/>
            </a:xfrm>
            <a:custGeom>
              <a:avLst/>
              <a:gdLst>
                <a:gd name="T0" fmla="*/ 19 w 23"/>
                <a:gd name="T1" fmla="*/ 17 h 25"/>
                <a:gd name="T2" fmla="*/ 20 w 23"/>
                <a:gd name="T3" fmla="*/ 16 h 25"/>
                <a:gd name="T4" fmla="*/ 22 w 23"/>
                <a:gd name="T5" fmla="*/ 16 h 25"/>
                <a:gd name="T6" fmla="*/ 23 w 23"/>
                <a:gd name="T7" fmla="*/ 13 h 25"/>
                <a:gd name="T8" fmla="*/ 22 w 23"/>
                <a:gd name="T9" fmla="*/ 7 h 25"/>
                <a:gd name="T10" fmla="*/ 17 w 23"/>
                <a:gd name="T11" fmla="*/ 12 h 25"/>
                <a:gd name="T12" fmla="*/ 15 w 23"/>
                <a:gd name="T13" fmla="*/ 14 h 25"/>
                <a:gd name="T14" fmla="*/ 15 w 23"/>
                <a:gd name="T15" fmla="*/ 12 h 25"/>
                <a:gd name="T16" fmla="*/ 17 w 23"/>
                <a:gd name="T17" fmla="*/ 8 h 25"/>
                <a:gd name="T18" fmla="*/ 15 w 23"/>
                <a:gd name="T19" fmla="*/ 5 h 25"/>
                <a:gd name="T20" fmla="*/ 11 w 23"/>
                <a:gd name="T21" fmla="*/ 0 h 25"/>
                <a:gd name="T22" fmla="*/ 11 w 23"/>
                <a:gd name="T23" fmla="*/ 0 h 25"/>
                <a:gd name="T24" fmla="*/ 11 w 23"/>
                <a:gd name="T25" fmla="*/ 0 h 25"/>
                <a:gd name="T26" fmla="*/ 11 w 23"/>
                <a:gd name="T27" fmla="*/ 0 h 25"/>
                <a:gd name="T28" fmla="*/ 11 w 23"/>
                <a:gd name="T29" fmla="*/ 0 h 25"/>
                <a:gd name="T30" fmla="*/ 7 w 23"/>
                <a:gd name="T31" fmla="*/ 5 h 25"/>
                <a:gd name="T32" fmla="*/ 5 w 23"/>
                <a:gd name="T33" fmla="*/ 8 h 25"/>
                <a:gd name="T34" fmla="*/ 7 w 23"/>
                <a:gd name="T35" fmla="*/ 12 h 25"/>
                <a:gd name="T36" fmla="*/ 7 w 23"/>
                <a:gd name="T37" fmla="*/ 14 h 25"/>
                <a:gd name="T38" fmla="*/ 5 w 23"/>
                <a:gd name="T39" fmla="*/ 12 h 25"/>
                <a:gd name="T40" fmla="*/ 0 w 23"/>
                <a:gd name="T41" fmla="*/ 7 h 25"/>
                <a:gd name="T42" fmla="*/ 0 w 23"/>
                <a:gd name="T43" fmla="*/ 13 h 25"/>
                <a:gd name="T44" fmla="*/ 0 w 23"/>
                <a:gd name="T45" fmla="*/ 16 h 25"/>
                <a:gd name="T46" fmla="*/ 2 w 23"/>
                <a:gd name="T47" fmla="*/ 16 h 25"/>
                <a:gd name="T48" fmla="*/ 4 w 23"/>
                <a:gd name="T49" fmla="*/ 17 h 25"/>
                <a:gd name="T50" fmla="*/ 3 w 23"/>
                <a:gd name="T51" fmla="*/ 18 h 25"/>
                <a:gd name="T52" fmla="*/ 0 w 23"/>
                <a:gd name="T53" fmla="*/ 17 h 25"/>
                <a:gd name="T54" fmla="*/ 5 w 23"/>
                <a:gd name="T55" fmla="*/ 24 h 25"/>
                <a:gd name="T56" fmla="*/ 7 w 23"/>
                <a:gd name="T57" fmla="*/ 24 h 25"/>
                <a:gd name="T58" fmla="*/ 10 w 23"/>
                <a:gd name="T59" fmla="*/ 22 h 25"/>
                <a:gd name="T60" fmla="*/ 11 w 23"/>
                <a:gd name="T61" fmla="*/ 22 h 25"/>
                <a:gd name="T62" fmla="*/ 11 w 23"/>
                <a:gd name="T63" fmla="*/ 21 h 25"/>
                <a:gd name="T64" fmla="*/ 11 w 23"/>
                <a:gd name="T65" fmla="*/ 11 h 25"/>
                <a:gd name="T66" fmla="*/ 12 w 23"/>
                <a:gd name="T67" fmla="*/ 21 h 25"/>
                <a:gd name="T68" fmla="*/ 12 w 23"/>
                <a:gd name="T69" fmla="*/ 22 h 25"/>
                <a:gd name="T70" fmla="*/ 12 w 23"/>
                <a:gd name="T71" fmla="*/ 22 h 25"/>
                <a:gd name="T72" fmla="*/ 15 w 23"/>
                <a:gd name="T73" fmla="*/ 24 h 25"/>
                <a:gd name="T74" fmla="*/ 17 w 23"/>
                <a:gd name="T75" fmla="*/ 24 h 25"/>
                <a:gd name="T76" fmla="*/ 23 w 23"/>
                <a:gd name="T77" fmla="*/ 17 h 25"/>
                <a:gd name="T78" fmla="*/ 19 w 23"/>
                <a:gd name="T79" fmla="*/ 18 h 25"/>
                <a:gd name="T80" fmla="*/ 19 w 23"/>
                <a:gd name="T81" fmla="*/ 17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3" h="25">
                  <a:moveTo>
                    <a:pt x="19" y="17"/>
                  </a:moveTo>
                  <a:cubicBezTo>
                    <a:pt x="19" y="17"/>
                    <a:pt x="20" y="17"/>
                    <a:pt x="20" y="16"/>
                  </a:cubicBezTo>
                  <a:cubicBezTo>
                    <a:pt x="21" y="16"/>
                    <a:pt x="22" y="16"/>
                    <a:pt x="22" y="16"/>
                  </a:cubicBezTo>
                  <a:cubicBezTo>
                    <a:pt x="23" y="15"/>
                    <a:pt x="23" y="14"/>
                    <a:pt x="23" y="13"/>
                  </a:cubicBezTo>
                  <a:cubicBezTo>
                    <a:pt x="22" y="11"/>
                    <a:pt x="22" y="9"/>
                    <a:pt x="22" y="7"/>
                  </a:cubicBezTo>
                  <a:cubicBezTo>
                    <a:pt x="20" y="9"/>
                    <a:pt x="17" y="9"/>
                    <a:pt x="17" y="12"/>
                  </a:cubicBezTo>
                  <a:cubicBezTo>
                    <a:pt x="17" y="12"/>
                    <a:pt x="16" y="14"/>
                    <a:pt x="15" y="14"/>
                  </a:cubicBezTo>
                  <a:cubicBezTo>
                    <a:pt x="14" y="13"/>
                    <a:pt x="15" y="12"/>
                    <a:pt x="15" y="12"/>
                  </a:cubicBezTo>
                  <a:cubicBezTo>
                    <a:pt x="16" y="11"/>
                    <a:pt x="17" y="10"/>
                    <a:pt x="17" y="8"/>
                  </a:cubicBezTo>
                  <a:cubicBezTo>
                    <a:pt x="17" y="7"/>
                    <a:pt x="16" y="6"/>
                    <a:pt x="15" y="5"/>
                  </a:cubicBezTo>
                  <a:cubicBezTo>
                    <a:pt x="14" y="3"/>
                    <a:pt x="12" y="2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0" y="2"/>
                    <a:pt x="8" y="3"/>
                    <a:pt x="7" y="5"/>
                  </a:cubicBezTo>
                  <a:cubicBezTo>
                    <a:pt x="6" y="6"/>
                    <a:pt x="5" y="7"/>
                    <a:pt x="5" y="8"/>
                  </a:cubicBezTo>
                  <a:cubicBezTo>
                    <a:pt x="5" y="10"/>
                    <a:pt x="6" y="11"/>
                    <a:pt x="7" y="12"/>
                  </a:cubicBezTo>
                  <a:cubicBezTo>
                    <a:pt x="7" y="12"/>
                    <a:pt x="8" y="13"/>
                    <a:pt x="7" y="14"/>
                  </a:cubicBezTo>
                  <a:cubicBezTo>
                    <a:pt x="6" y="14"/>
                    <a:pt x="6" y="12"/>
                    <a:pt x="5" y="12"/>
                  </a:cubicBezTo>
                  <a:cubicBezTo>
                    <a:pt x="5" y="9"/>
                    <a:pt x="2" y="9"/>
                    <a:pt x="0" y="7"/>
                  </a:cubicBezTo>
                  <a:cubicBezTo>
                    <a:pt x="0" y="9"/>
                    <a:pt x="0" y="11"/>
                    <a:pt x="0" y="13"/>
                  </a:cubicBezTo>
                  <a:cubicBezTo>
                    <a:pt x="0" y="14"/>
                    <a:pt x="0" y="15"/>
                    <a:pt x="0" y="16"/>
                  </a:cubicBezTo>
                  <a:cubicBezTo>
                    <a:pt x="1" y="16"/>
                    <a:pt x="1" y="16"/>
                    <a:pt x="2" y="16"/>
                  </a:cubicBezTo>
                  <a:cubicBezTo>
                    <a:pt x="2" y="17"/>
                    <a:pt x="3" y="17"/>
                    <a:pt x="4" y="17"/>
                  </a:cubicBezTo>
                  <a:cubicBezTo>
                    <a:pt x="4" y="18"/>
                    <a:pt x="4" y="18"/>
                    <a:pt x="3" y="18"/>
                  </a:cubicBezTo>
                  <a:cubicBezTo>
                    <a:pt x="2" y="18"/>
                    <a:pt x="1" y="17"/>
                    <a:pt x="0" y="17"/>
                  </a:cubicBezTo>
                  <a:cubicBezTo>
                    <a:pt x="0" y="20"/>
                    <a:pt x="2" y="23"/>
                    <a:pt x="5" y="24"/>
                  </a:cubicBezTo>
                  <a:cubicBezTo>
                    <a:pt x="6" y="25"/>
                    <a:pt x="6" y="25"/>
                    <a:pt x="7" y="24"/>
                  </a:cubicBezTo>
                  <a:cubicBezTo>
                    <a:pt x="8" y="23"/>
                    <a:pt x="9" y="23"/>
                    <a:pt x="10" y="22"/>
                  </a:cubicBezTo>
                  <a:cubicBezTo>
                    <a:pt x="10" y="22"/>
                    <a:pt x="10" y="23"/>
                    <a:pt x="11" y="22"/>
                  </a:cubicBezTo>
                  <a:cubicBezTo>
                    <a:pt x="11" y="22"/>
                    <a:pt x="11" y="21"/>
                    <a:pt x="11" y="21"/>
                  </a:cubicBezTo>
                  <a:cubicBezTo>
                    <a:pt x="11" y="17"/>
                    <a:pt x="11" y="15"/>
                    <a:pt x="11" y="11"/>
                  </a:cubicBezTo>
                  <a:cubicBezTo>
                    <a:pt x="11" y="15"/>
                    <a:pt x="12" y="17"/>
                    <a:pt x="12" y="21"/>
                  </a:cubicBezTo>
                  <a:cubicBezTo>
                    <a:pt x="12" y="21"/>
                    <a:pt x="12" y="22"/>
                    <a:pt x="12" y="22"/>
                  </a:cubicBezTo>
                  <a:cubicBezTo>
                    <a:pt x="12" y="23"/>
                    <a:pt x="12" y="22"/>
                    <a:pt x="12" y="22"/>
                  </a:cubicBezTo>
                  <a:cubicBezTo>
                    <a:pt x="13" y="23"/>
                    <a:pt x="14" y="23"/>
                    <a:pt x="15" y="24"/>
                  </a:cubicBezTo>
                  <a:cubicBezTo>
                    <a:pt x="16" y="25"/>
                    <a:pt x="16" y="25"/>
                    <a:pt x="17" y="24"/>
                  </a:cubicBezTo>
                  <a:cubicBezTo>
                    <a:pt x="20" y="23"/>
                    <a:pt x="22" y="20"/>
                    <a:pt x="23" y="17"/>
                  </a:cubicBezTo>
                  <a:cubicBezTo>
                    <a:pt x="21" y="17"/>
                    <a:pt x="20" y="18"/>
                    <a:pt x="19" y="18"/>
                  </a:cubicBezTo>
                  <a:cubicBezTo>
                    <a:pt x="18" y="18"/>
                    <a:pt x="18" y="18"/>
                    <a:pt x="19" y="17"/>
                  </a:cubicBez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lc="http://schemas.openxmlformats.org/drawingml/2006/lockedCanvas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106" name="Group 132"/>
            <p:cNvGrpSpPr/>
            <p:nvPr/>
          </p:nvGrpSpPr>
          <p:grpSpPr>
            <a:xfrm>
              <a:off x="2569358" y="623032"/>
              <a:ext cx="4000972" cy="3975239"/>
              <a:chOff x="2569358" y="623032"/>
              <a:chExt cx="4000972" cy="3975239"/>
            </a:xfrm>
            <a:solidFill>
              <a:schemeClr val="bg1">
                <a:lumMod val="95000"/>
              </a:schemeClr>
            </a:solidFill>
          </p:grpSpPr>
          <p:sp>
            <p:nvSpPr>
              <p:cNvPr id="107" name="Freeform: Shape 133"/>
              <p:cNvSpPr>
                <a:spLocks/>
              </p:cNvSpPr>
              <p:nvPr/>
            </p:nvSpPr>
            <p:spPr bwMode="auto">
              <a:xfrm>
                <a:off x="6256624" y="2680500"/>
                <a:ext cx="300226" cy="301452"/>
              </a:xfrm>
              <a:custGeom>
                <a:avLst/>
                <a:gdLst>
                  <a:gd name="T0" fmla="*/ 67 w 68"/>
                  <a:gd name="T1" fmla="*/ 26 h 68"/>
                  <a:gd name="T2" fmla="*/ 53 w 68"/>
                  <a:gd name="T3" fmla="*/ 32 h 68"/>
                  <a:gd name="T4" fmla="*/ 48 w 68"/>
                  <a:gd name="T5" fmla="*/ 32 h 68"/>
                  <a:gd name="T6" fmla="*/ 45 w 68"/>
                  <a:gd name="T7" fmla="*/ 25 h 68"/>
                  <a:gd name="T8" fmla="*/ 49 w 68"/>
                  <a:gd name="T9" fmla="*/ 21 h 68"/>
                  <a:gd name="T10" fmla="*/ 63 w 68"/>
                  <a:gd name="T11" fmla="*/ 16 h 68"/>
                  <a:gd name="T12" fmla="*/ 56 w 68"/>
                  <a:gd name="T13" fmla="*/ 8 h 68"/>
                  <a:gd name="T14" fmla="*/ 48 w 68"/>
                  <a:gd name="T15" fmla="*/ 5 h 68"/>
                  <a:gd name="T16" fmla="*/ 46 w 68"/>
                  <a:gd name="T17" fmla="*/ 16 h 68"/>
                  <a:gd name="T18" fmla="*/ 40 w 68"/>
                  <a:gd name="T19" fmla="*/ 25 h 68"/>
                  <a:gd name="T20" fmla="*/ 40 w 68"/>
                  <a:gd name="T21" fmla="*/ 15 h 68"/>
                  <a:gd name="T22" fmla="*/ 36 w 68"/>
                  <a:gd name="T23" fmla="*/ 12 h 68"/>
                  <a:gd name="T24" fmla="*/ 36 w 68"/>
                  <a:gd name="T25" fmla="*/ 7 h 68"/>
                  <a:gd name="T26" fmla="*/ 32 w 68"/>
                  <a:gd name="T27" fmla="*/ 7 h 68"/>
                  <a:gd name="T28" fmla="*/ 32 w 68"/>
                  <a:gd name="T29" fmla="*/ 12 h 68"/>
                  <a:gd name="T30" fmla="*/ 27 w 68"/>
                  <a:gd name="T31" fmla="*/ 15 h 68"/>
                  <a:gd name="T32" fmla="*/ 28 w 68"/>
                  <a:gd name="T33" fmla="*/ 25 h 68"/>
                  <a:gd name="T34" fmla="*/ 21 w 68"/>
                  <a:gd name="T35" fmla="*/ 16 h 68"/>
                  <a:gd name="T36" fmla="*/ 20 w 68"/>
                  <a:gd name="T37" fmla="*/ 5 h 68"/>
                  <a:gd name="T38" fmla="*/ 11 w 68"/>
                  <a:gd name="T39" fmla="*/ 8 h 68"/>
                  <a:gd name="T40" fmla="*/ 5 w 68"/>
                  <a:gd name="T41" fmla="*/ 16 h 68"/>
                  <a:gd name="T42" fmla="*/ 19 w 68"/>
                  <a:gd name="T43" fmla="*/ 21 h 68"/>
                  <a:gd name="T44" fmla="*/ 22 w 68"/>
                  <a:gd name="T45" fmla="*/ 25 h 68"/>
                  <a:gd name="T46" fmla="*/ 20 w 68"/>
                  <a:gd name="T47" fmla="*/ 32 h 68"/>
                  <a:gd name="T48" fmla="*/ 14 w 68"/>
                  <a:gd name="T49" fmla="*/ 32 h 68"/>
                  <a:gd name="T50" fmla="*/ 1 w 68"/>
                  <a:gd name="T51" fmla="*/ 26 h 68"/>
                  <a:gd name="T52" fmla="*/ 0 w 68"/>
                  <a:gd name="T53" fmla="*/ 36 h 68"/>
                  <a:gd name="T54" fmla="*/ 3 w 68"/>
                  <a:gd name="T55" fmla="*/ 44 h 68"/>
                  <a:gd name="T56" fmla="*/ 12 w 68"/>
                  <a:gd name="T57" fmla="*/ 38 h 68"/>
                  <a:gd name="T58" fmla="*/ 23 w 68"/>
                  <a:gd name="T59" fmla="*/ 36 h 68"/>
                  <a:gd name="T60" fmla="*/ 16 w 68"/>
                  <a:gd name="T61" fmla="*/ 42 h 68"/>
                  <a:gd name="T62" fmla="*/ 17 w 68"/>
                  <a:gd name="T63" fmla="*/ 48 h 68"/>
                  <a:gd name="T64" fmla="*/ 13 w 68"/>
                  <a:gd name="T65" fmla="*/ 52 h 68"/>
                  <a:gd name="T66" fmla="*/ 16 w 68"/>
                  <a:gd name="T67" fmla="*/ 54 h 68"/>
                  <a:gd name="T68" fmla="*/ 20 w 68"/>
                  <a:gd name="T69" fmla="*/ 50 h 68"/>
                  <a:gd name="T70" fmla="*/ 25 w 68"/>
                  <a:gd name="T71" fmla="*/ 52 h 68"/>
                  <a:gd name="T72" fmla="*/ 32 w 68"/>
                  <a:gd name="T73" fmla="*/ 44 h 68"/>
                  <a:gd name="T74" fmla="*/ 30 w 68"/>
                  <a:gd name="T75" fmla="*/ 55 h 68"/>
                  <a:gd name="T76" fmla="*/ 23 w 68"/>
                  <a:gd name="T77" fmla="*/ 64 h 68"/>
                  <a:gd name="T78" fmla="*/ 32 w 68"/>
                  <a:gd name="T79" fmla="*/ 68 h 68"/>
                  <a:gd name="T80" fmla="*/ 42 w 68"/>
                  <a:gd name="T81" fmla="*/ 67 h 68"/>
                  <a:gd name="T82" fmla="*/ 36 w 68"/>
                  <a:gd name="T83" fmla="*/ 53 h 68"/>
                  <a:gd name="T84" fmla="*/ 36 w 68"/>
                  <a:gd name="T85" fmla="*/ 48 h 68"/>
                  <a:gd name="T86" fmla="*/ 42 w 68"/>
                  <a:gd name="T87" fmla="*/ 45 h 68"/>
                  <a:gd name="T88" fmla="*/ 46 w 68"/>
                  <a:gd name="T89" fmla="*/ 49 h 68"/>
                  <a:gd name="T90" fmla="*/ 52 w 68"/>
                  <a:gd name="T91" fmla="*/ 63 h 68"/>
                  <a:gd name="T92" fmla="*/ 59 w 68"/>
                  <a:gd name="T93" fmla="*/ 56 h 68"/>
                  <a:gd name="T94" fmla="*/ 63 w 68"/>
                  <a:gd name="T95" fmla="*/ 48 h 68"/>
                  <a:gd name="T96" fmla="*/ 52 w 68"/>
                  <a:gd name="T97" fmla="*/ 46 h 68"/>
                  <a:gd name="T98" fmla="*/ 42 w 68"/>
                  <a:gd name="T99" fmla="*/ 40 h 68"/>
                  <a:gd name="T100" fmla="*/ 53 w 68"/>
                  <a:gd name="T101" fmla="*/ 40 h 68"/>
                  <a:gd name="T102" fmla="*/ 55 w 68"/>
                  <a:gd name="T103" fmla="*/ 36 h 68"/>
                  <a:gd name="T104" fmla="*/ 61 w 68"/>
                  <a:gd name="T105" fmla="*/ 36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68" h="68">
                    <a:moveTo>
                      <a:pt x="68" y="32"/>
                    </a:moveTo>
                    <a:cubicBezTo>
                      <a:pt x="61" y="32"/>
                      <a:pt x="61" y="32"/>
                      <a:pt x="61" y="32"/>
                    </a:cubicBezTo>
                    <a:cubicBezTo>
                      <a:pt x="67" y="26"/>
                      <a:pt x="67" y="26"/>
                      <a:pt x="67" y="26"/>
                    </a:cubicBezTo>
                    <a:cubicBezTo>
                      <a:pt x="64" y="23"/>
                      <a:pt x="64" y="23"/>
                      <a:pt x="64" y="23"/>
                    </a:cubicBezTo>
                    <a:cubicBezTo>
                      <a:pt x="55" y="32"/>
                      <a:pt x="55" y="32"/>
                      <a:pt x="55" y="32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5" y="30"/>
                      <a:pt x="55" y="30"/>
                      <a:pt x="55" y="30"/>
                    </a:cubicBezTo>
                    <a:cubicBezTo>
                      <a:pt x="53" y="27"/>
                      <a:pt x="53" y="27"/>
                      <a:pt x="53" y="27"/>
                    </a:cubicBezTo>
                    <a:cubicBezTo>
                      <a:pt x="48" y="32"/>
                      <a:pt x="48" y="32"/>
                      <a:pt x="48" y="32"/>
                    </a:cubicBezTo>
                    <a:cubicBezTo>
                      <a:pt x="44" y="32"/>
                      <a:pt x="44" y="32"/>
                      <a:pt x="44" y="32"/>
                    </a:cubicBezTo>
                    <a:cubicBezTo>
                      <a:pt x="44" y="30"/>
                      <a:pt x="43" y="29"/>
                      <a:pt x="42" y="28"/>
                    </a:cubicBezTo>
                    <a:cubicBezTo>
                      <a:pt x="45" y="25"/>
                      <a:pt x="45" y="25"/>
                      <a:pt x="45" y="25"/>
                    </a:cubicBezTo>
                    <a:cubicBezTo>
                      <a:pt x="52" y="25"/>
                      <a:pt x="52" y="25"/>
                      <a:pt x="52" y="25"/>
                    </a:cubicBezTo>
                    <a:cubicBezTo>
                      <a:pt x="52" y="21"/>
                      <a:pt x="52" y="21"/>
                      <a:pt x="52" y="21"/>
                    </a:cubicBezTo>
                    <a:cubicBezTo>
                      <a:pt x="49" y="21"/>
                      <a:pt x="49" y="21"/>
                      <a:pt x="49" y="21"/>
                    </a:cubicBezTo>
                    <a:cubicBezTo>
                      <a:pt x="50" y="20"/>
                      <a:pt x="50" y="20"/>
                      <a:pt x="50" y="20"/>
                    </a:cubicBezTo>
                    <a:cubicBezTo>
                      <a:pt x="63" y="20"/>
                      <a:pt x="63" y="20"/>
                      <a:pt x="63" y="20"/>
                    </a:cubicBezTo>
                    <a:cubicBezTo>
                      <a:pt x="63" y="16"/>
                      <a:pt x="63" y="16"/>
                      <a:pt x="63" y="16"/>
                    </a:cubicBezTo>
                    <a:cubicBezTo>
                      <a:pt x="54" y="16"/>
                      <a:pt x="54" y="16"/>
                      <a:pt x="54" y="16"/>
                    </a:cubicBezTo>
                    <a:cubicBezTo>
                      <a:pt x="59" y="11"/>
                      <a:pt x="59" y="11"/>
                      <a:pt x="59" y="11"/>
                    </a:cubicBezTo>
                    <a:cubicBezTo>
                      <a:pt x="56" y="8"/>
                      <a:pt x="56" y="8"/>
                      <a:pt x="56" y="8"/>
                    </a:cubicBezTo>
                    <a:cubicBezTo>
                      <a:pt x="52" y="13"/>
                      <a:pt x="52" y="13"/>
                      <a:pt x="52" y="13"/>
                    </a:cubicBezTo>
                    <a:cubicBezTo>
                      <a:pt x="52" y="5"/>
                      <a:pt x="52" y="5"/>
                      <a:pt x="52" y="5"/>
                    </a:cubicBezTo>
                    <a:cubicBezTo>
                      <a:pt x="48" y="5"/>
                      <a:pt x="48" y="5"/>
                      <a:pt x="48" y="5"/>
                    </a:cubicBezTo>
                    <a:cubicBezTo>
                      <a:pt x="48" y="17"/>
                      <a:pt x="48" y="17"/>
                      <a:pt x="48" y="17"/>
                    </a:cubicBezTo>
                    <a:cubicBezTo>
                      <a:pt x="46" y="19"/>
                      <a:pt x="46" y="19"/>
                      <a:pt x="46" y="19"/>
                    </a:cubicBezTo>
                    <a:cubicBezTo>
                      <a:pt x="46" y="16"/>
                      <a:pt x="46" y="16"/>
                      <a:pt x="46" y="16"/>
                    </a:cubicBezTo>
                    <a:cubicBezTo>
                      <a:pt x="42" y="16"/>
                      <a:pt x="42" y="16"/>
                      <a:pt x="42" y="16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38" y="24"/>
                      <a:pt x="37" y="24"/>
                      <a:pt x="36" y="23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38" y="12"/>
                      <a:pt x="38" y="12"/>
                      <a:pt x="38" y="12"/>
                    </a:cubicBezTo>
                    <a:cubicBezTo>
                      <a:pt x="36" y="14"/>
                      <a:pt x="36" y="14"/>
                      <a:pt x="36" y="14"/>
                    </a:cubicBezTo>
                    <a:cubicBezTo>
                      <a:pt x="36" y="12"/>
                      <a:pt x="36" y="12"/>
                      <a:pt x="36" y="12"/>
                    </a:cubicBezTo>
                    <a:cubicBezTo>
                      <a:pt x="44" y="3"/>
                      <a:pt x="44" y="3"/>
                      <a:pt x="44" y="3"/>
                    </a:cubicBezTo>
                    <a:cubicBezTo>
                      <a:pt x="42" y="1"/>
                      <a:pt x="42" y="1"/>
                      <a:pt x="42" y="1"/>
                    </a:cubicBezTo>
                    <a:cubicBezTo>
                      <a:pt x="36" y="7"/>
                      <a:pt x="36" y="7"/>
                      <a:pt x="36" y="7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32" y="7"/>
                      <a:pt x="32" y="7"/>
                      <a:pt x="32" y="7"/>
                    </a:cubicBezTo>
                    <a:cubicBezTo>
                      <a:pt x="26" y="1"/>
                      <a:pt x="26" y="1"/>
                      <a:pt x="26" y="1"/>
                    </a:cubicBezTo>
                    <a:cubicBezTo>
                      <a:pt x="23" y="3"/>
                      <a:pt x="23" y="3"/>
                      <a:pt x="23" y="3"/>
                    </a:cubicBezTo>
                    <a:cubicBezTo>
                      <a:pt x="32" y="12"/>
                      <a:pt x="32" y="12"/>
                      <a:pt x="32" y="12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0" y="12"/>
                      <a:pt x="30" y="12"/>
                      <a:pt x="30" y="12"/>
                    </a:cubicBezTo>
                    <a:cubicBezTo>
                      <a:pt x="27" y="15"/>
                      <a:pt x="27" y="15"/>
                      <a:pt x="27" y="15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23"/>
                      <a:pt x="32" y="23"/>
                      <a:pt x="32" y="23"/>
                    </a:cubicBezTo>
                    <a:cubicBezTo>
                      <a:pt x="30" y="24"/>
                      <a:pt x="29" y="24"/>
                      <a:pt x="28" y="25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1" y="16"/>
                      <a:pt x="21" y="16"/>
                      <a:pt x="21" y="16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20" y="5"/>
                      <a:pt x="20" y="5"/>
                      <a:pt x="20" y="5"/>
                    </a:cubicBezTo>
                    <a:cubicBezTo>
                      <a:pt x="16" y="5"/>
                      <a:pt x="16" y="5"/>
                      <a:pt x="16" y="5"/>
                    </a:cubicBezTo>
                    <a:cubicBezTo>
                      <a:pt x="16" y="13"/>
                      <a:pt x="16" y="13"/>
                      <a:pt x="16" y="13"/>
                    </a:cubicBezTo>
                    <a:cubicBezTo>
                      <a:pt x="11" y="8"/>
                      <a:pt x="11" y="8"/>
                      <a:pt x="11" y="8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22" y="25"/>
                      <a:pt x="22" y="25"/>
                      <a:pt x="22" y="25"/>
                    </a:cubicBezTo>
                    <a:cubicBezTo>
                      <a:pt x="25" y="28"/>
                      <a:pt x="25" y="28"/>
                      <a:pt x="25" y="28"/>
                    </a:cubicBezTo>
                    <a:cubicBezTo>
                      <a:pt x="24" y="29"/>
                      <a:pt x="24" y="30"/>
                      <a:pt x="23" y="32"/>
                    </a:cubicBezTo>
                    <a:cubicBezTo>
                      <a:pt x="20" y="32"/>
                      <a:pt x="20" y="32"/>
                      <a:pt x="20" y="32"/>
                    </a:cubicBezTo>
                    <a:cubicBezTo>
                      <a:pt x="15" y="27"/>
                      <a:pt x="15" y="27"/>
                      <a:pt x="15" y="27"/>
                    </a:cubicBezTo>
                    <a:cubicBezTo>
                      <a:pt x="12" y="30"/>
                      <a:pt x="12" y="30"/>
                      <a:pt x="12" y="30"/>
                    </a:cubicBezTo>
                    <a:cubicBezTo>
                      <a:pt x="14" y="32"/>
                      <a:pt x="14" y="32"/>
                      <a:pt x="14" y="32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7" y="32"/>
                      <a:pt x="7" y="32"/>
                      <a:pt x="7" y="32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1" y="42"/>
                      <a:pt x="1" y="42"/>
                      <a:pt x="1" y="42"/>
                    </a:cubicBezTo>
                    <a:cubicBezTo>
                      <a:pt x="3" y="44"/>
                      <a:pt x="3" y="44"/>
                      <a:pt x="3" y="44"/>
                    </a:cubicBezTo>
                    <a:cubicBezTo>
                      <a:pt x="12" y="36"/>
                      <a:pt x="12" y="36"/>
                      <a:pt x="12" y="36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2" y="38"/>
                      <a:pt x="12" y="38"/>
                      <a:pt x="12" y="38"/>
                    </a:cubicBezTo>
                    <a:cubicBezTo>
                      <a:pt x="15" y="40"/>
                      <a:pt x="15" y="40"/>
                      <a:pt x="15" y="40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23" y="36"/>
                      <a:pt x="23" y="36"/>
                      <a:pt x="23" y="36"/>
                    </a:cubicBezTo>
                    <a:cubicBezTo>
                      <a:pt x="24" y="37"/>
                      <a:pt x="24" y="38"/>
                      <a:pt x="25" y="40"/>
                    </a:cubicBezTo>
                    <a:cubicBezTo>
                      <a:pt x="22" y="42"/>
                      <a:pt x="22" y="42"/>
                      <a:pt x="22" y="42"/>
                    </a:cubicBezTo>
                    <a:cubicBezTo>
                      <a:pt x="16" y="42"/>
                      <a:pt x="16" y="42"/>
                      <a:pt x="16" y="42"/>
                    </a:cubicBezTo>
                    <a:cubicBezTo>
                      <a:pt x="16" y="46"/>
                      <a:pt x="16" y="46"/>
                      <a:pt x="16" y="46"/>
                    </a:cubicBezTo>
                    <a:cubicBezTo>
                      <a:pt x="19" y="46"/>
                      <a:pt x="19" y="46"/>
                      <a:pt x="19" y="46"/>
                    </a:cubicBezTo>
                    <a:cubicBezTo>
                      <a:pt x="17" y="48"/>
                      <a:pt x="17" y="48"/>
                      <a:pt x="17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5" y="52"/>
                      <a:pt x="5" y="52"/>
                      <a:pt x="5" y="52"/>
                    </a:cubicBezTo>
                    <a:cubicBezTo>
                      <a:pt x="13" y="52"/>
                      <a:pt x="13" y="52"/>
                      <a:pt x="13" y="52"/>
                    </a:cubicBezTo>
                    <a:cubicBezTo>
                      <a:pt x="8" y="56"/>
                      <a:pt x="8" y="56"/>
                      <a:pt x="8" y="56"/>
                    </a:cubicBezTo>
                    <a:cubicBezTo>
                      <a:pt x="11" y="59"/>
                      <a:pt x="11" y="59"/>
                      <a:pt x="11" y="59"/>
                    </a:cubicBezTo>
                    <a:cubicBezTo>
                      <a:pt x="16" y="54"/>
                      <a:pt x="16" y="54"/>
                      <a:pt x="16" y="54"/>
                    </a:cubicBezTo>
                    <a:cubicBezTo>
                      <a:pt x="16" y="63"/>
                      <a:pt x="16" y="63"/>
                      <a:pt x="16" y="63"/>
                    </a:cubicBezTo>
                    <a:cubicBezTo>
                      <a:pt x="20" y="63"/>
                      <a:pt x="20" y="63"/>
                      <a:pt x="20" y="63"/>
                    </a:cubicBezTo>
                    <a:cubicBezTo>
                      <a:pt x="20" y="50"/>
                      <a:pt x="20" y="50"/>
                      <a:pt x="20" y="50"/>
                    </a:cubicBezTo>
                    <a:cubicBezTo>
                      <a:pt x="21" y="49"/>
                      <a:pt x="21" y="49"/>
                      <a:pt x="21" y="49"/>
                    </a:cubicBezTo>
                    <a:cubicBezTo>
                      <a:pt x="21" y="52"/>
                      <a:pt x="21" y="52"/>
                      <a:pt x="21" y="52"/>
                    </a:cubicBezTo>
                    <a:cubicBezTo>
                      <a:pt x="25" y="52"/>
                      <a:pt x="25" y="52"/>
                      <a:pt x="25" y="52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8" y="42"/>
                      <a:pt x="28" y="42"/>
                      <a:pt x="28" y="42"/>
                    </a:cubicBezTo>
                    <a:cubicBezTo>
                      <a:pt x="29" y="43"/>
                      <a:pt x="30" y="44"/>
                      <a:pt x="32" y="44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27" y="53"/>
                      <a:pt x="27" y="53"/>
                      <a:pt x="27" y="53"/>
                    </a:cubicBezTo>
                    <a:cubicBezTo>
                      <a:pt x="30" y="55"/>
                      <a:pt x="30" y="55"/>
                      <a:pt x="30" y="55"/>
                    </a:cubicBezTo>
                    <a:cubicBezTo>
                      <a:pt x="32" y="53"/>
                      <a:pt x="32" y="53"/>
                      <a:pt x="32" y="53"/>
                    </a:cubicBezTo>
                    <a:cubicBezTo>
                      <a:pt x="32" y="55"/>
                      <a:pt x="32" y="55"/>
                      <a:pt x="32" y="55"/>
                    </a:cubicBezTo>
                    <a:cubicBezTo>
                      <a:pt x="23" y="64"/>
                      <a:pt x="23" y="64"/>
                      <a:pt x="23" y="64"/>
                    </a:cubicBezTo>
                    <a:cubicBezTo>
                      <a:pt x="26" y="67"/>
                      <a:pt x="26" y="67"/>
                      <a:pt x="26" y="67"/>
                    </a:cubicBezTo>
                    <a:cubicBezTo>
                      <a:pt x="32" y="61"/>
                      <a:pt x="32" y="61"/>
                      <a:pt x="32" y="61"/>
                    </a:cubicBezTo>
                    <a:cubicBezTo>
                      <a:pt x="32" y="68"/>
                      <a:pt x="32" y="68"/>
                      <a:pt x="32" y="68"/>
                    </a:cubicBezTo>
                    <a:cubicBezTo>
                      <a:pt x="36" y="68"/>
                      <a:pt x="36" y="68"/>
                      <a:pt x="36" y="68"/>
                    </a:cubicBezTo>
                    <a:cubicBezTo>
                      <a:pt x="36" y="61"/>
                      <a:pt x="36" y="61"/>
                      <a:pt x="36" y="61"/>
                    </a:cubicBezTo>
                    <a:cubicBezTo>
                      <a:pt x="42" y="67"/>
                      <a:pt x="42" y="67"/>
                      <a:pt x="42" y="67"/>
                    </a:cubicBezTo>
                    <a:cubicBezTo>
                      <a:pt x="44" y="64"/>
                      <a:pt x="44" y="64"/>
                      <a:pt x="44" y="64"/>
                    </a:cubicBezTo>
                    <a:cubicBezTo>
                      <a:pt x="36" y="55"/>
                      <a:pt x="36" y="55"/>
                      <a:pt x="36" y="55"/>
                    </a:cubicBezTo>
                    <a:cubicBezTo>
                      <a:pt x="36" y="53"/>
                      <a:pt x="36" y="53"/>
                      <a:pt x="36" y="53"/>
                    </a:cubicBezTo>
                    <a:cubicBezTo>
                      <a:pt x="38" y="55"/>
                      <a:pt x="38" y="55"/>
                      <a:pt x="38" y="55"/>
                    </a:cubicBezTo>
                    <a:cubicBezTo>
                      <a:pt x="40" y="53"/>
                      <a:pt x="40" y="53"/>
                      <a:pt x="40" y="53"/>
                    </a:cubicBezTo>
                    <a:cubicBezTo>
                      <a:pt x="36" y="48"/>
                      <a:pt x="36" y="48"/>
                      <a:pt x="36" y="48"/>
                    </a:cubicBezTo>
                    <a:cubicBezTo>
                      <a:pt x="36" y="44"/>
                      <a:pt x="36" y="44"/>
                      <a:pt x="36" y="44"/>
                    </a:cubicBezTo>
                    <a:cubicBezTo>
                      <a:pt x="37" y="44"/>
                      <a:pt x="38" y="43"/>
                      <a:pt x="40" y="42"/>
                    </a:cubicBezTo>
                    <a:cubicBezTo>
                      <a:pt x="42" y="45"/>
                      <a:pt x="42" y="45"/>
                      <a:pt x="42" y="45"/>
                    </a:cubicBezTo>
                    <a:cubicBezTo>
                      <a:pt x="42" y="52"/>
                      <a:pt x="42" y="52"/>
                      <a:pt x="42" y="52"/>
                    </a:cubicBezTo>
                    <a:cubicBezTo>
                      <a:pt x="46" y="52"/>
                      <a:pt x="46" y="52"/>
                      <a:pt x="46" y="52"/>
                    </a:cubicBezTo>
                    <a:cubicBezTo>
                      <a:pt x="46" y="49"/>
                      <a:pt x="46" y="49"/>
                      <a:pt x="46" y="49"/>
                    </a:cubicBezTo>
                    <a:cubicBezTo>
                      <a:pt x="48" y="50"/>
                      <a:pt x="48" y="50"/>
                      <a:pt x="48" y="50"/>
                    </a:cubicBezTo>
                    <a:cubicBezTo>
                      <a:pt x="48" y="63"/>
                      <a:pt x="48" y="63"/>
                      <a:pt x="48" y="63"/>
                    </a:cubicBezTo>
                    <a:cubicBezTo>
                      <a:pt x="52" y="63"/>
                      <a:pt x="52" y="63"/>
                      <a:pt x="52" y="63"/>
                    </a:cubicBezTo>
                    <a:cubicBezTo>
                      <a:pt x="52" y="54"/>
                      <a:pt x="52" y="54"/>
                      <a:pt x="52" y="54"/>
                    </a:cubicBezTo>
                    <a:cubicBezTo>
                      <a:pt x="56" y="59"/>
                      <a:pt x="56" y="59"/>
                      <a:pt x="56" y="59"/>
                    </a:cubicBezTo>
                    <a:cubicBezTo>
                      <a:pt x="59" y="56"/>
                      <a:pt x="59" y="56"/>
                      <a:pt x="59" y="56"/>
                    </a:cubicBezTo>
                    <a:cubicBezTo>
                      <a:pt x="54" y="52"/>
                      <a:pt x="54" y="52"/>
                      <a:pt x="54" y="52"/>
                    </a:cubicBezTo>
                    <a:cubicBezTo>
                      <a:pt x="63" y="52"/>
                      <a:pt x="63" y="52"/>
                      <a:pt x="63" y="52"/>
                    </a:cubicBezTo>
                    <a:cubicBezTo>
                      <a:pt x="63" y="48"/>
                      <a:pt x="63" y="48"/>
                      <a:pt x="63" y="48"/>
                    </a:cubicBezTo>
                    <a:cubicBezTo>
                      <a:pt x="50" y="48"/>
                      <a:pt x="50" y="48"/>
                      <a:pt x="50" y="48"/>
                    </a:cubicBezTo>
                    <a:cubicBezTo>
                      <a:pt x="49" y="46"/>
                      <a:pt x="49" y="46"/>
                      <a:pt x="49" y="46"/>
                    </a:cubicBezTo>
                    <a:cubicBezTo>
                      <a:pt x="52" y="46"/>
                      <a:pt x="52" y="46"/>
                      <a:pt x="52" y="46"/>
                    </a:cubicBezTo>
                    <a:cubicBezTo>
                      <a:pt x="52" y="42"/>
                      <a:pt x="52" y="42"/>
                      <a:pt x="52" y="42"/>
                    </a:cubicBezTo>
                    <a:cubicBezTo>
                      <a:pt x="45" y="42"/>
                      <a:pt x="45" y="42"/>
                      <a:pt x="45" y="42"/>
                    </a:cubicBezTo>
                    <a:cubicBezTo>
                      <a:pt x="42" y="40"/>
                      <a:pt x="42" y="40"/>
                      <a:pt x="42" y="40"/>
                    </a:cubicBezTo>
                    <a:cubicBezTo>
                      <a:pt x="43" y="38"/>
                      <a:pt x="44" y="37"/>
                      <a:pt x="44" y="36"/>
                    </a:cubicBezTo>
                    <a:cubicBezTo>
                      <a:pt x="48" y="36"/>
                      <a:pt x="48" y="36"/>
                      <a:pt x="48" y="36"/>
                    </a:cubicBezTo>
                    <a:cubicBezTo>
                      <a:pt x="53" y="40"/>
                      <a:pt x="53" y="40"/>
                      <a:pt x="53" y="40"/>
                    </a:cubicBezTo>
                    <a:cubicBezTo>
                      <a:pt x="55" y="38"/>
                      <a:pt x="55" y="38"/>
                      <a:pt x="55" y="38"/>
                    </a:cubicBezTo>
                    <a:cubicBezTo>
                      <a:pt x="53" y="36"/>
                      <a:pt x="53" y="36"/>
                      <a:pt x="53" y="36"/>
                    </a:cubicBezTo>
                    <a:cubicBezTo>
                      <a:pt x="55" y="36"/>
                      <a:pt x="55" y="36"/>
                      <a:pt x="55" y="36"/>
                    </a:cubicBezTo>
                    <a:cubicBezTo>
                      <a:pt x="64" y="44"/>
                      <a:pt x="64" y="44"/>
                      <a:pt x="64" y="44"/>
                    </a:cubicBezTo>
                    <a:cubicBezTo>
                      <a:pt x="67" y="42"/>
                      <a:pt x="67" y="42"/>
                      <a:pt x="67" y="42"/>
                    </a:cubicBezTo>
                    <a:cubicBezTo>
                      <a:pt x="61" y="36"/>
                      <a:pt x="61" y="36"/>
                      <a:pt x="61" y="36"/>
                    </a:cubicBezTo>
                    <a:cubicBezTo>
                      <a:pt x="68" y="36"/>
                      <a:pt x="68" y="36"/>
                      <a:pt x="68" y="36"/>
                    </a:cubicBezTo>
                    <a:lnTo>
                      <a:pt x="68" y="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8" name="Freeform: Shape 134"/>
              <p:cNvSpPr>
                <a:spLocks/>
              </p:cNvSpPr>
              <p:nvPr/>
            </p:nvSpPr>
            <p:spPr bwMode="auto">
              <a:xfrm>
                <a:off x="2582838" y="2159700"/>
                <a:ext cx="344341" cy="401935"/>
              </a:xfrm>
              <a:custGeom>
                <a:avLst/>
                <a:gdLst>
                  <a:gd name="T0" fmla="*/ 73 w 78"/>
                  <a:gd name="T1" fmla="*/ 84 h 91"/>
                  <a:gd name="T2" fmla="*/ 78 w 78"/>
                  <a:gd name="T3" fmla="*/ 16 h 91"/>
                  <a:gd name="T4" fmla="*/ 66 w 78"/>
                  <a:gd name="T5" fmla="*/ 12 h 91"/>
                  <a:gd name="T6" fmla="*/ 77 w 78"/>
                  <a:gd name="T7" fmla="*/ 1 h 91"/>
                  <a:gd name="T8" fmla="*/ 65 w 78"/>
                  <a:gd name="T9" fmla="*/ 7 h 91"/>
                  <a:gd name="T10" fmla="*/ 71 w 78"/>
                  <a:gd name="T11" fmla="*/ 23 h 91"/>
                  <a:gd name="T12" fmla="*/ 65 w 78"/>
                  <a:gd name="T13" fmla="*/ 63 h 91"/>
                  <a:gd name="T14" fmla="*/ 70 w 78"/>
                  <a:gd name="T15" fmla="*/ 74 h 91"/>
                  <a:gd name="T16" fmla="*/ 65 w 78"/>
                  <a:gd name="T17" fmla="*/ 91 h 91"/>
                  <a:gd name="T18" fmla="*/ 65 w 78"/>
                  <a:gd name="T19" fmla="*/ 7 h 91"/>
                  <a:gd name="T20" fmla="*/ 60 w 78"/>
                  <a:gd name="T21" fmla="*/ 8 h 91"/>
                  <a:gd name="T22" fmla="*/ 50 w 78"/>
                  <a:gd name="T23" fmla="*/ 4 h 91"/>
                  <a:gd name="T24" fmla="*/ 53 w 78"/>
                  <a:gd name="T25" fmla="*/ 12 h 91"/>
                  <a:gd name="T26" fmla="*/ 50 w 78"/>
                  <a:gd name="T27" fmla="*/ 16 h 91"/>
                  <a:gd name="T28" fmla="*/ 65 w 78"/>
                  <a:gd name="T29" fmla="*/ 23 h 91"/>
                  <a:gd name="T30" fmla="*/ 50 w 78"/>
                  <a:gd name="T31" fmla="*/ 84 h 91"/>
                  <a:gd name="T32" fmla="*/ 63 w 78"/>
                  <a:gd name="T33" fmla="*/ 91 h 91"/>
                  <a:gd name="T34" fmla="*/ 65 w 78"/>
                  <a:gd name="T35" fmla="*/ 78 h 91"/>
                  <a:gd name="T36" fmla="*/ 61 w 78"/>
                  <a:gd name="T37" fmla="*/ 74 h 91"/>
                  <a:gd name="T38" fmla="*/ 65 w 78"/>
                  <a:gd name="T39" fmla="*/ 69 h 91"/>
                  <a:gd name="T40" fmla="*/ 65 w 78"/>
                  <a:gd name="T41" fmla="*/ 63 h 91"/>
                  <a:gd name="T42" fmla="*/ 50 w 78"/>
                  <a:gd name="T43" fmla="*/ 69 h 91"/>
                  <a:gd name="T44" fmla="*/ 55 w 78"/>
                  <a:gd name="T45" fmla="*/ 74 h 91"/>
                  <a:gd name="T46" fmla="*/ 50 w 78"/>
                  <a:gd name="T47" fmla="*/ 78 h 91"/>
                  <a:gd name="T48" fmla="*/ 50 w 78"/>
                  <a:gd name="T49" fmla="*/ 84 h 91"/>
                  <a:gd name="T50" fmla="*/ 46 w 78"/>
                  <a:gd name="T51" fmla="*/ 0 h 91"/>
                  <a:gd name="T52" fmla="*/ 43 w 78"/>
                  <a:gd name="T53" fmla="*/ 4 h 91"/>
                  <a:gd name="T54" fmla="*/ 50 w 78"/>
                  <a:gd name="T55" fmla="*/ 4 h 91"/>
                  <a:gd name="T56" fmla="*/ 39 w 78"/>
                  <a:gd name="T57" fmla="*/ 16 h 91"/>
                  <a:gd name="T58" fmla="*/ 50 w 78"/>
                  <a:gd name="T59" fmla="*/ 23 h 91"/>
                  <a:gd name="T60" fmla="*/ 39 w 78"/>
                  <a:gd name="T61" fmla="*/ 84 h 91"/>
                  <a:gd name="T62" fmla="*/ 50 w 78"/>
                  <a:gd name="T63" fmla="*/ 78 h 91"/>
                  <a:gd name="T64" fmla="*/ 50 w 78"/>
                  <a:gd name="T65" fmla="*/ 69 h 91"/>
                  <a:gd name="T66" fmla="*/ 39 w 78"/>
                  <a:gd name="T67" fmla="*/ 63 h 91"/>
                  <a:gd name="T68" fmla="*/ 39 w 78"/>
                  <a:gd name="T69" fmla="*/ 16 h 91"/>
                  <a:gd name="T70" fmla="*/ 0 w 78"/>
                  <a:gd name="T71" fmla="*/ 84 h 91"/>
                  <a:gd name="T72" fmla="*/ 6 w 78"/>
                  <a:gd name="T73" fmla="*/ 91 h 91"/>
                  <a:gd name="T74" fmla="*/ 16 w 78"/>
                  <a:gd name="T75" fmla="*/ 84 h 91"/>
                  <a:gd name="T76" fmla="*/ 39 w 78"/>
                  <a:gd name="T77" fmla="*/ 63 h 91"/>
                  <a:gd name="T78" fmla="*/ 7 w 78"/>
                  <a:gd name="T79" fmla="*/ 23 h 91"/>
                  <a:gd name="T80" fmla="*/ 39 w 78"/>
                  <a:gd name="T81" fmla="*/ 23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8" h="91">
                    <a:moveTo>
                      <a:pt x="73" y="91"/>
                    </a:moveTo>
                    <a:cubicBezTo>
                      <a:pt x="73" y="84"/>
                      <a:pt x="73" y="84"/>
                      <a:pt x="73" y="84"/>
                    </a:cubicBezTo>
                    <a:cubicBezTo>
                      <a:pt x="78" y="84"/>
                      <a:pt x="78" y="84"/>
                      <a:pt x="78" y="84"/>
                    </a:cubicBezTo>
                    <a:cubicBezTo>
                      <a:pt x="78" y="16"/>
                      <a:pt x="78" y="16"/>
                      <a:pt x="78" y="16"/>
                    </a:cubicBezTo>
                    <a:cubicBezTo>
                      <a:pt x="67" y="16"/>
                      <a:pt x="67" y="16"/>
                      <a:pt x="67" y="16"/>
                    </a:cubicBezTo>
                    <a:cubicBezTo>
                      <a:pt x="67" y="15"/>
                      <a:pt x="67" y="13"/>
                      <a:pt x="66" y="12"/>
                    </a:cubicBezTo>
                    <a:cubicBezTo>
                      <a:pt x="77" y="4"/>
                      <a:pt x="77" y="4"/>
                      <a:pt x="77" y="4"/>
                    </a:cubicBezTo>
                    <a:cubicBezTo>
                      <a:pt x="78" y="3"/>
                      <a:pt x="78" y="2"/>
                      <a:pt x="77" y="1"/>
                    </a:cubicBezTo>
                    <a:cubicBezTo>
                      <a:pt x="76" y="0"/>
                      <a:pt x="75" y="0"/>
                      <a:pt x="74" y="0"/>
                    </a:cubicBezTo>
                    <a:cubicBezTo>
                      <a:pt x="65" y="7"/>
                      <a:pt x="65" y="7"/>
                      <a:pt x="65" y="7"/>
                    </a:cubicBezTo>
                    <a:cubicBezTo>
                      <a:pt x="65" y="23"/>
                      <a:pt x="65" y="23"/>
                      <a:pt x="65" y="23"/>
                    </a:cubicBezTo>
                    <a:cubicBezTo>
                      <a:pt x="71" y="23"/>
                      <a:pt x="71" y="23"/>
                      <a:pt x="71" y="23"/>
                    </a:cubicBezTo>
                    <a:cubicBezTo>
                      <a:pt x="71" y="63"/>
                      <a:pt x="71" y="63"/>
                      <a:pt x="71" y="63"/>
                    </a:cubicBezTo>
                    <a:cubicBezTo>
                      <a:pt x="65" y="63"/>
                      <a:pt x="65" y="63"/>
                      <a:pt x="65" y="63"/>
                    </a:cubicBezTo>
                    <a:cubicBezTo>
                      <a:pt x="65" y="69"/>
                      <a:pt x="65" y="69"/>
                      <a:pt x="65" y="69"/>
                    </a:cubicBezTo>
                    <a:cubicBezTo>
                      <a:pt x="68" y="69"/>
                      <a:pt x="70" y="71"/>
                      <a:pt x="70" y="74"/>
                    </a:cubicBezTo>
                    <a:cubicBezTo>
                      <a:pt x="70" y="76"/>
                      <a:pt x="68" y="78"/>
                      <a:pt x="65" y="78"/>
                    </a:cubicBezTo>
                    <a:cubicBezTo>
                      <a:pt x="65" y="91"/>
                      <a:pt x="65" y="91"/>
                      <a:pt x="65" y="91"/>
                    </a:cubicBezTo>
                    <a:lnTo>
                      <a:pt x="73" y="91"/>
                    </a:lnTo>
                    <a:close/>
                    <a:moveTo>
                      <a:pt x="65" y="7"/>
                    </a:moveTo>
                    <a:cubicBezTo>
                      <a:pt x="63" y="9"/>
                      <a:pt x="63" y="9"/>
                      <a:pt x="63" y="9"/>
                    </a:cubicBezTo>
                    <a:cubicBezTo>
                      <a:pt x="62" y="9"/>
                      <a:pt x="61" y="8"/>
                      <a:pt x="60" y="8"/>
                    </a:cubicBezTo>
                    <a:cubicBezTo>
                      <a:pt x="59" y="8"/>
                      <a:pt x="58" y="9"/>
                      <a:pt x="57" y="9"/>
                    </a:cubicBezTo>
                    <a:cubicBezTo>
                      <a:pt x="50" y="4"/>
                      <a:pt x="50" y="4"/>
                      <a:pt x="50" y="4"/>
                    </a:cubicBezTo>
                    <a:cubicBezTo>
                      <a:pt x="50" y="10"/>
                      <a:pt x="50" y="10"/>
                      <a:pt x="50" y="10"/>
                    </a:cubicBezTo>
                    <a:cubicBezTo>
                      <a:pt x="53" y="12"/>
                      <a:pt x="53" y="12"/>
                      <a:pt x="53" y="12"/>
                    </a:cubicBezTo>
                    <a:cubicBezTo>
                      <a:pt x="52" y="13"/>
                      <a:pt x="52" y="15"/>
                      <a:pt x="52" y="16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50" y="23"/>
                      <a:pt x="50" y="23"/>
                      <a:pt x="50" y="23"/>
                    </a:cubicBezTo>
                    <a:cubicBezTo>
                      <a:pt x="65" y="23"/>
                      <a:pt x="65" y="23"/>
                      <a:pt x="65" y="23"/>
                    </a:cubicBezTo>
                    <a:cubicBezTo>
                      <a:pt x="65" y="7"/>
                      <a:pt x="65" y="7"/>
                      <a:pt x="65" y="7"/>
                    </a:cubicBezTo>
                    <a:close/>
                    <a:moveTo>
                      <a:pt x="50" y="84"/>
                    </a:moveTo>
                    <a:cubicBezTo>
                      <a:pt x="63" y="84"/>
                      <a:pt x="63" y="84"/>
                      <a:pt x="63" y="84"/>
                    </a:cubicBezTo>
                    <a:cubicBezTo>
                      <a:pt x="63" y="91"/>
                      <a:pt x="63" y="91"/>
                      <a:pt x="63" y="91"/>
                    </a:cubicBezTo>
                    <a:cubicBezTo>
                      <a:pt x="65" y="91"/>
                      <a:pt x="65" y="91"/>
                      <a:pt x="65" y="91"/>
                    </a:cubicBezTo>
                    <a:cubicBezTo>
                      <a:pt x="65" y="78"/>
                      <a:pt x="65" y="78"/>
                      <a:pt x="65" y="78"/>
                    </a:cubicBezTo>
                    <a:cubicBezTo>
                      <a:pt x="65" y="78"/>
                      <a:pt x="65" y="78"/>
                      <a:pt x="65" y="78"/>
                    </a:cubicBezTo>
                    <a:cubicBezTo>
                      <a:pt x="63" y="78"/>
                      <a:pt x="61" y="76"/>
                      <a:pt x="61" y="74"/>
                    </a:cubicBezTo>
                    <a:cubicBezTo>
                      <a:pt x="61" y="74"/>
                      <a:pt x="61" y="74"/>
                      <a:pt x="61" y="74"/>
                    </a:cubicBezTo>
                    <a:cubicBezTo>
                      <a:pt x="61" y="71"/>
                      <a:pt x="63" y="69"/>
                      <a:pt x="65" y="69"/>
                    </a:cubicBezTo>
                    <a:cubicBezTo>
                      <a:pt x="65" y="69"/>
                      <a:pt x="65" y="69"/>
                      <a:pt x="65" y="69"/>
                    </a:cubicBezTo>
                    <a:cubicBezTo>
                      <a:pt x="65" y="63"/>
                      <a:pt x="65" y="63"/>
                      <a:pt x="65" y="63"/>
                    </a:cubicBezTo>
                    <a:cubicBezTo>
                      <a:pt x="50" y="63"/>
                      <a:pt x="50" y="63"/>
                      <a:pt x="50" y="63"/>
                    </a:cubicBezTo>
                    <a:cubicBezTo>
                      <a:pt x="50" y="69"/>
                      <a:pt x="50" y="69"/>
                      <a:pt x="50" y="69"/>
                    </a:cubicBezTo>
                    <a:cubicBezTo>
                      <a:pt x="50" y="69"/>
                      <a:pt x="50" y="69"/>
                      <a:pt x="50" y="69"/>
                    </a:cubicBezTo>
                    <a:cubicBezTo>
                      <a:pt x="53" y="69"/>
                      <a:pt x="55" y="71"/>
                      <a:pt x="55" y="74"/>
                    </a:cubicBezTo>
                    <a:cubicBezTo>
                      <a:pt x="55" y="76"/>
                      <a:pt x="53" y="78"/>
                      <a:pt x="50" y="78"/>
                    </a:cubicBezTo>
                    <a:cubicBezTo>
                      <a:pt x="50" y="78"/>
                      <a:pt x="50" y="78"/>
                      <a:pt x="50" y="78"/>
                    </a:cubicBezTo>
                    <a:cubicBezTo>
                      <a:pt x="50" y="78"/>
                      <a:pt x="50" y="78"/>
                      <a:pt x="50" y="78"/>
                    </a:cubicBezTo>
                    <a:lnTo>
                      <a:pt x="50" y="84"/>
                    </a:lnTo>
                    <a:close/>
                    <a:moveTo>
                      <a:pt x="50" y="4"/>
                    </a:moveTo>
                    <a:cubicBezTo>
                      <a:pt x="46" y="0"/>
                      <a:pt x="46" y="0"/>
                      <a:pt x="46" y="0"/>
                    </a:cubicBezTo>
                    <a:cubicBezTo>
                      <a:pt x="45" y="0"/>
                      <a:pt x="43" y="0"/>
                      <a:pt x="42" y="1"/>
                    </a:cubicBezTo>
                    <a:cubicBezTo>
                      <a:pt x="42" y="2"/>
                      <a:pt x="42" y="3"/>
                      <a:pt x="43" y="4"/>
                    </a:cubicBezTo>
                    <a:cubicBezTo>
                      <a:pt x="50" y="10"/>
                      <a:pt x="50" y="10"/>
                      <a:pt x="50" y="10"/>
                    </a:cubicBezTo>
                    <a:cubicBezTo>
                      <a:pt x="50" y="4"/>
                      <a:pt x="50" y="4"/>
                      <a:pt x="50" y="4"/>
                    </a:cubicBezTo>
                    <a:close/>
                    <a:moveTo>
                      <a:pt x="50" y="16"/>
                    </a:moveTo>
                    <a:cubicBezTo>
                      <a:pt x="39" y="16"/>
                      <a:pt x="39" y="16"/>
                      <a:pt x="39" y="16"/>
                    </a:cubicBezTo>
                    <a:cubicBezTo>
                      <a:pt x="39" y="23"/>
                      <a:pt x="39" y="23"/>
                      <a:pt x="39" y="23"/>
                    </a:cubicBezTo>
                    <a:cubicBezTo>
                      <a:pt x="50" y="23"/>
                      <a:pt x="50" y="23"/>
                      <a:pt x="50" y="23"/>
                    </a:cubicBezTo>
                    <a:cubicBezTo>
                      <a:pt x="50" y="16"/>
                      <a:pt x="50" y="16"/>
                      <a:pt x="50" y="16"/>
                    </a:cubicBezTo>
                    <a:close/>
                    <a:moveTo>
                      <a:pt x="39" y="84"/>
                    </a:moveTo>
                    <a:cubicBezTo>
                      <a:pt x="50" y="84"/>
                      <a:pt x="50" y="84"/>
                      <a:pt x="50" y="84"/>
                    </a:cubicBezTo>
                    <a:cubicBezTo>
                      <a:pt x="50" y="78"/>
                      <a:pt x="50" y="78"/>
                      <a:pt x="50" y="78"/>
                    </a:cubicBezTo>
                    <a:cubicBezTo>
                      <a:pt x="48" y="78"/>
                      <a:pt x="46" y="76"/>
                      <a:pt x="46" y="74"/>
                    </a:cubicBezTo>
                    <a:cubicBezTo>
                      <a:pt x="46" y="71"/>
                      <a:pt x="48" y="69"/>
                      <a:pt x="50" y="69"/>
                    </a:cubicBezTo>
                    <a:cubicBezTo>
                      <a:pt x="50" y="63"/>
                      <a:pt x="50" y="63"/>
                      <a:pt x="50" y="63"/>
                    </a:cubicBezTo>
                    <a:cubicBezTo>
                      <a:pt x="39" y="63"/>
                      <a:pt x="39" y="63"/>
                      <a:pt x="39" y="63"/>
                    </a:cubicBezTo>
                    <a:lnTo>
                      <a:pt x="39" y="84"/>
                    </a:lnTo>
                    <a:close/>
                    <a:moveTo>
                      <a:pt x="39" y="16"/>
                    </a:moveTo>
                    <a:cubicBezTo>
                      <a:pt x="0" y="16"/>
                      <a:pt x="0" y="16"/>
                      <a:pt x="0" y="16"/>
                    </a:cubicBezTo>
                    <a:cubicBezTo>
                      <a:pt x="0" y="84"/>
                      <a:pt x="0" y="84"/>
                      <a:pt x="0" y="84"/>
                    </a:cubicBezTo>
                    <a:cubicBezTo>
                      <a:pt x="6" y="84"/>
                      <a:pt x="6" y="84"/>
                      <a:pt x="6" y="84"/>
                    </a:cubicBezTo>
                    <a:cubicBezTo>
                      <a:pt x="6" y="91"/>
                      <a:pt x="6" y="91"/>
                      <a:pt x="6" y="91"/>
                    </a:cubicBezTo>
                    <a:cubicBezTo>
                      <a:pt x="16" y="91"/>
                      <a:pt x="16" y="91"/>
                      <a:pt x="16" y="91"/>
                    </a:cubicBezTo>
                    <a:cubicBezTo>
                      <a:pt x="16" y="84"/>
                      <a:pt x="16" y="84"/>
                      <a:pt x="16" y="84"/>
                    </a:cubicBezTo>
                    <a:cubicBezTo>
                      <a:pt x="39" y="84"/>
                      <a:pt x="39" y="84"/>
                      <a:pt x="39" y="84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7" y="63"/>
                      <a:pt x="7" y="63"/>
                      <a:pt x="7" y="63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39" y="23"/>
                      <a:pt x="39" y="23"/>
                      <a:pt x="39" y="23"/>
                    </a:cubicBezTo>
                    <a:lnTo>
                      <a:pt x="39" y="1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9" name="Freeform: Shape 135"/>
              <p:cNvSpPr>
                <a:spLocks/>
              </p:cNvSpPr>
              <p:nvPr/>
            </p:nvSpPr>
            <p:spPr bwMode="auto">
              <a:xfrm>
                <a:off x="6110800" y="1687916"/>
                <a:ext cx="208320" cy="122541"/>
              </a:xfrm>
              <a:custGeom>
                <a:avLst/>
                <a:gdLst>
                  <a:gd name="T0" fmla="*/ 170 w 170"/>
                  <a:gd name="T1" fmla="*/ 0 h 100"/>
                  <a:gd name="T2" fmla="*/ 11 w 170"/>
                  <a:gd name="T3" fmla="*/ 0 h 100"/>
                  <a:gd name="T4" fmla="*/ 11 w 170"/>
                  <a:gd name="T5" fmla="*/ 28 h 100"/>
                  <a:gd name="T6" fmla="*/ 0 w 170"/>
                  <a:gd name="T7" fmla="*/ 28 h 100"/>
                  <a:gd name="T8" fmla="*/ 0 w 170"/>
                  <a:gd name="T9" fmla="*/ 72 h 100"/>
                  <a:gd name="T10" fmla="*/ 11 w 170"/>
                  <a:gd name="T11" fmla="*/ 72 h 100"/>
                  <a:gd name="T12" fmla="*/ 11 w 170"/>
                  <a:gd name="T13" fmla="*/ 100 h 100"/>
                  <a:gd name="T14" fmla="*/ 170 w 170"/>
                  <a:gd name="T15" fmla="*/ 100 h 100"/>
                  <a:gd name="T16" fmla="*/ 170 w 170"/>
                  <a:gd name="T17" fmla="*/ 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0" h="100">
                    <a:moveTo>
                      <a:pt x="170" y="0"/>
                    </a:moveTo>
                    <a:lnTo>
                      <a:pt x="11" y="0"/>
                    </a:lnTo>
                    <a:lnTo>
                      <a:pt x="11" y="28"/>
                    </a:lnTo>
                    <a:lnTo>
                      <a:pt x="0" y="28"/>
                    </a:lnTo>
                    <a:lnTo>
                      <a:pt x="0" y="72"/>
                    </a:lnTo>
                    <a:lnTo>
                      <a:pt x="11" y="72"/>
                    </a:lnTo>
                    <a:lnTo>
                      <a:pt x="11" y="100"/>
                    </a:lnTo>
                    <a:lnTo>
                      <a:pt x="170" y="100"/>
                    </a:lnTo>
                    <a:lnTo>
                      <a:pt x="17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0" name="Oval 136"/>
              <p:cNvSpPr>
                <a:spLocks/>
              </p:cNvSpPr>
              <p:nvPr/>
            </p:nvSpPr>
            <p:spPr bwMode="auto">
              <a:xfrm>
                <a:off x="5983357" y="1709973"/>
                <a:ext cx="66172" cy="6617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1" name="Freeform: Shape 137"/>
              <p:cNvSpPr>
                <a:spLocks/>
              </p:cNvSpPr>
              <p:nvPr/>
            </p:nvSpPr>
            <p:spPr bwMode="auto">
              <a:xfrm>
                <a:off x="5925763" y="1660957"/>
                <a:ext cx="176459" cy="330861"/>
              </a:xfrm>
              <a:custGeom>
                <a:avLst/>
                <a:gdLst>
                  <a:gd name="T0" fmla="*/ 20 w 40"/>
                  <a:gd name="T1" fmla="*/ 75 h 75"/>
                  <a:gd name="T2" fmla="*/ 40 w 40"/>
                  <a:gd name="T3" fmla="*/ 75 h 75"/>
                  <a:gd name="T4" fmla="*/ 40 w 40"/>
                  <a:gd name="T5" fmla="*/ 26 h 75"/>
                  <a:gd name="T6" fmla="*/ 40 w 40"/>
                  <a:gd name="T7" fmla="*/ 14 h 75"/>
                  <a:gd name="T8" fmla="*/ 40 w 40"/>
                  <a:gd name="T9" fmla="*/ 0 h 75"/>
                  <a:gd name="T10" fmla="*/ 20 w 40"/>
                  <a:gd name="T11" fmla="*/ 0 h 75"/>
                  <a:gd name="T12" fmla="*/ 20 w 40"/>
                  <a:gd name="T13" fmla="*/ 4 h 75"/>
                  <a:gd name="T14" fmla="*/ 35 w 40"/>
                  <a:gd name="T15" fmla="*/ 19 h 75"/>
                  <a:gd name="T16" fmla="*/ 20 w 40"/>
                  <a:gd name="T17" fmla="*/ 33 h 75"/>
                  <a:gd name="T18" fmla="*/ 20 w 40"/>
                  <a:gd name="T19" fmla="*/ 75 h 75"/>
                  <a:gd name="T20" fmla="*/ 0 w 40"/>
                  <a:gd name="T21" fmla="*/ 75 h 75"/>
                  <a:gd name="T22" fmla="*/ 20 w 40"/>
                  <a:gd name="T23" fmla="*/ 75 h 75"/>
                  <a:gd name="T24" fmla="*/ 20 w 40"/>
                  <a:gd name="T25" fmla="*/ 33 h 75"/>
                  <a:gd name="T26" fmla="*/ 20 w 40"/>
                  <a:gd name="T27" fmla="*/ 33 h 75"/>
                  <a:gd name="T28" fmla="*/ 5 w 40"/>
                  <a:gd name="T29" fmla="*/ 19 h 75"/>
                  <a:gd name="T30" fmla="*/ 20 w 40"/>
                  <a:gd name="T31" fmla="*/ 4 h 75"/>
                  <a:gd name="T32" fmla="*/ 20 w 40"/>
                  <a:gd name="T33" fmla="*/ 4 h 75"/>
                  <a:gd name="T34" fmla="*/ 20 w 40"/>
                  <a:gd name="T35" fmla="*/ 4 h 75"/>
                  <a:gd name="T36" fmla="*/ 20 w 40"/>
                  <a:gd name="T37" fmla="*/ 0 h 75"/>
                  <a:gd name="T38" fmla="*/ 0 w 40"/>
                  <a:gd name="T39" fmla="*/ 0 h 75"/>
                  <a:gd name="T40" fmla="*/ 0 w 40"/>
                  <a:gd name="T41" fmla="*/ 75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0" h="75">
                    <a:moveTo>
                      <a:pt x="20" y="75"/>
                    </a:moveTo>
                    <a:cubicBezTo>
                      <a:pt x="40" y="75"/>
                      <a:pt x="40" y="75"/>
                      <a:pt x="40" y="75"/>
                    </a:cubicBezTo>
                    <a:cubicBezTo>
                      <a:pt x="40" y="26"/>
                      <a:pt x="40" y="26"/>
                      <a:pt x="40" y="26"/>
                    </a:cubicBezTo>
                    <a:cubicBezTo>
                      <a:pt x="40" y="14"/>
                      <a:pt x="40" y="14"/>
                      <a:pt x="40" y="14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28" y="4"/>
                      <a:pt x="35" y="10"/>
                      <a:pt x="35" y="19"/>
                    </a:cubicBezTo>
                    <a:cubicBezTo>
                      <a:pt x="35" y="27"/>
                      <a:pt x="28" y="33"/>
                      <a:pt x="20" y="33"/>
                    </a:cubicBezTo>
                    <a:lnTo>
                      <a:pt x="20" y="75"/>
                    </a:lnTo>
                    <a:close/>
                    <a:moveTo>
                      <a:pt x="0" y="75"/>
                    </a:moveTo>
                    <a:cubicBezTo>
                      <a:pt x="20" y="75"/>
                      <a:pt x="20" y="75"/>
                      <a:pt x="20" y="75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12" y="33"/>
                      <a:pt x="5" y="27"/>
                      <a:pt x="5" y="19"/>
                    </a:cubicBezTo>
                    <a:cubicBezTo>
                      <a:pt x="5" y="10"/>
                      <a:pt x="12" y="4"/>
                      <a:pt x="20" y="4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2" name="Freeform: Shape 138"/>
              <p:cNvSpPr>
                <a:spLocks/>
              </p:cNvSpPr>
              <p:nvPr/>
            </p:nvSpPr>
            <p:spPr bwMode="auto">
              <a:xfrm>
                <a:off x="5360848" y="4169377"/>
                <a:ext cx="202193" cy="203419"/>
              </a:xfrm>
              <a:custGeom>
                <a:avLst/>
                <a:gdLst>
                  <a:gd name="T0" fmla="*/ 41 w 46"/>
                  <a:gd name="T1" fmla="*/ 32 h 46"/>
                  <a:gd name="T2" fmla="*/ 43 w 46"/>
                  <a:gd name="T3" fmla="*/ 34 h 46"/>
                  <a:gd name="T4" fmla="*/ 38 w 46"/>
                  <a:gd name="T5" fmla="*/ 41 h 46"/>
                  <a:gd name="T6" fmla="*/ 35 w 46"/>
                  <a:gd name="T7" fmla="*/ 38 h 46"/>
                  <a:gd name="T8" fmla="*/ 29 w 46"/>
                  <a:gd name="T9" fmla="*/ 42 h 46"/>
                  <a:gd name="T10" fmla="*/ 29 w 46"/>
                  <a:gd name="T11" fmla="*/ 45 h 46"/>
                  <a:gd name="T12" fmla="*/ 23 w 46"/>
                  <a:gd name="T13" fmla="*/ 45 h 46"/>
                  <a:gd name="T14" fmla="*/ 23 w 46"/>
                  <a:gd name="T15" fmla="*/ 36 h 46"/>
                  <a:gd name="T16" fmla="*/ 33 w 46"/>
                  <a:gd name="T17" fmla="*/ 31 h 46"/>
                  <a:gd name="T18" fmla="*/ 32 w 46"/>
                  <a:gd name="T19" fmla="*/ 13 h 46"/>
                  <a:gd name="T20" fmla="*/ 32 w 46"/>
                  <a:gd name="T21" fmla="*/ 13 h 46"/>
                  <a:gd name="T22" fmla="*/ 27 w 46"/>
                  <a:gd name="T23" fmla="*/ 10 h 46"/>
                  <a:gd name="T24" fmla="*/ 23 w 46"/>
                  <a:gd name="T25" fmla="*/ 10 h 46"/>
                  <a:gd name="T26" fmla="*/ 23 w 46"/>
                  <a:gd name="T27" fmla="*/ 0 h 46"/>
                  <a:gd name="T28" fmla="*/ 26 w 46"/>
                  <a:gd name="T29" fmla="*/ 0 h 46"/>
                  <a:gd name="T30" fmla="*/ 26 w 46"/>
                  <a:gd name="T31" fmla="*/ 3 h 46"/>
                  <a:gd name="T32" fmla="*/ 32 w 46"/>
                  <a:gd name="T33" fmla="*/ 5 h 46"/>
                  <a:gd name="T34" fmla="*/ 35 w 46"/>
                  <a:gd name="T35" fmla="*/ 3 h 46"/>
                  <a:gd name="T36" fmla="*/ 41 w 46"/>
                  <a:gd name="T37" fmla="*/ 8 h 46"/>
                  <a:gd name="T38" fmla="*/ 39 w 46"/>
                  <a:gd name="T39" fmla="*/ 11 h 46"/>
                  <a:gd name="T40" fmla="*/ 42 w 46"/>
                  <a:gd name="T41" fmla="*/ 17 h 46"/>
                  <a:gd name="T42" fmla="*/ 45 w 46"/>
                  <a:gd name="T43" fmla="*/ 17 h 46"/>
                  <a:gd name="T44" fmla="*/ 46 w 46"/>
                  <a:gd name="T45" fmla="*/ 25 h 46"/>
                  <a:gd name="T46" fmla="*/ 43 w 46"/>
                  <a:gd name="T47" fmla="*/ 25 h 46"/>
                  <a:gd name="T48" fmla="*/ 41 w 46"/>
                  <a:gd name="T49" fmla="*/ 32 h 46"/>
                  <a:gd name="T50" fmla="*/ 23 w 46"/>
                  <a:gd name="T51" fmla="*/ 45 h 46"/>
                  <a:gd name="T52" fmla="*/ 21 w 46"/>
                  <a:gd name="T53" fmla="*/ 46 h 46"/>
                  <a:gd name="T54" fmla="*/ 21 w 46"/>
                  <a:gd name="T55" fmla="*/ 42 h 46"/>
                  <a:gd name="T56" fmla="*/ 14 w 46"/>
                  <a:gd name="T57" fmla="*/ 40 h 46"/>
                  <a:gd name="T58" fmla="*/ 12 w 46"/>
                  <a:gd name="T59" fmla="*/ 43 h 46"/>
                  <a:gd name="T60" fmla="*/ 6 w 46"/>
                  <a:gd name="T61" fmla="*/ 37 h 46"/>
                  <a:gd name="T62" fmla="*/ 8 w 46"/>
                  <a:gd name="T63" fmla="*/ 35 h 46"/>
                  <a:gd name="T64" fmla="*/ 5 w 46"/>
                  <a:gd name="T65" fmla="*/ 29 h 46"/>
                  <a:gd name="T66" fmla="*/ 1 w 46"/>
                  <a:gd name="T67" fmla="*/ 29 h 46"/>
                  <a:gd name="T68" fmla="*/ 0 w 46"/>
                  <a:gd name="T69" fmla="*/ 21 h 46"/>
                  <a:gd name="T70" fmla="*/ 4 w 46"/>
                  <a:gd name="T71" fmla="*/ 20 h 46"/>
                  <a:gd name="T72" fmla="*/ 6 w 46"/>
                  <a:gd name="T73" fmla="*/ 14 h 46"/>
                  <a:gd name="T74" fmla="*/ 3 w 46"/>
                  <a:gd name="T75" fmla="*/ 12 h 46"/>
                  <a:gd name="T76" fmla="*/ 9 w 46"/>
                  <a:gd name="T77" fmla="*/ 5 h 46"/>
                  <a:gd name="T78" fmla="*/ 11 w 46"/>
                  <a:gd name="T79" fmla="*/ 7 h 46"/>
                  <a:gd name="T80" fmla="*/ 17 w 46"/>
                  <a:gd name="T81" fmla="*/ 4 h 46"/>
                  <a:gd name="T82" fmla="*/ 17 w 46"/>
                  <a:gd name="T83" fmla="*/ 1 h 46"/>
                  <a:gd name="T84" fmla="*/ 23 w 46"/>
                  <a:gd name="T85" fmla="*/ 0 h 46"/>
                  <a:gd name="T86" fmla="*/ 23 w 46"/>
                  <a:gd name="T87" fmla="*/ 10 h 46"/>
                  <a:gd name="T88" fmla="*/ 13 w 46"/>
                  <a:gd name="T89" fmla="*/ 14 h 46"/>
                  <a:gd name="T90" fmla="*/ 15 w 46"/>
                  <a:gd name="T91" fmla="*/ 33 h 46"/>
                  <a:gd name="T92" fmla="*/ 19 w 46"/>
                  <a:gd name="T93" fmla="*/ 35 h 46"/>
                  <a:gd name="T94" fmla="*/ 23 w 46"/>
                  <a:gd name="T95" fmla="*/ 36 h 46"/>
                  <a:gd name="T96" fmla="*/ 23 w 46"/>
                  <a:gd name="T97" fmla="*/ 45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6" h="46">
                    <a:moveTo>
                      <a:pt x="41" y="32"/>
                    </a:moveTo>
                    <a:cubicBezTo>
                      <a:pt x="43" y="34"/>
                      <a:pt x="43" y="34"/>
                      <a:pt x="43" y="34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5" y="38"/>
                      <a:pt x="35" y="38"/>
                      <a:pt x="35" y="38"/>
                    </a:cubicBezTo>
                    <a:cubicBezTo>
                      <a:pt x="33" y="40"/>
                      <a:pt x="31" y="41"/>
                      <a:pt x="29" y="42"/>
                    </a:cubicBezTo>
                    <a:cubicBezTo>
                      <a:pt x="29" y="45"/>
                      <a:pt x="29" y="45"/>
                      <a:pt x="29" y="45"/>
                    </a:cubicBezTo>
                    <a:cubicBezTo>
                      <a:pt x="23" y="45"/>
                      <a:pt x="23" y="45"/>
                      <a:pt x="23" y="45"/>
                    </a:cubicBezTo>
                    <a:cubicBezTo>
                      <a:pt x="23" y="36"/>
                      <a:pt x="23" y="36"/>
                      <a:pt x="23" y="36"/>
                    </a:cubicBezTo>
                    <a:cubicBezTo>
                      <a:pt x="27" y="36"/>
                      <a:pt x="31" y="34"/>
                      <a:pt x="33" y="31"/>
                    </a:cubicBezTo>
                    <a:cubicBezTo>
                      <a:pt x="38" y="26"/>
                      <a:pt x="37" y="17"/>
                      <a:pt x="32" y="13"/>
                    </a:cubicBezTo>
                    <a:cubicBezTo>
                      <a:pt x="32" y="13"/>
                      <a:pt x="32" y="13"/>
                      <a:pt x="32" y="13"/>
                    </a:cubicBezTo>
                    <a:cubicBezTo>
                      <a:pt x="30" y="12"/>
                      <a:pt x="29" y="11"/>
                      <a:pt x="27" y="10"/>
                    </a:cubicBezTo>
                    <a:cubicBezTo>
                      <a:pt x="26" y="10"/>
                      <a:pt x="25" y="10"/>
                      <a:pt x="23" y="1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6" y="3"/>
                      <a:pt x="26" y="3"/>
                      <a:pt x="26" y="3"/>
                    </a:cubicBezTo>
                    <a:cubicBezTo>
                      <a:pt x="28" y="4"/>
                      <a:pt x="30" y="4"/>
                      <a:pt x="32" y="5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41" y="8"/>
                      <a:pt x="41" y="8"/>
                      <a:pt x="41" y="8"/>
                    </a:cubicBezTo>
                    <a:cubicBezTo>
                      <a:pt x="39" y="11"/>
                      <a:pt x="39" y="11"/>
                      <a:pt x="39" y="11"/>
                    </a:cubicBezTo>
                    <a:cubicBezTo>
                      <a:pt x="40" y="13"/>
                      <a:pt x="41" y="15"/>
                      <a:pt x="42" y="17"/>
                    </a:cubicBezTo>
                    <a:cubicBezTo>
                      <a:pt x="45" y="17"/>
                      <a:pt x="45" y="17"/>
                      <a:pt x="45" y="17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3" y="25"/>
                      <a:pt x="43" y="25"/>
                      <a:pt x="43" y="25"/>
                    </a:cubicBezTo>
                    <a:cubicBezTo>
                      <a:pt x="42" y="28"/>
                      <a:pt x="42" y="30"/>
                      <a:pt x="41" y="32"/>
                    </a:cubicBezTo>
                    <a:close/>
                    <a:moveTo>
                      <a:pt x="23" y="45"/>
                    </a:moveTo>
                    <a:cubicBezTo>
                      <a:pt x="21" y="46"/>
                      <a:pt x="21" y="46"/>
                      <a:pt x="21" y="46"/>
                    </a:cubicBezTo>
                    <a:cubicBezTo>
                      <a:pt x="21" y="42"/>
                      <a:pt x="21" y="42"/>
                      <a:pt x="21" y="42"/>
                    </a:cubicBezTo>
                    <a:cubicBezTo>
                      <a:pt x="18" y="42"/>
                      <a:pt x="16" y="41"/>
                      <a:pt x="14" y="40"/>
                    </a:cubicBezTo>
                    <a:cubicBezTo>
                      <a:pt x="12" y="43"/>
                      <a:pt x="12" y="43"/>
                      <a:pt x="12" y="43"/>
                    </a:cubicBezTo>
                    <a:cubicBezTo>
                      <a:pt x="6" y="37"/>
                      <a:pt x="6" y="37"/>
                      <a:pt x="6" y="37"/>
                    </a:cubicBezTo>
                    <a:cubicBezTo>
                      <a:pt x="8" y="35"/>
                      <a:pt x="8" y="35"/>
                      <a:pt x="8" y="35"/>
                    </a:cubicBezTo>
                    <a:cubicBezTo>
                      <a:pt x="6" y="33"/>
                      <a:pt x="5" y="31"/>
                      <a:pt x="5" y="29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4" y="18"/>
                      <a:pt x="5" y="16"/>
                      <a:pt x="6" y="14"/>
                    </a:cubicBezTo>
                    <a:cubicBezTo>
                      <a:pt x="3" y="12"/>
                      <a:pt x="3" y="12"/>
                      <a:pt x="3" y="12"/>
                    </a:cubicBezTo>
                    <a:cubicBezTo>
                      <a:pt x="9" y="5"/>
                      <a:pt x="9" y="5"/>
                      <a:pt x="9" y="5"/>
                    </a:cubicBezTo>
                    <a:cubicBezTo>
                      <a:pt x="11" y="7"/>
                      <a:pt x="11" y="7"/>
                      <a:pt x="11" y="7"/>
                    </a:cubicBezTo>
                    <a:cubicBezTo>
                      <a:pt x="13" y="6"/>
                      <a:pt x="15" y="5"/>
                      <a:pt x="17" y="4"/>
                    </a:cubicBezTo>
                    <a:cubicBezTo>
                      <a:pt x="17" y="1"/>
                      <a:pt x="17" y="1"/>
                      <a:pt x="17" y="1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23" y="10"/>
                      <a:pt x="23" y="10"/>
                      <a:pt x="23" y="10"/>
                    </a:cubicBezTo>
                    <a:cubicBezTo>
                      <a:pt x="19" y="10"/>
                      <a:pt x="16" y="11"/>
                      <a:pt x="13" y="14"/>
                    </a:cubicBezTo>
                    <a:cubicBezTo>
                      <a:pt x="9" y="20"/>
                      <a:pt x="9" y="28"/>
                      <a:pt x="15" y="33"/>
                    </a:cubicBezTo>
                    <a:cubicBezTo>
                      <a:pt x="16" y="34"/>
                      <a:pt x="18" y="35"/>
                      <a:pt x="19" y="35"/>
                    </a:cubicBezTo>
                    <a:cubicBezTo>
                      <a:pt x="21" y="36"/>
                      <a:pt x="22" y="36"/>
                      <a:pt x="23" y="36"/>
                    </a:cubicBezTo>
                    <a:lnTo>
                      <a:pt x="23" y="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3" name="Freeform: Shape 139"/>
              <p:cNvSpPr>
                <a:spLocks/>
              </p:cNvSpPr>
              <p:nvPr/>
            </p:nvSpPr>
            <p:spPr bwMode="auto">
              <a:xfrm>
                <a:off x="6066685" y="3104493"/>
                <a:ext cx="208320" cy="398259"/>
              </a:xfrm>
              <a:custGeom>
                <a:avLst/>
                <a:gdLst>
                  <a:gd name="T0" fmla="*/ 24 w 47"/>
                  <a:gd name="T1" fmla="*/ 90 h 90"/>
                  <a:gd name="T2" fmla="*/ 47 w 47"/>
                  <a:gd name="T3" fmla="*/ 90 h 90"/>
                  <a:gd name="T4" fmla="*/ 47 w 47"/>
                  <a:gd name="T5" fmla="*/ 0 h 90"/>
                  <a:gd name="T6" fmla="*/ 24 w 47"/>
                  <a:gd name="T7" fmla="*/ 0 h 90"/>
                  <a:gd name="T8" fmla="*/ 24 w 47"/>
                  <a:gd name="T9" fmla="*/ 5 h 90"/>
                  <a:gd name="T10" fmla="*/ 42 w 47"/>
                  <a:gd name="T11" fmla="*/ 5 h 90"/>
                  <a:gd name="T12" fmla="*/ 42 w 47"/>
                  <a:gd name="T13" fmla="*/ 23 h 90"/>
                  <a:gd name="T14" fmla="*/ 24 w 47"/>
                  <a:gd name="T15" fmla="*/ 23 h 90"/>
                  <a:gd name="T16" fmla="*/ 24 w 47"/>
                  <a:gd name="T17" fmla="*/ 27 h 90"/>
                  <a:gd name="T18" fmla="*/ 42 w 47"/>
                  <a:gd name="T19" fmla="*/ 27 h 90"/>
                  <a:gd name="T20" fmla="*/ 42 w 47"/>
                  <a:gd name="T21" fmla="*/ 44 h 90"/>
                  <a:gd name="T22" fmla="*/ 24 w 47"/>
                  <a:gd name="T23" fmla="*/ 44 h 90"/>
                  <a:gd name="T24" fmla="*/ 24 w 47"/>
                  <a:gd name="T25" fmla="*/ 51 h 90"/>
                  <a:gd name="T26" fmla="*/ 24 w 47"/>
                  <a:gd name="T27" fmla="*/ 51 h 90"/>
                  <a:gd name="T28" fmla="*/ 29 w 47"/>
                  <a:gd name="T29" fmla="*/ 57 h 90"/>
                  <a:gd name="T30" fmla="*/ 24 w 47"/>
                  <a:gd name="T31" fmla="*/ 62 h 90"/>
                  <a:gd name="T32" fmla="*/ 24 w 47"/>
                  <a:gd name="T33" fmla="*/ 62 h 90"/>
                  <a:gd name="T34" fmla="*/ 24 w 47"/>
                  <a:gd name="T35" fmla="*/ 62 h 90"/>
                  <a:gd name="T36" fmla="*/ 24 w 47"/>
                  <a:gd name="T37" fmla="*/ 71 h 90"/>
                  <a:gd name="T38" fmla="*/ 24 w 47"/>
                  <a:gd name="T39" fmla="*/ 71 h 90"/>
                  <a:gd name="T40" fmla="*/ 29 w 47"/>
                  <a:gd name="T41" fmla="*/ 77 h 90"/>
                  <a:gd name="T42" fmla="*/ 24 w 47"/>
                  <a:gd name="T43" fmla="*/ 82 h 90"/>
                  <a:gd name="T44" fmla="*/ 24 w 47"/>
                  <a:gd name="T45" fmla="*/ 82 h 90"/>
                  <a:gd name="T46" fmla="*/ 24 w 47"/>
                  <a:gd name="T47" fmla="*/ 82 h 90"/>
                  <a:gd name="T48" fmla="*/ 24 w 47"/>
                  <a:gd name="T49" fmla="*/ 90 h 90"/>
                  <a:gd name="T50" fmla="*/ 0 w 47"/>
                  <a:gd name="T51" fmla="*/ 90 h 90"/>
                  <a:gd name="T52" fmla="*/ 24 w 47"/>
                  <a:gd name="T53" fmla="*/ 90 h 90"/>
                  <a:gd name="T54" fmla="*/ 24 w 47"/>
                  <a:gd name="T55" fmla="*/ 82 h 90"/>
                  <a:gd name="T56" fmla="*/ 18 w 47"/>
                  <a:gd name="T57" fmla="*/ 77 h 90"/>
                  <a:gd name="T58" fmla="*/ 24 w 47"/>
                  <a:gd name="T59" fmla="*/ 71 h 90"/>
                  <a:gd name="T60" fmla="*/ 24 w 47"/>
                  <a:gd name="T61" fmla="*/ 62 h 90"/>
                  <a:gd name="T62" fmla="*/ 18 w 47"/>
                  <a:gd name="T63" fmla="*/ 57 h 90"/>
                  <a:gd name="T64" fmla="*/ 24 w 47"/>
                  <a:gd name="T65" fmla="*/ 51 h 90"/>
                  <a:gd name="T66" fmla="*/ 24 w 47"/>
                  <a:gd name="T67" fmla="*/ 44 h 90"/>
                  <a:gd name="T68" fmla="*/ 5 w 47"/>
                  <a:gd name="T69" fmla="*/ 44 h 90"/>
                  <a:gd name="T70" fmla="*/ 5 w 47"/>
                  <a:gd name="T71" fmla="*/ 27 h 90"/>
                  <a:gd name="T72" fmla="*/ 5 w 47"/>
                  <a:gd name="T73" fmla="*/ 27 h 90"/>
                  <a:gd name="T74" fmla="*/ 24 w 47"/>
                  <a:gd name="T75" fmla="*/ 27 h 90"/>
                  <a:gd name="T76" fmla="*/ 24 w 47"/>
                  <a:gd name="T77" fmla="*/ 23 h 90"/>
                  <a:gd name="T78" fmla="*/ 5 w 47"/>
                  <a:gd name="T79" fmla="*/ 23 h 90"/>
                  <a:gd name="T80" fmla="*/ 5 w 47"/>
                  <a:gd name="T81" fmla="*/ 5 h 90"/>
                  <a:gd name="T82" fmla="*/ 5 w 47"/>
                  <a:gd name="T83" fmla="*/ 5 h 90"/>
                  <a:gd name="T84" fmla="*/ 24 w 47"/>
                  <a:gd name="T85" fmla="*/ 5 h 90"/>
                  <a:gd name="T86" fmla="*/ 24 w 47"/>
                  <a:gd name="T87" fmla="*/ 0 h 90"/>
                  <a:gd name="T88" fmla="*/ 0 w 47"/>
                  <a:gd name="T89" fmla="*/ 0 h 90"/>
                  <a:gd name="T90" fmla="*/ 0 w 47"/>
                  <a:gd name="T91" fmla="*/ 90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47" h="90">
                    <a:moveTo>
                      <a:pt x="24" y="90"/>
                    </a:moveTo>
                    <a:cubicBezTo>
                      <a:pt x="47" y="90"/>
                      <a:pt x="47" y="90"/>
                      <a:pt x="47" y="9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5"/>
                      <a:pt x="24" y="5"/>
                      <a:pt x="24" y="5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23"/>
                      <a:pt x="42" y="23"/>
                      <a:pt x="42" y="23"/>
                    </a:cubicBezTo>
                    <a:cubicBezTo>
                      <a:pt x="24" y="23"/>
                      <a:pt x="24" y="23"/>
                      <a:pt x="24" y="23"/>
                    </a:cubicBezTo>
                    <a:cubicBezTo>
                      <a:pt x="24" y="27"/>
                      <a:pt x="24" y="27"/>
                      <a:pt x="24" y="27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42" y="44"/>
                      <a:pt x="42" y="44"/>
                      <a:pt x="42" y="44"/>
                    </a:cubicBezTo>
                    <a:cubicBezTo>
                      <a:pt x="24" y="44"/>
                      <a:pt x="24" y="44"/>
                      <a:pt x="24" y="44"/>
                    </a:cubicBezTo>
                    <a:cubicBezTo>
                      <a:pt x="24" y="51"/>
                      <a:pt x="24" y="51"/>
                      <a:pt x="24" y="51"/>
                    </a:cubicBezTo>
                    <a:cubicBezTo>
                      <a:pt x="24" y="51"/>
                      <a:pt x="24" y="51"/>
                      <a:pt x="24" y="51"/>
                    </a:cubicBezTo>
                    <a:cubicBezTo>
                      <a:pt x="27" y="51"/>
                      <a:pt x="29" y="54"/>
                      <a:pt x="29" y="57"/>
                    </a:cubicBezTo>
                    <a:cubicBezTo>
                      <a:pt x="29" y="60"/>
                      <a:pt x="27" y="62"/>
                      <a:pt x="24" y="62"/>
                    </a:cubicBezTo>
                    <a:cubicBezTo>
                      <a:pt x="24" y="62"/>
                      <a:pt x="24" y="62"/>
                      <a:pt x="24" y="62"/>
                    </a:cubicBezTo>
                    <a:cubicBezTo>
                      <a:pt x="24" y="62"/>
                      <a:pt x="24" y="62"/>
                      <a:pt x="24" y="62"/>
                    </a:cubicBezTo>
                    <a:cubicBezTo>
                      <a:pt x="24" y="71"/>
                      <a:pt x="24" y="71"/>
                      <a:pt x="24" y="71"/>
                    </a:cubicBezTo>
                    <a:cubicBezTo>
                      <a:pt x="24" y="71"/>
                      <a:pt x="24" y="71"/>
                      <a:pt x="24" y="71"/>
                    </a:cubicBezTo>
                    <a:cubicBezTo>
                      <a:pt x="27" y="71"/>
                      <a:pt x="29" y="74"/>
                      <a:pt x="29" y="77"/>
                    </a:cubicBezTo>
                    <a:cubicBezTo>
                      <a:pt x="29" y="80"/>
                      <a:pt x="27" y="82"/>
                      <a:pt x="24" y="82"/>
                    </a:cubicBezTo>
                    <a:cubicBezTo>
                      <a:pt x="24" y="82"/>
                      <a:pt x="24" y="82"/>
                      <a:pt x="24" y="82"/>
                    </a:cubicBezTo>
                    <a:cubicBezTo>
                      <a:pt x="24" y="82"/>
                      <a:pt x="24" y="82"/>
                      <a:pt x="24" y="82"/>
                    </a:cubicBezTo>
                    <a:lnTo>
                      <a:pt x="24" y="90"/>
                    </a:lnTo>
                    <a:close/>
                    <a:moveTo>
                      <a:pt x="0" y="90"/>
                    </a:moveTo>
                    <a:cubicBezTo>
                      <a:pt x="24" y="90"/>
                      <a:pt x="24" y="90"/>
                      <a:pt x="24" y="90"/>
                    </a:cubicBezTo>
                    <a:cubicBezTo>
                      <a:pt x="24" y="82"/>
                      <a:pt x="24" y="82"/>
                      <a:pt x="24" y="82"/>
                    </a:cubicBezTo>
                    <a:cubicBezTo>
                      <a:pt x="21" y="82"/>
                      <a:pt x="18" y="80"/>
                      <a:pt x="18" y="77"/>
                    </a:cubicBezTo>
                    <a:cubicBezTo>
                      <a:pt x="18" y="74"/>
                      <a:pt x="21" y="71"/>
                      <a:pt x="24" y="71"/>
                    </a:cubicBezTo>
                    <a:cubicBezTo>
                      <a:pt x="24" y="62"/>
                      <a:pt x="24" y="62"/>
                      <a:pt x="24" y="62"/>
                    </a:cubicBezTo>
                    <a:cubicBezTo>
                      <a:pt x="21" y="62"/>
                      <a:pt x="18" y="60"/>
                      <a:pt x="18" y="57"/>
                    </a:cubicBezTo>
                    <a:cubicBezTo>
                      <a:pt x="18" y="54"/>
                      <a:pt x="21" y="51"/>
                      <a:pt x="24" y="51"/>
                    </a:cubicBezTo>
                    <a:cubicBezTo>
                      <a:pt x="24" y="44"/>
                      <a:pt x="24" y="44"/>
                      <a:pt x="24" y="44"/>
                    </a:cubicBezTo>
                    <a:cubicBezTo>
                      <a:pt x="5" y="44"/>
                      <a:pt x="5" y="44"/>
                      <a:pt x="5" y="44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24" y="27"/>
                      <a:pt x="24" y="27"/>
                      <a:pt x="24" y="27"/>
                    </a:cubicBezTo>
                    <a:cubicBezTo>
                      <a:pt x="24" y="23"/>
                      <a:pt x="24" y="23"/>
                      <a:pt x="24" y="23"/>
                    </a:cubicBezTo>
                    <a:cubicBezTo>
                      <a:pt x="5" y="23"/>
                      <a:pt x="5" y="23"/>
                      <a:pt x="5" y="23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24" y="5"/>
                      <a:pt x="24" y="5"/>
                      <a:pt x="24" y="5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9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4" name="Freeform: Shape 140"/>
              <p:cNvSpPr>
                <a:spLocks/>
              </p:cNvSpPr>
              <p:nvPr/>
            </p:nvSpPr>
            <p:spPr bwMode="auto">
              <a:xfrm>
                <a:off x="6292161" y="3104493"/>
                <a:ext cx="83328" cy="398259"/>
              </a:xfrm>
              <a:custGeom>
                <a:avLst/>
                <a:gdLst>
                  <a:gd name="T0" fmla="*/ 68 w 68"/>
                  <a:gd name="T1" fmla="*/ 307 h 325"/>
                  <a:gd name="T2" fmla="*/ 68 w 68"/>
                  <a:gd name="T3" fmla="*/ 55 h 325"/>
                  <a:gd name="T4" fmla="*/ 0 w 68"/>
                  <a:gd name="T5" fmla="*/ 0 h 325"/>
                  <a:gd name="T6" fmla="*/ 0 w 68"/>
                  <a:gd name="T7" fmla="*/ 325 h 325"/>
                  <a:gd name="T8" fmla="*/ 68 w 68"/>
                  <a:gd name="T9" fmla="*/ 307 h 3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8" h="325">
                    <a:moveTo>
                      <a:pt x="68" y="307"/>
                    </a:moveTo>
                    <a:lnTo>
                      <a:pt x="68" y="55"/>
                    </a:lnTo>
                    <a:lnTo>
                      <a:pt x="0" y="0"/>
                    </a:lnTo>
                    <a:lnTo>
                      <a:pt x="0" y="325"/>
                    </a:lnTo>
                    <a:lnTo>
                      <a:pt x="68" y="30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5" name="Rectangle 141"/>
              <p:cNvSpPr>
                <a:spLocks/>
              </p:cNvSpPr>
              <p:nvPr/>
            </p:nvSpPr>
            <p:spPr bwMode="auto">
              <a:xfrm>
                <a:off x="6102222" y="3140030"/>
                <a:ext cx="140922" cy="5391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6" name="Rectangle 142"/>
              <p:cNvSpPr>
                <a:spLocks/>
              </p:cNvSpPr>
              <p:nvPr/>
            </p:nvSpPr>
            <p:spPr bwMode="auto">
              <a:xfrm>
                <a:off x="6102222" y="3233161"/>
                <a:ext cx="140922" cy="5269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7" name="Freeform: Shape 143"/>
              <p:cNvSpPr>
                <a:spLocks/>
              </p:cNvSpPr>
              <p:nvPr/>
            </p:nvSpPr>
            <p:spPr bwMode="auto">
              <a:xfrm>
                <a:off x="6300739" y="1872953"/>
                <a:ext cx="140922" cy="238955"/>
              </a:xfrm>
              <a:custGeom>
                <a:avLst/>
                <a:gdLst>
                  <a:gd name="T0" fmla="*/ 0 w 32"/>
                  <a:gd name="T1" fmla="*/ 37 h 54"/>
                  <a:gd name="T2" fmla="*/ 0 w 32"/>
                  <a:gd name="T3" fmla="*/ 45 h 54"/>
                  <a:gd name="T4" fmla="*/ 9 w 32"/>
                  <a:gd name="T5" fmla="*/ 54 h 54"/>
                  <a:gd name="T6" fmla="*/ 23 w 32"/>
                  <a:gd name="T7" fmla="*/ 54 h 54"/>
                  <a:gd name="T8" fmla="*/ 32 w 32"/>
                  <a:gd name="T9" fmla="*/ 45 h 54"/>
                  <a:gd name="T10" fmla="*/ 32 w 32"/>
                  <a:gd name="T11" fmla="*/ 37 h 54"/>
                  <a:gd name="T12" fmla="*/ 20 w 32"/>
                  <a:gd name="T13" fmla="*/ 37 h 54"/>
                  <a:gd name="T14" fmla="*/ 20 w 32"/>
                  <a:gd name="T15" fmla="*/ 30 h 54"/>
                  <a:gd name="T16" fmla="*/ 32 w 32"/>
                  <a:gd name="T17" fmla="*/ 30 h 54"/>
                  <a:gd name="T18" fmla="*/ 32 w 32"/>
                  <a:gd name="T19" fmla="*/ 20 h 54"/>
                  <a:gd name="T20" fmla="*/ 20 w 32"/>
                  <a:gd name="T21" fmla="*/ 20 h 54"/>
                  <a:gd name="T22" fmla="*/ 20 w 32"/>
                  <a:gd name="T23" fmla="*/ 13 h 54"/>
                  <a:gd name="T24" fmla="*/ 32 w 32"/>
                  <a:gd name="T25" fmla="*/ 13 h 54"/>
                  <a:gd name="T26" fmla="*/ 32 w 32"/>
                  <a:gd name="T27" fmla="*/ 9 h 54"/>
                  <a:gd name="T28" fmla="*/ 23 w 32"/>
                  <a:gd name="T29" fmla="*/ 0 h 54"/>
                  <a:gd name="T30" fmla="*/ 9 w 32"/>
                  <a:gd name="T31" fmla="*/ 0 h 54"/>
                  <a:gd name="T32" fmla="*/ 0 w 32"/>
                  <a:gd name="T33" fmla="*/ 9 h 54"/>
                  <a:gd name="T34" fmla="*/ 0 w 32"/>
                  <a:gd name="T35" fmla="*/ 13 h 54"/>
                  <a:gd name="T36" fmla="*/ 11 w 32"/>
                  <a:gd name="T37" fmla="*/ 13 h 54"/>
                  <a:gd name="T38" fmla="*/ 11 w 32"/>
                  <a:gd name="T39" fmla="*/ 20 h 54"/>
                  <a:gd name="T40" fmla="*/ 0 w 32"/>
                  <a:gd name="T41" fmla="*/ 20 h 54"/>
                  <a:gd name="T42" fmla="*/ 0 w 32"/>
                  <a:gd name="T43" fmla="*/ 30 h 54"/>
                  <a:gd name="T44" fmla="*/ 11 w 32"/>
                  <a:gd name="T45" fmla="*/ 30 h 54"/>
                  <a:gd name="T46" fmla="*/ 11 w 32"/>
                  <a:gd name="T47" fmla="*/ 37 h 54"/>
                  <a:gd name="T48" fmla="*/ 0 w 32"/>
                  <a:gd name="T49" fmla="*/ 37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32" h="54">
                    <a:moveTo>
                      <a:pt x="0" y="37"/>
                    </a:moveTo>
                    <a:cubicBezTo>
                      <a:pt x="0" y="45"/>
                      <a:pt x="0" y="45"/>
                      <a:pt x="0" y="45"/>
                    </a:cubicBezTo>
                    <a:cubicBezTo>
                      <a:pt x="0" y="50"/>
                      <a:pt x="4" y="54"/>
                      <a:pt x="9" y="54"/>
                    </a:cubicBezTo>
                    <a:cubicBezTo>
                      <a:pt x="23" y="54"/>
                      <a:pt x="23" y="54"/>
                      <a:pt x="23" y="54"/>
                    </a:cubicBezTo>
                    <a:cubicBezTo>
                      <a:pt x="28" y="54"/>
                      <a:pt x="32" y="50"/>
                      <a:pt x="32" y="45"/>
                    </a:cubicBezTo>
                    <a:cubicBezTo>
                      <a:pt x="32" y="37"/>
                      <a:pt x="32" y="37"/>
                      <a:pt x="32" y="37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0" y="30"/>
                      <a:pt x="20" y="30"/>
                      <a:pt x="20" y="30"/>
                    </a:cubicBezTo>
                    <a:cubicBezTo>
                      <a:pt x="32" y="30"/>
                      <a:pt x="32" y="30"/>
                      <a:pt x="32" y="30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32" y="13"/>
                      <a:pt x="32" y="13"/>
                      <a:pt x="32" y="13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32" y="4"/>
                      <a:pt x="28" y="0"/>
                      <a:pt x="23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4" y="0"/>
                      <a:pt x="0" y="4"/>
                      <a:pt x="0" y="9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11" y="13"/>
                      <a:pt x="11" y="13"/>
                      <a:pt x="11" y="13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1" y="37"/>
                      <a:pt x="11" y="37"/>
                      <a:pt x="11" y="37"/>
                    </a:cubicBezTo>
                    <a:lnTo>
                      <a:pt x="0" y="3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8" name="Rectangle 144"/>
              <p:cNvSpPr>
                <a:spLocks/>
              </p:cNvSpPr>
              <p:nvPr/>
            </p:nvSpPr>
            <p:spPr bwMode="auto">
              <a:xfrm>
                <a:off x="4202833" y="680626"/>
                <a:ext cx="44115" cy="10170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9" name="Rectangle 145"/>
              <p:cNvSpPr>
                <a:spLocks/>
              </p:cNvSpPr>
              <p:nvPr/>
            </p:nvSpPr>
            <p:spPr bwMode="auto">
              <a:xfrm>
                <a:off x="4202833" y="835028"/>
                <a:ext cx="44115" cy="181361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0" name="Rectangle 146"/>
              <p:cNvSpPr>
                <a:spLocks/>
              </p:cNvSpPr>
              <p:nvPr/>
            </p:nvSpPr>
            <p:spPr bwMode="auto">
              <a:xfrm>
                <a:off x="4092546" y="680626"/>
                <a:ext cx="49017" cy="18503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1" name="Rectangle 147"/>
              <p:cNvSpPr>
                <a:spLocks/>
              </p:cNvSpPr>
              <p:nvPr/>
            </p:nvSpPr>
            <p:spPr bwMode="auto">
              <a:xfrm>
                <a:off x="4092546" y="923258"/>
                <a:ext cx="49017" cy="93131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2" name="Rectangle 148"/>
              <p:cNvSpPr>
                <a:spLocks/>
              </p:cNvSpPr>
              <p:nvPr/>
            </p:nvSpPr>
            <p:spPr bwMode="auto">
              <a:xfrm>
                <a:off x="3987160" y="680626"/>
                <a:ext cx="44115" cy="3063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3" name="Rectangle 149"/>
              <p:cNvSpPr>
                <a:spLocks/>
              </p:cNvSpPr>
              <p:nvPr/>
            </p:nvSpPr>
            <p:spPr bwMode="auto">
              <a:xfrm>
                <a:off x="3987160" y="763954"/>
                <a:ext cx="44115" cy="25243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4" name="Freeform: Shape 150"/>
              <p:cNvSpPr>
                <a:spLocks/>
              </p:cNvSpPr>
              <p:nvPr/>
            </p:nvSpPr>
            <p:spPr bwMode="auto">
              <a:xfrm>
                <a:off x="3968779" y="719840"/>
                <a:ext cx="79652" cy="35537"/>
              </a:xfrm>
              <a:custGeom>
                <a:avLst/>
                <a:gdLst>
                  <a:gd name="T0" fmla="*/ 0 w 65"/>
                  <a:gd name="T1" fmla="*/ 0 h 29"/>
                  <a:gd name="T2" fmla="*/ 0 w 65"/>
                  <a:gd name="T3" fmla="*/ 29 h 29"/>
                  <a:gd name="T4" fmla="*/ 15 w 65"/>
                  <a:gd name="T5" fmla="*/ 29 h 29"/>
                  <a:gd name="T6" fmla="*/ 51 w 65"/>
                  <a:gd name="T7" fmla="*/ 29 h 29"/>
                  <a:gd name="T8" fmla="*/ 65 w 65"/>
                  <a:gd name="T9" fmla="*/ 29 h 29"/>
                  <a:gd name="T10" fmla="*/ 65 w 65"/>
                  <a:gd name="T11" fmla="*/ 0 h 29"/>
                  <a:gd name="T12" fmla="*/ 51 w 65"/>
                  <a:gd name="T13" fmla="*/ 0 h 29"/>
                  <a:gd name="T14" fmla="*/ 15 w 65"/>
                  <a:gd name="T15" fmla="*/ 0 h 29"/>
                  <a:gd name="T16" fmla="*/ 0 w 65"/>
                  <a:gd name="T17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5" h="29">
                    <a:moveTo>
                      <a:pt x="0" y="0"/>
                    </a:moveTo>
                    <a:lnTo>
                      <a:pt x="0" y="29"/>
                    </a:lnTo>
                    <a:lnTo>
                      <a:pt x="15" y="29"/>
                    </a:lnTo>
                    <a:lnTo>
                      <a:pt x="51" y="29"/>
                    </a:lnTo>
                    <a:lnTo>
                      <a:pt x="65" y="29"/>
                    </a:lnTo>
                    <a:lnTo>
                      <a:pt x="65" y="0"/>
                    </a:lnTo>
                    <a:lnTo>
                      <a:pt x="51" y="0"/>
                    </a:lnTo>
                    <a:lnTo>
                      <a:pt x="15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5" name="Freeform: Shape 151"/>
              <p:cNvSpPr>
                <a:spLocks/>
              </p:cNvSpPr>
              <p:nvPr/>
            </p:nvSpPr>
            <p:spPr bwMode="auto">
              <a:xfrm>
                <a:off x="4075390" y="874242"/>
                <a:ext cx="83328" cy="35537"/>
              </a:xfrm>
              <a:custGeom>
                <a:avLst/>
                <a:gdLst>
                  <a:gd name="T0" fmla="*/ 0 w 68"/>
                  <a:gd name="T1" fmla="*/ 0 h 29"/>
                  <a:gd name="T2" fmla="*/ 0 w 68"/>
                  <a:gd name="T3" fmla="*/ 29 h 29"/>
                  <a:gd name="T4" fmla="*/ 14 w 68"/>
                  <a:gd name="T5" fmla="*/ 29 h 29"/>
                  <a:gd name="T6" fmla="*/ 54 w 68"/>
                  <a:gd name="T7" fmla="*/ 29 h 29"/>
                  <a:gd name="T8" fmla="*/ 68 w 68"/>
                  <a:gd name="T9" fmla="*/ 29 h 29"/>
                  <a:gd name="T10" fmla="*/ 68 w 68"/>
                  <a:gd name="T11" fmla="*/ 0 h 29"/>
                  <a:gd name="T12" fmla="*/ 54 w 68"/>
                  <a:gd name="T13" fmla="*/ 0 h 29"/>
                  <a:gd name="T14" fmla="*/ 14 w 68"/>
                  <a:gd name="T15" fmla="*/ 0 h 29"/>
                  <a:gd name="T16" fmla="*/ 0 w 68"/>
                  <a:gd name="T17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8" h="29">
                    <a:moveTo>
                      <a:pt x="0" y="0"/>
                    </a:moveTo>
                    <a:lnTo>
                      <a:pt x="0" y="29"/>
                    </a:lnTo>
                    <a:lnTo>
                      <a:pt x="14" y="29"/>
                    </a:lnTo>
                    <a:lnTo>
                      <a:pt x="54" y="29"/>
                    </a:lnTo>
                    <a:lnTo>
                      <a:pt x="68" y="29"/>
                    </a:lnTo>
                    <a:lnTo>
                      <a:pt x="68" y="0"/>
                    </a:lnTo>
                    <a:lnTo>
                      <a:pt x="54" y="0"/>
                    </a:lnTo>
                    <a:lnTo>
                      <a:pt x="14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6" name="Freeform: Shape 152"/>
              <p:cNvSpPr>
                <a:spLocks/>
              </p:cNvSpPr>
              <p:nvPr/>
            </p:nvSpPr>
            <p:spPr bwMode="auto">
              <a:xfrm>
                <a:off x="4185677" y="790914"/>
                <a:ext cx="83328" cy="35537"/>
              </a:xfrm>
              <a:custGeom>
                <a:avLst/>
                <a:gdLst>
                  <a:gd name="T0" fmla="*/ 14 w 68"/>
                  <a:gd name="T1" fmla="*/ 0 h 29"/>
                  <a:gd name="T2" fmla="*/ 0 w 68"/>
                  <a:gd name="T3" fmla="*/ 0 h 29"/>
                  <a:gd name="T4" fmla="*/ 0 w 68"/>
                  <a:gd name="T5" fmla="*/ 29 h 29"/>
                  <a:gd name="T6" fmla="*/ 14 w 68"/>
                  <a:gd name="T7" fmla="*/ 29 h 29"/>
                  <a:gd name="T8" fmla="*/ 50 w 68"/>
                  <a:gd name="T9" fmla="*/ 29 h 29"/>
                  <a:gd name="T10" fmla="*/ 68 w 68"/>
                  <a:gd name="T11" fmla="*/ 29 h 29"/>
                  <a:gd name="T12" fmla="*/ 68 w 68"/>
                  <a:gd name="T13" fmla="*/ 0 h 29"/>
                  <a:gd name="T14" fmla="*/ 50 w 68"/>
                  <a:gd name="T15" fmla="*/ 0 h 29"/>
                  <a:gd name="T16" fmla="*/ 14 w 68"/>
                  <a:gd name="T17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8" h="29">
                    <a:moveTo>
                      <a:pt x="14" y="0"/>
                    </a:moveTo>
                    <a:lnTo>
                      <a:pt x="0" y="0"/>
                    </a:lnTo>
                    <a:lnTo>
                      <a:pt x="0" y="29"/>
                    </a:lnTo>
                    <a:lnTo>
                      <a:pt x="14" y="29"/>
                    </a:lnTo>
                    <a:lnTo>
                      <a:pt x="50" y="29"/>
                    </a:lnTo>
                    <a:lnTo>
                      <a:pt x="68" y="29"/>
                    </a:lnTo>
                    <a:lnTo>
                      <a:pt x="68" y="0"/>
                    </a:lnTo>
                    <a:lnTo>
                      <a:pt x="50" y="0"/>
                    </a:lnTo>
                    <a:lnTo>
                      <a:pt x="1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7" name="Freeform: Shape 153"/>
              <p:cNvSpPr>
                <a:spLocks/>
              </p:cNvSpPr>
              <p:nvPr/>
            </p:nvSpPr>
            <p:spPr bwMode="auto">
              <a:xfrm>
                <a:off x="4335177" y="623032"/>
                <a:ext cx="442374" cy="344341"/>
              </a:xfrm>
              <a:custGeom>
                <a:avLst/>
                <a:gdLst>
                  <a:gd name="T0" fmla="*/ 89 w 100"/>
                  <a:gd name="T1" fmla="*/ 17 h 78"/>
                  <a:gd name="T2" fmla="*/ 81 w 100"/>
                  <a:gd name="T3" fmla="*/ 18 h 78"/>
                  <a:gd name="T4" fmla="*/ 81 w 100"/>
                  <a:gd name="T5" fmla="*/ 22 h 78"/>
                  <a:gd name="T6" fmla="*/ 91 w 100"/>
                  <a:gd name="T7" fmla="*/ 44 h 78"/>
                  <a:gd name="T8" fmla="*/ 91 w 100"/>
                  <a:gd name="T9" fmla="*/ 55 h 78"/>
                  <a:gd name="T10" fmla="*/ 81 w 100"/>
                  <a:gd name="T11" fmla="*/ 78 h 78"/>
                  <a:gd name="T12" fmla="*/ 100 w 100"/>
                  <a:gd name="T13" fmla="*/ 74 h 78"/>
                  <a:gd name="T14" fmla="*/ 100 w 100"/>
                  <a:gd name="T15" fmla="*/ 28 h 78"/>
                  <a:gd name="T16" fmla="*/ 80 w 100"/>
                  <a:gd name="T17" fmla="*/ 0 h 78"/>
                  <a:gd name="T18" fmla="*/ 50 w 100"/>
                  <a:gd name="T19" fmla="*/ 6 h 78"/>
                  <a:gd name="T20" fmla="*/ 81 w 100"/>
                  <a:gd name="T21" fmla="*/ 18 h 78"/>
                  <a:gd name="T22" fmla="*/ 50 w 100"/>
                  <a:gd name="T23" fmla="*/ 63 h 78"/>
                  <a:gd name="T24" fmla="*/ 76 w 100"/>
                  <a:gd name="T25" fmla="*/ 74 h 78"/>
                  <a:gd name="T26" fmla="*/ 81 w 100"/>
                  <a:gd name="T27" fmla="*/ 78 h 78"/>
                  <a:gd name="T28" fmla="*/ 71 w 100"/>
                  <a:gd name="T29" fmla="*/ 55 h 78"/>
                  <a:gd name="T30" fmla="*/ 81 w 100"/>
                  <a:gd name="T31" fmla="*/ 44 h 78"/>
                  <a:gd name="T32" fmla="*/ 50 w 100"/>
                  <a:gd name="T33" fmla="*/ 22 h 78"/>
                  <a:gd name="T34" fmla="*/ 50 w 100"/>
                  <a:gd name="T35" fmla="*/ 0 h 78"/>
                  <a:gd name="T36" fmla="*/ 19 w 100"/>
                  <a:gd name="T37" fmla="*/ 1 h 78"/>
                  <a:gd name="T38" fmla="*/ 25 w 100"/>
                  <a:gd name="T39" fmla="*/ 6 h 78"/>
                  <a:gd name="T40" fmla="*/ 50 w 100"/>
                  <a:gd name="T41" fmla="*/ 6 h 78"/>
                  <a:gd name="T42" fmla="*/ 19 w 100"/>
                  <a:gd name="T43" fmla="*/ 78 h 78"/>
                  <a:gd name="T44" fmla="*/ 24 w 100"/>
                  <a:gd name="T45" fmla="*/ 74 h 78"/>
                  <a:gd name="T46" fmla="*/ 50 w 100"/>
                  <a:gd name="T47" fmla="*/ 63 h 78"/>
                  <a:gd name="T48" fmla="*/ 19 w 100"/>
                  <a:gd name="T49" fmla="*/ 22 h 78"/>
                  <a:gd name="T50" fmla="*/ 29 w 100"/>
                  <a:gd name="T51" fmla="*/ 44 h 78"/>
                  <a:gd name="T52" fmla="*/ 29 w 100"/>
                  <a:gd name="T53" fmla="*/ 55 h 78"/>
                  <a:gd name="T54" fmla="*/ 19 w 100"/>
                  <a:gd name="T55" fmla="*/ 78 h 78"/>
                  <a:gd name="T56" fmla="*/ 10 w 100"/>
                  <a:gd name="T57" fmla="*/ 17 h 78"/>
                  <a:gd name="T58" fmla="*/ 0 w 100"/>
                  <a:gd name="T59" fmla="*/ 60 h 78"/>
                  <a:gd name="T60" fmla="*/ 0 w 100"/>
                  <a:gd name="T61" fmla="*/ 74 h 78"/>
                  <a:gd name="T62" fmla="*/ 19 w 100"/>
                  <a:gd name="T63" fmla="*/ 78 h 78"/>
                  <a:gd name="T64" fmla="*/ 9 w 100"/>
                  <a:gd name="T65" fmla="*/ 55 h 78"/>
                  <a:gd name="T66" fmla="*/ 19 w 100"/>
                  <a:gd name="T67" fmla="*/ 44 h 78"/>
                  <a:gd name="T68" fmla="*/ 17 w 100"/>
                  <a:gd name="T69" fmla="*/ 22 h 78"/>
                  <a:gd name="T70" fmla="*/ 19 w 100"/>
                  <a:gd name="T71" fmla="*/ 1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00" h="78">
                    <a:moveTo>
                      <a:pt x="100" y="28"/>
                    </a:moveTo>
                    <a:cubicBezTo>
                      <a:pt x="89" y="17"/>
                      <a:pt x="89" y="17"/>
                      <a:pt x="89" y="17"/>
                    </a:cubicBezTo>
                    <a:cubicBezTo>
                      <a:pt x="81" y="1"/>
                      <a:pt x="81" y="1"/>
                      <a:pt x="81" y="1"/>
                    </a:cubicBezTo>
                    <a:cubicBezTo>
                      <a:pt x="81" y="18"/>
                      <a:pt x="81" y="18"/>
                      <a:pt x="81" y="18"/>
                    </a:cubicBezTo>
                    <a:cubicBezTo>
                      <a:pt x="83" y="22"/>
                      <a:pt x="83" y="22"/>
                      <a:pt x="83" y="22"/>
                    </a:cubicBezTo>
                    <a:cubicBezTo>
                      <a:pt x="81" y="22"/>
                      <a:pt x="81" y="22"/>
                      <a:pt x="81" y="22"/>
                    </a:cubicBezTo>
                    <a:cubicBezTo>
                      <a:pt x="81" y="44"/>
                      <a:pt x="81" y="44"/>
                      <a:pt x="81" y="44"/>
                    </a:cubicBezTo>
                    <a:cubicBezTo>
                      <a:pt x="91" y="44"/>
                      <a:pt x="91" y="44"/>
                      <a:pt x="91" y="44"/>
                    </a:cubicBezTo>
                    <a:cubicBezTo>
                      <a:pt x="91" y="55"/>
                      <a:pt x="91" y="55"/>
                      <a:pt x="91" y="55"/>
                    </a:cubicBezTo>
                    <a:cubicBezTo>
                      <a:pt x="91" y="55"/>
                      <a:pt x="91" y="55"/>
                      <a:pt x="91" y="55"/>
                    </a:cubicBezTo>
                    <a:cubicBezTo>
                      <a:pt x="81" y="55"/>
                      <a:pt x="81" y="55"/>
                      <a:pt x="81" y="55"/>
                    </a:cubicBezTo>
                    <a:cubicBezTo>
                      <a:pt x="81" y="78"/>
                      <a:pt x="81" y="78"/>
                      <a:pt x="81" y="78"/>
                    </a:cubicBezTo>
                    <a:cubicBezTo>
                      <a:pt x="95" y="78"/>
                      <a:pt x="95" y="78"/>
                      <a:pt x="95" y="78"/>
                    </a:cubicBezTo>
                    <a:cubicBezTo>
                      <a:pt x="97" y="78"/>
                      <a:pt x="100" y="76"/>
                      <a:pt x="100" y="74"/>
                    </a:cubicBezTo>
                    <a:cubicBezTo>
                      <a:pt x="100" y="63"/>
                      <a:pt x="100" y="63"/>
                      <a:pt x="100" y="63"/>
                    </a:cubicBezTo>
                    <a:lnTo>
                      <a:pt x="100" y="28"/>
                    </a:lnTo>
                    <a:close/>
                    <a:moveTo>
                      <a:pt x="81" y="1"/>
                    </a:moveTo>
                    <a:cubicBezTo>
                      <a:pt x="80" y="0"/>
                      <a:pt x="80" y="0"/>
                      <a:pt x="80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50" y="6"/>
                      <a:pt x="50" y="6"/>
                      <a:pt x="50" y="6"/>
                    </a:cubicBezTo>
                    <a:cubicBezTo>
                      <a:pt x="75" y="6"/>
                      <a:pt x="75" y="6"/>
                      <a:pt x="75" y="6"/>
                    </a:cubicBezTo>
                    <a:cubicBezTo>
                      <a:pt x="81" y="18"/>
                      <a:pt x="81" y="18"/>
                      <a:pt x="81" y="18"/>
                    </a:cubicBezTo>
                    <a:cubicBezTo>
                      <a:pt x="81" y="1"/>
                      <a:pt x="81" y="1"/>
                      <a:pt x="81" y="1"/>
                    </a:cubicBezTo>
                    <a:close/>
                    <a:moveTo>
                      <a:pt x="50" y="63"/>
                    </a:moveTo>
                    <a:cubicBezTo>
                      <a:pt x="76" y="63"/>
                      <a:pt x="76" y="63"/>
                      <a:pt x="76" y="63"/>
                    </a:cubicBezTo>
                    <a:cubicBezTo>
                      <a:pt x="76" y="74"/>
                      <a:pt x="76" y="74"/>
                      <a:pt x="76" y="74"/>
                    </a:cubicBezTo>
                    <a:cubicBezTo>
                      <a:pt x="76" y="76"/>
                      <a:pt x="78" y="78"/>
                      <a:pt x="80" y="78"/>
                    </a:cubicBezTo>
                    <a:cubicBezTo>
                      <a:pt x="81" y="78"/>
                      <a:pt x="81" y="78"/>
                      <a:pt x="81" y="78"/>
                    </a:cubicBezTo>
                    <a:cubicBezTo>
                      <a:pt x="81" y="55"/>
                      <a:pt x="81" y="55"/>
                      <a:pt x="81" y="55"/>
                    </a:cubicBezTo>
                    <a:cubicBezTo>
                      <a:pt x="71" y="55"/>
                      <a:pt x="71" y="55"/>
                      <a:pt x="71" y="55"/>
                    </a:cubicBezTo>
                    <a:cubicBezTo>
                      <a:pt x="71" y="44"/>
                      <a:pt x="71" y="44"/>
                      <a:pt x="71" y="44"/>
                    </a:cubicBezTo>
                    <a:cubicBezTo>
                      <a:pt x="81" y="44"/>
                      <a:pt x="81" y="44"/>
                      <a:pt x="81" y="44"/>
                    </a:cubicBezTo>
                    <a:cubicBezTo>
                      <a:pt x="81" y="22"/>
                      <a:pt x="81" y="22"/>
                      <a:pt x="81" y="22"/>
                    </a:cubicBezTo>
                    <a:cubicBezTo>
                      <a:pt x="50" y="22"/>
                      <a:pt x="50" y="22"/>
                      <a:pt x="50" y="22"/>
                    </a:cubicBezTo>
                    <a:lnTo>
                      <a:pt x="50" y="63"/>
                    </a:lnTo>
                    <a:close/>
                    <a:moveTo>
                      <a:pt x="50" y="0"/>
                    </a:moveTo>
                    <a:cubicBezTo>
                      <a:pt x="20" y="0"/>
                      <a:pt x="20" y="0"/>
                      <a:pt x="20" y="0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25" y="6"/>
                      <a:pt x="25" y="6"/>
                      <a:pt x="25" y="6"/>
                    </a:cubicBezTo>
                    <a:cubicBezTo>
                      <a:pt x="25" y="6"/>
                      <a:pt x="25" y="6"/>
                      <a:pt x="25" y="6"/>
                    </a:cubicBezTo>
                    <a:cubicBezTo>
                      <a:pt x="50" y="6"/>
                      <a:pt x="50" y="6"/>
                      <a:pt x="50" y="6"/>
                    </a:cubicBezTo>
                    <a:cubicBezTo>
                      <a:pt x="50" y="0"/>
                      <a:pt x="50" y="0"/>
                      <a:pt x="50" y="0"/>
                    </a:cubicBezTo>
                    <a:close/>
                    <a:moveTo>
                      <a:pt x="19" y="78"/>
                    </a:moveTo>
                    <a:cubicBezTo>
                      <a:pt x="19" y="78"/>
                      <a:pt x="19" y="78"/>
                      <a:pt x="19" y="78"/>
                    </a:cubicBezTo>
                    <a:cubicBezTo>
                      <a:pt x="22" y="78"/>
                      <a:pt x="24" y="76"/>
                      <a:pt x="24" y="74"/>
                    </a:cubicBezTo>
                    <a:cubicBezTo>
                      <a:pt x="24" y="63"/>
                      <a:pt x="24" y="63"/>
                      <a:pt x="24" y="63"/>
                    </a:cubicBezTo>
                    <a:cubicBezTo>
                      <a:pt x="50" y="63"/>
                      <a:pt x="50" y="63"/>
                      <a:pt x="50" y="63"/>
                    </a:cubicBezTo>
                    <a:cubicBezTo>
                      <a:pt x="50" y="22"/>
                      <a:pt x="50" y="22"/>
                      <a:pt x="50" y="22"/>
                    </a:cubicBezTo>
                    <a:cubicBezTo>
                      <a:pt x="19" y="22"/>
                      <a:pt x="19" y="22"/>
                      <a:pt x="19" y="22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29" y="44"/>
                      <a:pt x="29" y="44"/>
                      <a:pt x="29" y="44"/>
                    </a:cubicBezTo>
                    <a:cubicBezTo>
                      <a:pt x="29" y="55"/>
                      <a:pt x="29" y="55"/>
                      <a:pt x="29" y="55"/>
                    </a:cubicBezTo>
                    <a:cubicBezTo>
                      <a:pt x="29" y="55"/>
                      <a:pt x="29" y="55"/>
                      <a:pt x="29" y="55"/>
                    </a:cubicBezTo>
                    <a:cubicBezTo>
                      <a:pt x="19" y="55"/>
                      <a:pt x="19" y="55"/>
                      <a:pt x="19" y="55"/>
                    </a:cubicBezTo>
                    <a:lnTo>
                      <a:pt x="19" y="78"/>
                    </a:lnTo>
                    <a:close/>
                    <a:moveTo>
                      <a:pt x="19" y="1"/>
                    </a:moveTo>
                    <a:cubicBezTo>
                      <a:pt x="10" y="17"/>
                      <a:pt x="10" y="17"/>
                      <a:pt x="10" y="17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63"/>
                      <a:pt x="0" y="63"/>
                      <a:pt x="0" y="63"/>
                    </a:cubicBezTo>
                    <a:cubicBezTo>
                      <a:pt x="0" y="74"/>
                      <a:pt x="0" y="74"/>
                      <a:pt x="0" y="74"/>
                    </a:cubicBezTo>
                    <a:cubicBezTo>
                      <a:pt x="0" y="76"/>
                      <a:pt x="2" y="78"/>
                      <a:pt x="5" y="78"/>
                    </a:cubicBezTo>
                    <a:cubicBezTo>
                      <a:pt x="19" y="78"/>
                      <a:pt x="19" y="78"/>
                      <a:pt x="19" y="78"/>
                    </a:cubicBezTo>
                    <a:cubicBezTo>
                      <a:pt x="19" y="55"/>
                      <a:pt x="19" y="55"/>
                      <a:pt x="19" y="55"/>
                    </a:cubicBezTo>
                    <a:cubicBezTo>
                      <a:pt x="9" y="55"/>
                      <a:pt x="9" y="55"/>
                      <a:pt x="9" y="55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22"/>
                      <a:pt x="19" y="22"/>
                      <a:pt x="19" y="22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19" y="18"/>
                      <a:pt x="19" y="18"/>
                      <a:pt x="19" y="18"/>
                    </a:cubicBezTo>
                    <a:lnTo>
                      <a:pt x="19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8" name="Freeform: Shape 154"/>
              <p:cNvSpPr>
                <a:spLocks/>
              </p:cNvSpPr>
              <p:nvPr/>
            </p:nvSpPr>
            <p:spPr bwMode="auto">
              <a:xfrm>
                <a:off x="2913699" y="3453735"/>
                <a:ext cx="374976" cy="379878"/>
              </a:xfrm>
              <a:custGeom>
                <a:avLst/>
                <a:gdLst>
                  <a:gd name="T0" fmla="*/ 64 w 85"/>
                  <a:gd name="T1" fmla="*/ 80 h 86"/>
                  <a:gd name="T2" fmla="*/ 79 w 85"/>
                  <a:gd name="T3" fmla="*/ 64 h 86"/>
                  <a:gd name="T4" fmla="*/ 84 w 85"/>
                  <a:gd name="T5" fmla="*/ 52 h 86"/>
                  <a:gd name="T6" fmla="*/ 84 w 85"/>
                  <a:gd name="T7" fmla="*/ 34 h 86"/>
                  <a:gd name="T8" fmla="*/ 79 w 85"/>
                  <a:gd name="T9" fmla="*/ 22 h 86"/>
                  <a:gd name="T10" fmla="*/ 64 w 85"/>
                  <a:gd name="T11" fmla="*/ 6 h 86"/>
                  <a:gd name="T12" fmla="*/ 58 w 85"/>
                  <a:gd name="T13" fmla="*/ 3 h 86"/>
                  <a:gd name="T14" fmla="*/ 45 w 85"/>
                  <a:gd name="T15" fmla="*/ 0 h 86"/>
                  <a:gd name="T16" fmla="*/ 47 w 85"/>
                  <a:gd name="T17" fmla="*/ 5 h 86"/>
                  <a:gd name="T18" fmla="*/ 53 w 85"/>
                  <a:gd name="T19" fmla="*/ 5 h 86"/>
                  <a:gd name="T20" fmla="*/ 57 w 85"/>
                  <a:gd name="T21" fmla="*/ 6 h 86"/>
                  <a:gd name="T22" fmla="*/ 56 w 85"/>
                  <a:gd name="T23" fmla="*/ 7 h 86"/>
                  <a:gd name="T24" fmla="*/ 49 w 85"/>
                  <a:gd name="T25" fmla="*/ 9 h 86"/>
                  <a:gd name="T26" fmla="*/ 50 w 85"/>
                  <a:gd name="T27" fmla="*/ 14 h 86"/>
                  <a:gd name="T28" fmla="*/ 54 w 85"/>
                  <a:gd name="T29" fmla="*/ 17 h 86"/>
                  <a:gd name="T30" fmla="*/ 60 w 85"/>
                  <a:gd name="T31" fmla="*/ 9 h 86"/>
                  <a:gd name="T32" fmla="*/ 65 w 85"/>
                  <a:gd name="T33" fmla="*/ 10 h 86"/>
                  <a:gd name="T34" fmla="*/ 68 w 85"/>
                  <a:gd name="T35" fmla="*/ 12 h 86"/>
                  <a:gd name="T36" fmla="*/ 70 w 85"/>
                  <a:gd name="T37" fmla="*/ 18 h 86"/>
                  <a:gd name="T38" fmla="*/ 69 w 85"/>
                  <a:gd name="T39" fmla="*/ 21 h 86"/>
                  <a:gd name="T40" fmla="*/ 67 w 85"/>
                  <a:gd name="T41" fmla="*/ 19 h 86"/>
                  <a:gd name="T42" fmla="*/ 61 w 85"/>
                  <a:gd name="T43" fmla="*/ 19 h 86"/>
                  <a:gd name="T44" fmla="*/ 65 w 85"/>
                  <a:gd name="T45" fmla="*/ 21 h 86"/>
                  <a:gd name="T46" fmla="*/ 56 w 85"/>
                  <a:gd name="T47" fmla="*/ 25 h 86"/>
                  <a:gd name="T48" fmla="*/ 52 w 85"/>
                  <a:gd name="T49" fmla="*/ 28 h 86"/>
                  <a:gd name="T50" fmla="*/ 46 w 85"/>
                  <a:gd name="T51" fmla="*/ 33 h 86"/>
                  <a:gd name="T52" fmla="*/ 49 w 85"/>
                  <a:gd name="T53" fmla="*/ 51 h 86"/>
                  <a:gd name="T54" fmla="*/ 54 w 85"/>
                  <a:gd name="T55" fmla="*/ 52 h 86"/>
                  <a:gd name="T56" fmla="*/ 59 w 85"/>
                  <a:gd name="T57" fmla="*/ 54 h 86"/>
                  <a:gd name="T58" fmla="*/ 66 w 85"/>
                  <a:gd name="T59" fmla="*/ 58 h 86"/>
                  <a:gd name="T60" fmla="*/ 71 w 85"/>
                  <a:gd name="T61" fmla="*/ 62 h 86"/>
                  <a:gd name="T62" fmla="*/ 77 w 85"/>
                  <a:gd name="T63" fmla="*/ 64 h 86"/>
                  <a:gd name="T64" fmla="*/ 49 w 85"/>
                  <a:gd name="T65" fmla="*/ 75 h 86"/>
                  <a:gd name="T66" fmla="*/ 0 w 85"/>
                  <a:gd name="T67" fmla="*/ 36 h 86"/>
                  <a:gd name="T68" fmla="*/ 1 w 85"/>
                  <a:gd name="T69" fmla="*/ 54 h 86"/>
                  <a:gd name="T70" fmla="*/ 9 w 85"/>
                  <a:gd name="T71" fmla="*/ 69 h 86"/>
                  <a:gd name="T72" fmla="*/ 27 w 85"/>
                  <a:gd name="T73" fmla="*/ 83 h 86"/>
                  <a:gd name="T74" fmla="*/ 43 w 85"/>
                  <a:gd name="T75" fmla="*/ 68 h 86"/>
                  <a:gd name="T76" fmla="*/ 42 w 85"/>
                  <a:gd name="T77" fmla="*/ 61 h 86"/>
                  <a:gd name="T78" fmla="*/ 44 w 85"/>
                  <a:gd name="T79" fmla="*/ 55 h 86"/>
                  <a:gd name="T80" fmla="*/ 39 w 85"/>
                  <a:gd name="T81" fmla="*/ 53 h 86"/>
                  <a:gd name="T82" fmla="*/ 33 w 85"/>
                  <a:gd name="T83" fmla="*/ 49 h 86"/>
                  <a:gd name="T84" fmla="*/ 24 w 85"/>
                  <a:gd name="T85" fmla="*/ 46 h 86"/>
                  <a:gd name="T86" fmla="*/ 21 w 85"/>
                  <a:gd name="T87" fmla="*/ 38 h 86"/>
                  <a:gd name="T88" fmla="*/ 18 w 85"/>
                  <a:gd name="T89" fmla="*/ 37 h 86"/>
                  <a:gd name="T90" fmla="*/ 18 w 85"/>
                  <a:gd name="T91" fmla="*/ 39 h 86"/>
                  <a:gd name="T92" fmla="*/ 15 w 85"/>
                  <a:gd name="T93" fmla="*/ 32 h 86"/>
                  <a:gd name="T94" fmla="*/ 15 w 85"/>
                  <a:gd name="T95" fmla="*/ 25 h 86"/>
                  <a:gd name="T96" fmla="*/ 19 w 85"/>
                  <a:gd name="T97" fmla="*/ 17 h 86"/>
                  <a:gd name="T98" fmla="*/ 18 w 85"/>
                  <a:gd name="T99" fmla="*/ 12 h 86"/>
                  <a:gd name="T100" fmla="*/ 38 w 85"/>
                  <a:gd name="T101" fmla="*/ 3 h 86"/>
                  <a:gd name="T102" fmla="*/ 45 w 85"/>
                  <a:gd name="T103" fmla="*/ 0 h 86"/>
                  <a:gd name="T104" fmla="*/ 26 w 85"/>
                  <a:gd name="T105" fmla="*/ 3 h 86"/>
                  <a:gd name="T106" fmla="*/ 12 w 85"/>
                  <a:gd name="T107" fmla="*/ 13 h 86"/>
                  <a:gd name="T108" fmla="*/ 3 w 85"/>
                  <a:gd name="T109" fmla="*/ 27 h 86"/>
                  <a:gd name="T110" fmla="*/ 45 w 85"/>
                  <a:gd name="T111" fmla="*/ 54 h 86"/>
                  <a:gd name="T112" fmla="*/ 39 w 85"/>
                  <a:gd name="T113" fmla="*/ 47 h 86"/>
                  <a:gd name="T114" fmla="*/ 38 w 85"/>
                  <a:gd name="T115" fmla="*/ 44 h 86"/>
                  <a:gd name="T116" fmla="*/ 30 w 85"/>
                  <a:gd name="T117" fmla="*/ 45 h 86"/>
                  <a:gd name="T118" fmla="*/ 34 w 85"/>
                  <a:gd name="T119" fmla="*/ 36 h 86"/>
                  <a:gd name="T120" fmla="*/ 42 w 85"/>
                  <a:gd name="T121" fmla="*/ 36 h 86"/>
                  <a:gd name="T122" fmla="*/ 44 w 85"/>
                  <a:gd name="T123" fmla="*/ 3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85" h="86">
                    <a:moveTo>
                      <a:pt x="45" y="85"/>
                    </a:moveTo>
                    <a:cubicBezTo>
                      <a:pt x="48" y="85"/>
                      <a:pt x="50" y="85"/>
                      <a:pt x="52" y="84"/>
                    </a:cubicBezTo>
                    <a:cubicBezTo>
                      <a:pt x="53" y="84"/>
                      <a:pt x="55" y="84"/>
                      <a:pt x="56" y="83"/>
                    </a:cubicBezTo>
                    <a:cubicBezTo>
                      <a:pt x="57" y="83"/>
                      <a:pt x="57" y="83"/>
                      <a:pt x="58" y="83"/>
                    </a:cubicBezTo>
                    <a:cubicBezTo>
                      <a:pt x="59" y="82"/>
                      <a:pt x="61" y="82"/>
                      <a:pt x="62" y="81"/>
                    </a:cubicBezTo>
                    <a:cubicBezTo>
                      <a:pt x="63" y="81"/>
                      <a:pt x="63" y="80"/>
                      <a:pt x="64" y="80"/>
                    </a:cubicBezTo>
                    <a:cubicBezTo>
                      <a:pt x="66" y="78"/>
                      <a:pt x="69" y="77"/>
                      <a:pt x="71" y="74"/>
                    </a:cubicBezTo>
                    <a:cubicBezTo>
                      <a:pt x="72" y="74"/>
                      <a:pt x="72" y="74"/>
                      <a:pt x="73" y="73"/>
                    </a:cubicBezTo>
                    <a:cubicBezTo>
                      <a:pt x="73" y="73"/>
                      <a:pt x="74" y="72"/>
                      <a:pt x="74" y="72"/>
                    </a:cubicBezTo>
                    <a:cubicBezTo>
                      <a:pt x="75" y="71"/>
                      <a:pt x="75" y="70"/>
                      <a:pt x="76" y="69"/>
                    </a:cubicBezTo>
                    <a:cubicBezTo>
                      <a:pt x="77" y="68"/>
                      <a:pt x="78" y="67"/>
                      <a:pt x="79" y="65"/>
                    </a:cubicBezTo>
                    <a:cubicBezTo>
                      <a:pt x="79" y="65"/>
                      <a:pt x="79" y="65"/>
                      <a:pt x="79" y="64"/>
                    </a:cubicBezTo>
                    <a:cubicBezTo>
                      <a:pt x="80" y="64"/>
                      <a:pt x="80" y="63"/>
                      <a:pt x="80" y="62"/>
                    </a:cubicBezTo>
                    <a:cubicBezTo>
                      <a:pt x="81" y="62"/>
                      <a:pt x="81" y="62"/>
                      <a:pt x="81" y="61"/>
                    </a:cubicBezTo>
                    <a:cubicBezTo>
                      <a:pt x="81" y="61"/>
                      <a:pt x="82" y="60"/>
                      <a:pt x="82" y="60"/>
                    </a:cubicBezTo>
                    <a:cubicBezTo>
                      <a:pt x="82" y="59"/>
                      <a:pt x="82" y="58"/>
                      <a:pt x="83" y="58"/>
                    </a:cubicBezTo>
                    <a:cubicBezTo>
                      <a:pt x="83" y="56"/>
                      <a:pt x="83" y="55"/>
                      <a:pt x="84" y="54"/>
                    </a:cubicBezTo>
                    <a:cubicBezTo>
                      <a:pt x="84" y="53"/>
                      <a:pt x="84" y="52"/>
                      <a:pt x="84" y="52"/>
                    </a:cubicBezTo>
                    <a:cubicBezTo>
                      <a:pt x="84" y="51"/>
                      <a:pt x="85" y="50"/>
                      <a:pt x="85" y="49"/>
                    </a:cubicBezTo>
                    <a:cubicBezTo>
                      <a:pt x="85" y="49"/>
                      <a:pt x="85" y="48"/>
                      <a:pt x="85" y="47"/>
                    </a:cubicBezTo>
                    <a:cubicBezTo>
                      <a:pt x="85" y="46"/>
                      <a:pt x="85" y="44"/>
                      <a:pt x="85" y="43"/>
                    </a:cubicBezTo>
                    <a:cubicBezTo>
                      <a:pt x="85" y="41"/>
                      <a:pt x="85" y="40"/>
                      <a:pt x="85" y="39"/>
                    </a:cubicBezTo>
                    <a:cubicBezTo>
                      <a:pt x="85" y="38"/>
                      <a:pt x="85" y="37"/>
                      <a:pt x="85" y="36"/>
                    </a:cubicBezTo>
                    <a:cubicBezTo>
                      <a:pt x="85" y="36"/>
                      <a:pt x="84" y="35"/>
                      <a:pt x="84" y="34"/>
                    </a:cubicBezTo>
                    <a:cubicBezTo>
                      <a:pt x="84" y="34"/>
                      <a:pt x="84" y="33"/>
                      <a:pt x="84" y="32"/>
                    </a:cubicBezTo>
                    <a:cubicBezTo>
                      <a:pt x="83" y="31"/>
                      <a:pt x="83" y="30"/>
                      <a:pt x="83" y="28"/>
                    </a:cubicBezTo>
                    <a:cubicBezTo>
                      <a:pt x="82" y="28"/>
                      <a:pt x="82" y="28"/>
                      <a:pt x="82" y="27"/>
                    </a:cubicBezTo>
                    <a:cubicBezTo>
                      <a:pt x="82" y="26"/>
                      <a:pt x="81" y="25"/>
                      <a:pt x="81" y="24"/>
                    </a:cubicBezTo>
                    <a:cubicBezTo>
                      <a:pt x="81" y="24"/>
                      <a:pt x="81" y="24"/>
                      <a:pt x="80" y="23"/>
                    </a:cubicBezTo>
                    <a:cubicBezTo>
                      <a:pt x="80" y="23"/>
                      <a:pt x="80" y="22"/>
                      <a:pt x="79" y="22"/>
                    </a:cubicBezTo>
                    <a:cubicBezTo>
                      <a:pt x="78" y="20"/>
                      <a:pt x="77" y="18"/>
                      <a:pt x="76" y="17"/>
                    </a:cubicBezTo>
                    <a:cubicBezTo>
                      <a:pt x="75" y="16"/>
                      <a:pt x="75" y="15"/>
                      <a:pt x="74" y="14"/>
                    </a:cubicBezTo>
                    <a:cubicBezTo>
                      <a:pt x="74" y="14"/>
                      <a:pt x="73" y="13"/>
                      <a:pt x="73" y="13"/>
                    </a:cubicBezTo>
                    <a:cubicBezTo>
                      <a:pt x="72" y="12"/>
                      <a:pt x="72" y="12"/>
                      <a:pt x="71" y="11"/>
                    </a:cubicBezTo>
                    <a:cubicBezTo>
                      <a:pt x="70" y="10"/>
                      <a:pt x="69" y="10"/>
                      <a:pt x="68" y="9"/>
                    </a:cubicBezTo>
                    <a:cubicBezTo>
                      <a:pt x="67" y="8"/>
                      <a:pt x="65" y="7"/>
                      <a:pt x="64" y="6"/>
                    </a:cubicBezTo>
                    <a:cubicBezTo>
                      <a:pt x="63" y="6"/>
                      <a:pt x="63" y="5"/>
                      <a:pt x="62" y="5"/>
                    </a:cubicBezTo>
                    <a:cubicBezTo>
                      <a:pt x="62" y="5"/>
                      <a:pt x="61" y="5"/>
                      <a:pt x="61" y="5"/>
                    </a:cubicBezTo>
                    <a:cubicBezTo>
                      <a:pt x="61" y="4"/>
                      <a:pt x="60" y="4"/>
                      <a:pt x="60" y="4"/>
                    </a:cubicBezTo>
                    <a:cubicBezTo>
                      <a:pt x="60" y="4"/>
                      <a:pt x="60" y="4"/>
                      <a:pt x="60" y="4"/>
                    </a:cubicBezTo>
                    <a:cubicBezTo>
                      <a:pt x="59" y="4"/>
                      <a:pt x="59" y="3"/>
                      <a:pt x="58" y="3"/>
                    </a:cubicBezTo>
                    <a:cubicBezTo>
                      <a:pt x="58" y="3"/>
                      <a:pt x="58" y="3"/>
                      <a:pt x="58" y="3"/>
                    </a:cubicBezTo>
                    <a:cubicBezTo>
                      <a:pt x="58" y="3"/>
                      <a:pt x="57" y="3"/>
                      <a:pt x="56" y="3"/>
                    </a:cubicBezTo>
                    <a:cubicBezTo>
                      <a:pt x="56" y="3"/>
                      <a:pt x="56" y="3"/>
                      <a:pt x="56" y="3"/>
                    </a:cubicBezTo>
                    <a:cubicBezTo>
                      <a:pt x="55" y="2"/>
                      <a:pt x="54" y="2"/>
                      <a:pt x="52" y="1"/>
                    </a:cubicBezTo>
                    <a:cubicBezTo>
                      <a:pt x="52" y="1"/>
                      <a:pt x="51" y="1"/>
                      <a:pt x="51" y="1"/>
                    </a:cubicBezTo>
                    <a:cubicBezTo>
                      <a:pt x="51" y="1"/>
                      <a:pt x="50" y="1"/>
                      <a:pt x="50" y="1"/>
                    </a:cubicBezTo>
                    <a:cubicBezTo>
                      <a:pt x="49" y="1"/>
                      <a:pt x="47" y="0"/>
                      <a:pt x="45" y="0"/>
                    </a:cubicBezTo>
                    <a:cubicBezTo>
                      <a:pt x="45" y="3"/>
                      <a:pt x="45" y="3"/>
                      <a:pt x="45" y="3"/>
                    </a:cubicBezTo>
                    <a:cubicBezTo>
                      <a:pt x="47" y="3"/>
                      <a:pt x="49" y="3"/>
                      <a:pt x="51" y="3"/>
                    </a:cubicBezTo>
                    <a:cubicBezTo>
                      <a:pt x="50" y="4"/>
                      <a:pt x="50" y="4"/>
                      <a:pt x="50" y="4"/>
                    </a:cubicBezTo>
                    <a:cubicBezTo>
                      <a:pt x="49" y="4"/>
                      <a:pt x="49" y="4"/>
                      <a:pt x="49" y="4"/>
                    </a:cubicBezTo>
                    <a:cubicBezTo>
                      <a:pt x="48" y="4"/>
                      <a:pt x="48" y="4"/>
                      <a:pt x="47" y="4"/>
                    </a:cubicBezTo>
                    <a:cubicBezTo>
                      <a:pt x="47" y="4"/>
                      <a:pt x="47" y="4"/>
                      <a:pt x="47" y="5"/>
                    </a:cubicBezTo>
                    <a:cubicBezTo>
                      <a:pt x="48" y="5"/>
                      <a:pt x="49" y="5"/>
                      <a:pt x="49" y="5"/>
                    </a:cubicBezTo>
                    <a:cubicBezTo>
                      <a:pt x="50" y="5"/>
                      <a:pt x="51" y="5"/>
                      <a:pt x="51" y="5"/>
                    </a:cubicBezTo>
                    <a:cubicBezTo>
                      <a:pt x="51" y="4"/>
                      <a:pt x="51" y="4"/>
                      <a:pt x="51" y="4"/>
                    </a:cubicBezTo>
                    <a:cubicBezTo>
                      <a:pt x="51" y="4"/>
                      <a:pt x="52" y="4"/>
                      <a:pt x="52" y="4"/>
                    </a:cubicBezTo>
                    <a:cubicBezTo>
                      <a:pt x="52" y="4"/>
                      <a:pt x="53" y="4"/>
                      <a:pt x="53" y="4"/>
                    </a:cubicBezTo>
                    <a:cubicBezTo>
                      <a:pt x="53" y="4"/>
                      <a:pt x="53" y="4"/>
                      <a:pt x="53" y="5"/>
                    </a:cubicBezTo>
                    <a:cubicBezTo>
                      <a:pt x="53" y="5"/>
                      <a:pt x="54" y="5"/>
                      <a:pt x="54" y="4"/>
                    </a:cubicBezTo>
                    <a:cubicBezTo>
                      <a:pt x="54" y="4"/>
                      <a:pt x="54" y="4"/>
                      <a:pt x="54" y="4"/>
                    </a:cubicBezTo>
                    <a:cubicBezTo>
                      <a:pt x="55" y="4"/>
                      <a:pt x="55" y="5"/>
                      <a:pt x="56" y="5"/>
                    </a:cubicBezTo>
                    <a:cubicBezTo>
                      <a:pt x="57" y="5"/>
                      <a:pt x="58" y="6"/>
                      <a:pt x="59" y="6"/>
                    </a:cubicBezTo>
                    <a:cubicBezTo>
                      <a:pt x="59" y="6"/>
                      <a:pt x="58" y="6"/>
                      <a:pt x="58" y="6"/>
                    </a:cubicBezTo>
                    <a:cubicBezTo>
                      <a:pt x="58" y="6"/>
                      <a:pt x="58" y="6"/>
                      <a:pt x="57" y="6"/>
                    </a:cubicBezTo>
                    <a:cubicBezTo>
                      <a:pt x="57" y="6"/>
                      <a:pt x="58" y="7"/>
                      <a:pt x="58" y="7"/>
                    </a:cubicBezTo>
                    <a:cubicBezTo>
                      <a:pt x="59" y="7"/>
                      <a:pt x="59" y="7"/>
                      <a:pt x="59" y="8"/>
                    </a:cubicBezTo>
                    <a:cubicBezTo>
                      <a:pt x="59" y="9"/>
                      <a:pt x="58" y="8"/>
                      <a:pt x="58" y="8"/>
                    </a:cubicBezTo>
                    <a:cubicBezTo>
                      <a:pt x="57" y="8"/>
                      <a:pt x="56" y="9"/>
                      <a:pt x="55" y="8"/>
                    </a:cubicBezTo>
                    <a:cubicBezTo>
                      <a:pt x="56" y="7"/>
                      <a:pt x="56" y="7"/>
                      <a:pt x="56" y="7"/>
                    </a:cubicBezTo>
                    <a:cubicBezTo>
                      <a:pt x="56" y="7"/>
                      <a:pt x="56" y="7"/>
                      <a:pt x="56" y="7"/>
                    </a:cubicBezTo>
                    <a:cubicBezTo>
                      <a:pt x="56" y="7"/>
                      <a:pt x="55" y="7"/>
                      <a:pt x="55" y="7"/>
                    </a:cubicBezTo>
                    <a:cubicBezTo>
                      <a:pt x="55" y="7"/>
                      <a:pt x="55" y="8"/>
                      <a:pt x="54" y="8"/>
                    </a:cubicBezTo>
                    <a:cubicBezTo>
                      <a:pt x="54" y="8"/>
                      <a:pt x="54" y="8"/>
                      <a:pt x="53" y="8"/>
                    </a:cubicBezTo>
                    <a:cubicBezTo>
                      <a:pt x="53" y="8"/>
                      <a:pt x="52" y="8"/>
                      <a:pt x="52" y="9"/>
                    </a:cubicBezTo>
                    <a:cubicBezTo>
                      <a:pt x="52" y="9"/>
                      <a:pt x="51" y="9"/>
                      <a:pt x="51" y="9"/>
                    </a:cubicBezTo>
                    <a:cubicBezTo>
                      <a:pt x="51" y="9"/>
                      <a:pt x="50" y="9"/>
                      <a:pt x="49" y="9"/>
                    </a:cubicBezTo>
                    <a:cubicBezTo>
                      <a:pt x="49" y="10"/>
                      <a:pt x="48" y="10"/>
                      <a:pt x="48" y="10"/>
                    </a:cubicBezTo>
                    <a:cubicBezTo>
                      <a:pt x="48" y="11"/>
                      <a:pt x="47" y="11"/>
                      <a:pt x="47" y="11"/>
                    </a:cubicBezTo>
                    <a:cubicBezTo>
                      <a:pt x="47" y="12"/>
                      <a:pt x="48" y="12"/>
                      <a:pt x="48" y="12"/>
                    </a:cubicBezTo>
                    <a:cubicBezTo>
                      <a:pt x="48" y="12"/>
                      <a:pt x="47" y="13"/>
                      <a:pt x="48" y="13"/>
                    </a:cubicBezTo>
                    <a:cubicBezTo>
                      <a:pt x="48" y="13"/>
                      <a:pt x="48" y="13"/>
                      <a:pt x="48" y="13"/>
                    </a:cubicBezTo>
                    <a:cubicBezTo>
                      <a:pt x="49" y="13"/>
                      <a:pt x="50" y="14"/>
                      <a:pt x="50" y="14"/>
                    </a:cubicBezTo>
                    <a:cubicBezTo>
                      <a:pt x="51" y="14"/>
                      <a:pt x="51" y="14"/>
                      <a:pt x="52" y="14"/>
                    </a:cubicBezTo>
                    <a:cubicBezTo>
                      <a:pt x="52" y="14"/>
                      <a:pt x="53" y="14"/>
                      <a:pt x="53" y="15"/>
                    </a:cubicBezTo>
                    <a:cubicBezTo>
                      <a:pt x="53" y="15"/>
                      <a:pt x="52" y="15"/>
                      <a:pt x="52" y="16"/>
                    </a:cubicBezTo>
                    <a:cubicBezTo>
                      <a:pt x="53" y="16"/>
                      <a:pt x="52" y="16"/>
                      <a:pt x="52" y="17"/>
                    </a:cubicBezTo>
                    <a:cubicBezTo>
                      <a:pt x="52" y="17"/>
                      <a:pt x="53" y="18"/>
                      <a:pt x="53" y="18"/>
                    </a:cubicBezTo>
                    <a:cubicBezTo>
                      <a:pt x="53" y="18"/>
                      <a:pt x="54" y="17"/>
                      <a:pt x="54" y="17"/>
                    </a:cubicBezTo>
                    <a:cubicBezTo>
                      <a:pt x="54" y="16"/>
                      <a:pt x="54" y="15"/>
                      <a:pt x="55" y="15"/>
                    </a:cubicBezTo>
                    <a:cubicBezTo>
                      <a:pt x="57" y="15"/>
                      <a:pt x="59" y="14"/>
                      <a:pt x="59" y="12"/>
                    </a:cubicBezTo>
                    <a:cubicBezTo>
                      <a:pt x="59" y="12"/>
                      <a:pt x="58" y="11"/>
                      <a:pt x="59" y="11"/>
                    </a:cubicBezTo>
                    <a:cubicBezTo>
                      <a:pt x="59" y="11"/>
                      <a:pt x="59" y="10"/>
                      <a:pt x="59" y="10"/>
                    </a:cubicBezTo>
                    <a:cubicBezTo>
                      <a:pt x="59" y="10"/>
                      <a:pt x="59" y="10"/>
                      <a:pt x="60" y="10"/>
                    </a:cubicBezTo>
                    <a:cubicBezTo>
                      <a:pt x="60" y="9"/>
                      <a:pt x="60" y="9"/>
                      <a:pt x="60" y="9"/>
                    </a:cubicBezTo>
                    <a:cubicBezTo>
                      <a:pt x="60" y="9"/>
                      <a:pt x="60" y="9"/>
                      <a:pt x="60" y="9"/>
                    </a:cubicBezTo>
                    <a:cubicBezTo>
                      <a:pt x="60" y="9"/>
                      <a:pt x="61" y="9"/>
                      <a:pt x="61" y="9"/>
                    </a:cubicBezTo>
                    <a:cubicBezTo>
                      <a:pt x="61" y="9"/>
                      <a:pt x="62" y="9"/>
                      <a:pt x="62" y="9"/>
                    </a:cubicBezTo>
                    <a:cubicBezTo>
                      <a:pt x="62" y="9"/>
                      <a:pt x="63" y="9"/>
                      <a:pt x="63" y="9"/>
                    </a:cubicBezTo>
                    <a:cubicBezTo>
                      <a:pt x="63" y="9"/>
                      <a:pt x="64" y="9"/>
                      <a:pt x="64" y="10"/>
                    </a:cubicBezTo>
                    <a:cubicBezTo>
                      <a:pt x="64" y="10"/>
                      <a:pt x="64" y="10"/>
                      <a:pt x="65" y="10"/>
                    </a:cubicBezTo>
                    <a:cubicBezTo>
                      <a:pt x="64" y="11"/>
                      <a:pt x="64" y="11"/>
                      <a:pt x="64" y="11"/>
                    </a:cubicBezTo>
                    <a:cubicBezTo>
                      <a:pt x="64" y="11"/>
                      <a:pt x="64" y="11"/>
                      <a:pt x="64" y="11"/>
                    </a:cubicBezTo>
                    <a:cubicBezTo>
                      <a:pt x="64" y="12"/>
                      <a:pt x="65" y="12"/>
                      <a:pt x="65" y="12"/>
                    </a:cubicBezTo>
                    <a:cubicBezTo>
                      <a:pt x="65" y="12"/>
                      <a:pt x="66" y="12"/>
                      <a:pt x="66" y="12"/>
                    </a:cubicBezTo>
                    <a:cubicBezTo>
                      <a:pt x="66" y="11"/>
                      <a:pt x="67" y="11"/>
                      <a:pt x="67" y="11"/>
                    </a:cubicBezTo>
                    <a:cubicBezTo>
                      <a:pt x="67" y="11"/>
                      <a:pt x="68" y="12"/>
                      <a:pt x="68" y="12"/>
                    </a:cubicBezTo>
                    <a:cubicBezTo>
                      <a:pt x="68" y="12"/>
                      <a:pt x="68" y="12"/>
                      <a:pt x="68" y="12"/>
                    </a:cubicBezTo>
                    <a:cubicBezTo>
                      <a:pt x="68" y="13"/>
                      <a:pt x="68" y="13"/>
                      <a:pt x="68" y="14"/>
                    </a:cubicBezTo>
                    <a:cubicBezTo>
                      <a:pt x="68" y="15"/>
                      <a:pt x="69" y="14"/>
                      <a:pt x="70" y="15"/>
                    </a:cubicBezTo>
                    <a:cubicBezTo>
                      <a:pt x="70" y="15"/>
                      <a:pt x="70" y="15"/>
                      <a:pt x="70" y="15"/>
                    </a:cubicBezTo>
                    <a:cubicBezTo>
                      <a:pt x="70" y="16"/>
                      <a:pt x="71" y="16"/>
                      <a:pt x="71" y="16"/>
                    </a:cubicBezTo>
                    <a:cubicBezTo>
                      <a:pt x="71" y="17"/>
                      <a:pt x="70" y="17"/>
                      <a:pt x="70" y="18"/>
                    </a:cubicBezTo>
                    <a:cubicBezTo>
                      <a:pt x="70" y="18"/>
                      <a:pt x="70" y="18"/>
                      <a:pt x="70" y="19"/>
                    </a:cubicBezTo>
                    <a:cubicBezTo>
                      <a:pt x="70" y="19"/>
                      <a:pt x="71" y="19"/>
                      <a:pt x="71" y="19"/>
                    </a:cubicBezTo>
                    <a:cubicBezTo>
                      <a:pt x="71" y="20"/>
                      <a:pt x="71" y="20"/>
                      <a:pt x="71" y="20"/>
                    </a:cubicBezTo>
                    <a:cubicBezTo>
                      <a:pt x="71" y="21"/>
                      <a:pt x="71" y="21"/>
                      <a:pt x="71" y="21"/>
                    </a:cubicBezTo>
                    <a:cubicBezTo>
                      <a:pt x="70" y="21"/>
                      <a:pt x="70" y="21"/>
                      <a:pt x="70" y="21"/>
                    </a:cubicBezTo>
                    <a:cubicBezTo>
                      <a:pt x="69" y="21"/>
                      <a:pt x="69" y="21"/>
                      <a:pt x="69" y="21"/>
                    </a:cubicBezTo>
                    <a:cubicBezTo>
                      <a:pt x="69" y="21"/>
                      <a:pt x="68" y="21"/>
                      <a:pt x="68" y="21"/>
                    </a:cubicBezTo>
                    <a:cubicBezTo>
                      <a:pt x="68" y="21"/>
                      <a:pt x="67" y="21"/>
                      <a:pt x="67" y="20"/>
                    </a:cubicBezTo>
                    <a:cubicBezTo>
                      <a:pt x="67" y="20"/>
                      <a:pt x="68" y="19"/>
                      <a:pt x="69" y="18"/>
                    </a:cubicBezTo>
                    <a:cubicBezTo>
                      <a:pt x="69" y="18"/>
                      <a:pt x="69" y="18"/>
                      <a:pt x="69" y="18"/>
                    </a:cubicBezTo>
                    <a:cubicBezTo>
                      <a:pt x="69" y="17"/>
                      <a:pt x="68" y="18"/>
                      <a:pt x="68" y="18"/>
                    </a:cubicBezTo>
                    <a:cubicBezTo>
                      <a:pt x="68" y="18"/>
                      <a:pt x="67" y="18"/>
                      <a:pt x="67" y="19"/>
                    </a:cubicBezTo>
                    <a:cubicBezTo>
                      <a:pt x="66" y="19"/>
                      <a:pt x="65" y="18"/>
                      <a:pt x="64" y="19"/>
                    </a:cubicBezTo>
                    <a:cubicBezTo>
                      <a:pt x="64" y="19"/>
                      <a:pt x="65" y="19"/>
                      <a:pt x="65" y="19"/>
                    </a:cubicBezTo>
                    <a:cubicBezTo>
                      <a:pt x="65" y="19"/>
                      <a:pt x="64" y="20"/>
                      <a:pt x="64" y="19"/>
                    </a:cubicBezTo>
                    <a:cubicBezTo>
                      <a:pt x="64" y="19"/>
                      <a:pt x="64" y="19"/>
                      <a:pt x="64" y="19"/>
                    </a:cubicBezTo>
                    <a:cubicBezTo>
                      <a:pt x="64" y="19"/>
                      <a:pt x="63" y="18"/>
                      <a:pt x="62" y="19"/>
                    </a:cubicBezTo>
                    <a:cubicBezTo>
                      <a:pt x="62" y="19"/>
                      <a:pt x="61" y="19"/>
                      <a:pt x="61" y="19"/>
                    </a:cubicBezTo>
                    <a:cubicBezTo>
                      <a:pt x="62" y="20"/>
                      <a:pt x="63" y="19"/>
                      <a:pt x="63" y="20"/>
                    </a:cubicBezTo>
                    <a:cubicBezTo>
                      <a:pt x="63" y="20"/>
                      <a:pt x="62" y="21"/>
                      <a:pt x="62" y="21"/>
                    </a:cubicBezTo>
                    <a:cubicBezTo>
                      <a:pt x="62" y="22"/>
                      <a:pt x="62" y="22"/>
                      <a:pt x="63" y="22"/>
                    </a:cubicBezTo>
                    <a:cubicBezTo>
                      <a:pt x="63" y="22"/>
                      <a:pt x="63" y="22"/>
                      <a:pt x="63" y="22"/>
                    </a:cubicBezTo>
                    <a:cubicBezTo>
                      <a:pt x="64" y="22"/>
                      <a:pt x="64" y="22"/>
                      <a:pt x="64" y="22"/>
                    </a:cubicBezTo>
                    <a:cubicBezTo>
                      <a:pt x="64" y="22"/>
                      <a:pt x="65" y="21"/>
                      <a:pt x="65" y="21"/>
                    </a:cubicBezTo>
                    <a:cubicBezTo>
                      <a:pt x="66" y="22"/>
                      <a:pt x="65" y="22"/>
                      <a:pt x="64" y="23"/>
                    </a:cubicBezTo>
                    <a:cubicBezTo>
                      <a:pt x="63" y="23"/>
                      <a:pt x="62" y="23"/>
                      <a:pt x="62" y="23"/>
                    </a:cubicBezTo>
                    <a:cubicBezTo>
                      <a:pt x="61" y="23"/>
                      <a:pt x="60" y="25"/>
                      <a:pt x="60" y="24"/>
                    </a:cubicBezTo>
                    <a:cubicBezTo>
                      <a:pt x="60" y="23"/>
                      <a:pt x="61" y="23"/>
                      <a:pt x="61" y="23"/>
                    </a:cubicBezTo>
                    <a:cubicBezTo>
                      <a:pt x="60" y="23"/>
                      <a:pt x="59" y="23"/>
                      <a:pt x="59" y="23"/>
                    </a:cubicBezTo>
                    <a:cubicBezTo>
                      <a:pt x="58" y="24"/>
                      <a:pt x="56" y="24"/>
                      <a:pt x="56" y="25"/>
                    </a:cubicBezTo>
                    <a:cubicBezTo>
                      <a:pt x="56" y="25"/>
                      <a:pt x="56" y="26"/>
                      <a:pt x="56" y="26"/>
                    </a:cubicBezTo>
                    <a:cubicBezTo>
                      <a:pt x="56" y="26"/>
                      <a:pt x="55" y="26"/>
                      <a:pt x="55" y="26"/>
                    </a:cubicBezTo>
                    <a:cubicBezTo>
                      <a:pt x="55" y="26"/>
                      <a:pt x="54" y="26"/>
                      <a:pt x="54" y="26"/>
                    </a:cubicBezTo>
                    <a:cubicBezTo>
                      <a:pt x="54" y="27"/>
                      <a:pt x="53" y="27"/>
                      <a:pt x="53" y="27"/>
                    </a:cubicBezTo>
                    <a:cubicBezTo>
                      <a:pt x="53" y="27"/>
                      <a:pt x="53" y="27"/>
                      <a:pt x="52" y="28"/>
                    </a:cubicBezTo>
                    <a:cubicBezTo>
                      <a:pt x="52" y="28"/>
                      <a:pt x="52" y="28"/>
                      <a:pt x="52" y="28"/>
                    </a:cubicBezTo>
                    <a:cubicBezTo>
                      <a:pt x="51" y="28"/>
                      <a:pt x="51" y="29"/>
                      <a:pt x="51" y="29"/>
                    </a:cubicBezTo>
                    <a:cubicBezTo>
                      <a:pt x="51" y="29"/>
                      <a:pt x="50" y="29"/>
                      <a:pt x="50" y="29"/>
                    </a:cubicBezTo>
                    <a:cubicBezTo>
                      <a:pt x="50" y="29"/>
                      <a:pt x="50" y="30"/>
                      <a:pt x="50" y="31"/>
                    </a:cubicBezTo>
                    <a:cubicBezTo>
                      <a:pt x="50" y="31"/>
                      <a:pt x="49" y="31"/>
                      <a:pt x="48" y="32"/>
                    </a:cubicBezTo>
                    <a:cubicBezTo>
                      <a:pt x="48" y="32"/>
                      <a:pt x="48" y="32"/>
                      <a:pt x="47" y="32"/>
                    </a:cubicBezTo>
                    <a:cubicBezTo>
                      <a:pt x="47" y="33"/>
                      <a:pt x="46" y="33"/>
                      <a:pt x="46" y="33"/>
                    </a:cubicBezTo>
                    <a:cubicBezTo>
                      <a:pt x="46" y="33"/>
                      <a:pt x="46" y="33"/>
                      <a:pt x="45" y="34"/>
                    </a:cubicBezTo>
                    <a:cubicBezTo>
                      <a:pt x="45" y="53"/>
                      <a:pt x="45" y="53"/>
                      <a:pt x="45" y="53"/>
                    </a:cubicBezTo>
                    <a:cubicBezTo>
                      <a:pt x="46" y="53"/>
                      <a:pt x="46" y="53"/>
                      <a:pt x="46" y="53"/>
                    </a:cubicBezTo>
                    <a:cubicBezTo>
                      <a:pt x="46" y="52"/>
                      <a:pt x="46" y="52"/>
                      <a:pt x="47" y="52"/>
                    </a:cubicBezTo>
                    <a:cubicBezTo>
                      <a:pt x="47" y="51"/>
                      <a:pt x="48" y="52"/>
                      <a:pt x="48" y="51"/>
                    </a:cubicBezTo>
                    <a:cubicBezTo>
                      <a:pt x="49" y="51"/>
                      <a:pt x="49" y="51"/>
                      <a:pt x="49" y="51"/>
                    </a:cubicBezTo>
                    <a:cubicBezTo>
                      <a:pt x="49" y="51"/>
                      <a:pt x="49" y="50"/>
                      <a:pt x="50" y="51"/>
                    </a:cubicBezTo>
                    <a:cubicBezTo>
                      <a:pt x="50" y="51"/>
                      <a:pt x="49" y="51"/>
                      <a:pt x="50" y="52"/>
                    </a:cubicBezTo>
                    <a:cubicBezTo>
                      <a:pt x="50" y="52"/>
                      <a:pt x="51" y="51"/>
                      <a:pt x="51" y="51"/>
                    </a:cubicBezTo>
                    <a:cubicBezTo>
                      <a:pt x="51" y="51"/>
                      <a:pt x="52" y="51"/>
                      <a:pt x="52" y="51"/>
                    </a:cubicBezTo>
                    <a:cubicBezTo>
                      <a:pt x="52" y="52"/>
                      <a:pt x="52" y="52"/>
                      <a:pt x="53" y="52"/>
                    </a:cubicBezTo>
                    <a:cubicBezTo>
                      <a:pt x="53" y="52"/>
                      <a:pt x="53" y="52"/>
                      <a:pt x="54" y="52"/>
                    </a:cubicBezTo>
                    <a:cubicBezTo>
                      <a:pt x="54" y="52"/>
                      <a:pt x="55" y="52"/>
                      <a:pt x="55" y="52"/>
                    </a:cubicBezTo>
                    <a:cubicBezTo>
                      <a:pt x="55" y="52"/>
                      <a:pt x="56" y="52"/>
                      <a:pt x="56" y="52"/>
                    </a:cubicBezTo>
                    <a:cubicBezTo>
                      <a:pt x="57" y="52"/>
                      <a:pt x="57" y="52"/>
                      <a:pt x="57" y="52"/>
                    </a:cubicBezTo>
                    <a:cubicBezTo>
                      <a:pt x="58" y="53"/>
                      <a:pt x="58" y="52"/>
                      <a:pt x="58" y="52"/>
                    </a:cubicBezTo>
                    <a:cubicBezTo>
                      <a:pt x="58" y="53"/>
                      <a:pt x="58" y="53"/>
                      <a:pt x="58" y="53"/>
                    </a:cubicBezTo>
                    <a:cubicBezTo>
                      <a:pt x="59" y="53"/>
                      <a:pt x="59" y="53"/>
                      <a:pt x="59" y="54"/>
                    </a:cubicBezTo>
                    <a:cubicBezTo>
                      <a:pt x="59" y="54"/>
                      <a:pt x="59" y="54"/>
                      <a:pt x="60" y="54"/>
                    </a:cubicBezTo>
                    <a:cubicBezTo>
                      <a:pt x="60" y="54"/>
                      <a:pt x="60" y="55"/>
                      <a:pt x="60" y="55"/>
                    </a:cubicBezTo>
                    <a:cubicBezTo>
                      <a:pt x="61" y="55"/>
                      <a:pt x="62" y="56"/>
                      <a:pt x="62" y="56"/>
                    </a:cubicBezTo>
                    <a:cubicBezTo>
                      <a:pt x="63" y="56"/>
                      <a:pt x="63" y="56"/>
                      <a:pt x="63" y="56"/>
                    </a:cubicBezTo>
                    <a:cubicBezTo>
                      <a:pt x="64" y="56"/>
                      <a:pt x="65" y="56"/>
                      <a:pt x="66" y="57"/>
                    </a:cubicBezTo>
                    <a:cubicBezTo>
                      <a:pt x="66" y="57"/>
                      <a:pt x="66" y="57"/>
                      <a:pt x="66" y="58"/>
                    </a:cubicBezTo>
                    <a:cubicBezTo>
                      <a:pt x="67" y="58"/>
                      <a:pt x="66" y="58"/>
                      <a:pt x="67" y="59"/>
                    </a:cubicBezTo>
                    <a:cubicBezTo>
                      <a:pt x="67" y="59"/>
                      <a:pt x="68" y="59"/>
                      <a:pt x="67" y="60"/>
                    </a:cubicBezTo>
                    <a:cubicBezTo>
                      <a:pt x="67" y="61"/>
                      <a:pt x="68" y="61"/>
                      <a:pt x="68" y="61"/>
                    </a:cubicBezTo>
                    <a:cubicBezTo>
                      <a:pt x="68" y="61"/>
                      <a:pt x="69" y="62"/>
                      <a:pt x="69" y="62"/>
                    </a:cubicBezTo>
                    <a:cubicBezTo>
                      <a:pt x="69" y="62"/>
                      <a:pt x="69" y="62"/>
                      <a:pt x="69" y="62"/>
                    </a:cubicBezTo>
                    <a:cubicBezTo>
                      <a:pt x="70" y="62"/>
                      <a:pt x="70" y="62"/>
                      <a:pt x="71" y="62"/>
                    </a:cubicBezTo>
                    <a:cubicBezTo>
                      <a:pt x="71" y="62"/>
                      <a:pt x="71" y="62"/>
                      <a:pt x="72" y="62"/>
                    </a:cubicBezTo>
                    <a:cubicBezTo>
                      <a:pt x="72" y="62"/>
                      <a:pt x="72" y="63"/>
                      <a:pt x="72" y="63"/>
                    </a:cubicBezTo>
                    <a:cubicBezTo>
                      <a:pt x="72" y="63"/>
                      <a:pt x="73" y="63"/>
                      <a:pt x="73" y="63"/>
                    </a:cubicBezTo>
                    <a:cubicBezTo>
                      <a:pt x="74" y="63"/>
                      <a:pt x="74" y="63"/>
                      <a:pt x="75" y="63"/>
                    </a:cubicBezTo>
                    <a:cubicBezTo>
                      <a:pt x="75" y="63"/>
                      <a:pt x="75" y="63"/>
                      <a:pt x="75" y="63"/>
                    </a:cubicBezTo>
                    <a:cubicBezTo>
                      <a:pt x="76" y="63"/>
                      <a:pt x="76" y="64"/>
                      <a:pt x="77" y="64"/>
                    </a:cubicBezTo>
                    <a:cubicBezTo>
                      <a:pt x="71" y="73"/>
                      <a:pt x="62" y="80"/>
                      <a:pt x="52" y="82"/>
                    </a:cubicBezTo>
                    <a:cubicBezTo>
                      <a:pt x="52" y="82"/>
                      <a:pt x="52" y="81"/>
                      <a:pt x="52" y="81"/>
                    </a:cubicBezTo>
                    <a:cubicBezTo>
                      <a:pt x="52" y="80"/>
                      <a:pt x="52" y="79"/>
                      <a:pt x="52" y="79"/>
                    </a:cubicBezTo>
                    <a:cubicBezTo>
                      <a:pt x="52" y="78"/>
                      <a:pt x="52" y="77"/>
                      <a:pt x="51" y="77"/>
                    </a:cubicBezTo>
                    <a:cubicBezTo>
                      <a:pt x="51" y="76"/>
                      <a:pt x="50" y="76"/>
                      <a:pt x="50" y="75"/>
                    </a:cubicBezTo>
                    <a:cubicBezTo>
                      <a:pt x="49" y="75"/>
                      <a:pt x="49" y="75"/>
                      <a:pt x="49" y="75"/>
                    </a:cubicBezTo>
                    <a:cubicBezTo>
                      <a:pt x="48" y="75"/>
                      <a:pt x="46" y="74"/>
                      <a:pt x="46" y="73"/>
                    </a:cubicBezTo>
                    <a:cubicBezTo>
                      <a:pt x="46" y="73"/>
                      <a:pt x="46" y="73"/>
                      <a:pt x="46" y="72"/>
                    </a:cubicBezTo>
                    <a:cubicBezTo>
                      <a:pt x="46" y="72"/>
                      <a:pt x="46" y="72"/>
                      <a:pt x="45" y="72"/>
                    </a:cubicBezTo>
                    <a:lnTo>
                      <a:pt x="45" y="85"/>
                    </a:lnTo>
                    <a:close/>
                    <a:moveTo>
                      <a:pt x="1" y="34"/>
                    </a:moveTo>
                    <a:cubicBezTo>
                      <a:pt x="1" y="35"/>
                      <a:pt x="0" y="36"/>
                      <a:pt x="0" y="36"/>
                    </a:cubicBezTo>
                    <a:cubicBezTo>
                      <a:pt x="0" y="37"/>
                      <a:pt x="0" y="38"/>
                      <a:pt x="0" y="39"/>
                    </a:cubicBezTo>
                    <a:cubicBezTo>
                      <a:pt x="0" y="40"/>
                      <a:pt x="0" y="41"/>
                      <a:pt x="0" y="43"/>
                    </a:cubicBezTo>
                    <a:cubicBezTo>
                      <a:pt x="0" y="44"/>
                      <a:pt x="0" y="46"/>
                      <a:pt x="0" y="47"/>
                    </a:cubicBezTo>
                    <a:cubicBezTo>
                      <a:pt x="0" y="48"/>
                      <a:pt x="0" y="49"/>
                      <a:pt x="0" y="49"/>
                    </a:cubicBezTo>
                    <a:cubicBezTo>
                      <a:pt x="0" y="50"/>
                      <a:pt x="1" y="51"/>
                      <a:pt x="1" y="52"/>
                    </a:cubicBezTo>
                    <a:cubicBezTo>
                      <a:pt x="1" y="52"/>
                      <a:pt x="1" y="53"/>
                      <a:pt x="1" y="54"/>
                    </a:cubicBezTo>
                    <a:cubicBezTo>
                      <a:pt x="2" y="55"/>
                      <a:pt x="2" y="56"/>
                      <a:pt x="2" y="58"/>
                    </a:cubicBezTo>
                    <a:cubicBezTo>
                      <a:pt x="3" y="58"/>
                      <a:pt x="3" y="59"/>
                      <a:pt x="3" y="60"/>
                    </a:cubicBezTo>
                    <a:cubicBezTo>
                      <a:pt x="3" y="60"/>
                      <a:pt x="4" y="61"/>
                      <a:pt x="4" y="61"/>
                    </a:cubicBezTo>
                    <a:cubicBezTo>
                      <a:pt x="4" y="62"/>
                      <a:pt x="4" y="62"/>
                      <a:pt x="5" y="62"/>
                    </a:cubicBezTo>
                    <a:cubicBezTo>
                      <a:pt x="5" y="63"/>
                      <a:pt x="5" y="64"/>
                      <a:pt x="5" y="64"/>
                    </a:cubicBezTo>
                    <a:cubicBezTo>
                      <a:pt x="7" y="66"/>
                      <a:pt x="8" y="68"/>
                      <a:pt x="9" y="69"/>
                    </a:cubicBezTo>
                    <a:cubicBezTo>
                      <a:pt x="10" y="70"/>
                      <a:pt x="10" y="71"/>
                      <a:pt x="11" y="72"/>
                    </a:cubicBezTo>
                    <a:cubicBezTo>
                      <a:pt x="11" y="72"/>
                      <a:pt x="12" y="73"/>
                      <a:pt x="12" y="73"/>
                    </a:cubicBezTo>
                    <a:cubicBezTo>
                      <a:pt x="13" y="74"/>
                      <a:pt x="13" y="74"/>
                      <a:pt x="14" y="74"/>
                    </a:cubicBezTo>
                    <a:cubicBezTo>
                      <a:pt x="16" y="77"/>
                      <a:pt x="19" y="78"/>
                      <a:pt x="21" y="80"/>
                    </a:cubicBezTo>
                    <a:cubicBezTo>
                      <a:pt x="22" y="80"/>
                      <a:pt x="22" y="81"/>
                      <a:pt x="23" y="81"/>
                    </a:cubicBezTo>
                    <a:cubicBezTo>
                      <a:pt x="24" y="82"/>
                      <a:pt x="26" y="82"/>
                      <a:pt x="27" y="83"/>
                    </a:cubicBezTo>
                    <a:cubicBezTo>
                      <a:pt x="27" y="83"/>
                      <a:pt x="28" y="83"/>
                      <a:pt x="29" y="83"/>
                    </a:cubicBezTo>
                    <a:cubicBezTo>
                      <a:pt x="33" y="85"/>
                      <a:pt x="38" y="86"/>
                      <a:pt x="42" y="86"/>
                    </a:cubicBezTo>
                    <a:cubicBezTo>
                      <a:pt x="43" y="86"/>
                      <a:pt x="44" y="86"/>
                      <a:pt x="45" y="85"/>
                    </a:cubicBezTo>
                    <a:cubicBezTo>
                      <a:pt x="45" y="72"/>
                      <a:pt x="45" y="72"/>
                      <a:pt x="45" y="72"/>
                    </a:cubicBezTo>
                    <a:cubicBezTo>
                      <a:pt x="45" y="71"/>
                      <a:pt x="45" y="71"/>
                      <a:pt x="45" y="71"/>
                    </a:cubicBezTo>
                    <a:cubicBezTo>
                      <a:pt x="44" y="70"/>
                      <a:pt x="44" y="69"/>
                      <a:pt x="43" y="68"/>
                    </a:cubicBezTo>
                    <a:cubicBezTo>
                      <a:pt x="43" y="68"/>
                      <a:pt x="43" y="67"/>
                      <a:pt x="42" y="67"/>
                    </a:cubicBezTo>
                    <a:cubicBezTo>
                      <a:pt x="42" y="67"/>
                      <a:pt x="42" y="66"/>
                      <a:pt x="42" y="66"/>
                    </a:cubicBezTo>
                    <a:cubicBezTo>
                      <a:pt x="41" y="66"/>
                      <a:pt x="41" y="65"/>
                      <a:pt x="41" y="65"/>
                    </a:cubicBezTo>
                    <a:cubicBezTo>
                      <a:pt x="41" y="64"/>
                      <a:pt x="42" y="64"/>
                      <a:pt x="42" y="64"/>
                    </a:cubicBezTo>
                    <a:cubicBezTo>
                      <a:pt x="42" y="63"/>
                      <a:pt x="42" y="63"/>
                      <a:pt x="42" y="63"/>
                    </a:cubicBezTo>
                    <a:cubicBezTo>
                      <a:pt x="41" y="62"/>
                      <a:pt x="42" y="62"/>
                      <a:pt x="42" y="61"/>
                    </a:cubicBezTo>
                    <a:cubicBezTo>
                      <a:pt x="42" y="61"/>
                      <a:pt x="42" y="61"/>
                      <a:pt x="42" y="60"/>
                    </a:cubicBezTo>
                    <a:cubicBezTo>
                      <a:pt x="42" y="60"/>
                      <a:pt x="43" y="60"/>
                      <a:pt x="43" y="60"/>
                    </a:cubicBezTo>
                    <a:cubicBezTo>
                      <a:pt x="43" y="60"/>
                      <a:pt x="43" y="59"/>
                      <a:pt x="43" y="59"/>
                    </a:cubicBezTo>
                    <a:cubicBezTo>
                      <a:pt x="44" y="59"/>
                      <a:pt x="44" y="58"/>
                      <a:pt x="44" y="58"/>
                    </a:cubicBezTo>
                    <a:cubicBezTo>
                      <a:pt x="45" y="58"/>
                      <a:pt x="45" y="56"/>
                      <a:pt x="44" y="55"/>
                    </a:cubicBezTo>
                    <a:cubicBezTo>
                      <a:pt x="44" y="55"/>
                      <a:pt x="44" y="55"/>
                      <a:pt x="44" y="55"/>
                    </a:cubicBezTo>
                    <a:cubicBezTo>
                      <a:pt x="44" y="54"/>
                      <a:pt x="44" y="53"/>
                      <a:pt x="43" y="53"/>
                    </a:cubicBezTo>
                    <a:cubicBezTo>
                      <a:pt x="43" y="53"/>
                      <a:pt x="43" y="54"/>
                      <a:pt x="42" y="54"/>
                    </a:cubicBezTo>
                    <a:cubicBezTo>
                      <a:pt x="42" y="54"/>
                      <a:pt x="42" y="55"/>
                      <a:pt x="42" y="55"/>
                    </a:cubicBezTo>
                    <a:cubicBezTo>
                      <a:pt x="41" y="55"/>
                      <a:pt x="41" y="54"/>
                      <a:pt x="41" y="54"/>
                    </a:cubicBezTo>
                    <a:cubicBezTo>
                      <a:pt x="40" y="54"/>
                      <a:pt x="40" y="54"/>
                      <a:pt x="40" y="54"/>
                    </a:cubicBezTo>
                    <a:cubicBezTo>
                      <a:pt x="39" y="54"/>
                      <a:pt x="39" y="53"/>
                      <a:pt x="39" y="53"/>
                    </a:cubicBezTo>
                    <a:cubicBezTo>
                      <a:pt x="38" y="53"/>
                      <a:pt x="38" y="53"/>
                      <a:pt x="38" y="52"/>
                    </a:cubicBezTo>
                    <a:cubicBezTo>
                      <a:pt x="38" y="52"/>
                      <a:pt x="38" y="52"/>
                      <a:pt x="38" y="51"/>
                    </a:cubicBezTo>
                    <a:cubicBezTo>
                      <a:pt x="37" y="51"/>
                      <a:pt x="37" y="50"/>
                      <a:pt x="36" y="50"/>
                    </a:cubicBezTo>
                    <a:cubicBezTo>
                      <a:pt x="36" y="50"/>
                      <a:pt x="35" y="50"/>
                      <a:pt x="35" y="50"/>
                    </a:cubicBezTo>
                    <a:cubicBezTo>
                      <a:pt x="35" y="49"/>
                      <a:pt x="34" y="49"/>
                      <a:pt x="34" y="49"/>
                    </a:cubicBezTo>
                    <a:cubicBezTo>
                      <a:pt x="34" y="49"/>
                      <a:pt x="34" y="49"/>
                      <a:pt x="33" y="49"/>
                    </a:cubicBezTo>
                    <a:cubicBezTo>
                      <a:pt x="32" y="49"/>
                      <a:pt x="32" y="47"/>
                      <a:pt x="31" y="47"/>
                    </a:cubicBezTo>
                    <a:cubicBezTo>
                      <a:pt x="30" y="47"/>
                      <a:pt x="30" y="48"/>
                      <a:pt x="29" y="48"/>
                    </a:cubicBezTo>
                    <a:cubicBezTo>
                      <a:pt x="29" y="48"/>
                      <a:pt x="28" y="47"/>
                      <a:pt x="28" y="47"/>
                    </a:cubicBezTo>
                    <a:cubicBezTo>
                      <a:pt x="27" y="47"/>
                      <a:pt x="27" y="47"/>
                      <a:pt x="26" y="46"/>
                    </a:cubicBezTo>
                    <a:cubicBezTo>
                      <a:pt x="26" y="46"/>
                      <a:pt x="25" y="46"/>
                      <a:pt x="25" y="46"/>
                    </a:cubicBezTo>
                    <a:cubicBezTo>
                      <a:pt x="25" y="46"/>
                      <a:pt x="25" y="46"/>
                      <a:pt x="24" y="46"/>
                    </a:cubicBezTo>
                    <a:cubicBezTo>
                      <a:pt x="24" y="45"/>
                      <a:pt x="24" y="45"/>
                      <a:pt x="23" y="45"/>
                    </a:cubicBezTo>
                    <a:cubicBezTo>
                      <a:pt x="23" y="45"/>
                      <a:pt x="23" y="44"/>
                      <a:pt x="23" y="44"/>
                    </a:cubicBezTo>
                    <a:cubicBezTo>
                      <a:pt x="23" y="44"/>
                      <a:pt x="23" y="43"/>
                      <a:pt x="23" y="43"/>
                    </a:cubicBezTo>
                    <a:cubicBezTo>
                      <a:pt x="23" y="42"/>
                      <a:pt x="22" y="41"/>
                      <a:pt x="22" y="40"/>
                    </a:cubicBezTo>
                    <a:cubicBezTo>
                      <a:pt x="21" y="40"/>
                      <a:pt x="21" y="40"/>
                      <a:pt x="21" y="39"/>
                    </a:cubicBezTo>
                    <a:cubicBezTo>
                      <a:pt x="21" y="39"/>
                      <a:pt x="21" y="39"/>
                      <a:pt x="21" y="38"/>
                    </a:cubicBezTo>
                    <a:cubicBezTo>
                      <a:pt x="20" y="38"/>
                      <a:pt x="20" y="38"/>
                      <a:pt x="20" y="37"/>
                    </a:cubicBezTo>
                    <a:cubicBezTo>
                      <a:pt x="19" y="37"/>
                      <a:pt x="19" y="37"/>
                      <a:pt x="19" y="36"/>
                    </a:cubicBezTo>
                    <a:cubicBezTo>
                      <a:pt x="19" y="36"/>
                      <a:pt x="19" y="35"/>
                      <a:pt x="19" y="35"/>
                    </a:cubicBezTo>
                    <a:cubicBezTo>
                      <a:pt x="19" y="34"/>
                      <a:pt x="17" y="34"/>
                      <a:pt x="18" y="35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18" y="37"/>
                      <a:pt x="18" y="37"/>
                      <a:pt x="18" y="37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9" y="39"/>
                      <a:pt x="19" y="40"/>
                      <a:pt x="19" y="40"/>
                    </a:cubicBezTo>
                    <a:cubicBezTo>
                      <a:pt x="20" y="40"/>
                      <a:pt x="20" y="41"/>
                      <a:pt x="20" y="41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19" y="41"/>
                      <a:pt x="18" y="40"/>
                      <a:pt x="18" y="40"/>
                    </a:cubicBezTo>
                    <a:cubicBezTo>
                      <a:pt x="18" y="40"/>
                      <a:pt x="18" y="39"/>
                      <a:pt x="18" y="39"/>
                    </a:cubicBezTo>
                    <a:cubicBezTo>
                      <a:pt x="18" y="38"/>
                      <a:pt x="17" y="38"/>
                      <a:pt x="17" y="38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16" y="35"/>
                      <a:pt x="16" y="35"/>
                      <a:pt x="16" y="34"/>
                    </a:cubicBezTo>
                    <a:cubicBezTo>
                      <a:pt x="16" y="34"/>
                      <a:pt x="16" y="33"/>
                      <a:pt x="16" y="33"/>
                    </a:cubicBezTo>
                    <a:cubicBezTo>
                      <a:pt x="16" y="33"/>
                      <a:pt x="16" y="32"/>
                      <a:pt x="15" y="32"/>
                    </a:cubicBezTo>
                    <a:cubicBezTo>
                      <a:pt x="15" y="32"/>
                      <a:pt x="15" y="32"/>
                      <a:pt x="14" y="32"/>
                    </a:cubicBezTo>
                    <a:cubicBezTo>
                      <a:pt x="14" y="31"/>
                      <a:pt x="14" y="31"/>
                      <a:pt x="14" y="30"/>
                    </a:cubicBezTo>
                    <a:cubicBezTo>
                      <a:pt x="14" y="30"/>
                      <a:pt x="14" y="29"/>
                      <a:pt x="14" y="29"/>
                    </a:cubicBezTo>
                    <a:cubicBezTo>
                      <a:pt x="14" y="28"/>
                      <a:pt x="14" y="27"/>
                      <a:pt x="14" y="27"/>
                    </a:cubicBezTo>
                    <a:cubicBezTo>
                      <a:pt x="14" y="26"/>
                      <a:pt x="15" y="26"/>
                      <a:pt x="15" y="26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6" y="24"/>
                      <a:pt x="16" y="24"/>
                      <a:pt x="17" y="23"/>
                    </a:cubicBezTo>
                    <a:cubicBezTo>
                      <a:pt x="17" y="22"/>
                      <a:pt x="18" y="22"/>
                      <a:pt x="18" y="21"/>
                    </a:cubicBezTo>
                    <a:cubicBezTo>
                      <a:pt x="18" y="21"/>
                      <a:pt x="19" y="20"/>
                      <a:pt x="19" y="20"/>
                    </a:cubicBezTo>
                    <a:cubicBezTo>
                      <a:pt x="19" y="19"/>
                      <a:pt x="18" y="19"/>
                      <a:pt x="18" y="19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9" y="18"/>
                      <a:pt x="19" y="17"/>
                      <a:pt x="19" y="17"/>
                    </a:cubicBezTo>
                    <a:cubicBezTo>
                      <a:pt x="19" y="17"/>
                      <a:pt x="18" y="16"/>
                      <a:pt x="18" y="16"/>
                    </a:cubicBezTo>
                    <a:cubicBezTo>
                      <a:pt x="19" y="15"/>
                      <a:pt x="19" y="15"/>
                      <a:pt x="19" y="15"/>
                    </a:cubicBezTo>
                    <a:cubicBezTo>
                      <a:pt x="19" y="14"/>
                      <a:pt x="18" y="15"/>
                      <a:pt x="18" y="15"/>
                    </a:cubicBezTo>
                    <a:cubicBezTo>
                      <a:pt x="17" y="14"/>
                      <a:pt x="18" y="14"/>
                      <a:pt x="18" y="14"/>
                    </a:cubicBezTo>
                    <a:cubicBezTo>
                      <a:pt x="18" y="13"/>
                      <a:pt x="18" y="13"/>
                      <a:pt x="18" y="13"/>
                    </a:cubicBezTo>
                    <a:cubicBezTo>
                      <a:pt x="18" y="13"/>
                      <a:pt x="18" y="12"/>
                      <a:pt x="18" y="12"/>
                    </a:cubicBezTo>
                    <a:cubicBezTo>
                      <a:pt x="18" y="12"/>
                      <a:pt x="18" y="12"/>
                      <a:pt x="17" y="11"/>
                    </a:cubicBezTo>
                    <a:cubicBezTo>
                      <a:pt x="22" y="7"/>
                      <a:pt x="29" y="4"/>
                      <a:pt x="35" y="3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5" y="3"/>
                      <a:pt x="35" y="4"/>
                      <a:pt x="36" y="4"/>
                    </a:cubicBezTo>
                    <a:cubicBezTo>
                      <a:pt x="36" y="3"/>
                      <a:pt x="36" y="4"/>
                      <a:pt x="37" y="4"/>
                    </a:cubicBezTo>
                    <a:cubicBezTo>
                      <a:pt x="37" y="4"/>
                      <a:pt x="38" y="3"/>
                      <a:pt x="38" y="3"/>
                    </a:cubicBezTo>
                    <a:cubicBezTo>
                      <a:pt x="39" y="4"/>
                      <a:pt x="40" y="4"/>
                      <a:pt x="41" y="4"/>
                    </a:cubicBezTo>
                    <a:cubicBezTo>
                      <a:pt x="41" y="4"/>
                      <a:pt x="41" y="4"/>
                      <a:pt x="41" y="3"/>
                    </a:cubicBezTo>
                    <a:cubicBezTo>
                      <a:pt x="41" y="3"/>
                      <a:pt x="41" y="3"/>
                      <a:pt x="41" y="3"/>
                    </a:cubicBezTo>
                    <a:cubicBezTo>
                      <a:pt x="42" y="3"/>
                      <a:pt x="42" y="3"/>
                      <a:pt x="42" y="3"/>
                    </a:cubicBezTo>
                    <a:cubicBezTo>
                      <a:pt x="43" y="3"/>
                      <a:pt x="44" y="3"/>
                      <a:pt x="45" y="3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45" y="0"/>
                      <a:pt x="44" y="0"/>
                      <a:pt x="43" y="0"/>
                    </a:cubicBezTo>
                    <a:cubicBezTo>
                      <a:pt x="43" y="0"/>
                      <a:pt x="43" y="0"/>
                      <a:pt x="42" y="0"/>
                    </a:cubicBezTo>
                    <a:cubicBezTo>
                      <a:pt x="42" y="0"/>
                      <a:pt x="42" y="0"/>
                      <a:pt x="41" y="0"/>
                    </a:cubicBezTo>
                    <a:cubicBezTo>
                      <a:pt x="37" y="0"/>
                      <a:pt x="33" y="1"/>
                      <a:pt x="29" y="3"/>
                    </a:cubicBezTo>
                    <a:cubicBezTo>
                      <a:pt x="28" y="3"/>
                      <a:pt x="27" y="3"/>
                      <a:pt x="27" y="3"/>
                    </a:cubicBezTo>
                    <a:cubicBezTo>
                      <a:pt x="27" y="3"/>
                      <a:pt x="26" y="3"/>
                      <a:pt x="26" y="3"/>
                    </a:cubicBezTo>
                    <a:cubicBezTo>
                      <a:pt x="26" y="4"/>
                      <a:pt x="25" y="4"/>
                      <a:pt x="25" y="4"/>
                    </a:cubicBezTo>
                    <a:cubicBezTo>
                      <a:pt x="24" y="4"/>
                      <a:pt x="24" y="5"/>
                      <a:pt x="23" y="5"/>
                    </a:cubicBezTo>
                    <a:cubicBezTo>
                      <a:pt x="22" y="5"/>
                      <a:pt x="22" y="6"/>
                      <a:pt x="21" y="6"/>
                    </a:cubicBezTo>
                    <a:cubicBezTo>
                      <a:pt x="19" y="7"/>
                      <a:pt x="17" y="9"/>
                      <a:pt x="15" y="11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3" y="12"/>
                      <a:pt x="13" y="12"/>
                      <a:pt x="12" y="13"/>
                    </a:cubicBezTo>
                    <a:cubicBezTo>
                      <a:pt x="12" y="13"/>
                      <a:pt x="11" y="14"/>
                      <a:pt x="11" y="14"/>
                    </a:cubicBezTo>
                    <a:cubicBezTo>
                      <a:pt x="10" y="15"/>
                      <a:pt x="10" y="16"/>
                      <a:pt x="9" y="17"/>
                    </a:cubicBezTo>
                    <a:cubicBezTo>
                      <a:pt x="8" y="18"/>
                      <a:pt x="7" y="20"/>
                      <a:pt x="5" y="22"/>
                    </a:cubicBezTo>
                    <a:cubicBezTo>
                      <a:pt x="5" y="22"/>
                      <a:pt x="5" y="23"/>
                      <a:pt x="5" y="23"/>
                    </a:cubicBezTo>
                    <a:cubicBezTo>
                      <a:pt x="4" y="24"/>
                      <a:pt x="4" y="24"/>
                      <a:pt x="4" y="24"/>
                    </a:cubicBezTo>
                    <a:cubicBezTo>
                      <a:pt x="4" y="25"/>
                      <a:pt x="3" y="26"/>
                      <a:pt x="3" y="27"/>
                    </a:cubicBezTo>
                    <a:cubicBezTo>
                      <a:pt x="3" y="28"/>
                      <a:pt x="3" y="28"/>
                      <a:pt x="2" y="28"/>
                    </a:cubicBezTo>
                    <a:cubicBezTo>
                      <a:pt x="2" y="30"/>
                      <a:pt x="2" y="31"/>
                      <a:pt x="1" y="32"/>
                    </a:cubicBezTo>
                    <a:cubicBezTo>
                      <a:pt x="1" y="33"/>
                      <a:pt x="1" y="34"/>
                      <a:pt x="1" y="34"/>
                    </a:cubicBezTo>
                    <a:close/>
                    <a:moveTo>
                      <a:pt x="45" y="34"/>
                    </a:moveTo>
                    <a:cubicBezTo>
                      <a:pt x="45" y="53"/>
                      <a:pt x="45" y="53"/>
                      <a:pt x="45" y="53"/>
                    </a:cubicBezTo>
                    <a:cubicBezTo>
                      <a:pt x="45" y="54"/>
                      <a:pt x="45" y="54"/>
                      <a:pt x="45" y="54"/>
                    </a:cubicBezTo>
                    <a:cubicBezTo>
                      <a:pt x="45" y="54"/>
                      <a:pt x="44" y="53"/>
                      <a:pt x="44" y="53"/>
                    </a:cubicBezTo>
                    <a:cubicBezTo>
                      <a:pt x="43" y="53"/>
                      <a:pt x="42" y="53"/>
                      <a:pt x="41" y="53"/>
                    </a:cubicBezTo>
                    <a:cubicBezTo>
                      <a:pt x="41" y="53"/>
                      <a:pt x="40" y="52"/>
                      <a:pt x="40" y="51"/>
                    </a:cubicBezTo>
                    <a:cubicBezTo>
                      <a:pt x="40" y="51"/>
                      <a:pt x="40" y="50"/>
                      <a:pt x="40" y="50"/>
                    </a:cubicBezTo>
                    <a:cubicBezTo>
                      <a:pt x="40" y="49"/>
                      <a:pt x="40" y="49"/>
                      <a:pt x="40" y="49"/>
                    </a:cubicBezTo>
                    <a:cubicBezTo>
                      <a:pt x="40" y="48"/>
                      <a:pt x="40" y="48"/>
                      <a:pt x="39" y="47"/>
                    </a:cubicBezTo>
                    <a:cubicBezTo>
                      <a:pt x="38" y="47"/>
                      <a:pt x="37" y="48"/>
                      <a:pt x="36" y="47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7" y="46"/>
                      <a:pt x="36" y="46"/>
                      <a:pt x="37" y="46"/>
                    </a:cubicBezTo>
                    <a:cubicBezTo>
                      <a:pt x="37" y="46"/>
                      <a:pt x="37" y="45"/>
                      <a:pt x="37" y="45"/>
                    </a:cubicBezTo>
                    <a:cubicBezTo>
                      <a:pt x="37" y="45"/>
                      <a:pt x="37" y="45"/>
                      <a:pt x="37" y="44"/>
                    </a:cubicBezTo>
                    <a:cubicBezTo>
                      <a:pt x="37" y="44"/>
                      <a:pt x="38" y="44"/>
                      <a:pt x="38" y="44"/>
                    </a:cubicBezTo>
                    <a:cubicBezTo>
                      <a:pt x="38" y="43"/>
                      <a:pt x="38" y="43"/>
                      <a:pt x="37" y="43"/>
                    </a:cubicBezTo>
                    <a:cubicBezTo>
                      <a:pt x="37" y="43"/>
                      <a:pt x="36" y="43"/>
                      <a:pt x="36" y="43"/>
                    </a:cubicBezTo>
                    <a:cubicBezTo>
                      <a:pt x="35" y="43"/>
                      <a:pt x="35" y="45"/>
                      <a:pt x="34" y="45"/>
                    </a:cubicBezTo>
                    <a:cubicBezTo>
                      <a:pt x="34" y="45"/>
                      <a:pt x="33" y="45"/>
                      <a:pt x="33" y="45"/>
                    </a:cubicBezTo>
                    <a:cubicBezTo>
                      <a:pt x="32" y="45"/>
                      <a:pt x="32" y="45"/>
                      <a:pt x="32" y="45"/>
                    </a:cubicBezTo>
                    <a:cubicBezTo>
                      <a:pt x="31" y="45"/>
                      <a:pt x="31" y="45"/>
                      <a:pt x="30" y="45"/>
                    </a:cubicBezTo>
                    <a:cubicBezTo>
                      <a:pt x="30" y="45"/>
                      <a:pt x="30" y="43"/>
                      <a:pt x="30" y="43"/>
                    </a:cubicBezTo>
                    <a:cubicBezTo>
                      <a:pt x="29" y="42"/>
                      <a:pt x="30" y="41"/>
                      <a:pt x="30" y="40"/>
                    </a:cubicBezTo>
                    <a:cubicBezTo>
                      <a:pt x="30" y="40"/>
                      <a:pt x="30" y="39"/>
                      <a:pt x="30" y="39"/>
                    </a:cubicBezTo>
                    <a:cubicBezTo>
                      <a:pt x="31" y="39"/>
                      <a:pt x="30" y="38"/>
                      <a:pt x="31" y="38"/>
                    </a:cubicBezTo>
                    <a:cubicBezTo>
                      <a:pt x="31" y="37"/>
                      <a:pt x="32" y="37"/>
                      <a:pt x="32" y="37"/>
                    </a:cubicBezTo>
                    <a:cubicBezTo>
                      <a:pt x="33" y="36"/>
                      <a:pt x="33" y="36"/>
                      <a:pt x="34" y="36"/>
                    </a:cubicBezTo>
                    <a:cubicBezTo>
                      <a:pt x="35" y="36"/>
                      <a:pt x="35" y="36"/>
                      <a:pt x="36" y="36"/>
                    </a:cubicBezTo>
                    <a:cubicBezTo>
                      <a:pt x="36" y="36"/>
                      <a:pt x="36" y="36"/>
                      <a:pt x="36" y="36"/>
                    </a:cubicBezTo>
                    <a:cubicBezTo>
                      <a:pt x="37" y="36"/>
                      <a:pt x="37" y="36"/>
                      <a:pt x="38" y="35"/>
                    </a:cubicBezTo>
                    <a:cubicBezTo>
                      <a:pt x="39" y="35"/>
                      <a:pt x="39" y="35"/>
                      <a:pt x="40" y="35"/>
                    </a:cubicBezTo>
                    <a:cubicBezTo>
                      <a:pt x="40" y="35"/>
                      <a:pt x="41" y="36"/>
                      <a:pt x="41" y="36"/>
                    </a:cubicBezTo>
                    <a:cubicBezTo>
                      <a:pt x="41" y="36"/>
                      <a:pt x="42" y="35"/>
                      <a:pt x="42" y="36"/>
                    </a:cubicBezTo>
                    <a:cubicBezTo>
                      <a:pt x="42" y="36"/>
                      <a:pt x="43" y="36"/>
                      <a:pt x="43" y="36"/>
                    </a:cubicBezTo>
                    <a:cubicBezTo>
                      <a:pt x="43" y="37"/>
                      <a:pt x="42" y="37"/>
                      <a:pt x="43" y="38"/>
                    </a:cubicBezTo>
                    <a:cubicBezTo>
                      <a:pt x="43" y="38"/>
                      <a:pt x="44" y="38"/>
                      <a:pt x="44" y="38"/>
                    </a:cubicBezTo>
                    <a:cubicBezTo>
                      <a:pt x="45" y="38"/>
                      <a:pt x="44" y="38"/>
                      <a:pt x="44" y="37"/>
                    </a:cubicBezTo>
                    <a:cubicBezTo>
                      <a:pt x="44" y="37"/>
                      <a:pt x="44" y="37"/>
                      <a:pt x="44" y="36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44" y="35"/>
                      <a:pt x="45" y="34"/>
                      <a:pt x="45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9" name="Freeform: Shape 155"/>
              <p:cNvSpPr>
                <a:spLocks/>
              </p:cNvSpPr>
              <p:nvPr/>
            </p:nvSpPr>
            <p:spPr bwMode="auto">
              <a:xfrm>
                <a:off x="2569358" y="2646188"/>
                <a:ext cx="137246" cy="388456"/>
              </a:xfrm>
              <a:custGeom>
                <a:avLst/>
                <a:gdLst>
                  <a:gd name="T0" fmla="*/ 4 w 31"/>
                  <a:gd name="T1" fmla="*/ 11 h 88"/>
                  <a:gd name="T2" fmla="*/ 1 w 31"/>
                  <a:gd name="T3" fmla="*/ 22 h 88"/>
                  <a:gd name="T4" fmla="*/ 3 w 31"/>
                  <a:gd name="T5" fmla="*/ 31 h 88"/>
                  <a:gd name="T6" fmla="*/ 11 w 31"/>
                  <a:gd name="T7" fmla="*/ 40 h 88"/>
                  <a:gd name="T8" fmla="*/ 11 w 31"/>
                  <a:gd name="T9" fmla="*/ 88 h 88"/>
                  <a:gd name="T10" fmla="*/ 20 w 31"/>
                  <a:gd name="T11" fmla="*/ 88 h 88"/>
                  <a:gd name="T12" fmla="*/ 20 w 31"/>
                  <a:gd name="T13" fmla="*/ 40 h 88"/>
                  <a:gd name="T14" fmla="*/ 28 w 31"/>
                  <a:gd name="T15" fmla="*/ 31 h 88"/>
                  <a:gd name="T16" fmla="*/ 30 w 31"/>
                  <a:gd name="T17" fmla="*/ 22 h 88"/>
                  <a:gd name="T18" fmla="*/ 27 w 31"/>
                  <a:gd name="T19" fmla="*/ 11 h 88"/>
                  <a:gd name="T20" fmla="*/ 20 w 31"/>
                  <a:gd name="T21" fmla="*/ 0 h 88"/>
                  <a:gd name="T22" fmla="*/ 23 w 31"/>
                  <a:gd name="T23" fmla="*/ 21 h 88"/>
                  <a:gd name="T24" fmla="*/ 20 w 31"/>
                  <a:gd name="T25" fmla="*/ 21 h 88"/>
                  <a:gd name="T26" fmla="*/ 18 w 31"/>
                  <a:gd name="T27" fmla="*/ 0 h 88"/>
                  <a:gd name="T28" fmla="*/ 15 w 31"/>
                  <a:gd name="T29" fmla="*/ 0 h 88"/>
                  <a:gd name="T30" fmla="*/ 13 w 31"/>
                  <a:gd name="T31" fmla="*/ 0 h 88"/>
                  <a:gd name="T32" fmla="*/ 11 w 31"/>
                  <a:gd name="T33" fmla="*/ 21 h 88"/>
                  <a:gd name="T34" fmla="*/ 8 w 31"/>
                  <a:gd name="T35" fmla="*/ 21 h 88"/>
                  <a:gd name="T36" fmla="*/ 10 w 31"/>
                  <a:gd name="T37" fmla="*/ 0 h 88"/>
                  <a:gd name="T38" fmla="*/ 4 w 31"/>
                  <a:gd name="T39" fmla="*/ 11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1" h="88">
                    <a:moveTo>
                      <a:pt x="4" y="11"/>
                    </a:moveTo>
                    <a:cubicBezTo>
                      <a:pt x="2" y="14"/>
                      <a:pt x="1" y="18"/>
                      <a:pt x="1" y="22"/>
                    </a:cubicBezTo>
                    <a:cubicBezTo>
                      <a:pt x="0" y="25"/>
                      <a:pt x="1" y="28"/>
                      <a:pt x="3" y="31"/>
                    </a:cubicBezTo>
                    <a:cubicBezTo>
                      <a:pt x="4" y="34"/>
                      <a:pt x="8" y="38"/>
                      <a:pt x="11" y="40"/>
                    </a:cubicBezTo>
                    <a:cubicBezTo>
                      <a:pt x="11" y="88"/>
                      <a:pt x="11" y="88"/>
                      <a:pt x="11" y="88"/>
                    </a:cubicBezTo>
                    <a:cubicBezTo>
                      <a:pt x="20" y="88"/>
                      <a:pt x="20" y="88"/>
                      <a:pt x="20" y="88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23" y="38"/>
                      <a:pt x="26" y="34"/>
                      <a:pt x="28" y="31"/>
                    </a:cubicBezTo>
                    <a:cubicBezTo>
                      <a:pt x="30" y="28"/>
                      <a:pt x="31" y="25"/>
                      <a:pt x="30" y="22"/>
                    </a:cubicBezTo>
                    <a:cubicBezTo>
                      <a:pt x="30" y="18"/>
                      <a:pt x="28" y="14"/>
                      <a:pt x="27" y="11"/>
                    </a:cubicBezTo>
                    <a:cubicBezTo>
                      <a:pt x="26" y="8"/>
                      <a:pt x="24" y="1"/>
                      <a:pt x="20" y="0"/>
                    </a:cubicBezTo>
                    <a:cubicBezTo>
                      <a:pt x="23" y="21"/>
                      <a:pt x="23" y="21"/>
                      <a:pt x="23" y="21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8" y="21"/>
                      <a:pt x="8" y="21"/>
                      <a:pt x="8" y="21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7" y="1"/>
                      <a:pt x="5" y="8"/>
                      <a:pt x="4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0" name="Freeform: Shape 156"/>
              <p:cNvSpPr>
                <a:spLocks/>
              </p:cNvSpPr>
              <p:nvPr/>
            </p:nvSpPr>
            <p:spPr bwMode="auto">
              <a:xfrm>
                <a:off x="2745817" y="2636385"/>
                <a:ext cx="140922" cy="398259"/>
              </a:xfrm>
              <a:custGeom>
                <a:avLst/>
                <a:gdLst>
                  <a:gd name="T0" fmla="*/ 20 w 32"/>
                  <a:gd name="T1" fmla="*/ 90 h 90"/>
                  <a:gd name="T2" fmla="*/ 20 w 32"/>
                  <a:gd name="T3" fmla="*/ 43 h 90"/>
                  <a:gd name="T4" fmla="*/ 32 w 32"/>
                  <a:gd name="T5" fmla="*/ 24 h 90"/>
                  <a:gd name="T6" fmla="*/ 16 w 32"/>
                  <a:gd name="T7" fmla="*/ 0 h 90"/>
                  <a:gd name="T8" fmla="*/ 0 w 32"/>
                  <a:gd name="T9" fmla="*/ 24 h 90"/>
                  <a:gd name="T10" fmla="*/ 12 w 32"/>
                  <a:gd name="T11" fmla="*/ 43 h 90"/>
                  <a:gd name="T12" fmla="*/ 12 w 32"/>
                  <a:gd name="T13" fmla="*/ 90 h 90"/>
                  <a:gd name="T14" fmla="*/ 20 w 32"/>
                  <a:gd name="T15" fmla="*/ 90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2" h="90">
                    <a:moveTo>
                      <a:pt x="20" y="90"/>
                    </a:moveTo>
                    <a:cubicBezTo>
                      <a:pt x="20" y="43"/>
                      <a:pt x="20" y="43"/>
                      <a:pt x="20" y="43"/>
                    </a:cubicBezTo>
                    <a:cubicBezTo>
                      <a:pt x="27" y="41"/>
                      <a:pt x="32" y="33"/>
                      <a:pt x="32" y="24"/>
                    </a:cubicBezTo>
                    <a:cubicBezTo>
                      <a:pt x="32" y="14"/>
                      <a:pt x="25" y="0"/>
                      <a:pt x="16" y="0"/>
                    </a:cubicBezTo>
                    <a:cubicBezTo>
                      <a:pt x="7" y="0"/>
                      <a:pt x="0" y="14"/>
                      <a:pt x="0" y="24"/>
                    </a:cubicBezTo>
                    <a:cubicBezTo>
                      <a:pt x="0" y="33"/>
                      <a:pt x="5" y="41"/>
                      <a:pt x="12" y="43"/>
                    </a:cubicBezTo>
                    <a:cubicBezTo>
                      <a:pt x="12" y="90"/>
                      <a:pt x="12" y="90"/>
                      <a:pt x="12" y="90"/>
                    </a:cubicBezTo>
                    <a:lnTo>
                      <a:pt x="20" y="9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1" name="Freeform: Shape 157"/>
              <p:cNvSpPr>
                <a:spLocks/>
              </p:cNvSpPr>
              <p:nvPr/>
            </p:nvSpPr>
            <p:spPr bwMode="auto">
              <a:xfrm>
                <a:off x="2896543" y="3078759"/>
                <a:ext cx="162980" cy="167882"/>
              </a:xfrm>
              <a:custGeom>
                <a:avLst/>
                <a:gdLst>
                  <a:gd name="T0" fmla="*/ 8 w 37"/>
                  <a:gd name="T1" fmla="*/ 35 h 38"/>
                  <a:gd name="T2" fmla="*/ 18 w 37"/>
                  <a:gd name="T3" fmla="*/ 38 h 38"/>
                  <a:gd name="T4" fmla="*/ 37 w 37"/>
                  <a:gd name="T5" fmla="*/ 19 h 38"/>
                  <a:gd name="T6" fmla="*/ 18 w 37"/>
                  <a:gd name="T7" fmla="*/ 0 h 38"/>
                  <a:gd name="T8" fmla="*/ 0 w 37"/>
                  <a:gd name="T9" fmla="*/ 17 h 38"/>
                  <a:gd name="T10" fmla="*/ 18 w 37"/>
                  <a:gd name="T11" fmla="*/ 17 h 38"/>
                  <a:gd name="T12" fmla="*/ 24 w 37"/>
                  <a:gd name="T13" fmla="*/ 17 h 38"/>
                  <a:gd name="T14" fmla="*/ 20 w 37"/>
                  <a:gd name="T15" fmla="*/ 21 h 38"/>
                  <a:gd name="T16" fmla="*/ 8 w 37"/>
                  <a:gd name="T17" fmla="*/ 35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7" h="38">
                    <a:moveTo>
                      <a:pt x="8" y="35"/>
                    </a:moveTo>
                    <a:cubicBezTo>
                      <a:pt x="11" y="37"/>
                      <a:pt x="14" y="38"/>
                      <a:pt x="18" y="38"/>
                    </a:cubicBezTo>
                    <a:cubicBezTo>
                      <a:pt x="29" y="38"/>
                      <a:pt x="37" y="30"/>
                      <a:pt x="37" y="19"/>
                    </a:cubicBezTo>
                    <a:cubicBezTo>
                      <a:pt x="37" y="9"/>
                      <a:pt x="29" y="0"/>
                      <a:pt x="18" y="0"/>
                    </a:cubicBezTo>
                    <a:cubicBezTo>
                      <a:pt x="9" y="0"/>
                      <a:pt x="1" y="7"/>
                      <a:pt x="0" y="17"/>
                    </a:cubicBezTo>
                    <a:cubicBezTo>
                      <a:pt x="18" y="17"/>
                      <a:pt x="18" y="17"/>
                      <a:pt x="18" y="17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0" y="21"/>
                      <a:pt x="20" y="21"/>
                      <a:pt x="20" y="21"/>
                    </a:cubicBezTo>
                    <a:lnTo>
                      <a:pt x="8" y="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2" name="Freeform: Shape 158"/>
              <p:cNvSpPr>
                <a:spLocks/>
              </p:cNvSpPr>
              <p:nvPr/>
            </p:nvSpPr>
            <p:spPr bwMode="auto">
              <a:xfrm>
                <a:off x="2635530" y="3162087"/>
                <a:ext cx="340665" cy="322284"/>
              </a:xfrm>
              <a:custGeom>
                <a:avLst/>
                <a:gdLst>
                  <a:gd name="T0" fmla="*/ 34 w 77"/>
                  <a:gd name="T1" fmla="*/ 39 h 73"/>
                  <a:gd name="T2" fmla="*/ 34 w 77"/>
                  <a:gd name="T3" fmla="*/ 41 h 73"/>
                  <a:gd name="T4" fmla="*/ 34 w 77"/>
                  <a:gd name="T5" fmla="*/ 43 h 73"/>
                  <a:gd name="T6" fmla="*/ 34 w 77"/>
                  <a:gd name="T7" fmla="*/ 67 h 73"/>
                  <a:gd name="T8" fmla="*/ 25 w 77"/>
                  <a:gd name="T9" fmla="*/ 73 h 73"/>
                  <a:gd name="T10" fmla="*/ 51 w 77"/>
                  <a:gd name="T11" fmla="*/ 73 h 73"/>
                  <a:gd name="T12" fmla="*/ 43 w 77"/>
                  <a:gd name="T13" fmla="*/ 67 h 73"/>
                  <a:gd name="T14" fmla="*/ 43 w 77"/>
                  <a:gd name="T15" fmla="*/ 43 h 73"/>
                  <a:gd name="T16" fmla="*/ 43 w 77"/>
                  <a:gd name="T17" fmla="*/ 41 h 73"/>
                  <a:gd name="T18" fmla="*/ 43 w 77"/>
                  <a:gd name="T19" fmla="*/ 39 h 73"/>
                  <a:gd name="T20" fmla="*/ 65 w 77"/>
                  <a:gd name="T21" fmla="*/ 14 h 73"/>
                  <a:gd name="T22" fmla="*/ 77 w 77"/>
                  <a:gd name="T23" fmla="*/ 0 h 73"/>
                  <a:gd name="T24" fmla="*/ 58 w 77"/>
                  <a:gd name="T25" fmla="*/ 0 h 73"/>
                  <a:gd name="T26" fmla="*/ 0 w 77"/>
                  <a:gd name="T27" fmla="*/ 0 h 73"/>
                  <a:gd name="T28" fmla="*/ 34 w 77"/>
                  <a:gd name="T29" fmla="*/ 39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7" h="73">
                    <a:moveTo>
                      <a:pt x="34" y="39"/>
                    </a:moveTo>
                    <a:cubicBezTo>
                      <a:pt x="34" y="41"/>
                      <a:pt x="34" y="41"/>
                      <a:pt x="34" y="41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67"/>
                      <a:pt x="34" y="67"/>
                      <a:pt x="34" y="67"/>
                    </a:cubicBezTo>
                    <a:cubicBezTo>
                      <a:pt x="29" y="68"/>
                      <a:pt x="25" y="70"/>
                      <a:pt x="25" y="73"/>
                    </a:cubicBezTo>
                    <a:cubicBezTo>
                      <a:pt x="51" y="73"/>
                      <a:pt x="51" y="73"/>
                      <a:pt x="51" y="73"/>
                    </a:cubicBezTo>
                    <a:cubicBezTo>
                      <a:pt x="51" y="70"/>
                      <a:pt x="47" y="68"/>
                      <a:pt x="43" y="67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65" y="14"/>
                      <a:pt x="65" y="14"/>
                      <a:pt x="65" y="14"/>
                    </a:cubicBezTo>
                    <a:cubicBezTo>
                      <a:pt x="77" y="0"/>
                      <a:pt x="77" y="0"/>
                      <a:pt x="77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34" y="39"/>
                    </a:lnTo>
                    <a:close/>
                  </a:path>
                </a:pathLst>
              </a:custGeom>
              <a:solidFill>
                <a:srgbClr val="E2E2E2">
                  <a:alpha val="4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3" name="Freeform: Shape 159"/>
              <p:cNvSpPr>
                <a:spLocks/>
              </p:cNvSpPr>
              <p:nvPr/>
            </p:nvSpPr>
            <p:spPr bwMode="auto">
              <a:xfrm>
                <a:off x="4879261" y="892623"/>
                <a:ext cx="366398" cy="93131"/>
              </a:xfrm>
              <a:custGeom>
                <a:avLst/>
                <a:gdLst>
                  <a:gd name="T0" fmla="*/ 198 w 299"/>
                  <a:gd name="T1" fmla="*/ 39 h 76"/>
                  <a:gd name="T2" fmla="*/ 104 w 299"/>
                  <a:gd name="T3" fmla="*/ 39 h 76"/>
                  <a:gd name="T4" fmla="*/ 104 w 299"/>
                  <a:gd name="T5" fmla="*/ 0 h 76"/>
                  <a:gd name="T6" fmla="*/ 0 w 299"/>
                  <a:gd name="T7" fmla="*/ 0 h 76"/>
                  <a:gd name="T8" fmla="*/ 0 w 299"/>
                  <a:gd name="T9" fmla="*/ 76 h 76"/>
                  <a:gd name="T10" fmla="*/ 299 w 299"/>
                  <a:gd name="T11" fmla="*/ 76 h 76"/>
                  <a:gd name="T12" fmla="*/ 299 w 299"/>
                  <a:gd name="T13" fmla="*/ 0 h 76"/>
                  <a:gd name="T14" fmla="*/ 198 w 299"/>
                  <a:gd name="T15" fmla="*/ 0 h 76"/>
                  <a:gd name="T16" fmla="*/ 198 w 299"/>
                  <a:gd name="T17" fmla="*/ 39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9" h="76">
                    <a:moveTo>
                      <a:pt x="198" y="39"/>
                    </a:moveTo>
                    <a:lnTo>
                      <a:pt x="104" y="39"/>
                    </a:lnTo>
                    <a:lnTo>
                      <a:pt x="104" y="0"/>
                    </a:lnTo>
                    <a:lnTo>
                      <a:pt x="0" y="0"/>
                    </a:lnTo>
                    <a:lnTo>
                      <a:pt x="0" y="76"/>
                    </a:lnTo>
                    <a:lnTo>
                      <a:pt x="299" y="76"/>
                    </a:lnTo>
                    <a:lnTo>
                      <a:pt x="299" y="0"/>
                    </a:lnTo>
                    <a:lnTo>
                      <a:pt x="198" y="0"/>
                    </a:lnTo>
                    <a:lnTo>
                      <a:pt x="198" y="39"/>
                    </a:lnTo>
                    <a:close/>
                  </a:path>
                </a:pathLst>
              </a:custGeom>
              <a:solidFill>
                <a:srgbClr val="E2E2E2">
                  <a:alpha val="4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4" name="Rectangle 160"/>
              <p:cNvSpPr>
                <a:spLocks/>
              </p:cNvSpPr>
              <p:nvPr/>
            </p:nvSpPr>
            <p:spPr bwMode="auto">
              <a:xfrm>
                <a:off x="5028761" y="892623"/>
                <a:ext cx="71074" cy="25734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5" name="Freeform: Shape 161"/>
              <p:cNvSpPr>
                <a:spLocks/>
              </p:cNvSpPr>
              <p:nvPr/>
            </p:nvSpPr>
            <p:spPr bwMode="auto">
              <a:xfrm>
                <a:off x="4879261" y="675725"/>
                <a:ext cx="366398" cy="194841"/>
              </a:xfrm>
              <a:custGeom>
                <a:avLst/>
                <a:gdLst>
                  <a:gd name="T0" fmla="*/ 223 w 299"/>
                  <a:gd name="T1" fmla="*/ 0 h 159"/>
                  <a:gd name="T2" fmla="*/ 151 w 299"/>
                  <a:gd name="T3" fmla="*/ 0 h 159"/>
                  <a:gd name="T4" fmla="*/ 151 w 299"/>
                  <a:gd name="T5" fmla="*/ 29 h 159"/>
                  <a:gd name="T6" fmla="*/ 198 w 299"/>
                  <a:gd name="T7" fmla="*/ 29 h 159"/>
                  <a:gd name="T8" fmla="*/ 198 w 299"/>
                  <a:gd name="T9" fmla="*/ 58 h 159"/>
                  <a:gd name="T10" fmla="*/ 151 w 299"/>
                  <a:gd name="T11" fmla="*/ 58 h 159"/>
                  <a:gd name="T12" fmla="*/ 151 w 299"/>
                  <a:gd name="T13" fmla="*/ 159 h 159"/>
                  <a:gd name="T14" fmla="*/ 198 w 299"/>
                  <a:gd name="T15" fmla="*/ 159 h 159"/>
                  <a:gd name="T16" fmla="*/ 299 w 299"/>
                  <a:gd name="T17" fmla="*/ 159 h 159"/>
                  <a:gd name="T18" fmla="*/ 299 w 299"/>
                  <a:gd name="T19" fmla="*/ 58 h 159"/>
                  <a:gd name="T20" fmla="*/ 223 w 299"/>
                  <a:gd name="T21" fmla="*/ 58 h 159"/>
                  <a:gd name="T22" fmla="*/ 223 w 299"/>
                  <a:gd name="T23" fmla="*/ 0 h 159"/>
                  <a:gd name="T24" fmla="*/ 151 w 299"/>
                  <a:gd name="T25" fmla="*/ 0 h 159"/>
                  <a:gd name="T26" fmla="*/ 79 w 299"/>
                  <a:gd name="T27" fmla="*/ 0 h 159"/>
                  <a:gd name="T28" fmla="*/ 79 w 299"/>
                  <a:gd name="T29" fmla="*/ 58 h 159"/>
                  <a:gd name="T30" fmla="*/ 0 w 299"/>
                  <a:gd name="T31" fmla="*/ 58 h 159"/>
                  <a:gd name="T32" fmla="*/ 0 w 299"/>
                  <a:gd name="T33" fmla="*/ 159 h 159"/>
                  <a:gd name="T34" fmla="*/ 104 w 299"/>
                  <a:gd name="T35" fmla="*/ 159 h 159"/>
                  <a:gd name="T36" fmla="*/ 151 w 299"/>
                  <a:gd name="T37" fmla="*/ 159 h 159"/>
                  <a:gd name="T38" fmla="*/ 151 w 299"/>
                  <a:gd name="T39" fmla="*/ 58 h 159"/>
                  <a:gd name="T40" fmla="*/ 104 w 299"/>
                  <a:gd name="T41" fmla="*/ 58 h 159"/>
                  <a:gd name="T42" fmla="*/ 104 w 299"/>
                  <a:gd name="T43" fmla="*/ 58 h 159"/>
                  <a:gd name="T44" fmla="*/ 104 w 299"/>
                  <a:gd name="T45" fmla="*/ 29 h 159"/>
                  <a:gd name="T46" fmla="*/ 151 w 299"/>
                  <a:gd name="T47" fmla="*/ 29 h 159"/>
                  <a:gd name="T48" fmla="*/ 151 w 299"/>
                  <a:gd name="T49" fmla="*/ 0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9" h="159">
                    <a:moveTo>
                      <a:pt x="223" y="0"/>
                    </a:moveTo>
                    <a:lnTo>
                      <a:pt x="151" y="0"/>
                    </a:lnTo>
                    <a:lnTo>
                      <a:pt x="151" y="29"/>
                    </a:lnTo>
                    <a:lnTo>
                      <a:pt x="198" y="29"/>
                    </a:lnTo>
                    <a:lnTo>
                      <a:pt x="198" y="58"/>
                    </a:lnTo>
                    <a:lnTo>
                      <a:pt x="151" y="58"/>
                    </a:lnTo>
                    <a:lnTo>
                      <a:pt x="151" y="159"/>
                    </a:lnTo>
                    <a:lnTo>
                      <a:pt x="198" y="159"/>
                    </a:lnTo>
                    <a:lnTo>
                      <a:pt x="299" y="159"/>
                    </a:lnTo>
                    <a:lnTo>
                      <a:pt x="299" y="58"/>
                    </a:lnTo>
                    <a:lnTo>
                      <a:pt x="223" y="58"/>
                    </a:lnTo>
                    <a:lnTo>
                      <a:pt x="223" y="0"/>
                    </a:lnTo>
                    <a:close/>
                    <a:moveTo>
                      <a:pt x="151" y="0"/>
                    </a:moveTo>
                    <a:lnTo>
                      <a:pt x="79" y="0"/>
                    </a:lnTo>
                    <a:lnTo>
                      <a:pt x="79" y="58"/>
                    </a:lnTo>
                    <a:lnTo>
                      <a:pt x="0" y="58"/>
                    </a:lnTo>
                    <a:lnTo>
                      <a:pt x="0" y="159"/>
                    </a:lnTo>
                    <a:lnTo>
                      <a:pt x="104" y="159"/>
                    </a:lnTo>
                    <a:lnTo>
                      <a:pt x="151" y="159"/>
                    </a:lnTo>
                    <a:lnTo>
                      <a:pt x="151" y="58"/>
                    </a:lnTo>
                    <a:lnTo>
                      <a:pt x="104" y="58"/>
                    </a:lnTo>
                    <a:lnTo>
                      <a:pt x="104" y="58"/>
                    </a:lnTo>
                    <a:lnTo>
                      <a:pt x="104" y="29"/>
                    </a:lnTo>
                    <a:lnTo>
                      <a:pt x="151" y="29"/>
                    </a:lnTo>
                    <a:lnTo>
                      <a:pt x="151" y="0"/>
                    </a:lnTo>
                    <a:close/>
                  </a:path>
                </a:pathLst>
              </a:custGeom>
              <a:solidFill>
                <a:srgbClr val="E2E2E2">
                  <a:alpha val="4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6" name="Freeform: Shape 162"/>
              <p:cNvSpPr>
                <a:spLocks/>
              </p:cNvSpPr>
              <p:nvPr/>
            </p:nvSpPr>
            <p:spPr bwMode="auto">
              <a:xfrm>
                <a:off x="2908797" y="1272501"/>
                <a:ext cx="371300" cy="379878"/>
              </a:xfrm>
              <a:custGeom>
                <a:avLst/>
                <a:gdLst>
                  <a:gd name="T0" fmla="*/ 42 w 84"/>
                  <a:gd name="T1" fmla="*/ 0 h 86"/>
                  <a:gd name="T2" fmla="*/ 33 w 84"/>
                  <a:gd name="T3" fmla="*/ 18 h 86"/>
                  <a:gd name="T4" fmla="*/ 33 w 84"/>
                  <a:gd name="T5" fmla="*/ 32 h 86"/>
                  <a:gd name="T6" fmla="*/ 0 w 84"/>
                  <a:gd name="T7" fmla="*/ 46 h 86"/>
                  <a:gd name="T8" fmla="*/ 0 w 84"/>
                  <a:gd name="T9" fmla="*/ 55 h 86"/>
                  <a:gd name="T10" fmla="*/ 33 w 84"/>
                  <a:gd name="T11" fmla="*/ 48 h 86"/>
                  <a:gd name="T12" fmla="*/ 33 w 84"/>
                  <a:gd name="T13" fmla="*/ 67 h 86"/>
                  <a:gd name="T14" fmla="*/ 19 w 84"/>
                  <a:gd name="T15" fmla="*/ 77 h 86"/>
                  <a:gd name="T16" fmla="*/ 19 w 84"/>
                  <a:gd name="T17" fmla="*/ 86 h 86"/>
                  <a:gd name="T18" fmla="*/ 42 w 84"/>
                  <a:gd name="T19" fmla="*/ 78 h 86"/>
                  <a:gd name="T20" fmla="*/ 65 w 84"/>
                  <a:gd name="T21" fmla="*/ 86 h 86"/>
                  <a:gd name="T22" fmla="*/ 65 w 84"/>
                  <a:gd name="T23" fmla="*/ 77 h 86"/>
                  <a:gd name="T24" fmla="*/ 52 w 84"/>
                  <a:gd name="T25" fmla="*/ 67 h 86"/>
                  <a:gd name="T26" fmla="*/ 52 w 84"/>
                  <a:gd name="T27" fmla="*/ 48 h 86"/>
                  <a:gd name="T28" fmla="*/ 84 w 84"/>
                  <a:gd name="T29" fmla="*/ 55 h 86"/>
                  <a:gd name="T30" fmla="*/ 84 w 84"/>
                  <a:gd name="T31" fmla="*/ 46 h 86"/>
                  <a:gd name="T32" fmla="*/ 52 w 84"/>
                  <a:gd name="T33" fmla="*/ 32 h 86"/>
                  <a:gd name="T34" fmla="*/ 52 w 84"/>
                  <a:gd name="T35" fmla="*/ 18 h 86"/>
                  <a:gd name="T36" fmla="*/ 42 w 84"/>
                  <a:gd name="T37" fmla="*/ 0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84" h="86">
                    <a:moveTo>
                      <a:pt x="42" y="0"/>
                    </a:moveTo>
                    <a:cubicBezTo>
                      <a:pt x="37" y="0"/>
                      <a:pt x="33" y="13"/>
                      <a:pt x="33" y="18"/>
                    </a:cubicBezTo>
                    <a:cubicBezTo>
                      <a:pt x="33" y="32"/>
                      <a:pt x="33" y="32"/>
                      <a:pt x="33" y="32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33" y="48"/>
                      <a:pt x="33" y="48"/>
                      <a:pt x="33" y="48"/>
                    </a:cubicBezTo>
                    <a:cubicBezTo>
                      <a:pt x="33" y="67"/>
                      <a:pt x="33" y="67"/>
                      <a:pt x="33" y="67"/>
                    </a:cubicBezTo>
                    <a:cubicBezTo>
                      <a:pt x="19" y="77"/>
                      <a:pt x="19" y="77"/>
                      <a:pt x="19" y="77"/>
                    </a:cubicBezTo>
                    <a:cubicBezTo>
                      <a:pt x="19" y="86"/>
                      <a:pt x="19" y="86"/>
                      <a:pt x="19" y="86"/>
                    </a:cubicBezTo>
                    <a:cubicBezTo>
                      <a:pt x="42" y="78"/>
                      <a:pt x="42" y="78"/>
                      <a:pt x="42" y="78"/>
                    </a:cubicBezTo>
                    <a:cubicBezTo>
                      <a:pt x="65" y="86"/>
                      <a:pt x="65" y="86"/>
                      <a:pt x="65" y="86"/>
                    </a:cubicBezTo>
                    <a:cubicBezTo>
                      <a:pt x="65" y="77"/>
                      <a:pt x="65" y="77"/>
                      <a:pt x="65" y="77"/>
                    </a:cubicBezTo>
                    <a:cubicBezTo>
                      <a:pt x="52" y="67"/>
                      <a:pt x="52" y="67"/>
                      <a:pt x="52" y="67"/>
                    </a:cubicBezTo>
                    <a:cubicBezTo>
                      <a:pt x="52" y="48"/>
                      <a:pt x="52" y="48"/>
                      <a:pt x="52" y="48"/>
                    </a:cubicBezTo>
                    <a:cubicBezTo>
                      <a:pt x="84" y="55"/>
                      <a:pt x="84" y="55"/>
                      <a:pt x="84" y="55"/>
                    </a:cubicBezTo>
                    <a:cubicBezTo>
                      <a:pt x="84" y="46"/>
                      <a:pt x="84" y="46"/>
                      <a:pt x="84" y="46"/>
                    </a:cubicBezTo>
                    <a:cubicBezTo>
                      <a:pt x="52" y="32"/>
                      <a:pt x="52" y="32"/>
                      <a:pt x="52" y="32"/>
                    </a:cubicBezTo>
                    <a:cubicBezTo>
                      <a:pt x="52" y="18"/>
                      <a:pt x="52" y="18"/>
                      <a:pt x="52" y="18"/>
                    </a:cubicBezTo>
                    <a:cubicBezTo>
                      <a:pt x="52" y="13"/>
                      <a:pt x="48" y="0"/>
                      <a:pt x="42" y="0"/>
                    </a:cubicBezTo>
                    <a:close/>
                  </a:path>
                </a:pathLst>
              </a:custGeom>
              <a:solidFill>
                <a:srgbClr val="E2E2E2">
                  <a:alpha val="4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7" name="Freeform: Shape 163"/>
              <p:cNvSpPr>
                <a:spLocks/>
              </p:cNvSpPr>
              <p:nvPr/>
            </p:nvSpPr>
            <p:spPr bwMode="auto">
              <a:xfrm>
                <a:off x="6251723" y="2292044"/>
                <a:ext cx="269591" cy="216898"/>
              </a:xfrm>
              <a:custGeom>
                <a:avLst/>
                <a:gdLst>
                  <a:gd name="T0" fmla="*/ 48 w 61"/>
                  <a:gd name="T1" fmla="*/ 49 h 49"/>
                  <a:gd name="T2" fmla="*/ 48 w 61"/>
                  <a:gd name="T3" fmla="*/ 32 h 49"/>
                  <a:gd name="T4" fmla="*/ 56 w 61"/>
                  <a:gd name="T5" fmla="*/ 24 h 49"/>
                  <a:gd name="T6" fmla="*/ 61 w 61"/>
                  <a:gd name="T7" fmla="*/ 24 h 49"/>
                  <a:gd name="T8" fmla="*/ 61 w 61"/>
                  <a:gd name="T9" fmla="*/ 6 h 49"/>
                  <a:gd name="T10" fmla="*/ 54 w 61"/>
                  <a:gd name="T11" fmla="*/ 0 h 49"/>
                  <a:gd name="T12" fmla="*/ 39 w 61"/>
                  <a:gd name="T13" fmla="*/ 0 h 49"/>
                  <a:gd name="T14" fmla="*/ 39 w 61"/>
                  <a:gd name="T15" fmla="*/ 8 h 49"/>
                  <a:gd name="T16" fmla="*/ 45 w 61"/>
                  <a:gd name="T17" fmla="*/ 13 h 49"/>
                  <a:gd name="T18" fmla="*/ 39 w 61"/>
                  <a:gd name="T19" fmla="*/ 19 h 49"/>
                  <a:gd name="T20" fmla="*/ 39 w 61"/>
                  <a:gd name="T21" fmla="*/ 22 h 49"/>
                  <a:gd name="T22" fmla="*/ 45 w 61"/>
                  <a:gd name="T23" fmla="*/ 28 h 49"/>
                  <a:gd name="T24" fmla="*/ 39 w 61"/>
                  <a:gd name="T25" fmla="*/ 33 h 49"/>
                  <a:gd name="T26" fmla="*/ 39 w 61"/>
                  <a:gd name="T27" fmla="*/ 49 h 49"/>
                  <a:gd name="T28" fmla="*/ 48 w 61"/>
                  <a:gd name="T29" fmla="*/ 49 h 49"/>
                  <a:gd name="T30" fmla="*/ 39 w 61"/>
                  <a:gd name="T31" fmla="*/ 0 h 49"/>
                  <a:gd name="T32" fmla="*/ 22 w 61"/>
                  <a:gd name="T33" fmla="*/ 0 h 49"/>
                  <a:gd name="T34" fmla="*/ 22 w 61"/>
                  <a:gd name="T35" fmla="*/ 8 h 49"/>
                  <a:gd name="T36" fmla="*/ 22 w 61"/>
                  <a:gd name="T37" fmla="*/ 8 h 49"/>
                  <a:gd name="T38" fmla="*/ 22 w 61"/>
                  <a:gd name="T39" fmla="*/ 8 h 49"/>
                  <a:gd name="T40" fmla="*/ 27 w 61"/>
                  <a:gd name="T41" fmla="*/ 13 h 49"/>
                  <a:gd name="T42" fmla="*/ 22 w 61"/>
                  <a:gd name="T43" fmla="*/ 19 h 49"/>
                  <a:gd name="T44" fmla="*/ 22 w 61"/>
                  <a:gd name="T45" fmla="*/ 19 h 49"/>
                  <a:gd name="T46" fmla="*/ 22 w 61"/>
                  <a:gd name="T47" fmla="*/ 22 h 49"/>
                  <a:gd name="T48" fmla="*/ 22 w 61"/>
                  <a:gd name="T49" fmla="*/ 22 h 49"/>
                  <a:gd name="T50" fmla="*/ 22 w 61"/>
                  <a:gd name="T51" fmla="*/ 22 h 49"/>
                  <a:gd name="T52" fmla="*/ 27 w 61"/>
                  <a:gd name="T53" fmla="*/ 28 h 49"/>
                  <a:gd name="T54" fmla="*/ 22 w 61"/>
                  <a:gd name="T55" fmla="*/ 33 h 49"/>
                  <a:gd name="T56" fmla="*/ 22 w 61"/>
                  <a:gd name="T57" fmla="*/ 33 h 49"/>
                  <a:gd name="T58" fmla="*/ 22 w 61"/>
                  <a:gd name="T59" fmla="*/ 49 h 49"/>
                  <a:gd name="T60" fmla="*/ 39 w 61"/>
                  <a:gd name="T61" fmla="*/ 49 h 49"/>
                  <a:gd name="T62" fmla="*/ 39 w 61"/>
                  <a:gd name="T63" fmla="*/ 33 h 49"/>
                  <a:gd name="T64" fmla="*/ 39 w 61"/>
                  <a:gd name="T65" fmla="*/ 33 h 49"/>
                  <a:gd name="T66" fmla="*/ 34 w 61"/>
                  <a:gd name="T67" fmla="*/ 28 h 49"/>
                  <a:gd name="T68" fmla="*/ 39 w 61"/>
                  <a:gd name="T69" fmla="*/ 22 h 49"/>
                  <a:gd name="T70" fmla="*/ 39 w 61"/>
                  <a:gd name="T71" fmla="*/ 22 h 49"/>
                  <a:gd name="T72" fmla="*/ 39 w 61"/>
                  <a:gd name="T73" fmla="*/ 22 h 49"/>
                  <a:gd name="T74" fmla="*/ 39 w 61"/>
                  <a:gd name="T75" fmla="*/ 19 h 49"/>
                  <a:gd name="T76" fmla="*/ 39 w 61"/>
                  <a:gd name="T77" fmla="*/ 19 h 49"/>
                  <a:gd name="T78" fmla="*/ 34 w 61"/>
                  <a:gd name="T79" fmla="*/ 13 h 49"/>
                  <a:gd name="T80" fmla="*/ 39 w 61"/>
                  <a:gd name="T81" fmla="*/ 8 h 49"/>
                  <a:gd name="T82" fmla="*/ 39 w 61"/>
                  <a:gd name="T83" fmla="*/ 8 h 49"/>
                  <a:gd name="T84" fmla="*/ 39 w 61"/>
                  <a:gd name="T85" fmla="*/ 8 h 49"/>
                  <a:gd name="T86" fmla="*/ 39 w 61"/>
                  <a:gd name="T87" fmla="*/ 0 h 49"/>
                  <a:gd name="T88" fmla="*/ 22 w 61"/>
                  <a:gd name="T89" fmla="*/ 0 h 49"/>
                  <a:gd name="T90" fmla="*/ 6 w 61"/>
                  <a:gd name="T91" fmla="*/ 0 h 49"/>
                  <a:gd name="T92" fmla="*/ 0 w 61"/>
                  <a:gd name="T93" fmla="*/ 6 h 49"/>
                  <a:gd name="T94" fmla="*/ 0 w 61"/>
                  <a:gd name="T95" fmla="*/ 24 h 49"/>
                  <a:gd name="T96" fmla="*/ 5 w 61"/>
                  <a:gd name="T97" fmla="*/ 24 h 49"/>
                  <a:gd name="T98" fmla="*/ 13 w 61"/>
                  <a:gd name="T99" fmla="*/ 32 h 49"/>
                  <a:gd name="T100" fmla="*/ 13 w 61"/>
                  <a:gd name="T101" fmla="*/ 49 h 49"/>
                  <a:gd name="T102" fmla="*/ 22 w 61"/>
                  <a:gd name="T103" fmla="*/ 49 h 49"/>
                  <a:gd name="T104" fmla="*/ 22 w 61"/>
                  <a:gd name="T105" fmla="*/ 33 h 49"/>
                  <a:gd name="T106" fmla="*/ 16 w 61"/>
                  <a:gd name="T107" fmla="*/ 28 h 49"/>
                  <a:gd name="T108" fmla="*/ 22 w 61"/>
                  <a:gd name="T109" fmla="*/ 22 h 49"/>
                  <a:gd name="T110" fmla="*/ 22 w 61"/>
                  <a:gd name="T111" fmla="*/ 19 h 49"/>
                  <a:gd name="T112" fmla="*/ 16 w 61"/>
                  <a:gd name="T113" fmla="*/ 13 h 49"/>
                  <a:gd name="T114" fmla="*/ 22 w 61"/>
                  <a:gd name="T115" fmla="*/ 8 h 49"/>
                  <a:gd name="T116" fmla="*/ 22 w 61"/>
                  <a:gd name="T117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61" h="49">
                    <a:moveTo>
                      <a:pt x="48" y="49"/>
                    </a:moveTo>
                    <a:cubicBezTo>
                      <a:pt x="48" y="32"/>
                      <a:pt x="48" y="32"/>
                      <a:pt x="48" y="32"/>
                    </a:cubicBezTo>
                    <a:cubicBezTo>
                      <a:pt x="48" y="27"/>
                      <a:pt x="51" y="24"/>
                      <a:pt x="56" y="24"/>
                    </a:cubicBezTo>
                    <a:cubicBezTo>
                      <a:pt x="61" y="24"/>
                      <a:pt x="61" y="24"/>
                      <a:pt x="61" y="24"/>
                    </a:cubicBezTo>
                    <a:cubicBezTo>
                      <a:pt x="61" y="6"/>
                      <a:pt x="61" y="6"/>
                      <a:pt x="61" y="6"/>
                    </a:cubicBezTo>
                    <a:cubicBezTo>
                      <a:pt x="61" y="3"/>
                      <a:pt x="58" y="0"/>
                      <a:pt x="54" y="0"/>
                    </a:cubicBezTo>
                    <a:cubicBezTo>
                      <a:pt x="39" y="0"/>
                      <a:pt x="39" y="0"/>
                      <a:pt x="39" y="0"/>
                    </a:cubicBezTo>
                    <a:cubicBezTo>
                      <a:pt x="39" y="8"/>
                      <a:pt x="39" y="8"/>
                      <a:pt x="39" y="8"/>
                    </a:cubicBezTo>
                    <a:cubicBezTo>
                      <a:pt x="42" y="8"/>
                      <a:pt x="45" y="10"/>
                      <a:pt x="45" y="13"/>
                    </a:cubicBezTo>
                    <a:cubicBezTo>
                      <a:pt x="45" y="16"/>
                      <a:pt x="42" y="19"/>
                      <a:pt x="39" y="19"/>
                    </a:cubicBezTo>
                    <a:cubicBezTo>
                      <a:pt x="39" y="22"/>
                      <a:pt x="39" y="22"/>
                      <a:pt x="39" y="22"/>
                    </a:cubicBezTo>
                    <a:cubicBezTo>
                      <a:pt x="42" y="22"/>
                      <a:pt x="45" y="25"/>
                      <a:pt x="45" y="28"/>
                    </a:cubicBezTo>
                    <a:cubicBezTo>
                      <a:pt x="45" y="31"/>
                      <a:pt x="42" y="33"/>
                      <a:pt x="39" y="33"/>
                    </a:cubicBezTo>
                    <a:cubicBezTo>
                      <a:pt x="39" y="49"/>
                      <a:pt x="39" y="49"/>
                      <a:pt x="39" y="49"/>
                    </a:cubicBezTo>
                    <a:lnTo>
                      <a:pt x="48" y="49"/>
                    </a:lnTo>
                    <a:close/>
                    <a:moveTo>
                      <a:pt x="39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22" y="8"/>
                      <a:pt x="22" y="8"/>
                      <a:pt x="22" y="8"/>
                    </a:cubicBezTo>
                    <a:cubicBezTo>
                      <a:pt x="22" y="8"/>
                      <a:pt x="22" y="8"/>
                      <a:pt x="22" y="8"/>
                    </a:cubicBezTo>
                    <a:cubicBezTo>
                      <a:pt x="22" y="8"/>
                      <a:pt x="22" y="8"/>
                      <a:pt x="22" y="8"/>
                    </a:cubicBezTo>
                    <a:cubicBezTo>
                      <a:pt x="25" y="8"/>
                      <a:pt x="27" y="10"/>
                      <a:pt x="27" y="13"/>
                    </a:cubicBezTo>
                    <a:cubicBezTo>
                      <a:pt x="27" y="16"/>
                      <a:pt x="25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2"/>
                      <a:pt x="27" y="25"/>
                      <a:pt x="27" y="28"/>
                    </a:cubicBezTo>
                    <a:cubicBezTo>
                      <a:pt x="27" y="31"/>
                      <a:pt x="25" y="33"/>
                      <a:pt x="22" y="33"/>
                    </a:cubicBezTo>
                    <a:cubicBezTo>
                      <a:pt x="22" y="33"/>
                      <a:pt x="22" y="33"/>
                      <a:pt x="22" y="33"/>
                    </a:cubicBezTo>
                    <a:cubicBezTo>
                      <a:pt x="22" y="49"/>
                      <a:pt x="22" y="49"/>
                      <a:pt x="22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33"/>
                      <a:pt x="39" y="33"/>
                      <a:pt x="39" y="33"/>
                    </a:cubicBezTo>
                    <a:cubicBezTo>
                      <a:pt x="39" y="33"/>
                      <a:pt x="39" y="33"/>
                      <a:pt x="39" y="33"/>
                    </a:cubicBezTo>
                    <a:cubicBezTo>
                      <a:pt x="36" y="33"/>
                      <a:pt x="34" y="31"/>
                      <a:pt x="34" y="28"/>
                    </a:cubicBezTo>
                    <a:cubicBezTo>
                      <a:pt x="34" y="25"/>
                      <a:pt x="36" y="22"/>
                      <a:pt x="39" y="22"/>
                    </a:cubicBezTo>
                    <a:cubicBezTo>
                      <a:pt x="39" y="22"/>
                      <a:pt x="39" y="22"/>
                      <a:pt x="39" y="22"/>
                    </a:cubicBezTo>
                    <a:cubicBezTo>
                      <a:pt x="39" y="22"/>
                      <a:pt x="39" y="22"/>
                      <a:pt x="39" y="22"/>
                    </a:cubicBezTo>
                    <a:cubicBezTo>
                      <a:pt x="39" y="19"/>
                      <a:pt x="39" y="19"/>
                      <a:pt x="39" y="19"/>
                    </a:cubicBezTo>
                    <a:cubicBezTo>
                      <a:pt x="39" y="19"/>
                      <a:pt x="39" y="19"/>
                      <a:pt x="39" y="19"/>
                    </a:cubicBezTo>
                    <a:cubicBezTo>
                      <a:pt x="36" y="19"/>
                      <a:pt x="34" y="16"/>
                      <a:pt x="34" y="13"/>
                    </a:cubicBezTo>
                    <a:cubicBezTo>
                      <a:pt x="34" y="10"/>
                      <a:pt x="36" y="8"/>
                      <a:pt x="39" y="8"/>
                    </a:cubicBezTo>
                    <a:cubicBezTo>
                      <a:pt x="39" y="8"/>
                      <a:pt x="39" y="8"/>
                      <a:pt x="39" y="8"/>
                    </a:cubicBezTo>
                    <a:cubicBezTo>
                      <a:pt x="39" y="8"/>
                      <a:pt x="39" y="8"/>
                      <a:pt x="39" y="8"/>
                    </a:cubicBezTo>
                    <a:lnTo>
                      <a:pt x="39" y="0"/>
                    </a:lnTo>
                    <a:close/>
                    <a:moveTo>
                      <a:pt x="22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5" y="24"/>
                      <a:pt x="5" y="24"/>
                      <a:pt x="5" y="24"/>
                    </a:cubicBezTo>
                    <a:cubicBezTo>
                      <a:pt x="10" y="24"/>
                      <a:pt x="13" y="27"/>
                      <a:pt x="13" y="32"/>
                    </a:cubicBezTo>
                    <a:cubicBezTo>
                      <a:pt x="13" y="49"/>
                      <a:pt x="13" y="49"/>
                      <a:pt x="13" y="49"/>
                    </a:cubicBezTo>
                    <a:cubicBezTo>
                      <a:pt x="22" y="49"/>
                      <a:pt x="22" y="49"/>
                      <a:pt x="22" y="49"/>
                    </a:cubicBezTo>
                    <a:cubicBezTo>
                      <a:pt x="22" y="33"/>
                      <a:pt x="22" y="33"/>
                      <a:pt x="22" y="33"/>
                    </a:cubicBezTo>
                    <a:cubicBezTo>
                      <a:pt x="19" y="33"/>
                      <a:pt x="16" y="31"/>
                      <a:pt x="16" y="28"/>
                    </a:cubicBezTo>
                    <a:cubicBezTo>
                      <a:pt x="16" y="25"/>
                      <a:pt x="19" y="22"/>
                      <a:pt x="22" y="22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19" y="19"/>
                      <a:pt x="16" y="16"/>
                      <a:pt x="16" y="13"/>
                    </a:cubicBezTo>
                    <a:cubicBezTo>
                      <a:pt x="16" y="10"/>
                      <a:pt x="19" y="8"/>
                      <a:pt x="22" y="8"/>
                    </a:cubicBez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E2E2E2">
                  <a:alpha val="4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8" name="Freeform: Shape 164"/>
              <p:cNvSpPr>
                <a:spLocks/>
              </p:cNvSpPr>
              <p:nvPr/>
            </p:nvSpPr>
            <p:spPr bwMode="auto">
              <a:xfrm>
                <a:off x="6203932" y="2412135"/>
                <a:ext cx="366398" cy="193615"/>
              </a:xfrm>
              <a:custGeom>
                <a:avLst/>
                <a:gdLst>
                  <a:gd name="T0" fmla="*/ 78 w 83"/>
                  <a:gd name="T1" fmla="*/ 0 h 44"/>
                  <a:gd name="T2" fmla="*/ 72 w 83"/>
                  <a:gd name="T3" fmla="*/ 0 h 44"/>
                  <a:gd name="T4" fmla="*/ 67 w 83"/>
                  <a:gd name="T5" fmla="*/ 0 h 44"/>
                  <a:gd name="T6" fmla="*/ 61 w 83"/>
                  <a:gd name="T7" fmla="*/ 5 h 44"/>
                  <a:gd name="T8" fmla="*/ 61 w 83"/>
                  <a:gd name="T9" fmla="*/ 24 h 44"/>
                  <a:gd name="T10" fmla="*/ 21 w 83"/>
                  <a:gd name="T11" fmla="*/ 24 h 44"/>
                  <a:gd name="T12" fmla="*/ 21 w 83"/>
                  <a:gd name="T13" fmla="*/ 5 h 44"/>
                  <a:gd name="T14" fmla="*/ 16 w 83"/>
                  <a:gd name="T15" fmla="*/ 0 h 44"/>
                  <a:gd name="T16" fmla="*/ 11 w 83"/>
                  <a:gd name="T17" fmla="*/ 0 h 44"/>
                  <a:gd name="T18" fmla="*/ 6 w 83"/>
                  <a:gd name="T19" fmla="*/ 0 h 44"/>
                  <a:gd name="T20" fmla="*/ 0 w 83"/>
                  <a:gd name="T21" fmla="*/ 5 h 44"/>
                  <a:gd name="T22" fmla="*/ 0 w 83"/>
                  <a:gd name="T23" fmla="*/ 33 h 44"/>
                  <a:gd name="T24" fmla="*/ 8 w 83"/>
                  <a:gd name="T25" fmla="*/ 41 h 44"/>
                  <a:gd name="T26" fmla="*/ 8 w 83"/>
                  <a:gd name="T27" fmla="*/ 41 h 44"/>
                  <a:gd name="T28" fmla="*/ 9 w 83"/>
                  <a:gd name="T29" fmla="*/ 43 h 44"/>
                  <a:gd name="T30" fmla="*/ 11 w 83"/>
                  <a:gd name="T31" fmla="*/ 44 h 44"/>
                  <a:gd name="T32" fmla="*/ 13 w 83"/>
                  <a:gd name="T33" fmla="*/ 44 h 44"/>
                  <a:gd name="T34" fmla="*/ 15 w 83"/>
                  <a:gd name="T35" fmla="*/ 43 h 44"/>
                  <a:gd name="T36" fmla="*/ 16 w 83"/>
                  <a:gd name="T37" fmla="*/ 41 h 44"/>
                  <a:gd name="T38" fmla="*/ 16 w 83"/>
                  <a:gd name="T39" fmla="*/ 41 h 44"/>
                  <a:gd name="T40" fmla="*/ 67 w 83"/>
                  <a:gd name="T41" fmla="*/ 41 h 44"/>
                  <a:gd name="T42" fmla="*/ 67 w 83"/>
                  <a:gd name="T43" fmla="*/ 41 h 44"/>
                  <a:gd name="T44" fmla="*/ 68 w 83"/>
                  <a:gd name="T45" fmla="*/ 43 h 44"/>
                  <a:gd name="T46" fmla="*/ 70 w 83"/>
                  <a:gd name="T47" fmla="*/ 44 h 44"/>
                  <a:gd name="T48" fmla="*/ 72 w 83"/>
                  <a:gd name="T49" fmla="*/ 44 h 44"/>
                  <a:gd name="T50" fmla="*/ 74 w 83"/>
                  <a:gd name="T51" fmla="*/ 43 h 44"/>
                  <a:gd name="T52" fmla="*/ 75 w 83"/>
                  <a:gd name="T53" fmla="*/ 41 h 44"/>
                  <a:gd name="T54" fmla="*/ 75 w 83"/>
                  <a:gd name="T55" fmla="*/ 41 h 44"/>
                  <a:gd name="T56" fmla="*/ 78 w 83"/>
                  <a:gd name="T57" fmla="*/ 41 h 44"/>
                  <a:gd name="T58" fmla="*/ 83 w 83"/>
                  <a:gd name="T59" fmla="*/ 33 h 44"/>
                  <a:gd name="T60" fmla="*/ 83 w 83"/>
                  <a:gd name="T61" fmla="*/ 5 h 44"/>
                  <a:gd name="T62" fmla="*/ 78 w 83"/>
                  <a:gd name="T63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83" h="44">
                    <a:moveTo>
                      <a:pt x="78" y="0"/>
                    </a:moveTo>
                    <a:cubicBezTo>
                      <a:pt x="72" y="0"/>
                      <a:pt x="72" y="0"/>
                      <a:pt x="72" y="0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64" y="0"/>
                      <a:pt x="61" y="1"/>
                      <a:pt x="61" y="5"/>
                    </a:cubicBezTo>
                    <a:cubicBezTo>
                      <a:pt x="61" y="24"/>
                      <a:pt x="61" y="24"/>
                      <a:pt x="6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5"/>
                      <a:pt x="21" y="5"/>
                      <a:pt x="21" y="5"/>
                    </a:cubicBezTo>
                    <a:cubicBezTo>
                      <a:pt x="21" y="1"/>
                      <a:pt x="20" y="0"/>
                      <a:pt x="16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2" y="0"/>
                      <a:pt x="0" y="1"/>
                      <a:pt x="0" y="5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0" y="36"/>
                      <a:pt x="4" y="41"/>
                      <a:pt x="8" y="41"/>
                    </a:cubicBezTo>
                    <a:cubicBezTo>
                      <a:pt x="8" y="41"/>
                      <a:pt x="8" y="41"/>
                      <a:pt x="8" y="41"/>
                    </a:cubicBezTo>
                    <a:cubicBezTo>
                      <a:pt x="8" y="42"/>
                      <a:pt x="8" y="42"/>
                      <a:pt x="9" y="43"/>
                    </a:cubicBezTo>
                    <a:cubicBezTo>
                      <a:pt x="9" y="44"/>
                      <a:pt x="10" y="44"/>
                      <a:pt x="11" y="44"/>
                    </a:cubicBezTo>
                    <a:cubicBezTo>
                      <a:pt x="13" y="44"/>
                      <a:pt x="13" y="44"/>
                      <a:pt x="13" y="44"/>
                    </a:cubicBezTo>
                    <a:cubicBezTo>
                      <a:pt x="14" y="44"/>
                      <a:pt x="15" y="44"/>
                      <a:pt x="15" y="43"/>
                    </a:cubicBezTo>
                    <a:cubicBezTo>
                      <a:pt x="16" y="42"/>
                      <a:pt x="16" y="42"/>
                      <a:pt x="16" y="41"/>
                    </a:cubicBezTo>
                    <a:cubicBezTo>
                      <a:pt x="16" y="41"/>
                      <a:pt x="16" y="41"/>
                      <a:pt x="16" y="41"/>
                    </a:cubicBezTo>
                    <a:cubicBezTo>
                      <a:pt x="67" y="41"/>
                      <a:pt x="67" y="41"/>
                      <a:pt x="67" y="41"/>
                    </a:cubicBezTo>
                    <a:cubicBezTo>
                      <a:pt x="67" y="41"/>
                      <a:pt x="67" y="41"/>
                      <a:pt x="67" y="41"/>
                    </a:cubicBezTo>
                    <a:cubicBezTo>
                      <a:pt x="67" y="42"/>
                      <a:pt x="67" y="42"/>
                      <a:pt x="68" y="43"/>
                    </a:cubicBezTo>
                    <a:cubicBezTo>
                      <a:pt x="68" y="44"/>
                      <a:pt x="69" y="44"/>
                      <a:pt x="70" y="44"/>
                    </a:cubicBezTo>
                    <a:cubicBezTo>
                      <a:pt x="72" y="44"/>
                      <a:pt x="72" y="44"/>
                      <a:pt x="72" y="44"/>
                    </a:cubicBezTo>
                    <a:cubicBezTo>
                      <a:pt x="73" y="44"/>
                      <a:pt x="74" y="44"/>
                      <a:pt x="74" y="43"/>
                    </a:cubicBezTo>
                    <a:cubicBezTo>
                      <a:pt x="75" y="42"/>
                      <a:pt x="75" y="42"/>
                      <a:pt x="75" y="41"/>
                    </a:cubicBezTo>
                    <a:cubicBezTo>
                      <a:pt x="75" y="41"/>
                      <a:pt x="75" y="41"/>
                      <a:pt x="75" y="41"/>
                    </a:cubicBezTo>
                    <a:cubicBezTo>
                      <a:pt x="78" y="41"/>
                      <a:pt x="78" y="41"/>
                      <a:pt x="78" y="41"/>
                    </a:cubicBezTo>
                    <a:cubicBezTo>
                      <a:pt x="81" y="41"/>
                      <a:pt x="83" y="36"/>
                      <a:pt x="83" y="33"/>
                    </a:cubicBezTo>
                    <a:cubicBezTo>
                      <a:pt x="83" y="5"/>
                      <a:pt x="83" y="5"/>
                      <a:pt x="83" y="5"/>
                    </a:cubicBezTo>
                    <a:cubicBezTo>
                      <a:pt x="83" y="1"/>
                      <a:pt x="81" y="0"/>
                      <a:pt x="78" y="0"/>
                    </a:cubicBezTo>
                    <a:close/>
                  </a:path>
                </a:pathLst>
              </a:custGeom>
              <a:solidFill>
                <a:srgbClr val="E2E2E2">
                  <a:alpha val="4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9" name="Oval 165"/>
              <p:cNvSpPr>
                <a:spLocks/>
              </p:cNvSpPr>
              <p:nvPr/>
            </p:nvSpPr>
            <p:spPr bwMode="auto">
              <a:xfrm>
                <a:off x="6331375" y="2336159"/>
                <a:ext cx="31861" cy="2695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0" name="Oval 166"/>
              <p:cNvSpPr>
                <a:spLocks/>
              </p:cNvSpPr>
              <p:nvPr/>
            </p:nvSpPr>
            <p:spPr bwMode="auto">
              <a:xfrm>
                <a:off x="6411026" y="2336159"/>
                <a:ext cx="30635" cy="2695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1" name="Oval 167"/>
              <p:cNvSpPr>
                <a:spLocks/>
              </p:cNvSpPr>
              <p:nvPr/>
            </p:nvSpPr>
            <p:spPr bwMode="auto">
              <a:xfrm>
                <a:off x="6331375" y="2398655"/>
                <a:ext cx="31861" cy="3063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2" name="Oval 168"/>
              <p:cNvSpPr>
                <a:spLocks/>
              </p:cNvSpPr>
              <p:nvPr/>
            </p:nvSpPr>
            <p:spPr bwMode="auto">
              <a:xfrm>
                <a:off x="6411026" y="2398655"/>
                <a:ext cx="30635" cy="3063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3" name="Freeform: Shape 169"/>
              <p:cNvSpPr>
                <a:spLocks/>
              </p:cNvSpPr>
              <p:nvPr/>
            </p:nvSpPr>
            <p:spPr bwMode="auto">
              <a:xfrm>
                <a:off x="3514151" y="808069"/>
                <a:ext cx="384780" cy="322284"/>
              </a:xfrm>
              <a:custGeom>
                <a:avLst/>
                <a:gdLst>
                  <a:gd name="T0" fmla="*/ 58 w 87"/>
                  <a:gd name="T1" fmla="*/ 0 h 73"/>
                  <a:gd name="T2" fmla="*/ 31 w 87"/>
                  <a:gd name="T3" fmla="*/ 0 h 73"/>
                  <a:gd name="T4" fmla="*/ 0 w 87"/>
                  <a:gd name="T5" fmla="*/ 26 h 73"/>
                  <a:gd name="T6" fmla="*/ 9 w 87"/>
                  <a:gd name="T7" fmla="*/ 38 h 73"/>
                  <a:gd name="T8" fmla="*/ 20 w 87"/>
                  <a:gd name="T9" fmla="*/ 27 h 73"/>
                  <a:gd name="T10" fmla="*/ 20 w 87"/>
                  <a:gd name="T11" fmla="*/ 73 h 73"/>
                  <a:gd name="T12" fmla="*/ 44 w 87"/>
                  <a:gd name="T13" fmla="*/ 73 h 73"/>
                  <a:gd name="T14" fmla="*/ 68 w 87"/>
                  <a:gd name="T15" fmla="*/ 73 h 73"/>
                  <a:gd name="T16" fmla="*/ 67 w 87"/>
                  <a:gd name="T17" fmla="*/ 27 h 73"/>
                  <a:gd name="T18" fmla="*/ 79 w 87"/>
                  <a:gd name="T19" fmla="*/ 38 h 73"/>
                  <a:gd name="T20" fmla="*/ 87 w 87"/>
                  <a:gd name="T21" fmla="*/ 26 h 73"/>
                  <a:gd name="T22" fmla="*/ 58 w 87"/>
                  <a:gd name="T23" fmla="*/ 0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7" h="73">
                    <a:moveTo>
                      <a:pt x="58" y="0"/>
                    </a:moveTo>
                    <a:cubicBezTo>
                      <a:pt x="53" y="8"/>
                      <a:pt x="36" y="8"/>
                      <a:pt x="31" y="0"/>
                    </a:cubicBezTo>
                    <a:cubicBezTo>
                      <a:pt x="31" y="0"/>
                      <a:pt x="5" y="15"/>
                      <a:pt x="0" y="26"/>
                    </a:cubicBezTo>
                    <a:cubicBezTo>
                      <a:pt x="9" y="38"/>
                      <a:pt x="9" y="38"/>
                      <a:pt x="9" y="38"/>
                    </a:cubicBezTo>
                    <a:cubicBezTo>
                      <a:pt x="9" y="38"/>
                      <a:pt x="16" y="30"/>
                      <a:pt x="20" y="27"/>
                    </a:cubicBezTo>
                    <a:cubicBezTo>
                      <a:pt x="20" y="73"/>
                      <a:pt x="20" y="73"/>
                      <a:pt x="20" y="73"/>
                    </a:cubicBezTo>
                    <a:cubicBezTo>
                      <a:pt x="44" y="73"/>
                      <a:pt x="44" y="73"/>
                      <a:pt x="44" y="73"/>
                    </a:cubicBezTo>
                    <a:cubicBezTo>
                      <a:pt x="68" y="73"/>
                      <a:pt x="68" y="73"/>
                      <a:pt x="68" y="73"/>
                    </a:cubicBezTo>
                    <a:cubicBezTo>
                      <a:pt x="67" y="27"/>
                      <a:pt x="67" y="27"/>
                      <a:pt x="67" y="27"/>
                    </a:cubicBezTo>
                    <a:cubicBezTo>
                      <a:pt x="71" y="30"/>
                      <a:pt x="79" y="38"/>
                      <a:pt x="79" y="38"/>
                    </a:cubicBezTo>
                    <a:cubicBezTo>
                      <a:pt x="87" y="26"/>
                      <a:pt x="87" y="26"/>
                      <a:pt x="87" y="26"/>
                    </a:cubicBezTo>
                    <a:cubicBezTo>
                      <a:pt x="82" y="15"/>
                      <a:pt x="58" y="0"/>
                      <a:pt x="58" y="0"/>
                    </a:cubicBezTo>
                    <a:close/>
                  </a:path>
                </a:pathLst>
              </a:custGeom>
              <a:solidFill>
                <a:srgbClr val="E2E2E2">
                  <a:alpha val="4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4" name="Freeform: Shape 170"/>
              <p:cNvSpPr>
                <a:spLocks/>
              </p:cNvSpPr>
              <p:nvPr/>
            </p:nvSpPr>
            <p:spPr bwMode="auto">
              <a:xfrm>
                <a:off x="3656299" y="795815"/>
                <a:ext cx="110287" cy="30635"/>
              </a:xfrm>
              <a:custGeom>
                <a:avLst/>
                <a:gdLst>
                  <a:gd name="T0" fmla="*/ 13 w 25"/>
                  <a:gd name="T1" fmla="*/ 7 h 7"/>
                  <a:gd name="T2" fmla="*/ 24 w 25"/>
                  <a:gd name="T3" fmla="*/ 2 h 7"/>
                  <a:gd name="T4" fmla="*/ 24 w 25"/>
                  <a:gd name="T5" fmla="*/ 0 h 7"/>
                  <a:gd name="T6" fmla="*/ 22 w 25"/>
                  <a:gd name="T7" fmla="*/ 1 h 7"/>
                  <a:gd name="T8" fmla="*/ 13 w 25"/>
                  <a:gd name="T9" fmla="*/ 5 h 7"/>
                  <a:gd name="T10" fmla="*/ 3 w 25"/>
                  <a:gd name="T11" fmla="*/ 1 h 7"/>
                  <a:gd name="T12" fmla="*/ 1 w 25"/>
                  <a:gd name="T13" fmla="*/ 0 h 7"/>
                  <a:gd name="T14" fmla="*/ 1 w 25"/>
                  <a:gd name="T15" fmla="*/ 2 h 7"/>
                  <a:gd name="T16" fmla="*/ 13 w 25"/>
                  <a:gd name="T17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" h="7">
                    <a:moveTo>
                      <a:pt x="13" y="7"/>
                    </a:moveTo>
                    <a:cubicBezTo>
                      <a:pt x="18" y="7"/>
                      <a:pt x="23" y="5"/>
                      <a:pt x="24" y="2"/>
                    </a:cubicBezTo>
                    <a:cubicBezTo>
                      <a:pt x="25" y="2"/>
                      <a:pt x="24" y="1"/>
                      <a:pt x="24" y="0"/>
                    </a:cubicBezTo>
                    <a:cubicBezTo>
                      <a:pt x="23" y="0"/>
                      <a:pt x="22" y="0"/>
                      <a:pt x="22" y="1"/>
                    </a:cubicBezTo>
                    <a:cubicBezTo>
                      <a:pt x="21" y="3"/>
                      <a:pt x="17" y="5"/>
                      <a:pt x="13" y="5"/>
                    </a:cubicBezTo>
                    <a:cubicBezTo>
                      <a:pt x="8" y="5"/>
                      <a:pt x="4" y="3"/>
                      <a:pt x="3" y="1"/>
                    </a:cubicBezTo>
                    <a:cubicBezTo>
                      <a:pt x="3" y="0"/>
                      <a:pt x="2" y="0"/>
                      <a:pt x="1" y="0"/>
                    </a:cubicBezTo>
                    <a:cubicBezTo>
                      <a:pt x="1" y="1"/>
                      <a:pt x="0" y="2"/>
                      <a:pt x="1" y="2"/>
                    </a:cubicBezTo>
                    <a:cubicBezTo>
                      <a:pt x="2" y="5"/>
                      <a:pt x="7" y="7"/>
                      <a:pt x="13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5" name="Freeform: Shape 171"/>
              <p:cNvSpPr>
                <a:spLocks/>
              </p:cNvSpPr>
              <p:nvPr/>
            </p:nvSpPr>
            <p:spPr bwMode="auto">
              <a:xfrm>
                <a:off x="5859591" y="3626519"/>
                <a:ext cx="322284" cy="335763"/>
              </a:xfrm>
              <a:custGeom>
                <a:avLst/>
                <a:gdLst>
                  <a:gd name="T0" fmla="*/ 56 w 73"/>
                  <a:gd name="T1" fmla="*/ 2 h 76"/>
                  <a:gd name="T2" fmla="*/ 51 w 73"/>
                  <a:gd name="T3" fmla="*/ 2 h 76"/>
                  <a:gd name="T4" fmla="*/ 50 w 73"/>
                  <a:gd name="T5" fmla="*/ 3 h 76"/>
                  <a:gd name="T6" fmla="*/ 44 w 73"/>
                  <a:gd name="T7" fmla="*/ 5 h 76"/>
                  <a:gd name="T8" fmla="*/ 17 w 73"/>
                  <a:gd name="T9" fmla="*/ 5 h 76"/>
                  <a:gd name="T10" fmla="*/ 13 w 73"/>
                  <a:gd name="T11" fmla="*/ 8 h 76"/>
                  <a:gd name="T12" fmla="*/ 1 w 73"/>
                  <a:gd name="T13" fmla="*/ 40 h 76"/>
                  <a:gd name="T14" fmla="*/ 7 w 73"/>
                  <a:gd name="T15" fmla="*/ 47 h 76"/>
                  <a:gd name="T16" fmla="*/ 29 w 73"/>
                  <a:gd name="T17" fmla="*/ 47 h 76"/>
                  <a:gd name="T18" fmla="*/ 28 w 73"/>
                  <a:gd name="T19" fmla="*/ 54 h 76"/>
                  <a:gd name="T20" fmla="*/ 24 w 73"/>
                  <a:gd name="T21" fmla="*/ 66 h 76"/>
                  <a:gd name="T22" fmla="*/ 26 w 73"/>
                  <a:gd name="T23" fmla="*/ 72 h 76"/>
                  <a:gd name="T24" fmla="*/ 34 w 73"/>
                  <a:gd name="T25" fmla="*/ 72 h 76"/>
                  <a:gd name="T26" fmla="*/ 41 w 73"/>
                  <a:gd name="T27" fmla="*/ 57 h 76"/>
                  <a:gd name="T28" fmla="*/ 55 w 73"/>
                  <a:gd name="T29" fmla="*/ 40 h 76"/>
                  <a:gd name="T30" fmla="*/ 57 w 73"/>
                  <a:gd name="T31" fmla="*/ 37 h 76"/>
                  <a:gd name="T32" fmla="*/ 72 w 73"/>
                  <a:gd name="T33" fmla="*/ 23 h 76"/>
                  <a:gd name="T34" fmla="*/ 72 w 73"/>
                  <a:gd name="T35" fmla="*/ 18 h 76"/>
                  <a:gd name="T36" fmla="*/ 56 w 73"/>
                  <a:gd name="T37" fmla="*/ 2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3" h="76">
                    <a:moveTo>
                      <a:pt x="56" y="2"/>
                    </a:moveTo>
                    <a:cubicBezTo>
                      <a:pt x="54" y="0"/>
                      <a:pt x="52" y="0"/>
                      <a:pt x="51" y="2"/>
                    </a:cubicBezTo>
                    <a:cubicBezTo>
                      <a:pt x="50" y="3"/>
                      <a:pt x="50" y="3"/>
                      <a:pt x="50" y="3"/>
                    </a:cubicBezTo>
                    <a:cubicBezTo>
                      <a:pt x="48" y="4"/>
                      <a:pt x="46" y="5"/>
                      <a:pt x="44" y="5"/>
                    </a:cubicBezTo>
                    <a:cubicBezTo>
                      <a:pt x="17" y="5"/>
                      <a:pt x="17" y="5"/>
                      <a:pt x="17" y="5"/>
                    </a:cubicBezTo>
                    <a:cubicBezTo>
                      <a:pt x="15" y="5"/>
                      <a:pt x="13" y="7"/>
                      <a:pt x="13" y="8"/>
                    </a:cubicBezTo>
                    <a:cubicBezTo>
                      <a:pt x="1" y="40"/>
                      <a:pt x="1" y="40"/>
                      <a:pt x="1" y="40"/>
                    </a:cubicBezTo>
                    <a:cubicBezTo>
                      <a:pt x="0" y="44"/>
                      <a:pt x="2" y="47"/>
                      <a:pt x="7" y="47"/>
                    </a:cubicBezTo>
                    <a:cubicBezTo>
                      <a:pt x="29" y="47"/>
                      <a:pt x="29" y="47"/>
                      <a:pt x="29" y="47"/>
                    </a:cubicBezTo>
                    <a:cubicBezTo>
                      <a:pt x="30" y="50"/>
                      <a:pt x="29" y="53"/>
                      <a:pt x="28" y="54"/>
                    </a:cubicBezTo>
                    <a:cubicBezTo>
                      <a:pt x="27" y="56"/>
                      <a:pt x="23" y="60"/>
                      <a:pt x="24" y="66"/>
                    </a:cubicBezTo>
                    <a:cubicBezTo>
                      <a:pt x="24" y="68"/>
                      <a:pt x="25" y="71"/>
                      <a:pt x="26" y="72"/>
                    </a:cubicBezTo>
                    <a:cubicBezTo>
                      <a:pt x="30" y="76"/>
                      <a:pt x="34" y="75"/>
                      <a:pt x="34" y="72"/>
                    </a:cubicBezTo>
                    <a:cubicBezTo>
                      <a:pt x="34" y="67"/>
                      <a:pt x="32" y="62"/>
                      <a:pt x="41" y="57"/>
                    </a:cubicBezTo>
                    <a:cubicBezTo>
                      <a:pt x="49" y="51"/>
                      <a:pt x="55" y="40"/>
                      <a:pt x="55" y="40"/>
                    </a:cubicBezTo>
                    <a:cubicBezTo>
                      <a:pt x="55" y="40"/>
                      <a:pt x="56" y="39"/>
                      <a:pt x="57" y="37"/>
                    </a:cubicBezTo>
                    <a:cubicBezTo>
                      <a:pt x="72" y="23"/>
                      <a:pt x="72" y="23"/>
                      <a:pt x="72" y="23"/>
                    </a:cubicBezTo>
                    <a:cubicBezTo>
                      <a:pt x="73" y="22"/>
                      <a:pt x="73" y="19"/>
                      <a:pt x="72" y="18"/>
                    </a:cubicBezTo>
                    <a:lnTo>
                      <a:pt x="56" y="2"/>
                    </a:lnTo>
                    <a:close/>
                  </a:path>
                </a:pathLst>
              </a:custGeom>
              <a:solidFill>
                <a:srgbClr val="E2E2E2">
                  <a:alpha val="4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6" name="Freeform: Shape 172"/>
              <p:cNvSpPr>
                <a:spLocks/>
              </p:cNvSpPr>
              <p:nvPr/>
            </p:nvSpPr>
            <p:spPr bwMode="auto">
              <a:xfrm>
                <a:off x="3183290" y="1029869"/>
                <a:ext cx="366398" cy="348017"/>
              </a:xfrm>
              <a:custGeom>
                <a:avLst/>
                <a:gdLst>
                  <a:gd name="T0" fmla="*/ 11 w 83"/>
                  <a:gd name="T1" fmla="*/ 63 h 79"/>
                  <a:gd name="T2" fmla="*/ 34 w 83"/>
                  <a:gd name="T3" fmla="*/ 52 h 79"/>
                  <a:gd name="T4" fmla="*/ 38 w 83"/>
                  <a:gd name="T5" fmla="*/ 51 h 79"/>
                  <a:gd name="T6" fmla="*/ 39 w 83"/>
                  <a:gd name="T7" fmla="*/ 55 h 79"/>
                  <a:gd name="T8" fmla="*/ 38 w 83"/>
                  <a:gd name="T9" fmla="*/ 65 h 79"/>
                  <a:gd name="T10" fmla="*/ 38 w 83"/>
                  <a:gd name="T11" fmla="*/ 79 h 79"/>
                  <a:gd name="T12" fmla="*/ 45 w 83"/>
                  <a:gd name="T13" fmla="*/ 79 h 79"/>
                  <a:gd name="T14" fmla="*/ 44 w 83"/>
                  <a:gd name="T15" fmla="*/ 65 h 79"/>
                  <a:gd name="T16" fmla="*/ 44 w 83"/>
                  <a:gd name="T17" fmla="*/ 55 h 79"/>
                  <a:gd name="T18" fmla="*/ 44 w 83"/>
                  <a:gd name="T19" fmla="*/ 51 h 79"/>
                  <a:gd name="T20" fmla="*/ 48 w 83"/>
                  <a:gd name="T21" fmla="*/ 52 h 79"/>
                  <a:gd name="T22" fmla="*/ 71 w 83"/>
                  <a:gd name="T23" fmla="*/ 63 h 79"/>
                  <a:gd name="T24" fmla="*/ 80 w 83"/>
                  <a:gd name="T25" fmla="*/ 54 h 79"/>
                  <a:gd name="T26" fmla="*/ 74 w 83"/>
                  <a:gd name="T27" fmla="*/ 26 h 79"/>
                  <a:gd name="T28" fmla="*/ 46 w 83"/>
                  <a:gd name="T29" fmla="*/ 44 h 79"/>
                  <a:gd name="T30" fmla="*/ 45 w 83"/>
                  <a:gd name="T31" fmla="*/ 41 h 79"/>
                  <a:gd name="T32" fmla="*/ 50 w 83"/>
                  <a:gd name="T33" fmla="*/ 32 h 79"/>
                  <a:gd name="T34" fmla="*/ 59 w 83"/>
                  <a:gd name="T35" fmla="*/ 10 h 79"/>
                  <a:gd name="T36" fmla="*/ 41 w 83"/>
                  <a:gd name="T37" fmla="*/ 0 h 79"/>
                  <a:gd name="T38" fmla="*/ 23 w 83"/>
                  <a:gd name="T39" fmla="*/ 10 h 79"/>
                  <a:gd name="T40" fmla="*/ 33 w 83"/>
                  <a:gd name="T41" fmla="*/ 32 h 79"/>
                  <a:gd name="T42" fmla="*/ 38 w 83"/>
                  <a:gd name="T43" fmla="*/ 41 h 79"/>
                  <a:gd name="T44" fmla="*/ 36 w 83"/>
                  <a:gd name="T45" fmla="*/ 44 h 79"/>
                  <a:gd name="T46" fmla="*/ 8 w 83"/>
                  <a:gd name="T47" fmla="*/ 26 h 79"/>
                  <a:gd name="T48" fmla="*/ 2 w 83"/>
                  <a:gd name="T49" fmla="*/ 54 h 79"/>
                  <a:gd name="T50" fmla="*/ 11 w 83"/>
                  <a:gd name="T51" fmla="*/ 63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83" h="79">
                    <a:moveTo>
                      <a:pt x="11" y="63"/>
                    </a:moveTo>
                    <a:cubicBezTo>
                      <a:pt x="20" y="64"/>
                      <a:pt x="27" y="55"/>
                      <a:pt x="34" y="52"/>
                    </a:cubicBezTo>
                    <a:cubicBezTo>
                      <a:pt x="35" y="51"/>
                      <a:pt x="38" y="50"/>
                      <a:pt x="38" y="51"/>
                    </a:cubicBezTo>
                    <a:cubicBezTo>
                      <a:pt x="39" y="52"/>
                      <a:pt x="39" y="54"/>
                      <a:pt x="39" y="55"/>
                    </a:cubicBezTo>
                    <a:cubicBezTo>
                      <a:pt x="39" y="59"/>
                      <a:pt x="38" y="62"/>
                      <a:pt x="38" y="65"/>
                    </a:cubicBezTo>
                    <a:cubicBezTo>
                      <a:pt x="38" y="69"/>
                      <a:pt x="38" y="75"/>
                      <a:pt x="38" y="79"/>
                    </a:cubicBezTo>
                    <a:cubicBezTo>
                      <a:pt x="45" y="79"/>
                      <a:pt x="45" y="79"/>
                      <a:pt x="45" y="79"/>
                    </a:cubicBezTo>
                    <a:cubicBezTo>
                      <a:pt x="44" y="75"/>
                      <a:pt x="44" y="69"/>
                      <a:pt x="44" y="65"/>
                    </a:cubicBezTo>
                    <a:cubicBezTo>
                      <a:pt x="44" y="62"/>
                      <a:pt x="44" y="59"/>
                      <a:pt x="44" y="55"/>
                    </a:cubicBezTo>
                    <a:cubicBezTo>
                      <a:pt x="44" y="54"/>
                      <a:pt x="43" y="52"/>
                      <a:pt x="44" y="51"/>
                    </a:cubicBezTo>
                    <a:cubicBezTo>
                      <a:pt x="45" y="50"/>
                      <a:pt x="47" y="51"/>
                      <a:pt x="48" y="52"/>
                    </a:cubicBezTo>
                    <a:cubicBezTo>
                      <a:pt x="55" y="55"/>
                      <a:pt x="62" y="64"/>
                      <a:pt x="71" y="63"/>
                    </a:cubicBezTo>
                    <a:cubicBezTo>
                      <a:pt x="76" y="63"/>
                      <a:pt x="78" y="59"/>
                      <a:pt x="80" y="54"/>
                    </a:cubicBezTo>
                    <a:cubicBezTo>
                      <a:pt x="83" y="46"/>
                      <a:pt x="83" y="31"/>
                      <a:pt x="74" y="26"/>
                    </a:cubicBezTo>
                    <a:cubicBezTo>
                      <a:pt x="61" y="18"/>
                      <a:pt x="57" y="43"/>
                      <a:pt x="46" y="44"/>
                    </a:cubicBezTo>
                    <a:cubicBezTo>
                      <a:pt x="44" y="44"/>
                      <a:pt x="44" y="43"/>
                      <a:pt x="45" y="41"/>
                    </a:cubicBezTo>
                    <a:cubicBezTo>
                      <a:pt x="46" y="38"/>
                      <a:pt x="48" y="35"/>
                      <a:pt x="50" y="32"/>
                    </a:cubicBezTo>
                    <a:cubicBezTo>
                      <a:pt x="54" y="26"/>
                      <a:pt x="60" y="18"/>
                      <a:pt x="59" y="10"/>
                    </a:cubicBezTo>
                    <a:cubicBezTo>
                      <a:pt x="58" y="2"/>
                      <a:pt x="49" y="0"/>
                      <a:pt x="41" y="0"/>
                    </a:cubicBezTo>
                    <a:cubicBezTo>
                      <a:pt x="33" y="0"/>
                      <a:pt x="24" y="2"/>
                      <a:pt x="23" y="10"/>
                    </a:cubicBezTo>
                    <a:cubicBezTo>
                      <a:pt x="22" y="18"/>
                      <a:pt x="28" y="26"/>
                      <a:pt x="33" y="32"/>
                    </a:cubicBezTo>
                    <a:cubicBezTo>
                      <a:pt x="35" y="35"/>
                      <a:pt x="37" y="38"/>
                      <a:pt x="38" y="41"/>
                    </a:cubicBezTo>
                    <a:cubicBezTo>
                      <a:pt x="38" y="43"/>
                      <a:pt x="39" y="44"/>
                      <a:pt x="36" y="44"/>
                    </a:cubicBezTo>
                    <a:cubicBezTo>
                      <a:pt x="25" y="43"/>
                      <a:pt x="21" y="18"/>
                      <a:pt x="8" y="26"/>
                    </a:cubicBezTo>
                    <a:cubicBezTo>
                      <a:pt x="0" y="31"/>
                      <a:pt x="0" y="46"/>
                      <a:pt x="2" y="54"/>
                    </a:cubicBezTo>
                    <a:cubicBezTo>
                      <a:pt x="4" y="59"/>
                      <a:pt x="7" y="63"/>
                      <a:pt x="11" y="6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7" name="Freeform: Shape 173"/>
              <p:cNvSpPr>
                <a:spLocks/>
              </p:cNvSpPr>
              <p:nvPr/>
            </p:nvSpPr>
            <p:spPr bwMode="auto">
              <a:xfrm>
                <a:off x="2732338" y="1652379"/>
                <a:ext cx="318607" cy="339439"/>
              </a:xfrm>
              <a:custGeom>
                <a:avLst/>
                <a:gdLst>
                  <a:gd name="T0" fmla="*/ 59 w 72"/>
                  <a:gd name="T1" fmla="*/ 53 h 77"/>
                  <a:gd name="T2" fmla="*/ 64 w 72"/>
                  <a:gd name="T3" fmla="*/ 50 h 77"/>
                  <a:gd name="T4" fmla="*/ 71 w 72"/>
                  <a:gd name="T5" fmla="*/ 48 h 77"/>
                  <a:gd name="T6" fmla="*/ 71 w 72"/>
                  <a:gd name="T7" fmla="*/ 38 h 77"/>
                  <a:gd name="T8" fmla="*/ 70 w 72"/>
                  <a:gd name="T9" fmla="*/ 22 h 77"/>
                  <a:gd name="T10" fmla="*/ 53 w 72"/>
                  <a:gd name="T11" fmla="*/ 36 h 77"/>
                  <a:gd name="T12" fmla="*/ 48 w 72"/>
                  <a:gd name="T13" fmla="*/ 42 h 77"/>
                  <a:gd name="T14" fmla="*/ 48 w 72"/>
                  <a:gd name="T15" fmla="*/ 36 h 77"/>
                  <a:gd name="T16" fmla="*/ 54 w 72"/>
                  <a:gd name="T17" fmla="*/ 25 h 77"/>
                  <a:gd name="T18" fmla="*/ 49 w 72"/>
                  <a:gd name="T19" fmla="*/ 15 h 77"/>
                  <a:gd name="T20" fmla="*/ 36 w 72"/>
                  <a:gd name="T21" fmla="*/ 0 h 77"/>
                  <a:gd name="T22" fmla="*/ 36 w 72"/>
                  <a:gd name="T23" fmla="*/ 0 h 77"/>
                  <a:gd name="T24" fmla="*/ 36 w 72"/>
                  <a:gd name="T25" fmla="*/ 0 h 77"/>
                  <a:gd name="T26" fmla="*/ 36 w 72"/>
                  <a:gd name="T27" fmla="*/ 0 h 77"/>
                  <a:gd name="T28" fmla="*/ 36 w 72"/>
                  <a:gd name="T29" fmla="*/ 0 h 77"/>
                  <a:gd name="T30" fmla="*/ 23 w 72"/>
                  <a:gd name="T31" fmla="*/ 15 h 77"/>
                  <a:gd name="T32" fmla="*/ 18 w 72"/>
                  <a:gd name="T33" fmla="*/ 25 h 77"/>
                  <a:gd name="T34" fmla="*/ 23 w 72"/>
                  <a:gd name="T35" fmla="*/ 36 h 77"/>
                  <a:gd name="T36" fmla="*/ 24 w 72"/>
                  <a:gd name="T37" fmla="*/ 42 h 77"/>
                  <a:gd name="T38" fmla="*/ 18 w 72"/>
                  <a:gd name="T39" fmla="*/ 36 h 77"/>
                  <a:gd name="T40" fmla="*/ 2 w 72"/>
                  <a:gd name="T41" fmla="*/ 22 h 77"/>
                  <a:gd name="T42" fmla="*/ 0 w 72"/>
                  <a:gd name="T43" fmla="*/ 38 h 77"/>
                  <a:gd name="T44" fmla="*/ 1 w 72"/>
                  <a:gd name="T45" fmla="*/ 48 h 77"/>
                  <a:gd name="T46" fmla="*/ 7 w 72"/>
                  <a:gd name="T47" fmla="*/ 50 h 77"/>
                  <a:gd name="T48" fmla="*/ 12 w 72"/>
                  <a:gd name="T49" fmla="*/ 53 h 77"/>
                  <a:gd name="T50" fmla="*/ 11 w 72"/>
                  <a:gd name="T51" fmla="*/ 56 h 77"/>
                  <a:gd name="T52" fmla="*/ 0 w 72"/>
                  <a:gd name="T53" fmla="*/ 53 h 77"/>
                  <a:gd name="T54" fmla="*/ 16 w 72"/>
                  <a:gd name="T55" fmla="*/ 75 h 77"/>
                  <a:gd name="T56" fmla="*/ 24 w 72"/>
                  <a:gd name="T57" fmla="*/ 74 h 77"/>
                  <a:gd name="T58" fmla="*/ 31 w 72"/>
                  <a:gd name="T59" fmla="*/ 69 h 77"/>
                  <a:gd name="T60" fmla="*/ 34 w 72"/>
                  <a:gd name="T61" fmla="*/ 68 h 77"/>
                  <a:gd name="T62" fmla="*/ 34 w 72"/>
                  <a:gd name="T63" fmla="*/ 65 h 77"/>
                  <a:gd name="T64" fmla="*/ 36 w 72"/>
                  <a:gd name="T65" fmla="*/ 34 h 77"/>
                  <a:gd name="T66" fmla="*/ 38 w 72"/>
                  <a:gd name="T67" fmla="*/ 65 h 77"/>
                  <a:gd name="T68" fmla="*/ 38 w 72"/>
                  <a:gd name="T69" fmla="*/ 68 h 77"/>
                  <a:gd name="T70" fmla="*/ 40 w 72"/>
                  <a:gd name="T71" fmla="*/ 69 h 77"/>
                  <a:gd name="T72" fmla="*/ 47 w 72"/>
                  <a:gd name="T73" fmla="*/ 74 h 77"/>
                  <a:gd name="T74" fmla="*/ 55 w 72"/>
                  <a:gd name="T75" fmla="*/ 75 h 77"/>
                  <a:gd name="T76" fmla="*/ 71 w 72"/>
                  <a:gd name="T77" fmla="*/ 53 h 77"/>
                  <a:gd name="T78" fmla="*/ 60 w 72"/>
                  <a:gd name="T79" fmla="*/ 56 h 77"/>
                  <a:gd name="T80" fmla="*/ 59 w 72"/>
                  <a:gd name="T81" fmla="*/ 53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2" h="77">
                    <a:moveTo>
                      <a:pt x="59" y="53"/>
                    </a:moveTo>
                    <a:cubicBezTo>
                      <a:pt x="61" y="51"/>
                      <a:pt x="63" y="51"/>
                      <a:pt x="64" y="50"/>
                    </a:cubicBezTo>
                    <a:cubicBezTo>
                      <a:pt x="66" y="49"/>
                      <a:pt x="69" y="49"/>
                      <a:pt x="71" y="48"/>
                    </a:cubicBezTo>
                    <a:cubicBezTo>
                      <a:pt x="71" y="45"/>
                      <a:pt x="72" y="42"/>
                      <a:pt x="71" y="38"/>
                    </a:cubicBezTo>
                    <a:cubicBezTo>
                      <a:pt x="71" y="33"/>
                      <a:pt x="70" y="28"/>
                      <a:pt x="70" y="22"/>
                    </a:cubicBezTo>
                    <a:cubicBezTo>
                      <a:pt x="63" y="26"/>
                      <a:pt x="56" y="28"/>
                      <a:pt x="53" y="36"/>
                    </a:cubicBezTo>
                    <a:cubicBezTo>
                      <a:pt x="53" y="38"/>
                      <a:pt x="51" y="43"/>
                      <a:pt x="48" y="42"/>
                    </a:cubicBezTo>
                    <a:cubicBezTo>
                      <a:pt x="46" y="40"/>
                      <a:pt x="47" y="37"/>
                      <a:pt x="48" y="36"/>
                    </a:cubicBezTo>
                    <a:cubicBezTo>
                      <a:pt x="51" y="32"/>
                      <a:pt x="54" y="30"/>
                      <a:pt x="54" y="25"/>
                    </a:cubicBezTo>
                    <a:cubicBezTo>
                      <a:pt x="54" y="21"/>
                      <a:pt x="51" y="18"/>
                      <a:pt x="49" y="15"/>
                    </a:cubicBezTo>
                    <a:cubicBezTo>
                      <a:pt x="45" y="10"/>
                      <a:pt x="40" y="6"/>
                      <a:pt x="36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2" y="6"/>
                      <a:pt x="27" y="10"/>
                      <a:pt x="23" y="15"/>
                    </a:cubicBezTo>
                    <a:cubicBezTo>
                      <a:pt x="20" y="18"/>
                      <a:pt x="18" y="21"/>
                      <a:pt x="18" y="25"/>
                    </a:cubicBezTo>
                    <a:cubicBezTo>
                      <a:pt x="18" y="30"/>
                      <a:pt x="21" y="32"/>
                      <a:pt x="23" y="36"/>
                    </a:cubicBezTo>
                    <a:cubicBezTo>
                      <a:pt x="24" y="37"/>
                      <a:pt x="26" y="40"/>
                      <a:pt x="24" y="42"/>
                    </a:cubicBezTo>
                    <a:cubicBezTo>
                      <a:pt x="21" y="43"/>
                      <a:pt x="19" y="38"/>
                      <a:pt x="18" y="36"/>
                    </a:cubicBezTo>
                    <a:cubicBezTo>
                      <a:pt x="16" y="28"/>
                      <a:pt x="9" y="26"/>
                      <a:pt x="2" y="22"/>
                    </a:cubicBezTo>
                    <a:cubicBezTo>
                      <a:pt x="2" y="28"/>
                      <a:pt x="1" y="33"/>
                      <a:pt x="0" y="38"/>
                    </a:cubicBezTo>
                    <a:cubicBezTo>
                      <a:pt x="0" y="42"/>
                      <a:pt x="0" y="45"/>
                      <a:pt x="1" y="48"/>
                    </a:cubicBezTo>
                    <a:cubicBezTo>
                      <a:pt x="3" y="49"/>
                      <a:pt x="5" y="49"/>
                      <a:pt x="7" y="50"/>
                    </a:cubicBezTo>
                    <a:cubicBezTo>
                      <a:pt x="9" y="51"/>
                      <a:pt x="11" y="51"/>
                      <a:pt x="12" y="53"/>
                    </a:cubicBezTo>
                    <a:cubicBezTo>
                      <a:pt x="14" y="54"/>
                      <a:pt x="14" y="57"/>
                      <a:pt x="11" y="56"/>
                    </a:cubicBezTo>
                    <a:cubicBezTo>
                      <a:pt x="8" y="56"/>
                      <a:pt x="4" y="52"/>
                      <a:pt x="0" y="53"/>
                    </a:cubicBezTo>
                    <a:cubicBezTo>
                      <a:pt x="2" y="62"/>
                      <a:pt x="7" y="71"/>
                      <a:pt x="16" y="75"/>
                    </a:cubicBezTo>
                    <a:cubicBezTo>
                      <a:pt x="20" y="77"/>
                      <a:pt x="21" y="76"/>
                      <a:pt x="24" y="74"/>
                    </a:cubicBezTo>
                    <a:cubicBezTo>
                      <a:pt x="27" y="72"/>
                      <a:pt x="28" y="70"/>
                      <a:pt x="31" y="69"/>
                    </a:cubicBezTo>
                    <a:cubicBezTo>
                      <a:pt x="33" y="69"/>
                      <a:pt x="34" y="70"/>
                      <a:pt x="34" y="68"/>
                    </a:cubicBezTo>
                    <a:cubicBezTo>
                      <a:pt x="34" y="67"/>
                      <a:pt x="34" y="66"/>
                      <a:pt x="34" y="65"/>
                    </a:cubicBezTo>
                    <a:cubicBezTo>
                      <a:pt x="35" y="53"/>
                      <a:pt x="35" y="46"/>
                      <a:pt x="36" y="34"/>
                    </a:cubicBezTo>
                    <a:cubicBezTo>
                      <a:pt x="36" y="46"/>
                      <a:pt x="37" y="53"/>
                      <a:pt x="38" y="65"/>
                    </a:cubicBezTo>
                    <a:cubicBezTo>
                      <a:pt x="38" y="66"/>
                      <a:pt x="38" y="67"/>
                      <a:pt x="38" y="68"/>
                    </a:cubicBezTo>
                    <a:cubicBezTo>
                      <a:pt x="38" y="70"/>
                      <a:pt x="39" y="69"/>
                      <a:pt x="40" y="69"/>
                    </a:cubicBezTo>
                    <a:cubicBezTo>
                      <a:pt x="43" y="70"/>
                      <a:pt x="45" y="72"/>
                      <a:pt x="47" y="74"/>
                    </a:cubicBezTo>
                    <a:cubicBezTo>
                      <a:pt x="50" y="76"/>
                      <a:pt x="52" y="77"/>
                      <a:pt x="55" y="75"/>
                    </a:cubicBezTo>
                    <a:cubicBezTo>
                      <a:pt x="65" y="71"/>
                      <a:pt x="70" y="62"/>
                      <a:pt x="71" y="53"/>
                    </a:cubicBezTo>
                    <a:cubicBezTo>
                      <a:pt x="68" y="52"/>
                      <a:pt x="64" y="56"/>
                      <a:pt x="60" y="56"/>
                    </a:cubicBezTo>
                    <a:cubicBezTo>
                      <a:pt x="58" y="57"/>
                      <a:pt x="58" y="54"/>
                      <a:pt x="59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8" name="Rectangle 174"/>
              <p:cNvSpPr>
                <a:spLocks/>
              </p:cNvSpPr>
              <p:nvPr/>
            </p:nvSpPr>
            <p:spPr bwMode="auto">
              <a:xfrm>
                <a:off x="2878162" y="1966084"/>
                <a:ext cx="22057" cy="10538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9" name="Freeform: Shape 175"/>
              <p:cNvSpPr>
                <a:spLocks/>
              </p:cNvSpPr>
              <p:nvPr/>
            </p:nvSpPr>
            <p:spPr bwMode="auto">
              <a:xfrm>
                <a:off x="5920861" y="1413423"/>
                <a:ext cx="30635" cy="162980"/>
              </a:xfrm>
              <a:custGeom>
                <a:avLst/>
                <a:gdLst>
                  <a:gd name="T0" fmla="*/ 7 w 7"/>
                  <a:gd name="T1" fmla="*/ 1 h 37"/>
                  <a:gd name="T2" fmla="*/ 4 w 7"/>
                  <a:gd name="T3" fmla="*/ 0 h 37"/>
                  <a:gd name="T4" fmla="*/ 4 w 7"/>
                  <a:gd name="T5" fmla="*/ 0 h 37"/>
                  <a:gd name="T6" fmla="*/ 0 w 7"/>
                  <a:gd name="T7" fmla="*/ 1 h 37"/>
                  <a:gd name="T8" fmla="*/ 0 w 7"/>
                  <a:gd name="T9" fmla="*/ 37 h 37"/>
                  <a:gd name="T10" fmla="*/ 7 w 7"/>
                  <a:gd name="T11" fmla="*/ 37 h 37"/>
                  <a:gd name="T12" fmla="*/ 7 w 7"/>
                  <a:gd name="T13" fmla="*/ 1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" h="37">
                    <a:moveTo>
                      <a:pt x="7" y="1"/>
                    </a:moveTo>
                    <a:cubicBezTo>
                      <a:pt x="6" y="1"/>
                      <a:pt x="5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1" y="1"/>
                      <a:pt x="0" y="1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7" y="37"/>
                      <a:pt x="7" y="37"/>
                      <a:pt x="7" y="37"/>
                    </a:cubicBezTo>
                    <a:lnTo>
                      <a:pt x="7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0" name="Freeform: Shape 176"/>
              <p:cNvSpPr>
                <a:spLocks/>
              </p:cNvSpPr>
              <p:nvPr/>
            </p:nvSpPr>
            <p:spPr bwMode="auto">
              <a:xfrm>
                <a:off x="5920861" y="1192849"/>
                <a:ext cx="30635" cy="22057"/>
              </a:xfrm>
              <a:custGeom>
                <a:avLst/>
                <a:gdLst>
                  <a:gd name="T0" fmla="*/ 5 w 7"/>
                  <a:gd name="T1" fmla="*/ 5 h 5"/>
                  <a:gd name="T2" fmla="*/ 5 w 7"/>
                  <a:gd name="T3" fmla="*/ 5 h 5"/>
                  <a:gd name="T4" fmla="*/ 7 w 7"/>
                  <a:gd name="T5" fmla="*/ 5 h 5"/>
                  <a:gd name="T6" fmla="*/ 7 w 7"/>
                  <a:gd name="T7" fmla="*/ 0 h 5"/>
                  <a:gd name="T8" fmla="*/ 0 w 7"/>
                  <a:gd name="T9" fmla="*/ 0 h 5"/>
                  <a:gd name="T10" fmla="*/ 0 w 7"/>
                  <a:gd name="T11" fmla="*/ 5 h 5"/>
                  <a:gd name="T12" fmla="*/ 5 w 7"/>
                  <a:gd name="T13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" h="5">
                    <a:moveTo>
                      <a:pt x="5" y="5"/>
                    </a:moveTo>
                    <a:cubicBezTo>
                      <a:pt x="5" y="5"/>
                      <a:pt x="5" y="5"/>
                      <a:pt x="5" y="5"/>
                    </a:cubicBezTo>
                    <a:cubicBezTo>
                      <a:pt x="6" y="5"/>
                      <a:pt x="7" y="5"/>
                      <a:pt x="7" y="5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" y="5"/>
                      <a:pt x="3" y="5"/>
                      <a:pt x="5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1" name="Freeform: Shape 177"/>
              <p:cNvSpPr>
                <a:spLocks/>
              </p:cNvSpPr>
              <p:nvPr/>
            </p:nvSpPr>
            <p:spPr bwMode="auto">
              <a:xfrm>
                <a:off x="5788517" y="1223484"/>
                <a:ext cx="305128" cy="220574"/>
              </a:xfrm>
              <a:custGeom>
                <a:avLst/>
                <a:gdLst>
                  <a:gd name="T0" fmla="*/ 37 w 69"/>
                  <a:gd name="T1" fmla="*/ 0 h 50"/>
                  <a:gd name="T2" fmla="*/ 35 w 69"/>
                  <a:gd name="T3" fmla="*/ 0 h 50"/>
                  <a:gd name="T4" fmla="*/ 35 w 69"/>
                  <a:gd name="T5" fmla="*/ 0 h 50"/>
                  <a:gd name="T6" fmla="*/ 30 w 69"/>
                  <a:gd name="T7" fmla="*/ 0 h 50"/>
                  <a:gd name="T8" fmla="*/ 1 w 69"/>
                  <a:gd name="T9" fmla="*/ 33 h 50"/>
                  <a:gd name="T10" fmla="*/ 3 w 69"/>
                  <a:gd name="T11" fmla="*/ 46 h 50"/>
                  <a:gd name="T12" fmla="*/ 4 w 69"/>
                  <a:gd name="T13" fmla="*/ 48 h 50"/>
                  <a:gd name="T14" fmla="*/ 6 w 69"/>
                  <a:gd name="T15" fmla="*/ 46 h 50"/>
                  <a:gd name="T16" fmla="*/ 14 w 69"/>
                  <a:gd name="T17" fmla="*/ 40 h 50"/>
                  <a:gd name="T18" fmla="*/ 15 w 69"/>
                  <a:gd name="T19" fmla="*/ 40 h 50"/>
                  <a:gd name="T20" fmla="*/ 23 w 69"/>
                  <a:gd name="T21" fmla="*/ 46 h 50"/>
                  <a:gd name="T22" fmla="*/ 24 w 69"/>
                  <a:gd name="T23" fmla="*/ 48 h 50"/>
                  <a:gd name="T24" fmla="*/ 25 w 69"/>
                  <a:gd name="T25" fmla="*/ 46 h 50"/>
                  <a:gd name="T26" fmla="*/ 30 w 69"/>
                  <a:gd name="T27" fmla="*/ 42 h 50"/>
                  <a:gd name="T28" fmla="*/ 34 w 69"/>
                  <a:gd name="T29" fmla="*/ 41 h 50"/>
                  <a:gd name="T30" fmla="*/ 34 w 69"/>
                  <a:gd name="T31" fmla="*/ 41 h 50"/>
                  <a:gd name="T32" fmla="*/ 37 w 69"/>
                  <a:gd name="T33" fmla="*/ 42 h 50"/>
                  <a:gd name="T34" fmla="*/ 43 w 69"/>
                  <a:gd name="T35" fmla="*/ 47 h 50"/>
                  <a:gd name="T36" fmla="*/ 44 w 69"/>
                  <a:gd name="T37" fmla="*/ 48 h 50"/>
                  <a:gd name="T38" fmla="*/ 45 w 69"/>
                  <a:gd name="T39" fmla="*/ 47 h 50"/>
                  <a:gd name="T40" fmla="*/ 54 w 69"/>
                  <a:gd name="T41" fmla="*/ 41 h 50"/>
                  <a:gd name="T42" fmla="*/ 54 w 69"/>
                  <a:gd name="T43" fmla="*/ 41 h 50"/>
                  <a:gd name="T44" fmla="*/ 62 w 69"/>
                  <a:gd name="T45" fmla="*/ 47 h 50"/>
                  <a:gd name="T46" fmla="*/ 63 w 69"/>
                  <a:gd name="T47" fmla="*/ 49 h 50"/>
                  <a:gd name="T48" fmla="*/ 64 w 69"/>
                  <a:gd name="T49" fmla="*/ 50 h 50"/>
                  <a:gd name="T50" fmla="*/ 64 w 69"/>
                  <a:gd name="T51" fmla="*/ 49 h 50"/>
                  <a:gd name="T52" fmla="*/ 65 w 69"/>
                  <a:gd name="T53" fmla="*/ 47 h 50"/>
                  <a:gd name="T54" fmla="*/ 68 w 69"/>
                  <a:gd name="T55" fmla="*/ 35 h 50"/>
                  <a:gd name="T56" fmla="*/ 37 w 69"/>
                  <a:gd name="T57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69" h="50">
                    <a:moveTo>
                      <a:pt x="37" y="0"/>
                    </a:moveTo>
                    <a:cubicBezTo>
                      <a:pt x="37" y="0"/>
                      <a:pt x="36" y="0"/>
                      <a:pt x="3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3" y="0"/>
                      <a:pt x="32" y="0"/>
                      <a:pt x="30" y="0"/>
                    </a:cubicBezTo>
                    <a:cubicBezTo>
                      <a:pt x="14" y="2"/>
                      <a:pt x="1" y="16"/>
                      <a:pt x="1" y="33"/>
                    </a:cubicBezTo>
                    <a:cubicBezTo>
                      <a:pt x="0" y="38"/>
                      <a:pt x="1" y="42"/>
                      <a:pt x="3" y="46"/>
                    </a:cubicBezTo>
                    <a:cubicBezTo>
                      <a:pt x="3" y="47"/>
                      <a:pt x="4" y="48"/>
                      <a:pt x="4" y="48"/>
                    </a:cubicBezTo>
                    <a:cubicBezTo>
                      <a:pt x="5" y="48"/>
                      <a:pt x="5" y="47"/>
                      <a:pt x="6" y="46"/>
                    </a:cubicBezTo>
                    <a:cubicBezTo>
                      <a:pt x="7" y="43"/>
                      <a:pt x="11" y="40"/>
                      <a:pt x="14" y="40"/>
                    </a:cubicBezTo>
                    <a:cubicBezTo>
                      <a:pt x="14" y="40"/>
                      <a:pt x="15" y="40"/>
                      <a:pt x="15" y="40"/>
                    </a:cubicBezTo>
                    <a:cubicBezTo>
                      <a:pt x="18" y="41"/>
                      <a:pt x="22" y="43"/>
                      <a:pt x="23" y="46"/>
                    </a:cubicBezTo>
                    <a:cubicBezTo>
                      <a:pt x="24" y="47"/>
                      <a:pt x="24" y="48"/>
                      <a:pt x="24" y="48"/>
                    </a:cubicBezTo>
                    <a:cubicBezTo>
                      <a:pt x="24" y="48"/>
                      <a:pt x="25" y="47"/>
                      <a:pt x="25" y="46"/>
                    </a:cubicBezTo>
                    <a:cubicBezTo>
                      <a:pt x="26" y="44"/>
                      <a:pt x="28" y="42"/>
                      <a:pt x="30" y="42"/>
                    </a:cubicBezTo>
                    <a:cubicBezTo>
                      <a:pt x="31" y="41"/>
                      <a:pt x="33" y="41"/>
                      <a:pt x="34" y="41"/>
                    </a:cubicBezTo>
                    <a:cubicBezTo>
                      <a:pt x="34" y="41"/>
                      <a:pt x="34" y="41"/>
                      <a:pt x="34" y="41"/>
                    </a:cubicBezTo>
                    <a:cubicBezTo>
                      <a:pt x="35" y="41"/>
                      <a:pt x="36" y="41"/>
                      <a:pt x="37" y="42"/>
                    </a:cubicBezTo>
                    <a:cubicBezTo>
                      <a:pt x="40" y="42"/>
                      <a:pt x="42" y="44"/>
                      <a:pt x="43" y="47"/>
                    </a:cubicBezTo>
                    <a:cubicBezTo>
                      <a:pt x="44" y="48"/>
                      <a:pt x="44" y="48"/>
                      <a:pt x="44" y="48"/>
                    </a:cubicBezTo>
                    <a:cubicBezTo>
                      <a:pt x="44" y="48"/>
                      <a:pt x="44" y="48"/>
                      <a:pt x="45" y="47"/>
                    </a:cubicBezTo>
                    <a:cubicBezTo>
                      <a:pt x="47" y="44"/>
                      <a:pt x="50" y="41"/>
                      <a:pt x="54" y="41"/>
                    </a:cubicBezTo>
                    <a:cubicBezTo>
                      <a:pt x="54" y="41"/>
                      <a:pt x="54" y="41"/>
                      <a:pt x="54" y="41"/>
                    </a:cubicBezTo>
                    <a:cubicBezTo>
                      <a:pt x="58" y="41"/>
                      <a:pt x="61" y="44"/>
                      <a:pt x="62" y="47"/>
                    </a:cubicBezTo>
                    <a:cubicBezTo>
                      <a:pt x="63" y="48"/>
                      <a:pt x="63" y="49"/>
                      <a:pt x="63" y="49"/>
                    </a:cubicBezTo>
                    <a:cubicBezTo>
                      <a:pt x="63" y="50"/>
                      <a:pt x="63" y="50"/>
                      <a:pt x="64" y="50"/>
                    </a:cubicBezTo>
                    <a:cubicBezTo>
                      <a:pt x="64" y="50"/>
                      <a:pt x="64" y="50"/>
                      <a:pt x="64" y="49"/>
                    </a:cubicBezTo>
                    <a:cubicBezTo>
                      <a:pt x="65" y="49"/>
                      <a:pt x="65" y="48"/>
                      <a:pt x="65" y="47"/>
                    </a:cubicBezTo>
                    <a:cubicBezTo>
                      <a:pt x="67" y="44"/>
                      <a:pt x="68" y="39"/>
                      <a:pt x="68" y="35"/>
                    </a:cubicBezTo>
                    <a:cubicBezTo>
                      <a:pt x="69" y="17"/>
                      <a:pt x="55" y="2"/>
                      <a:pt x="3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2" name="Freeform: Shape 178"/>
              <p:cNvSpPr>
                <a:spLocks/>
              </p:cNvSpPr>
              <p:nvPr/>
            </p:nvSpPr>
            <p:spPr bwMode="auto">
              <a:xfrm>
                <a:off x="4601092" y="4491660"/>
                <a:ext cx="118865" cy="84553"/>
              </a:xfrm>
              <a:custGeom>
                <a:avLst/>
                <a:gdLst>
                  <a:gd name="T0" fmla="*/ 17 w 27"/>
                  <a:gd name="T1" fmla="*/ 5 h 19"/>
                  <a:gd name="T2" fmla="*/ 24 w 27"/>
                  <a:gd name="T3" fmla="*/ 1 h 19"/>
                  <a:gd name="T4" fmla="*/ 27 w 27"/>
                  <a:gd name="T5" fmla="*/ 0 h 19"/>
                  <a:gd name="T6" fmla="*/ 16 w 27"/>
                  <a:gd name="T7" fmla="*/ 1 h 19"/>
                  <a:gd name="T8" fmla="*/ 9 w 27"/>
                  <a:gd name="T9" fmla="*/ 7 h 19"/>
                  <a:gd name="T10" fmla="*/ 5 w 27"/>
                  <a:gd name="T11" fmla="*/ 12 h 19"/>
                  <a:gd name="T12" fmla="*/ 0 w 27"/>
                  <a:gd name="T13" fmla="*/ 19 h 19"/>
                  <a:gd name="T14" fmla="*/ 9 w 27"/>
                  <a:gd name="T15" fmla="*/ 15 h 19"/>
                  <a:gd name="T16" fmla="*/ 17 w 27"/>
                  <a:gd name="T17" fmla="*/ 5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7" h="19">
                    <a:moveTo>
                      <a:pt x="17" y="5"/>
                    </a:moveTo>
                    <a:cubicBezTo>
                      <a:pt x="19" y="4"/>
                      <a:pt x="21" y="2"/>
                      <a:pt x="24" y="1"/>
                    </a:cubicBezTo>
                    <a:cubicBezTo>
                      <a:pt x="24" y="1"/>
                      <a:pt x="26" y="0"/>
                      <a:pt x="27" y="0"/>
                    </a:cubicBezTo>
                    <a:cubicBezTo>
                      <a:pt x="23" y="0"/>
                      <a:pt x="19" y="0"/>
                      <a:pt x="16" y="1"/>
                    </a:cubicBezTo>
                    <a:cubicBezTo>
                      <a:pt x="13" y="2"/>
                      <a:pt x="10" y="4"/>
                      <a:pt x="9" y="7"/>
                    </a:cubicBezTo>
                    <a:cubicBezTo>
                      <a:pt x="7" y="9"/>
                      <a:pt x="6" y="11"/>
                      <a:pt x="5" y="12"/>
                    </a:cubicBezTo>
                    <a:cubicBezTo>
                      <a:pt x="4" y="15"/>
                      <a:pt x="3" y="18"/>
                      <a:pt x="0" y="19"/>
                    </a:cubicBezTo>
                    <a:cubicBezTo>
                      <a:pt x="3" y="19"/>
                      <a:pt x="7" y="17"/>
                      <a:pt x="9" y="15"/>
                    </a:cubicBezTo>
                    <a:cubicBezTo>
                      <a:pt x="13" y="12"/>
                      <a:pt x="15" y="9"/>
                      <a:pt x="17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3" name="Freeform: Shape 179"/>
              <p:cNvSpPr>
                <a:spLocks/>
              </p:cNvSpPr>
              <p:nvPr/>
            </p:nvSpPr>
            <p:spPr bwMode="auto">
              <a:xfrm>
                <a:off x="4609670" y="4491660"/>
                <a:ext cx="154402" cy="106611"/>
              </a:xfrm>
              <a:custGeom>
                <a:avLst/>
                <a:gdLst>
                  <a:gd name="T0" fmla="*/ 23 w 35"/>
                  <a:gd name="T1" fmla="*/ 3 h 24"/>
                  <a:gd name="T2" fmla="*/ 14 w 35"/>
                  <a:gd name="T3" fmla="*/ 11 h 24"/>
                  <a:gd name="T4" fmla="*/ 8 w 35"/>
                  <a:gd name="T5" fmla="*/ 17 h 24"/>
                  <a:gd name="T6" fmla="*/ 0 w 35"/>
                  <a:gd name="T7" fmla="*/ 20 h 24"/>
                  <a:gd name="T8" fmla="*/ 19 w 35"/>
                  <a:gd name="T9" fmla="*/ 20 h 24"/>
                  <a:gd name="T10" fmla="*/ 30 w 35"/>
                  <a:gd name="T11" fmla="*/ 6 h 24"/>
                  <a:gd name="T12" fmla="*/ 33 w 35"/>
                  <a:gd name="T13" fmla="*/ 2 h 24"/>
                  <a:gd name="T14" fmla="*/ 35 w 35"/>
                  <a:gd name="T15" fmla="*/ 1 h 24"/>
                  <a:gd name="T16" fmla="*/ 23 w 35"/>
                  <a:gd name="T17" fmla="*/ 3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5" h="24">
                    <a:moveTo>
                      <a:pt x="23" y="3"/>
                    </a:moveTo>
                    <a:cubicBezTo>
                      <a:pt x="19" y="5"/>
                      <a:pt x="17" y="7"/>
                      <a:pt x="14" y="11"/>
                    </a:cubicBezTo>
                    <a:cubicBezTo>
                      <a:pt x="12" y="13"/>
                      <a:pt x="10" y="16"/>
                      <a:pt x="8" y="17"/>
                    </a:cubicBezTo>
                    <a:cubicBezTo>
                      <a:pt x="5" y="19"/>
                      <a:pt x="3" y="20"/>
                      <a:pt x="0" y="20"/>
                    </a:cubicBezTo>
                    <a:cubicBezTo>
                      <a:pt x="6" y="24"/>
                      <a:pt x="13" y="24"/>
                      <a:pt x="19" y="20"/>
                    </a:cubicBezTo>
                    <a:cubicBezTo>
                      <a:pt x="25" y="17"/>
                      <a:pt x="27" y="12"/>
                      <a:pt x="30" y="6"/>
                    </a:cubicBezTo>
                    <a:cubicBezTo>
                      <a:pt x="31" y="5"/>
                      <a:pt x="32" y="3"/>
                      <a:pt x="33" y="2"/>
                    </a:cubicBezTo>
                    <a:cubicBezTo>
                      <a:pt x="34" y="2"/>
                      <a:pt x="35" y="1"/>
                      <a:pt x="35" y="1"/>
                    </a:cubicBezTo>
                    <a:cubicBezTo>
                      <a:pt x="31" y="0"/>
                      <a:pt x="27" y="1"/>
                      <a:pt x="23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4" name="Freeform: Shape 180"/>
              <p:cNvSpPr>
                <a:spLocks/>
              </p:cNvSpPr>
              <p:nvPr/>
            </p:nvSpPr>
            <p:spPr bwMode="auto">
              <a:xfrm>
                <a:off x="4601092" y="4403430"/>
                <a:ext cx="101709" cy="71074"/>
              </a:xfrm>
              <a:custGeom>
                <a:avLst/>
                <a:gdLst>
                  <a:gd name="T0" fmla="*/ 8 w 23"/>
                  <a:gd name="T1" fmla="*/ 6 h 16"/>
                  <a:gd name="T2" fmla="*/ 5 w 23"/>
                  <a:gd name="T3" fmla="*/ 11 h 16"/>
                  <a:gd name="T4" fmla="*/ 0 w 23"/>
                  <a:gd name="T5" fmla="*/ 16 h 16"/>
                  <a:gd name="T6" fmla="*/ 8 w 23"/>
                  <a:gd name="T7" fmla="*/ 13 h 16"/>
                  <a:gd name="T8" fmla="*/ 15 w 23"/>
                  <a:gd name="T9" fmla="*/ 5 h 16"/>
                  <a:gd name="T10" fmla="*/ 20 w 23"/>
                  <a:gd name="T11" fmla="*/ 1 h 16"/>
                  <a:gd name="T12" fmla="*/ 23 w 23"/>
                  <a:gd name="T13" fmla="*/ 0 h 16"/>
                  <a:gd name="T14" fmla="*/ 14 w 23"/>
                  <a:gd name="T15" fmla="*/ 1 h 16"/>
                  <a:gd name="T16" fmla="*/ 8 w 23"/>
                  <a:gd name="T17" fmla="*/ 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" h="16">
                    <a:moveTo>
                      <a:pt x="8" y="6"/>
                    </a:moveTo>
                    <a:cubicBezTo>
                      <a:pt x="6" y="8"/>
                      <a:pt x="6" y="9"/>
                      <a:pt x="5" y="11"/>
                    </a:cubicBezTo>
                    <a:cubicBezTo>
                      <a:pt x="4" y="13"/>
                      <a:pt x="2" y="15"/>
                      <a:pt x="0" y="16"/>
                    </a:cubicBezTo>
                    <a:cubicBezTo>
                      <a:pt x="3" y="16"/>
                      <a:pt x="6" y="15"/>
                      <a:pt x="8" y="13"/>
                    </a:cubicBezTo>
                    <a:cubicBezTo>
                      <a:pt x="11" y="11"/>
                      <a:pt x="13" y="7"/>
                      <a:pt x="15" y="5"/>
                    </a:cubicBezTo>
                    <a:cubicBezTo>
                      <a:pt x="17" y="3"/>
                      <a:pt x="18" y="2"/>
                      <a:pt x="20" y="1"/>
                    </a:cubicBezTo>
                    <a:cubicBezTo>
                      <a:pt x="21" y="1"/>
                      <a:pt x="22" y="0"/>
                      <a:pt x="23" y="0"/>
                    </a:cubicBezTo>
                    <a:cubicBezTo>
                      <a:pt x="20" y="0"/>
                      <a:pt x="17" y="0"/>
                      <a:pt x="14" y="1"/>
                    </a:cubicBezTo>
                    <a:cubicBezTo>
                      <a:pt x="11" y="2"/>
                      <a:pt x="9" y="4"/>
                      <a:pt x="8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5" name="Freeform: Shape 181"/>
              <p:cNvSpPr>
                <a:spLocks/>
              </p:cNvSpPr>
              <p:nvPr/>
            </p:nvSpPr>
            <p:spPr bwMode="auto">
              <a:xfrm>
                <a:off x="4609670" y="4403430"/>
                <a:ext cx="132345" cy="93131"/>
              </a:xfrm>
              <a:custGeom>
                <a:avLst/>
                <a:gdLst>
                  <a:gd name="T0" fmla="*/ 28 w 30"/>
                  <a:gd name="T1" fmla="*/ 2 h 21"/>
                  <a:gd name="T2" fmla="*/ 30 w 30"/>
                  <a:gd name="T3" fmla="*/ 1 h 21"/>
                  <a:gd name="T4" fmla="*/ 19 w 30"/>
                  <a:gd name="T5" fmla="*/ 2 h 21"/>
                  <a:gd name="T6" fmla="*/ 12 w 30"/>
                  <a:gd name="T7" fmla="*/ 9 h 21"/>
                  <a:gd name="T8" fmla="*/ 6 w 30"/>
                  <a:gd name="T9" fmla="*/ 15 h 21"/>
                  <a:gd name="T10" fmla="*/ 0 w 30"/>
                  <a:gd name="T11" fmla="*/ 18 h 21"/>
                  <a:gd name="T12" fmla="*/ 16 w 30"/>
                  <a:gd name="T13" fmla="*/ 17 h 21"/>
                  <a:gd name="T14" fmla="*/ 25 w 30"/>
                  <a:gd name="T15" fmla="*/ 6 h 21"/>
                  <a:gd name="T16" fmla="*/ 28 w 30"/>
                  <a:gd name="T17" fmla="*/ 2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21">
                    <a:moveTo>
                      <a:pt x="28" y="2"/>
                    </a:moveTo>
                    <a:cubicBezTo>
                      <a:pt x="29" y="2"/>
                      <a:pt x="30" y="1"/>
                      <a:pt x="30" y="1"/>
                    </a:cubicBezTo>
                    <a:cubicBezTo>
                      <a:pt x="26" y="0"/>
                      <a:pt x="23" y="1"/>
                      <a:pt x="19" y="2"/>
                    </a:cubicBezTo>
                    <a:cubicBezTo>
                      <a:pt x="16" y="4"/>
                      <a:pt x="14" y="6"/>
                      <a:pt x="12" y="9"/>
                    </a:cubicBezTo>
                    <a:cubicBezTo>
                      <a:pt x="10" y="11"/>
                      <a:pt x="9" y="14"/>
                      <a:pt x="6" y="15"/>
                    </a:cubicBezTo>
                    <a:cubicBezTo>
                      <a:pt x="5" y="16"/>
                      <a:pt x="2" y="17"/>
                      <a:pt x="0" y="18"/>
                    </a:cubicBezTo>
                    <a:cubicBezTo>
                      <a:pt x="5" y="21"/>
                      <a:pt x="11" y="21"/>
                      <a:pt x="16" y="17"/>
                    </a:cubicBezTo>
                    <a:cubicBezTo>
                      <a:pt x="21" y="15"/>
                      <a:pt x="23" y="10"/>
                      <a:pt x="25" y="6"/>
                    </a:cubicBezTo>
                    <a:cubicBezTo>
                      <a:pt x="26" y="4"/>
                      <a:pt x="27" y="3"/>
                      <a:pt x="28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6" name="Freeform: Shape 182"/>
              <p:cNvSpPr>
                <a:spLocks/>
              </p:cNvSpPr>
              <p:nvPr/>
            </p:nvSpPr>
            <p:spPr bwMode="auto">
              <a:xfrm>
                <a:off x="4472424" y="4491660"/>
                <a:ext cx="115189" cy="84553"/>
              </a:xfrm>
              <a:custGeom>
                <a:avLst/>
                <a:gdLst>
                  <a:gd name="T0" fmla="*/ 9 w 26"/>
                  <a:gd name="T1" fmla="*/ 5 h 19"/>
                  <a:gd name="T2" fmla="*/ 17 w 26"/>
                  <a:gd name="T3" fmla="*/ 15 h 19"/>
                  <a:gd name="T4" fmla="*/ 26 w 26"/>
                  <a:gd name="T5" fmla="*/ 19 h 19"/>
                  <a:gd name="T6" fmla="*/ 21 w 26"/>
                  <a:gd name="T7" fmla="*/ 12 h 19"/>
                  <a:gd name="T8" fmla="*/ 18 w 26"/>
                  <a:gd name="T9" fmla="*/ 7 h 19"/>
                  <a:gd name="T10" fmla="*/ 11 w 26"/>
                  <a:gd name="T11" fmla="*/ 1 h 19"/>
                  <a:gd name="T12" fmla="*/ 0 w 26"/>
                  <a:gd name="T13" fmla="*/ 0 h 19"/>
                  <a:gd name="T14" fmla="*/ 3 w 26"/>
                  <a:gd name="T15" fmla="*/ 1 h 19"/>
                  <a:gd name="T16" fmla="*/ 9 w 26"/>
                  <a:gd name="T17" fmla="*/ 5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6" h="19">
                    <a:moveTo>
                      <a:pt x="9" y="5"/>
                    </a:moveTo>
                    <a:cubicBezTo>
                      <a:pt x="12" y="9"/>
                      <a:pt x="14" y="12"/>
                      <a:pt x="17" y="15"/>
                    </a:cubicBezTo>
                    <a:cubicBezTo>
                      <a:pt x="20" y="17"/>
                      <a:pt x="23" y="19"/>
                      <a:pt x="26" y="19"/>
                    </a:cubicBezTo>
                    <a:cubicBezTo>
                      <a:pt x="24" y="18"/>
                      <a:pt x="22" y="15"/>
                      <a:pt x="21" y="12"/>
                    </a:cubicBezTo>
                    <a:cubicBezTo>
                      <a:pt x="20" y="11"/>
                      <a:pt x="19" y="9"/>
                      <a:pt x="18" y="7"/>
                    </a:cubicBezTo>
                    <a:cubicBezTo>
                      <a:pt x="16" y="4"/>
                      <a:pt x="14" y="2"/>
                      <a:pt x="11" y="1"/>
                    </a:cubicBezTo>
                    <a:cubicBezTo>
                      <a:pt x="7" y="0"/>
                      <a:pt x="3" y="0"/>
                      <a:pt x="0" y="0"/>
                    </a:cubicBezTo>
                    <a:cubicBezTo>
                      <a:pt x="1" y="0"/>
                      <a:pt x="2" y="1"/>
                      <a:pt x="3" y="1"/>
                    </a:cubicBezTo>
                    <a:cubicBezTo>
                      <a:pt x="5" y="2"/>
                      <a:pt x="7" y="4"/>
                      <a:pt x="9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7" name="Freeform: Shape 183"/>
              <p:cNvSpPr>
                <a:spLocks/>
              </p:cNvSpPr>
              <p:nvPr/>
            </p:nvSpPr>
            <p:spPr bwMode="auto">
              <a:xfrm>
                <a:off x="4424633" y="4491660"/>
                <a:ext cx="154402" cy="106611"/>
              </a:xfrm>
              <a:custGeom>
                <a:avLst/>
                <a:gdLst>
                  <a:gd name="T0" fmla="*/ 6 w 35"/>
                  <a:gd name="T1" fmla="*/ 6 h 24"/>
                  <a:gd name="T2" fmla="*/ 16 w 35"/>
                  <a:gd name="T3" fmla="*/ 20 h 24"/>
                  <a:gd name="T4" fmla="*/ 35 w 35"/>
                  <a:gd name="T5" fmla="*/ 20 h 24"/>
                  <a:gd name="T6" fmla="*/ 28 w 35"/>
                  <a:gd name="T7" fmla="*/ 17 h 24"/>
                  <a:gd name="T8" fmla="*/ 21 w 35"/>
                  <a:gd name="T9" fmla="*/ 11 h 24"/>
                  <a:gd name="T10" fmla="*/ 13 w 35"/>
                  <a:gd name="T11" fmla="*/ 3 h 24"/>
                  <a:gd name="T12" fmla="*/ 0 w 35"/>
                  <a:gd name="T13" fmla="*/ 1 h 24"/>
                  <a:gd name="T14" fmla="*/ 2 w 35"/>
                  <a:gd name="T15" fmla="*/ 2 h 24"/>
                  <a:gd name="T16" fmla="*/ 6 w 35"/>
                  <a:gd name="T17" fmla="*/ 6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5" h="24">
                    <a:moveTo>
                      <a:pt x="6" y="6"/>
                    </a:moveTo>
                    <a:cubicBezTo>
                      <a:pt x="9" y="12"/>
                      <a:pt x="11" y="17"/>
                      <a:pt x="16" y="20"/>
                    </a:cubicBezTo>
                    <a:cubicBezTo>
                      <a:pt x="22" y="24"/>
                      <a:pt x="30" y="24"/>
                      <a:pt x="35" y="20"/>
                    </a:cubicBezTo>
                    <a:cubicBezTo>
                      <a:pt x="33" y="20"/>
                      <a:pt x="30" y="19"/>
                      <a:pt x="28" y="17"/>
                    </a:cubicBezTo>
                    <a:cubicBezTo>
                      <a:pt x="25" y="16"/>
                      <a:pt x="23" y="13"/>
                      <a:pt x="21" y="11"/>
                    </a:cubicBezTo>
                    <a:cubicBezTo>
                      <a:pt x="19" y="7"/>
                      <a:pt x="16" y="5"/>
                      <a:pt x="13" y="3"/>
                    </a:cubicBezTo>
                    <a:cubicBezTo>
                      <a:pt x="9" y="1"/>
                      <a:pt x="4" y="0"/>
                      <a:pt x="0" y="1"/>
                    </a:cubicBezTo>
                    <a:cubicBezTo>
                      <a:pt x="1" y="1"/>
                      <a:pt x="2" y="2"/>
                      <a:pt x="2" y="2"/>
                    </a:cubicBezTo>
                    <a:cubicBezTo>
                      <a:pt x="4" y="3"/>
                      <a:pt x="5" y="5"/>
                      <a:pt x="6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8" name="Freeform: Shape 184"/>
              <p:cNvSpPr>
                <a:spLocks/>
              </p:cNvSpPr>
              <p:nvPr/>
            </p:nvSpPr>
            <p:spPr bwMode="auto">
              <a:xfrm>
                <a:off x="4485903" y="4403430"/>
                <a:ext cx="101709" cy="71074"/>
              </a:xfrm>
              <a:custGeom>
                <a:avLst/>
                <a:gdLst>
                  <a:gd name="T0" fmla="*/ 10 w 23"/>
                  <a:gd name="T1" fmla="*/ 1 h 16"/>
                  <a:gd name="T2" fmla="*/ 0 w 23"/>
                  <a:gd name="T3" fmla="*/ 0 h 16"/>
                  <a:gd name="T4" fmla="*/ 3 w 23"/>
                  <a:gd name="T5" fmla="*/ 1 h 16"/>
                  <a:gd name="T6" fmla="*/ 8 w 23"/>
                  <a:gd name="T7" fmla="*/ 5 h 16"/>
                  <a:gd name="T8" fmla="*/ 15 w 23"/>
                  <a:gd name="T9" fmla="*/ 13 h 16"/>
                  <a:gd name="T10" fmla="*/ 23 w 23"/>
                  <a:gd name="T11" fmla="*/ 16 h 16"/>
                  <a:gd name="T12" fmla="*/ 19 w 23"/>
                  <a:gd name="T13" fmla="*/ 11 h 16"/>
                  <a:gd name="T14" fmla="*/ 16 w 23"/>
                  <a:gd name="T15" fmla="*/ 6 h 16"/>
                  <a:gd name="T16" fmla="*/ 10 w 23"/>
                  <a:gd name="T17" fmla="*/ 1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" h="16">
                    <a:moveTo>
                      <a:pt x="10" y="1"/>
                    </a:moveTo>
                    <a:cubicBezTo>
                      <a:pt x="7" y="0"/>
                      <a:pt x="3" y="0"/>
                      <a:pt x="0" y="0"/>
                    </a:cubicBezTo>
                    <a:cubicBezTo>
                      <a:pt x="1" y="0"/>
                      <a:pt x="2" y="1"/>
                      <a:pt x="3" y="1"/>
                    </a:cubicBezTo>
                    <a:cubicBezTo>
                      <a:pt x="5" y="2"/>
                      <a:pt x="7" y="3"/>
                      <a:pt x="8" y="5"/>
                    </a:cubicBezTo>
                    <a:cubicBezTo>
                      <a:pt x="11" y="7"/>
                      <a:pt x="13" y="11"/>
                      <a:pt x="15" y="13"/>
                    </a:cubicBezTo>
                    <a:cubicBezTo>
                      <a:pt x="18" y="15"/>
                      <a:pt x="20" y="16"/>
                      <a:pt x="23" y="16"/>
                    </a:cubicBezTo>
                    <a:cubicBezTo>
                      <a:pt x="21" y="15"/>
                      <a:pt x="20" y="13"/>
                      <a:pt x="19" y="11"/>
                    </a:cubicBezTo>
                    <a:cubicBezTo>
                      <a:pt x="18" y="9"/>
                      <a:pt x="17" y="8"/>
                      <a:pt x="16" y="6"/>
                    </a:cubicBezTo>
                    <a:cubicBezTo>
                      <a:pt x="14" y="4"/>
                      <a:pt x="12" y="2"/>
                      <a:pt x="1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9" name="Freeform: Shape 185"/>
              <p:cNvSpPr>
                <a:spLocks/>
              </p:cNvSpPr>
              <p:nvPr/>
            </p:nvSpPr>
            <p:spPr bwMode="auto">
              <a:xfrm>
                <a:off x="4446690" y="4403430"/>
                <a:ext cx="132345" cy="93131"/>
              </a:xfrm>
              <a:custGeom>
                <a:avLst/>
                <a:gdLst>
                  <a:gd name="T0" fmla="*/ 0 w 30"/>
                  <a:gd name="T1" fmla="*/ 1 h 21"/>
                  <a:gd name="T2" fmla="*/ 2 w 30"/>
                  <a:gd name="T3" fmla="*/ 2 h 21"/>
                  <a:gd name="T4" fmla="*/ 5 w 30"/>
                  <a:gd name="T5" fmla="*/ 6 h 21"/>
                  <a:gd name="T6" fmla="*/ 14 w 30"/>
                  <a:gd name="T7" fmla="*/ 17 h 21"/>
                  <a:gd name="T8" fmla="*/ 30 w 30"/>
                  <a:gd name="T9" fmla="*/ 18 h 21"/>
                  <a:gd name="T10" fmla="*/ 24 w 30"/>
                  <a:gd name="T11" fmla="*/ 15 h 21"/>
                  <a:gd name="T12" fmla="*/ 18 w 30"/>
                  <a:gd name="T13" fmla="*/ 9 h 21"/>
                  <a:gd name="T14" fmla="*/ 11 w 30"/>
                  <a:gd name="T15" fmla="*/ 2 h 21"/>
                  <a:gd name="T16" fmla="*/ 0 w 30"/>
                  <a:gd name="T17" fmla="*/ 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21">
                    <a:moveTo>
                      <a:pt x="0" y="1"/>
                    </a:moveTo>
                    <a:cubicBezTo>
                      <a:pt x="1" y="1"/>
                      <a:pt x="2" y="2"/>
                      <a:pt x="2" y="2"/>
                    </a:cubicBezTo>
                    <a:cubicBezTo>
                      <a:pt x="3" y="3"/>
                      <a:pt x="4" y="4"/>
                      <a:pt x="5" y="6"/>
                    </a:cubicBezTo>
                    <a:cubicBezTo>
                      <a:pt x="8" y="10"/>
                      <a:pt x="9" y="15"/>
                      <a:pt x="14" y="17"/>
                    </a:cubicBezTo>
                    <a:cubicBezTo>
                      <a:pt x="19" y="21"/>
                      <a:pt x="25" y="21"/>
                      <a:pt x="30" y="18"/>
                    </a:cubicBezTo>
                    <a:cubicBezTo>
                      <a:pt x="28" y="17"/>
                      <a:pt x="26" y="16"/>
                      <a:pt x="24" y="15"/>
                    </a:cubicBezTo>
                    <a:cubicBezTo>
                      <a:pt x="22" y="14"/>
                      <a:pt x="20" y="11"/>
                      <a:pt x="18" y="9"/>
                    </a:cubicBezTo>
                    <a:cubicBezTo>
                      <a:pt x="16" y="6"/>
                      <a:pt x="14" y="4"/>
                      <a:pt x="11" y="2"/>
                    </a:cubicBezTo>
                    <a:cubicBezTo>
                      <a:pt x="8" y="1"/>
                      <a:pt x="4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0" name="Freeform: Shape 186"/>
              <p:cNvSpPr>
                <a:spLocks/>
              </p:cNvSpPr>
              <p:nvPr/>
            </p:nvSpPr>
            <p:spPr bwMode="auto">
              <a:xfrm>
                <a:off x="4592514" y="4342160"/>
                <a:ext cx="56369" cy="113963"/>
              </a:xfrm>
              <a:custGeom>
                <a:avLst/>
                <a:gdLst>
                  <a:gd name="T0" fmla="*/ 9 w 13"/>
                  <a:gd name="T1" fmla="*/ 8 h 26"/>
                  <a:gd name="T2" fmla="*/ 2 w 13"/>
                  <a:gd name="T3" fmla="*/ 17 h 26"/>
                  <a:gd name="T4" fmla="*/ 1 w 13"/>
                  <a:gd name="T5" fmla="*/ 26 h 26"/>
                  <a:gd name="T6" fmla="*/ 5 w 13"/>
                  <a:gd name="T7" fmla="*/ 20 h 26"/>
                  <a:gd name="T8" fmla="*/ 9 w 13"/>
                  <a:gd name="T9" fmla="*/ 16 h 26"/>
                  <a:gd name="T10" fmla="*/ 12 w 13"/>
                  <a:gd name="T11" fmla="*/ 9 h 26"/>
                  <a:gd name="T12" fmla="*/ 11 w 13"/>
                  <a:gd name="T13" fmla="*/ 0 h 26"/>
                  <a:gd name="T14" fmla="*/ 11 w 13"/>
                  <a:gd name="T15" fmla="*/ 3 h 26"/>
                  <a:gd name="T16" fmla="*/ 9 w 13"/>
                  <a:gd name="T17" fmla="*/ 8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3" h="26">
                    <a:moveTo>
                      <a:pt x="9" y="8"/>
                    </a:moveTo>
                    <a:cubicBezTo>
                      <a:pt x="6" y="11"/>
                      <a:pt x="4" y="14"/>
                      <a:pt x="2" y="17"/>
                    </a:cubicBezTo>
                    <a:cubicBezTo>
                      <a:pt x="1" y="20"/>
                      <a:pt x="0" y="23"/>
                      <a:pt x="1" y="26"/>
                    </a:cubicBezTo>
                    <a:cubicBezTo>
                      <a:pt x="1" y="23"/>
                      <a:pt x="3" y="21"/>
                      <a:pt x="5" y="20"/>
                    </a:cubicBezTo>
                    <a:cubicBezTo>
                      <a:pt x="6" y="19"/>
                      <a:pt x="8" y="18"/>
                      <a:pt x="9" y="16"/>
                    </a:cubicBezTo>
                    <a:cubicBezTo>
                      <a:pt x="11" y="14"/>
                      <a:pt x="12" y="12"/>
                      <a:pt x="12" y="9"/>
                    </a:cubicBezTo>
                    <a:cubicBezTo>
                      <a:pt x="13" y="6"/>
                      <a:pt x="12" y="3"/>
                      <a:pt x="11" y="0"/>
                    </a:cubicBezTo>
                    <a:cubicBezTo>
                      <a:pt x="11" y="0"/>
                      <a:pt x="11" y="2"/>
                      <a:pt x="11" y="3"/>
                    </a:cubicBezTo>
                    <a:cubicBezTo>
                      <a:pt x="10" y="5"/>
                      <a:pt x="10" y="7"/>
                      <a:pt x="9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1" name="Freeform: Shape 187"/>
              <p:cNvSpPr>
                <a:spLocks/>
              </p:cNvSpPr>
              <p:nvPr/>
            </p:nvSpPr>
            <p:spPr bwMode="auto">
              <a:xfrm>
                <a:off x="4560653" y="4301721"/>
                <a:ext cx="75976" cy="145824"/>
              </a:xfrm>
              <a:custGeom>
                <a:avLst/>
                <a:gdLst>
                  <a:gd name="T0" fmla="*/ 6 w 17"/>
                  <a:gd name="T1" fmla="*/ 33 h 33"/>
                  <a:gd name="T2" fmla="*/ 7 w 17"/>
                  <a:gd name="T3" fmla="*/ 27 h 33"/>
                  <a:gd name="T4" fmla="*/ 11 w 17"/>
                  <a:gd name="T5" fmla="*/ 20 h 33"/>
                  <a:gd name="T6" fmla="*/ 16 w 17"/>
                  <a:gd name="T7" fmla="*/ 11 h 33"/>
                  <a:gd name="T8" fmla="*/ 16 w 17"/>
                  <a:gd name="T9" fmla="*/ 0 h 33"/>
                  <a:gd name="T10" fmla="*/ 15 w 17"/>
                  <a:gd name="T11" fmla="*/ 2 h 33"/>
                  <a:gd name="T12" fmla="*/ 12 w 17"/>
                  <a:gd name="T13" fmla="*/ 6 h 33"/>
                  <a:gd name="T14" fmla="*/ 2 w 17"/>
                  <a:gd name="T15" fmla="*/ 17 h 33"/>
                  <a:gd name="T16" fmla="*/ 6 w 17"/>
                  <a:gd name="T17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33">
                    <a:moveTo>
                      <a:pt x="6" y="33"/>
                    </a:moveTo>
                    <a:cubicBezTo>
                      <a:pt x="5" y="31"/>
                      <a:pt x="6" y="29"/>
                      <a:pt x="7" y="27"/>
                    </a:cubicBezTo>
                    <a:cubicBezTo>
                      <a:pt x="8" y="24"/>
                      <a:pt x="9" y="22"/>
                      <a:pt x="11" y="20"/>
                    </a:cubicBezTo>
                    <a:cubicBezTo>
                      <a:pt x="13" y="17"/>
                      <a:pt x="15" y="15"/>
                      <a:pt x="16" y="11"/>
                    </a:cubicBezTo>
                    <a:cubicBezTo>
                      <a:pt x="17" y="8"/>
                      <a:pt x="17" y="4"/>
                      <a:pt x="16" y="0"/>
                    </a:cubicBezTo>
                    <a:cubicBezTo>
                      <a:pt x="16" y="1"/>
                      <a:pt x="15" y="2"/>
                      <a:pt x="15" y="2"/>
                    </a:cubicBezTo>
                    <a:cubicBezTo>
                      <a:pt x="14" y="4"/>
                      <a:pt x="13" y="5"/>
                      <a:pt x="12" y="6"/>
                    </a:cubicBezTo>
                    <a:cubicBezTo>
                      <a:pt x="8" y="10"/>
                      <a:pt x="4" y="12"/>
                      <a:pt x="2" y="17"/>
                    </a:cubicBezTo>
                    <a:cubicBezTo>
                      <a:pt x="0" y="23"/>
                      <a:pt x="1" y="29"/>
                      <a:pt x="6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2" name="Freeform: Shape 188"/>
              <p:cNvSpPr>
                <a:spLocks/>
              </p:cNvSpPr>
              <p:nvPr/>
            </p:nvSpPr>
            <p:spPr bwMode="auto">
              <a:xfrm>
                <a:off x="5727246" y="1033545"/>
                <a:ext cx="140922" cy="140922"/>
              </a:xfrm>
              <a:custGeom>
                <a:avLst/>
                <a:gdLst>
                  <a:gd name="T0" fmla="*/ 7 w 32"/>
                  <a:gd name="T1" fmla="*/ 30 h 32"/>
                  <a:gd name="T2" fmla="*/ 16 w 32"/>
                  <a:gd name="T3" fmla="*/ 32 h 32"/>
                  <a:gd name="T4" fmla="*/ 32 w 32"/>
                  <a:gd name="T5" fmla="*/ 16 h 32"/>
                  <a:gd name="T6" fmla="*/ 16 w 32"/>
                  <a:gd name="T7" fmla="*/ 0 h 32"/>
                  <a:gd name="T8" fmla="*/ 0 w 32"/>
                  <a:gd name="T9" fmla="*/ 14 h 32"/>
                  <a:gd name="T10" fmla="*/ 16 w 32"/>
                  <a:gd name="T11" fmla="*/ 14 h 32"/>
                  <a:gd name="T12" fmla="*/ 21 w 32"/>
                  <a:gd name="T13" fmla="*/ 14 h 32"/>
                  <a:gd name="T14" fmla="*/ 18 w 32"/>
                  <a:gd name="T15" fmla="*/ 18 h 32"/>
                  <a:gd name="T16" fmla="*/ 7 w 32"/>
                  <a:gd name="T17" fmla="*/ 3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2" h="32">
                    <a:moveTo>
                      <a:pt x="7" y="30"/>
                    </a:moveTo>
                    <a:cubicBezTo>
                      <a:pt x="10" y="31"/>
                      <a:pt x="13" y="32"/>
                      <a:pt x="16" y="32"/>
                    </a:cubicBezTo>
                    <a:cubicBezTo>
                      <a:pt x="25" y="32"/>
                      <a:pt x="32" y="25"/>
                      <a:pt x="32" y="16"/>
                    </a:cubicBezTo>
                    <a:cubicBezTo>
                      <a:pt x="32" y="7"/>
                      <a:pt x="25" y="0"/>
                      <a:pt x="16" y="0"/>
                    </a:cubicBezTo>
                    <a:cubicBezTo>
                      <a:pt x="8" y="0"/>
                      <a:pt x="1" y="6"/>
                      <a:pt x="0" y="14"/>
                    </a:cubicBezTo>
                    <a:cubicBezTo>
                      <a:pt x="16" y="14"/>
                      <a:pt x="16" y="14"/>
                      <a:pt x="16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18" y="18"/>
                      <a:pt x="18" y="18"/>
                      <a:pt x="18" y="18"/>
                    </a:cubicBezTo>
                    <a:lnTo>
                      <a:pt x="7" y="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3" name="Freeform: Shape 189"/>
              <p:cNvSpPr>
                <a:spLocks/>
              </p:cNvSpPr>
              <p:nvPr/>
            </p:nvSpPr>
            <p:spPr bwMode="auto">
              <a:xfrm>
                <a:off x="5501770" y="1104619"/>
                <a:ext cx="295324" cy="278169"/>
              </a:xfrm>
              <a:custGeom>
                <a:avLst/>
                <a:gdLst>
                  <a:gd name="T0" fmla="*/ 30 w 67"/>
                  <a:gd name="T1" fmla="*/ 34 h 63"/>
                  <a:gd name="T2" fmla="*/ 30 w 67"/>
                  <a:gd name="T3" fmla="*/ 36 h 63"/>
                  <a:gd name="T4" fmla="*/ 30 w 67"/>
                  <a:gd name="T5" fmla="*/ 37 h 63"/>
                  <a:gd name="T6" fmla="*/ 30 w 67"/>
                  <a:gd name="T7" fmla="*/ 58 h 63"/>
                  <a:gd name="T8" fmla="*/ 22 w 67"/>
                  <a:gd name="T9" fmla="*/ 63 h 63"/>
                  <a:gd name="T10" fmla="*/ 44 w 67"/>
                  <a:gd name="T11" fmla="*/ 63 h 63"/>
                  <a:gd name="T12" fmla="*/ 37 w 67"/>
                  <a:gd name="T13" fmla="*/ 58 h 63"/>
                  <a:gd name="T14" fmla="*/ 37 w 67"/>
                  <a:gd name="T15" fmla="*/ 37 h 63"/>
                  <a:gd name="T16" fmla="*/ 37 w 67"/>
                  <a:gd name="T17" fmla="*/ 36 h 63"/>
                  <a:gd name="T18" fmla="*/ 37 w 67"/>
                  <a:gd name="T19" fmla="*/ 34 h 63"/>
                  <a:gd name="T20" fmla="*/ 56 w 67"/>
                  <a:gd name="T21" fmla="*/ 12 h 63"/>
                  <a:gd name="T22" fmla="*/ 67 w 67"/>
                  <a:gd name="T23" fmla="*/ 0 h 63"/>
                  <a:gd name="T24" fmla="*/ 51 w 67"/>
                  <a:gd name="T25" fmla="*/ 0 h 63"/>
                  <a:gd name="T26" fmla="*/ 0 w 67"/>
                  <a:gd name="T27" fmla="*/ 0 h 63"/>
                  <a:gd name="T28" fmla="*/ 30 w 67"/>
                  <a:gd name="T29" fmla="*/ 34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7" h="63">
                    <a:moveTo>
                      <a:pt x="30" y="34"/>
                    </a:moveTo>
                    <a:cubicBezTo>
                      <a:pt x="30" y="36"/>
                      <a:pt x="30" y="36"/>
                      <a:pt x="30" y="36"/>
                    </a:cubicBezTo>
                    <a:cubicBezTo>
                      <a:pt x="30" y="37"/>
                      <a:pt x="30" y="37"/>
                      <a:pt x="30" y="37"/>
                    </a:cubicBezTo>
                    <a:cubicBezTo>
                      <a:pt x="30" y="58"/>
                      <a:pt x="30" y="58"/>
                      <a:pt x="30" y="58"/>
                    </a:cubicBezTo>
                    <a:cubicBezTo>
                      <a:pt x="25" y="58"/>
                      <a:pt x="22" y="61"/>
                      <a:pt x="22" y="63"/>
                    </a:cubicBezTo>
                    <a:cubicBezTo>
                      <a:pt x="44" y="63"/>
                      <a:pt x="44" y="63"/>
                      <a:pt x="44" y="63"/>
                    </a:cubicBezTo>
                    <a:cubicBezTo>
                      <a:pt x="44" y="61"/>
                      <a:pt x="41" y="59"/>
                      <a:pt x="37" y="58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56" y="12"/>
                      <a:pt x="56" y="12"/>
                      <a:pt x="56" y="12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30" y="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4" name="Freeform: Shape 190"/>
              <p:cNvSpPr>
                <a:spLocks/>
              </p:cNvSpPr>
              <p:nvPr/>
            </p:nvSpPr>
            <p:spPr bwMode="auto">
              <a:xfrm>
                <a:off x="5364524" y="795815"/>
                <a:ext cx="220574" cy="136021"/>
              </a:xfrm>
              <a:custGeom>
                <a:avLst/>
                <a:gdLst>
                  <a:gd name="T0" fmla="*/ 141 w 180"/>
                  <a:gd name="T1" fmla="*/ 61 h 111"/>
                  <a:gd name="T2" fmla="*/ 180 w 180"/>
                  <a:gd name="T3" fmla="*/ 61 h 111"/>
                  <a:gd name="T4" fmla="*/ 180 w 180"/>
                  <a:gd name="T5" fmla="*/ 111 h 111"/>
                  <a:gd name="T6" fmla="*/ 141 w 180"/>
                  <a:gd name="T7" fmla="*/ 111 h 111"/>
                  <a:gd name="T8" fmla="*/ 141 w 180"/>
                  <a:gd name="T9" fmla="*/ 100 h 111"/>
                  <a:gd name="T10" fmla="*/ 155 w 180"/>
                  <a:gd name="T11" fmla="*/ 100 h 111"/>
                  <a:gd name="T12" fmla="*/ 155 w 180"/>
                  <a:gd name="T13" fmla="*/ 79 h 111"/>
                  <a:gd name="T14" fmla="*/ 141 w 180"/>
                  <a:gd name="T15" fmla="*/ 79 h 111"/>
                  <a:gd name="T16" fmla="*/ 141 w 180"/>
                  <a:gd name="T17" fmla="*/ 61 h 111"/>
                  <a:gd name="T18" fmla="*/ 90 w 180"/>
                  <a:gd name="T19" fmla="*/ 61 h 111"/>
                  <a:gd name="T20" fmla="*/ 141 w 180"/>
                  <a:gd name="T21" fmla="*/ 61 h 111"/>
                  <a:gd name="T22" fmla="*/ 141 w 180"/>
                  <a:gd name="T23" fmla="*/ 79 h 111"/>
                  <a:gd name="T24" fmla="*/ 126 w 180"/>
                  <a:gd name="T25" fmla="*/ 79 h 111"/>
                  <a:gd name="T26" fmla="*/ 126 w 180"/>
                  <a:gd name="T27" fmla="*/ 100 h 111"/>
                  <a:gd name="T28" fmla="*/ 126 w 180"/>
                  <a:gd name="T29" fmla="*/ 100 h 111"/>
                  <a:gd name="T30" fmla="*/ 141 w 180"/>
                  <a:gd name="T31" fmla="*/ 100 h 111"/>
                  <a:gd name="T32" fmla="*/ 141 w 180"/>
                  <a:gd name="T33" fmla="*/ 111 h 111"/>
                  <a:gd name="T34" fmla="*/ 90 w 180"/>
                  <a:gd name="T35" fmla="*/ 111 h 111"/>
                  <a:gd name="T36" fmla="*/ 90 w 180"/>
                  <a:gd name="T37" fmla="*/ 100 h 111"/>
                  <a:gd name="T38" fmla="*/ 105 w 180"/>
                  <a:gd name="T39" fmla="*/ 100 h 111"/>
                  <a:gd name="T40" fmla="*/ 105 w 180"/>
                  <a:gd name="T41" fmla="*/ 79 h 111"/>
                  <a:gd name="T42" fmla="*/ 90 w 180"/>
                  <a:gd name="T43" fmla="*/ 79 h 111"/>
                  <a:gd name="T44" fmla="*/ 90 w 180"/>
                  <a:gd name="T45" fmla="*/ 61 h 111"/>
                  <a:gd name="T46" fmla="*/ 65 w 180"/>
                  <a:gd name="T47" fmla="*/ 0 h 111"/>
                  <a:gd name="T48" fmla="*/ 65 w 180"/>
                  <a:gd name="T49" fmla="*/ 61 h 111"/>
                  <a:gd name="T50" fmla="*/ 90 w 180"/>
                  <a:gd name="T51" fmla="*/ 61 h 111"/>
                  <a:gd name="T52" fmla="*/ 90 w 180"/>
                  <a:gd name="T53" fmla="*/ 79 h 111"/>
                  <a:gd name="T54" fmla="*/ 76 w 180"/>
                  <a:gd name="T55" fmla="*/ 79 h 111"/>
                  <a:gd name="T56" fmla="*/ 76 w 180"/>
                  <a:gd name="T57" fmla="*/ 100 h 111"/>
                  <a:gd name="T58" fmla="*/ 76 w 180"/>
                  <a:gd name="T59" fmla="*/ 100 h 111"/>
                  <a:gd name="T60" fmla="*/ 90 w 180"/>
                  <a:gd name="T61" fmla="*/ 100 h 111"/>
                  <a:gd name="T62" fmla="*/ 90 w 180"/>
                  <a:gd name="T63" fmla="*/ 111 h 111"/>
                  <a:gd name="T64" fmla="*/ 40 w 180"/>
                  <a:gd name="T65" fmla="*/ 111 h 111"/>
                  <a:gd name="T66" fmla="*/ 40 w 180"/>
                  <a:gd name="T67" fmla="*/ 100 h 111"/>
                  <a:gd name="T68" fmla="*/ 54 w 180"/>
                  <a:gd name="T69" fmla="*/ 100 h 111"/>
                  <a:gd name="T70" fmla="*/ 54 w 180"/>
                  <a:gd name="T71" fmla="*/ 79 h 111"/>
                  <a:gd name="T72" fmla="*/ 40 w 180"/>
                  <a:gd name="T73" fmla="*/ 79 h 111"/>
                  <a:gd name="T74" fmla="*/ 40 w 180"/>
                  <a:gd name="T75" fmla="*/ 0 h 111"/>
                  <a:gd name="T76" fmla="*/ 65 w 180"/>
                  <a:gd name="T77" fmla="*/ 0 h 111"/>
                  <a:gd name="T78" fmla="*/ 40 w 180"/>
                  <a:gd name="T79" fmla="*/ 111 h 111"/>
                  <a:gd name="T80" fmla="*/ 0 w 180"/>
                  <a:gd name="T81" fmla="*/ 111 h 111"/>
                  <a:gd name="T82" fmla="*/ 0 w 180"/>
                  <a:gd name="T83" fmla="*/ 61 h 111"/>
                  <a:gd name="T84" fmla="*/ 22 w 180"/>
                  <a:gd name="T85" fmla="*/ 61 h 111"/>
                  <a:gd name="T86" fmla="*/ 22 w 180"/>
                  <a:gd name="T87" fmla="*/ 0 h 111"/>
                  <a:gd name="T88" fmla="*/ 40 w 180"/>
                  <a:gd name="T89" fmla="*/ 0 h 111"/>
                  <a:gd name="T90" fmla="*/ 40 w 180"/>
                  <a:gd name="T91" fmla="*/ 79 h 111"/>
                  <a:gd name="T92" fmla="*/ 25 w 180"/>
                  <a:gd name="T93" fmla="*/ 79 h 111"/>
                  <a:gd name="T94" fmla="*/ 25 w 180"/>
                  <a:gd name="T95" fmla="*/ 100 h 111"/>
                  <a:gd name="T96" fmla="*/ 25 w 180"/>
                  <a:gd name="T97" fmla="*/ 100 h 111"/>
                  <a:gd name="T98" fmla="*/ 40 w 180"/>
                  <a:gd name="T99" fmla="*/ 100 h 111"/>
                  <a:gd name="T100" fmla="*/ 40 w 180"/>
                  <a:gd name="T101" fmla="*/ 111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180" h="111">
                    <a:moveTo>
                      <a:pt x="141" y="61"/>
                    </a:moveTo>
                    <a:lnTo>
                      <a:pt x="180" y="61"/>
                    </a:lnTo>
                    <a:lnTo>
                      <a:pt x="180" y="111"/>
                    </a:lnTo>
                    <a:lnTo>
                      <a:pt x="141" y="111"/>
                    </a:lnTo>
                    <a:lnTo>
                      <a:pt x="141" y="100"/>
                    </a:lnTo>
                    <a:lnTo>
                      <a:pt x="155" y="100"/>
                    </a:lnTo>
                    <a:lnTo>
                      <a:pt x="155" y="79"/>
                    </a:lnTo>
                    <a:lnTo>
                      <a:pt x="141" y="79"/>
                    </a:lnTo>
                    <a:lnTo>
                      <a:pt x="141" y="61"/>
                    </a:lnTo>
                    <a:close/>
                    <a:moveTo>
                      <a:pt x="90" y="61"/>
                    </a:moveTo>
                    <a:lnTo>
                      <a:pt x="141" y="61"/>
                    </a:lnTo>
                    <a:lnTo>
                      <a:pt x="141" y="79"/>
                    </a:lnTo>
                    <a:lnTo>
                      <a:pt x="126" y="79"/>
                    </a:lnTo>
                    <a:lnTo>
                      <a:pt x="126" y="100"/>
                    </a:lnTo>
                    <a:lnTo>
                      <a:pt x="126" y="100"/>
                    </a:lnTo>
                    <a:lnTo>
                      <a:pt x="141" y="100"/>
                    </a:lnTo>
                    <a:lnTo>
                      <a:pt x="141" y="111"/>
                    </a:lnTo>
                    <a:lnTo>
                      <a:pt x="90" y="111"/>
                    </a:lnTo>
                    <a:lnTo>
                      <a:pt x="90" y="100"/>
                    </a:lnTo>
                    <a:lnTo>
                      <a:pt x="105" y="100"/>
                    </a:lnTo>
                    <a:lnTo>
                      <a:pt x="105" y="79"/>
                    </a:lnTo>
                    <a:lnTo>
                      <a:pt x="90" y="79"/>
                    </a:lnTo>
                    <a:lnTo>
                      <a:pt x="90" y="61"/>
                    </a:lnTo>
                    <a:close/>
                    <a:moveTo>
                      <a:pt x="65" y="0"/>
                    </a:moveTo>
                    <a:lnTo>
                      <a:pt x="65" y="61"/>
                    </a:lnTo>
                    <a:lnTo>
                      <a:pt x="90" y="61"/>
                    </a:lnTo>
                    <a:lnTo>
                      <a:pt x="90" y="79"/>
                    </a:lnTo>
                    <a:lnTo>
                      <a:pt x="76" y="79"/>
                    </a:lnTo>
                    <a:lnTo>
                      <a:pt x="76" y="100"/>
                    </a:lnTo>
                    <a:lnTo>
                      <a:pt x="76" y="100"/>
                    </a:lnTo>
                    <a:lnTo>
                      <a:pt x="90" y="100"/>
                    </a:lnTo>
                    <a:lnTo>
                      <a:pt x="90" y="111"/>
                    </a:lnTo>
                    <a:lnTo>
                      <a:pt x="40" y="111"/>
                    </a:lnTo>
                    <a:lnTo>
                      <a:pt x="40" y="100"/>
                    </a:lnTo>
                    <a:lnTo>
                      <a:pt x="54" y="100"/>
                    </a:lnTo>
                    <a:lnTo>
                      <a:pt x="54" y="79"/>
                    </a:lnTo>
                    <a:lnTo>
                      <a:pt x="40" y="79"/>
                    </a:lnTo>
                    <a:lnTo>
                      <a:pt x="40" y="0"/>
                    </a:lnTo>
                    <a:lnTo>
                      <a:pt x="65" y="0"/>
                    </a:lnTo>
                    <a:close/>
                    <a:moveTo>
                      <a:pt x="40" y="111"/>
                    </a:moveTo>
                    <a:lnTo>
                      <a:pt x="0" y="111"/>
                    </a:lnTo>
                    <a:lnTo>
                      <a:pt x="0" y="61"/>
                    </a:lnTo>
                    <a:lnTo>
                      <a:pt x="22" y="61"/>
                    </a:lnTo>
                    <a:lnTo>
                      <a:pt x="22" y="0"/>
                    </a:lnTo>
                    <a:lnTo>
                      <a:pt x="40" y="0"/>
                    </a:lnTo>
                    <a:lnTo>
                      <a:pt x="40" y="79"/>
                    </a:lnTo>
                    <a:lnTo>
                      <a:pt x="25" y="79"/>
                    </a:lnTo>
                    <a:lnTo>
                      <a:pt x="25" y="100"/>
                    </a:lnTo>
                    <a:lnTo>
                      <a:pt x="25" y="100"/>
                    </a:lnTo>
                    <a:lnTo>
                      <a:pt x="40" y="100"/>
                    </a:lnTo>
                    <a:lnTo>
                      <a:pt x="40" y="1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5" name="Freeform: Shape 191"/>
              <p:cNvSpPr>
                <a:spLocks/>
              </p:cNvSpPr>
              <p:nvPr/>
            </p:nvSpPr>
            <p:spPr bwMode="auto">
              <a:xfrm>
                <a:off x="5342467" y="940414"/>
                <a:ext cx="296550" cy="93131"/>
              </a:xfrm>
              <a:custGeom>
                <a:avLst/>
                <a:gdLst>
                  <a:gd name="T0" fmla="*/ 7 w 242"/>
                  <a:gd name="T1" fmla="*/ 76 h 76"/>
                  <a:gd name="T2" fmla="*/ 0 w 242"/>
                  <a:gd name="T3" fmla="*/ 0 h 76"/>
                  <a:gd name="T4" fmla="*/ 242 w 242"/>
                  <a:gd name="T5" fmla="*/ 0 h 76"/>
                  <a:gd name="T6" fmla="*/ 213 w 242"/>
                  <a:gd name="T7" fmla="*/ 76 h 76"/>
                  <a:gd name="T8" fmla="*/ 7 w 242"/>
                  <a:gd name="T9" fmla="*/ 7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2" h="76">
                    <a:moveTo>
                      <a:pt x="7" y="76"/>
                    </a:moveTo>
                    <a:lnTo>
                      <a:pt x="0" y="0"/>
                    </a:lnTo>
                    <a:lnTo>
                      <a:pt x="242" y="0"/>
                    </a:lnTo>
                    <a:lnTo>
                      <a:pt x="213" y="76"/>
                    </a:lnTo>
                    <a:lnTo>
                      <a:pt x="7" y="7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6" name="Freeform: Shape 192"/>
              <p:cNvSpPr>
                <a:spLocks/>
              </p:cNvSpPr>
              <p:nvPr/>
            </p:nvSpPr>
            <p:spPr bwMode="auto">
              <a:xfrm>
                <a:off x="3664877" y="4235549"/>
                <a:ext cx="198517" cy="198517"/>
              </a:xfrm>
              <a:custGeom>
                <a:avLst/>
                <a:gdLst>
                  <a:gd name="T0" fmla="*/ 22 w 45"/>
                  <a:gd name="T1" fmla="*/ 42 h 45"/>
                  <a:gd name="T2" fmla="*/ 26 w 45"/>
                  <a:gd name="T3" fmla="*/ 42 h 45"/>
                  <a:gd name="T4" fmla="*/ 27 w 45"/>
                  <a:gd name="T5" fmla="*/ 45 h 45"/>
                  <a:gd name="T6" fmla="*/ 35 w 45"/>
                  <a:gd name="T7" fmla="*/ 41 h 45"/>
                  <a:gd name="T8" fmla="*/ 34 w 45"/>
                  <a:gd name="T9" fmla="*/ 38 h 45"/>
                  <a:gd name="T10" fmla="*/ 38 w 45"/>
                  <a:gd name="T11" fmla="*/ 33 h 45"/>
                  <a:gd name="T12" fmla="*/ 42 w 45"/>
                  <a:gd name="T13" fmla="*/ 35 h 45"/>
                  <a:gd name="T14" fmla="*/ 45 w 45"/>
                  <a:gd name="T15" fmla="*/ 27 h 45"/>
                  <a:gd name="T16" fmla="*/ 42 w 45"/>
                  <a:gd name="T17" fmla="*/ 26 h 45"/>
                  <a:gd name="T18" fmla="*/ 41 w 45"/>
                  <a:gd name="T19" fmla="*/ 19 h 45"/>
                  <a:gd name="T20" fmla="*/ 45 w 45"/>
                  <a:gd name="T21" fmla="*/ 17 h 45"/>
                  <a:gd name="T22" fmla="*/ 41 w 45"/>
                  <a:gd name="T23" fmla="*/ 10 h 45"/>
                  <a:gd name="T24" fmla="*/ 38 w 45"/>
                  <a:gd name="T25" fmla="*/ 11 h 45"/>
                  <a:gd name="T26" fmla="*/ 33 w 45"/>
                  <a:gd name="T27" fmla="*/ 6 h 45"/>
                  <a:gd name="T28" fmla="*/ 35 w 45"/>
                  <a:gd name="T29" fmla="*/ 3 h 45"/>
                  <a:gd name="T30" fmla="*/ 27 w 45"/>
                  <a:gd name="T31" fmla="*/ 0 h 45"/>
                  <a:gd name="T32" fmla="*/ 26 w 45"/>
                  <a:gd name="T33" fmla="*/ 3 h 45"/>
                  <a:gd name="T34" fmla="*/ 22 w 45"/>
                  <a:gd name="T35" fmla="*/ 3 h 45"/>
                  <a:gd name="T36" fmla="*/ 22 w 45"/>
                  <a:gd name="T37" fmla="*/ 9 h 45"/>
                  <a:gd name="T38" fmla="*/ 34 w 45"/>
                  <a:gd name="T39" fmla="*/ 17 h 45"/>
                  <a:gd name="T40" fmla="*/ 27 w 45"/>
                  <a:gd name="T41" fmla="*/ 34 h 45"/>
                  <a:gd name="T42" fmla="*/ 22 w 45"/>
                  <a:gd name="T43" fmla="*/ 35 h 45"/>
                  <a:gd name="T44" fmla="*/ 22 w 45"/>
                  <a:gd name="T45" fmla="*/ 35 h 45"/>
                  <a:gd name="T46" fmla="*/ 22 w 45"/>
                  <a:gd name="T47" fmla="*/ 42 h 45"/>
                  <a:gd name="T48" fmla="*/ 3 w 45"/>
                  <a:gd name="T49" fmla="*/ 26 h 45"/>
                  <a:gd name="T50" fmla="*/ 0 w 45"/>
                  <a:gd name="T51" fmla="*/ 27 h 45"/>
                  <a:gd name="T52" fmla="*/ 3 w 45"/>
                  <a:gd name="T53" fmla="*/ 35 h 45"/>
                  <a:gd name="T54" fmla="*/ 6 w 45"/>
                  <a:gd name="T55" fmla="*/ 34 h 45"/>
                  <a:gd name="T56" fmla="*/ 11 w 45"/>
                  <a:gd name="T57" fmla="*/ 38 h 45"/>
                  <a:gd name="T58" fmla="*/ 10 w 45"/>
                  <a:gd name="T59" fmla="*/ 42 h 45"/>
                  <a:gd name="T60" fmla="*/ 18 w 45"/>
                  <a:gd name="T61" fmla="*/ 45 h 45"/>
                  <a:gd name="T62" fmla="*/ 19 w 45"/>
                  <a:gd name="T63" fmla="*/ 42 h 45"/>
                  <a:gd name="T64" fmla="*/ 22 w 45"/>
                  <a:gd name="T65" fmla="*/ 42 h 45"/>
                  <a:gd name="T66" fmla="*/ 22 w 45"/>
                  <a:gd name="T67" fmla="*/ 35 h 45"/>
                  <a:gd name="T68" fmla="*/ 10 w 45"/>
                  <a:gd name="T69" fmla="*/ 28 h 45"/>
                  <a:gd name="T70" fmla="*/ 17 w 45"/>
                  <a:gd name="T71" fmla="*/ 10 h 45"/>
                  <a:gd name="T72" fmla="*/ 17 w 45"/>
                  <a:gd name="T73" fmla="*/ 10 h 45"/>
                  <a:gd name="T74" fmla="*/ 22 w 45"/>
                  <a:gd name="T75" fmla="*/ 9 h 45"/>
                  <a:gd name="T76" fmla="*/ 22 w 45"/>
                  <a:gd name="T77" fmla="*/ 9 h 45"/>
                  <a:gd name="T78" fmla="*/ 22 w 45"/>
                  <a:gd name="T79" fmla="*/ 3 h 45"/>
                  <a:gd name="T80" fmla="*/ 19 w 45"/>
                  <a:gd name="T81" fmla="*/ 3 h 45"/>
                  <a:gd name="T82" fmla="*/ 17 w 45"/>
                  <a:gd name="T83" fmla="*/ 0 h 45"/>
                  <a:gd name="T84" fmla="*/ 10 w 45"/>
                  <a:gd name="T85" fmla="*/ 3 h 45"/>
                  <a:gd name="T86" fmla="*/ 11 w 45"/>
                  <a:gd name="T87" fmla="*/ 7 h 45"/>
                  <a:gd name="T88" fmla="*/ 6 w 45"/>
                  <a:gd name="T89" fmla="*/ 11 h 45"/>
                  <a:gd name="T90" fmla="*/ 3 w 45"/>
                  <a:gd name="T91" fmla="*/ 10 h 45"/>
                  <a:gd name="T92" fmla="*/ 0 w 45"/>
                  <a:gd name="T93" fmla="*/ 18 h 45"/>
                  <a:gd name="T94" fmla="*/ 3 w 45"/>
                  <a:gd name="T95" fmla="*/ 19 h 45"/>
                  <a:gd name="T96" fmla="*/ 3 w 45"/>
                  <a:gd name="T97" fmla="*/ 26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5" h="45">
                    <a:moveTo>
                      <a:pt x="22" y="42"/>
                    </a:moveTo>
                    <a:cubicBezTo>
                      <a:pt x="24" y="42"/>
                      <a:pt x="25" y="42"/>
                      <a:pt x="26" y="42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6" y="37"/>
                      <a:pt x="37" y="35"/>
                      <a:pt x="38" y="33"/>
                    </a:cubicBezTo>
                    <a:cubicBezTo>
                      <a:pt x="42" y="35"/>
                      <a:pt x="42" y="35"/>
                      <a:pt x="42" y="35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2" y="26"/>
                      <a:pt x="42" y="26"/>
                      <a:pt x="42" y="26"/>
                    </a:cubicBezTo>
                    <a:cubicBezTo>
                      <a:pt x="42" y="23"/>
                      <a:pt x="42" y="21"/>
                      <a:pt x="41" y="19"/>
                    </a:cubicBezTo>
                    <a:cubicBezTo>
                      <a:pt x="45" y="17"/>
                      <a:pt x="45" y="17"/>
                      <a:pt x="45" y="17"/>
                    </a:cubicBezTo>
                    <a:cubicBezTo>
                      <a:pt x="41" y="10"/>
                      <a:pt x="41" y="10"/>
                      <a:pt x="41" y="10"/>
                    </a:cubicBezTo>
                    <a:cubicBezTo>
                      <a:pt x="38" y="11"/>
                      <a:pt x="38" y="11"/>
                      <a:pt x="38" y="11"/>
                    </a:cubicBezTo>
                    <a:cubicBezTo>
                      <a:pt x="37" y="9"/>
                      <a:pt x="35" y="8"/>
                      <a:pt x="33" y="6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6" y="3"/>
                      <a:pt x="26" y="3"/>
                      <a:pt x="26" y="3"/>
                    </a:cubicBezTo>
                    <a:cubicBezTo>
                      <a:pt x="24" y="3"/>
                      <a:pt x="23" y="3"/>
                      <a:pt x="22" y="3"/>
                    </a:cubicBezTo>
                    <a:cubicBezTo>
                      <a:pt x="22" y="9"/>
                      <a:pt x="22" y="9"/>
                      <a:pt x="22" y="9"/>
                    </a:cubicBezTo>
                    <a:cubicBezTo>
                      <a:pt x="28" y="9"/>
                      <a:pt x="32" y="12"/>
                      <a:pt x="34" y="17"/>
                    </a:cubicBezTo>
                    <a:cubicBezTo>
                      <a:pt x="37" y="24"/>
                      <a:pt x="34" y="32"/>
                      <a:pt x="27" y="34"/>
                    </a:cubicBezTo>
                    <a:cubicBezTo>
                      <a:pt x="26" y="35"/>
                      <a:pt x="24" y="35"/>
                      <a:pt x="22" y="35"/>
                    </a:cubicBezTo>
                    <a:cubicBezTo>
                      <a:pt x="22" y="35"/>
                      <a:pt x="22" y="35"/>
                      <a:pt x="22" y="35"/>
                    </a:cubicBezTo>
                    <a:lnTo>
                      <a:pt x="22" y="42"/>
                    </a:lnTo>
                    <a:close/>
                    <a:moveTo>
                      <a:pt x="3" y="26"/>
                    </a:moveTo>
                    <a:cubicBezTo>
                      <a:pt x="0" y="27"/>
                      <a:pt x="0" y="27"/>
                      <a:pt x="0" y="27"/>
                    </a:cubicBezTo>
                    <a:cubicBezTo>
                      <a:pt x="3" y="35"/>
                      <a:pt x="3" y="35"/>
                      <a:pt x="3" y="35"/>
                    </a:cubicBezTo>
                    <a:cubicBezTo>
                      <a:pt x="6" y="34"/>
                      <a:pt x="6" y="34"/>
                      <a:pt x="6" y="34"/>
                    </a:cubicBezTo>
                    <a:cubicBezTo>
                      <a:pt x="8" y="36"/>
                      <a:pt x="9" y="37"/>
                      <a:pt x="11" y="38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9" y="42"/>
                      <a:pt x="19" y="42"/>
                      <a:pt x="19" y="42"/>
                    </a:cubicBezTo>
                    <a:cubicBezTo>
                      <a:pt x="20" y="42"/>
                      <a:pt x="21" y="42"/>
                      <a:pt x="22" y="42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17" y="35"/>
                      <a:pt x="12" y="32"/>
                      <a:pt x="10" y="28"/>
                    </a:cubicBezTo>
                    <a:cubicBezTo>
                      <a:pt x="7" y="21"/>
                      <a:pt x="11" y="13"/>
                      <a:pt x="17" y="10"/>
                    </a:cubicBezTo>
                    <a:cubicBezTo>
                      <a:pt x="17" y="10"/>
                      <a:pt x="17" y="10"/>
                      <a:pt x="17" y="10"/>
                    </a:cubicBezTo>
                    <a:cubicBezTo>
                      <a:pt x="19" y="10"/>
                      <a:pt x="21" y="9"/>
                      <a:pt x="22" y="9"/>
                    </a:cubicBezTo>
                    <a:cubicBezTo>
                      <a:pt x="22" y="9"/>
                      <a:pt x="22" y="9"/>
                      <a:pt x="22" y="9"/>
                    </a:cubicBezTo>
                    <a:cubicBezTo>
                      <a:pt x="22" y="3"/>
                      <a:pt x="22" y="3"/>
                      <a:pt x="22" y="3"/>
                    </a:cubicBezTo>
                    <a:cubicBezTo>
                      <a:pt x="21" y="3"/>
                      <a:pt x="20" y="3"/>
                      <a:pt x="19" y="3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8" y="9"/>
                      <a:pt x="6" y="11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3" y="19"/>
                      <a:pt x="3" y="19"/>
                      <a:pt x="3" y="19"/>
                    </a:cubicBezTo>
                    <a:cubicBezTo>
                      <a:pt x="3" y="21"/>
                      <a:pt x="3" y="24"/>
                      <a:pt x="3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7" name="Freeform: Shape 193"/>
              <p:cNvSpPr>
                <a:spLocks/>
              </p:cNvSpPr>
              <p:nvPr/>
            </p:nvSpPr>
            <p:spPr bwMode="auto">
              <a:xfrm>
                <a:off x="6380391" y="3029743"/>
                <a:ext cx="110287" cy="106611"/>
              </a:xfrm>
              <a:custGeom>
                <a:avLst/>
                <a:gdLst>
                  <a:gd name="T0" fmla="*/ 4 w 25"/>
                  <a:gd name="T1" fmla="*/ 24 h 24"/>
                  <a:gd name="T2" fmla="*/ 8 w 25"/>
                  <a:gd name="T3" fmla="*/ 20 h 24"/>
                  <a:gd name="T4" fmla="*/ 8 w 25"/>
                  <a:gd name="T5" fmla="*/ 20 h 24"/>
                  <a:gd name="T6" fmla="*/ 8 w 25"/>
                  <a:gd name="T7" fmla="*/ 6 h 24"/>
                  <a:gd name="T8" fmla="*/ 23 w 25"/>
                  <a:gd name="T9" fmla="*/ 6 h 24"/>
                  <a:gd name="T10" fmla="*/ 23 w 25"/>
                  <a:gd name="T11" fmla="*/ 16 h 24"/>
                  <a:gd name="T12" fmla="*/ 21 w 25"/>
                  <a:gd name="T13" fmla="*/ 15 h 24"/>
                  <a:gd name="T14" fmla="*/ 17 w 25"/>
                  <a:gd name="T15" fmla="*/ 20 h 24"/>
                  <a:gd name="T16" fmla="*/ 21 w 25"/>
                  <a:gd name="T17" fmla="*/ 24 h 24"/>
                  <a:gd name="T18" fmla="*/ 25 w 25"/>
                  <a:gd name="T19" fmla="*/ 20 h 24"/>
                  <a:gd name="T20" fmla="*/ 25 w 25"/>
                  <a:gd name="T21" fmla="*/ 20 h 24"/>
                  <a:gd name="T22" fmla="*/ 25 w 25"/>
                  <a:gd name="T23" fmla="*/ 20 h 24"/>
                  <a:gd name="T24" fmla="*/ 25 w 25"/>
                  <a:gd name="T25" fmla="*/ 6 h 24"/>
                  <a:gd name="T26" fmla="*/ 25 w 25"/>
                  <a:gd name="T27" fmla="*/ 0 h 24"/>
                  <a:gd name="T28" fmla="*/ 23 w 25"/>
                  <a:gd name="T29" fmla="*/ 0 h 24"/>
                  <a:gd name="T30" fmla="*/ 8 w 25"/>
                  <a:gd name="T31" fmla="*/ 0 h 24"/>
                  <a:gd name="T32" fmla="*/ 6 w 25"/>
                  <a:gd name="T33" fmla="*/ 0 h 24"/>
                  <a:gd name="T34" fmla="*/ 6 w 25"/>
                  <a:gd name="T35" fmla="*/ 6 h 24"/>
                  <a:gd name="T36" fmla="*/ 6 w 25"/>
                  <a:gd name="T37" fmla="*/ 16 h 24"/>
                  <a:gd name="T38" fmla="*/ 4 w 25"/>
                  <a:gd name="T39" fmla="*/ 15 h 24"/>
                  <a:gd name="T40" fmla="*/ 0 w 25"/>
                  <a:gd name="T41" fmla="*/ 20 h 24"/>
                  <a:gd name="T42" fmla="*/ 4 w 25"/>
                  <a:gd name="T43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5" h="24">
                    <a:moveTo>
                      <a:pt x="4" y="24"/>
                    </a:moveTo>
                    <a:cubicBezTo>
                      <a:pt x="7" y="24"/>
                      <a:pt x="8" y="22"/>
                      <a:pt x="8" y="20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23" y="6"/>
                      <a:pt x="23" y="6"/>
                      <a:pt x="23" y="6"/>
                    </a:cubicBezTo>
                    <a:cubicBezTo>
                      <a:pt x="23" y="16"/>
                      <a:pt x="23" y="16"/>
                      <a:pt x="23" y="16"/>
                    </a:cubicBezTo>
                    <a:cubicBezTo>
                      <a:pt x="22" y="15"/>
                      <a:pt x="21" y="15"/>
                      <a:pt x="21" y="15"/>
                    </a:cubicBezTo>
                    <a:cubicBezTo>
                      <a:pt x="18" y="15"/>
                      <a:pt x="17" y="17"/>
                      <a:pt x="17" y="20"/>
                    </a:cubicBezTo>
                    <a:cubicBezTo>
                      <a:pt x="17" y="22"/>
                      <a:pt x="18" y="24"/>
                      <a:pt x="21" y="24"/>
                    </a:cubicBezTo>
                    <a:cubicBezTo>
                      <a:pt x="23" y="24"/>
                      <a:pt x="25" y="22"/>
                      <a:pt x="25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6"/>
                      <a:pt x="25" y="6"/>
                      <a:pt x="25" y="6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6"/>
                      <a:pt x="6" y="6"/>
                      <a:pt x="6" y="6"/>
                    </a:cubicBezTo>
                    <a:cubicBezTo>
                      <a:pt x="6" y="16"/>
                      <a:pt x="6" y="16"/>
                      <a:pt x="6" y="16"/>
                    </a:cubicBezTo>
                    <a:cubicBezTo>
                      <a:pt x="5" y="15"/>
                      <a:pt x="5" y="15"/>
                      <a:pt x="4" y="15"/>
                    </a:cubicBezTo>
                    <a:cubicBezTo>
                      <a:pt x="2" y="15"/>
                      <a:pt x="0" y="17"/>
                      <a:pt x="0" y="20"/>
                    </a:cubicBezTo>
                    <a:cubicBezTo>
                      <a:pt x="0" y="22"/>
                      <a:pt x="2" y="24"/>
                      <a:pt x="4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8" name="Freeform: Shape 194"/>
              <p:cNvSpPr>
                <a:spLocks/>
              </p:cNvSpPr>
              <p:nvPr/>
            </p:nvSpPr>
            <p:spPr bwMode="auto">
              <a:xfrm>
                <a:off x="6124280" y="1466116"/>
                <a:ext cx="115189" cy="106611"/>
              </a:xfrm>
              <a:custGeom>
                <a:avLst/>
                <a:gdLst>
                  <a:gd name="T0" fmla="*/ 5 w 26"/>
                  <a:gd name="T1" fmla="*/ 24 h 24"/>
                  <a:gd name="T2" fmla="*/ 9 w 26"/>
                  <a:gd name="T3" fmla="*/ 20 h 24"/>
                  <a:gd name="T4" fmla="*/ 9 w 26"/>
                  <a:gd name="T5" fmla="*/ 20 h 24"/>
                  <a:gd name="T6" fmla="*/ 9 w 26"/>
                  <a:gd name="T7" fmla="*/ 6 h 24"/>
                  <a:gd name="T8" fmla="*/ 23 w 26"/>
                  <a:gd name="T9" fmla="*/ 6 h 24"/>
                  <a:gd name="T10" fmla="*/ 23 w 26"/>
                  <a:gd name="T11" fmla="*/ 16 h 24"/>
                  <a:gd name="T12" fmla="*/ 21 w 26"/>
                  <a:gd name="T13" fmla="*/ 15 h 24"/>
                  <a:gd name="T14" fmla="*/ 17 w 26"/>
                  <a:gd name="T15" fmla="*/ 20 h 24"/>
                  <a:gd name="T16" fmla="*/ 21 w 26"/>
                  <a:gd name="T17" fmla="*/ 24 h 24"/>
                  <a:gd name="T18" fmla="*/ 26 w 26"/>
                  <a:gd name="T19" fmla="*/ 20 h 24"/>
                  <a:gd name="T20" fmla="*/ 26 w 26"/>
                  <a:gd name="T21" fmla="*/ 20 h 24"/>
                  <a:gd name="T22" fmla="*/ 26 w 26"/>
                  <a:gd name="T23" fmla="*/ 20 h 24"/>
                  <a:gd name="T24" fmla="*/ 26 w 26"/>
                  <a:gd name="T25" fmla="*/ 6 h 24"/>
                  <a:gd name="T26" fmla="*/ 26 w 26"/>
                  <a:gd name="T27" fmla="*/ 0 h 24"/>
                  <a:gd name="T28" fmla="*/ 23 w 26"/>
                  <a:gd name="T29" fmla="*/ 0 h 24"/>
                  <a:gd name="T30" fmla="*/ 9 w 26"/>
                  <a:gd name="T31" fmla="*/ 0 h 24"/>
                  <a:gd name="T32" fmla="*/ 6 w 26"/>
                  <a:gd name="T33" fmla="*/ 0 h 24"/>
                  <a:gd name="T34" fmla="*/ 6 w 26"/>
                  <a:gd name="T35" fmla="*/ 6 h 24"/>
                  <a:gd name="T36" fmla="*/ 6 w 26"/>
                  <a:gd name="T37" fmla="*/ 16 h 24"/>
                  <a:gd name="T38" fmla="*/ 5 w 26"/>
                  <a:gd name="T39" fmla="*/ 15 h 24"/>
                  <a:gd name="T40" fmla="*/ 0 w 26"/>
                  <a:gd name="T41" fmla="*/ 20 h 24"/>
                  <a:gd name="T42" fmla="*/ 5 w 26"/>
                  <a:gd name="T43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6" h="24">
                    <a:moveTo>
                      <a:pt x="5" y="24"/>
                    </a:moveTo>
                    <a:cubicBezTo>
                      <a:pt x="7" y="24"/>
                      <a:pt x="9" y="22"/>
                      <a:pt x="9" y="20"/>
                    </a:cubicBezTo>
                    <a:cubicBezTo>
                      <a:pt x="9" y="20"/>
                      <a:pt x="9" y="20"/>
                      <a:pt x="9" y="20"/>
                    </a:cubicBezTo>
                    <a:cubicBezTo>
                      <a:pt x="9" y="6"/>
                      <a:pt x="9" y="6"/>
                      <a:pt x="9" y="6"/>
                    </a:cubicBezTo>
                    <a:cubicBezTo>
                      <a:pt x="23" y="6"/>
                      <a:pt x="23" y="6"/>
                      <a:pt x="23" y="6"/>
                    </a:cubicBezTo>
                    <a:cubicBezTo>
                      <a:pt x="23" y="16"/>
                      <a:pt x="23" y="16"/>
                      <a:pt x="23" y="16"/>
                    </a:cubicBezTo>
                    <a:cubicBezTo>
                      <a:pt x="23" y="16"/>
                      <a:pt x="22" y="15"/>
                      <a:pt x="21" y="15"/>
                    </a:cubicBezTo>
                    <a:cubicBezTo>
                      <a:pt x="19" y="15"/>
                      <a:pt x="17" y="17"/>
                      <a:pt x="17" y="20"/>
                    </a:cubicBezTo>
                    <a:cubicBezTo>
                      <a:pt x="17" y="22"/>
                      <a:pt x="19" y="24"/>
                      <a:pt x="21" y="24"/>
                    </a:cubicBezTo>
                    <a:cubicBezTo>
                      <a:pt x="24" y="24"/>
                      <a:pt x="26" y="22"/>
                      <a:pt x="26" y="20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26" y="6"/>
                      <a:pt x="26" y="6"/>
                      <a:pt x="26" y="6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6"/>
                      <a:pt x="6" y="6"/>
                      <a:pt x="6" y="6"/>
                    </a:cubicBezTo>
                    <a:cubicBezTo>
                      <a:pt x="6" y="16"/>
                      <a:pt x="6" y="16"/>
                      <a:pt x="6" y="16"/>
                    </a:cubicBezTo>
                    <a:cubicBezTo>
                      <a:pt x="6" y="16"/>
                      <a:pt x="5" y="15"/>
                      <a:pt x="5" y="15"/>
                    </a:cubicBezTo>
                    <a:cubicBezTo>
                      <a:pt x="2" y="15"/>
                      <a:pt x="0" y="17"/>
                      <a:pt x="0" y="20"/>
                    </a:cubicBezTo>
                    <a:cubicBezTo>
                      <a:pt x="0" y="22"/>
                      <a:pt x="2" y="24"/>
                      <a:pt x="5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9" name="Freeform: Shape 195"/>
              <p:cNvSpPr>
                <a:spLocks/>
              </p:cNvSpPr>
              <p:nvPr/>
            </p:nvSpPr>
            <p:spPr bwMode="auto">
              <a:xfrm>
                <a:off x="2652686" y="2010199"/>
                <a:ext cx="133570" cy="123767"/>
              </a:xfrm>
              <a:custGeom>
                <a:avLst/>
                <a:gdLst>
                  <a:gd name="T0" fmla="*/ 5 w 30"/>
                  <a:gd name="T1" fmla="*/ 28 h 28"/>
                  <a:gd name="T2" fmla="*/ 10 w 30"/>
                  <a:gd name="T3" fmla="*/ 23 h 28"/>
                  <a:gd name="T4" fmla="*/ 10 w 30"/>
                  <a:gd name="T5" fmla="*/ 23 h 28"/>
                  <a:gd name="T6" fmla="*/ 10 w 30"/>
                  <a:gd name="T7" fmla="*/ 6 h 28"/>
                  <a:gd name="T8" fmla="*/ 27 w 30"/>
                  <a:gd name="T9" fmla="*/ 6 h 28"/>
                  <a:gd name="T10" fmla="*/ 27 w 30"/>
                  <a:gd name="T11" fmla="*/ 18 h 28"/>
                  <a:gd name="T12" fmla="*/ 25 w 30"/>
                  <a:gd name="T13" fmla="*/ 18 h 28"/>
                  <a:gd name="T14" fmla="*/ 20 w 30"/>
                  <a:gd name="T15" fmla="*/ 23 h 28"/>
                  <a:gd name="T16" fmla="*/ 25 w 30"/>
                  <a:gd name="T17" fmla="*/ 28 h 28"/>
                  <a:gd name="T18" fmla="*/ 30 w 30"/>
                  <a:gd name="T19" fmla="*/ 23 h 28"/>
                  <a:gd name="T20" fmla="*/ 30 w 30"/>
                  <a:gd name="T21" fmla="*/ 23 h 28"/>
                  <a:gd name="T22" fmla="*/ 30 w 30"/>
                  <a:gd name="T23" fmla="*/ 23 h 28"/>
                  <a:gd name="T24" fmla="*/ 30 w 30"/>
                  <a:gd name="T25" fmla="*/ 6 h 28"/>
                  <a:gd name="T26" fmla="*/ 30 w 30"/>
                  <a:gd name="T27" fmla="*/ 0 h 28"/>
                  <a:gd name="T28" fmla="*/ 27 w 30"/>
                  <a:gd name="T29" fmla="*/ 0 h 28"/>
                  <a:gd name="T30" fmla="*/ 10 w 30"/>
                  <a:gd name="T31" fmla="*/ 0 h 28"/>
                  <a:gd name="T32" fmla="*/ 7 w 30"/>
                  <a:gd name="T33" fmla="*/ 0 h 28"/>
                  <a:gd name="T34" fmla="*/ 7 w 30"/>
                  <a:gd name="T35" fmla="*/ 6 h 28"/>
                  <a:gd name="T36" fmla="*/ 7 w 30"/>
                  <a:gd name="T37" fmla="*/ 18 h 28"/>
                  <a:gd name="T38" fmla="*/ 5 w 30"/>
                  <a:gd name="T39" fmla="*/ 18 h 28"/>
                  <a:gd name="T40" fmla="*/ 0 w 30"/>
                  <a:gd name="T41" fmla="*/ 23 h 28"/>
                  <a:gd name="T42" fmla="*/ 5 w 30"/>
                  <a:gd name="T43" fmla="*/ 28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0" h="28">
                    <a:moveTo>
                      <a:pt x="5" y="28"/>
                    </a:moveTo>
                    <a:cubicBezTo>
                      <a:pt x="8" y="28"/>
                      <a:pt x="10" y="26"/>
                      <a:pt x="10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27" y="6"/>
                      <a:pt x="27" y="6"/>
                      <a:pt x="27" y="6"/>
                    </a:cubicBezTo>
                    <a:cubicBezTo>
                      <a:pt x="27" y="18"/>
                      <a:pt x="27" y="18"/>
                      <a:pt x="27" y="18"/>
                    </a:cubicBezTo>
                    <a:cubicBezTo>
                      <a:pt x="26" y="18"/>
                      <a:pt x="26" y="18"/>
                      <a:pt x="25" y="18"/>
                    </a:cubicBezTo>
                    <a:cubicBezTo>
                      <a:pt x="22" y="18"/>
                      <a:pt x="20" y="20"/>
                      <a:pt x="20" y="23"/>
                    </a:cubicBezTo>
                    <a:cubicBezTo>
                      <a:pt x="20" y="26"/>
                      <a:pt x="22" y="28"/>
                      <a:pt x="25" y="28"/>
                    </a:cubicBezTo>
                    <a:cubicBezTo>
                      <a:pt x="28" y="28"/>
                      <a:pt x="30" y="26"/>
                      <a:pt x="30" y="23"/>
                    </a:cubicBezTo>
                    <a:cubicBezTo>
                      <a:pt x="30" y="23"/>
                      <a:pt x="30" y="23"/>
                      <a:pt x="30" y="23"/>
                    </a:cubicBezTo>
                    <a:cubicBezTo>
                      <a:pt x="30" y="23"/>
                      <a:pt x="30" y="23"/>
                      <a:pt x="30" y="23"/>
                    </a:cubicBezTo>
                    <a:cubicBezTo>
                      <a:pt x="30" y="6"/>
                      <a:pt x="30" y="6"/>
                      <a:pt x="30" y="6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7" y="6"/>
                      <a:pt x="7" y="6"/>
                      <a:pt x="7" y="6"/>
                    </a:cubicBezTo>
                    <a:cubicBezTo>
                      <a:pt x="7" y="18"/>
                      <a:pt x="7" y="18"/>
                      <a:pt x="7" y="18"/>
                    </a:cubicBezTo>
                    <a:cubicBezTo>
                      <a:pt x="6" y="18"/>
                      <a:pt x="5" y="18"/>
                      <a:pt x="5" y="18"/>
                    </a:cubicBezTo>
                    <a:cubicBezTo>
                      <a:pt x="2" y="18"/>
                      <a:pt x="0" y="20"/>
                      <a:pt x="0" y="23"/>
                    </a:cubicBezTo>
                    <a:cubicBezTo>
                      <a:pt x="0" y="26"/>
                      <a:pt x="2" y="28"/>
                      <a:pt x="5" y="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0" name="Freeform: Shape 196"/>
              <p:cNvSpPr>
                <a:spLocks/>
              </p:cNvSpPr>
              <p:nvPr/>
            </p:nvSpPr>
            <p:spPr bwMode="auto">
              <a:xfrm>
                <a:off x="3615860" y="4155897"/>
                <a:ext cx="79652" cy="101709"/>
              </a:xfrm>
              <a:custGeom>
                <a:avLst/>
                <a:gdLst>
                  <a:gd name="T0" fmla="*/ 0 w 18"/>
                  <a:gd name="T1" fmla="*/ 0 h 23"/>
                  <a:gd name="T2" fmla="*/ 7 w 18"/>
                  <a:gd name="T3" fmla="*/ 23 h 23"/>
                  <a:gd name="T4" fmla="*/ 18 w 18"/>
                  <a:gd name="T5" fmla="*/ 0 h 23"/>
                  <a:gd name="T6" fmla="*/ 0 w 18"/>
                  <a:gd name="T7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8" h="23">
                    <a:moveTo>
                      <a:pt x="0" y="0"/>
                    </a:moveTo>
                    <a:cubicBezTo>
                      <a:pt x="1" y="9"/>
                      <a:pt x="3" y="17"/>
                      <a:pt x="7" y="23"/>
                    </a:cubicBezTo>
                    <a:cubicBezTo>
                      <a:pt x="13" y="17"/>
                      <a:pt x="18" y="9"/>
                      <a:pt x="18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1" name="Freeform: Shape 197"/>
              <p:cNvSpPr>
                <a:spLocks/>
              </p:cNvSpPr>
              <p:nvPr/>
            </p:nvSpPr>
            <p:spPr bwMode="auto">
              <a:xfrm>
                <a:off x="3615860" y="4028454"/>
                <a:ext cx="79652" cy="101709"/>
              </a:xfrm>
              <a:custGeom>
                <a:avLst/>
                <a:gdLst>
                  <a:gd name="T0" fmla="*/ 7 w 18"/>
                  <a:gd name="T1" fmla="*/ 0 h 23"/>
                  <a:gd name="T2" fmla="*/ 0 w 18"/>
                  <a:gd name="T3" fmla="*/ 23 h 23"/>
                  <a:gd name="T4" fmla="*/ 18 w 18"/>
                  <a:gd name="T5" fmla="*/ 23 h 23"/>
                  <a:gd name="T6" fmla="*/ 7 w 18"/>
                  <a:gd name="T7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8" h="23">
                    <a:moveTo>
                      <a:pt x="7" y="0"/>
                    </a:moveTo>
                    <a:cubicBezTo>
                      <a:pt x="3" y="6"/>
                      <a:pt x="1" y="14"/>
                      <a:pt x="0" y="23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8" y="14"/>
                      <a:pt x="13" y="6"/>
                      <a:pt x="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" name="Freeform: Shape 198"/>
              <p:cNvSpPr>
                <a:spLocks/>
              </p:cNvSpPr>
              <p:nvPr/>
            </p:nvSpPr>
            <p:spPr bwMode="auto">
              <a:xfrm>
                <a:off x="3554590" y="3988015"/>
                <a:ext cx="69849" cy="142148"/>
              </a:xfrm>
              <a:custGeom>
                <a:avLst/>
                <a:gdLst>
                  <a:gd name="T0" fmla="*/ 0 w 16"/>
                  <a:gd name="T1" fmla="*/ 0 h 32"/>
                  <a:gd name="T2" fmla="*/ 0 w 16"/>
                  <a:gd name="T3" fmla="*/ 32 h 32"/>
                  <a:gd name="T4" fmla="*/ 8 w 16"/>
                  <a:gd name="T5" fmla="*/ 32 h 32"/>
                  <a:gd name="T6" fmla="*/ 16 w 16"/>
                  <a:gd name="T7" fmla="*/ 5 h 32"/>
                  <a:gd name="T8" fmla="*/ 0 w 16"/>
                  <a:gd name="T9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32">
                    <a:moveTo>
                      <a:pt x="0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8" y="32"/>
                      <a:pt x="8" y="32"/>
                      <a:pt x="8" y="32"/>
                    </a:cubicBezTo>
                    <a:cubicBezTo>
                      <a:pt x="9" y="21"/>
                      <a:pt x="12" y="12"/>
                      <a:pt x="16" y="5"/>
                    </a:cubicBezTo>
                    <a:cubicBezTo>
                      <a:pt x="12" y="2"/>
                      <a:pt x="6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" name="Freeform: Shape 199"/>
              <p:cNvSpPr>
                <a:spLocks/>
              </p:cNvSpPr>
              <p:nvPr/>
            </p:nvSpPr>
            <p:spPr bwMode="auto">
              <a:xfrm>
                <a:off x="3456557" y="4155897"/>
                <a:ext cx="71074" cy="142148"/>
              </a:xfrm>
              <a:custGeom>
                <a:avLst/>
                <a:gdLst>
                  <a:gd name="T0" fmla="*/ 16 w 16"/>
                  <a:gd name="T1" fmla="*/ 32 h 32"/>
                  <a:gd name="T2" fmla="*/ 16 w 16"/>
                  <a:gd name="T3" fmla="*/ 0 h 32"/>
                  <a:gd name="T4" fmla="*/ 8 w 16"/>
                  <a:gd name="T5" fmla="*/ 0 h 32"/>
                  <a:gd name="T6" fmla="*/ 0 w 16"/>
                  <a:gd name="T7" fmla="*/ 27 h 32"/>
                  <a:gd name="T8" fmla="*/ 16 w 16"/>
                  <a:gd name="T9" fmla="*/ 3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32">
                    <a:moveTo>
                      <a:pt x="16" y="32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7" y="11"/>
                      <a:pt x="4" y="20"/>
                      <a:pt x="0" y="27"/>
                    </a:cubicBezTo>
                    <a:cubicBezTo>
                      <a:pt x="5" y="30"/>
                      <a:pt x="10" y="32"/>
                      <a:pt x="16" y="3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" name="Freeform: Shape 200"/>
              <p:cNvSpPr>
                <a:spLocks/>
              </p:cNvSpPr>
              <p:nvPr/>
            </p:nvSpPr>
            <p:spPr bwMode="auto">
              <a:xfrm>
                <a:off x="3456557" y="3988015"/>
                <a:ext cx="71074" cy="142148"/>
              </a:xfrm>
              <a:custGeom>
                <a:avLst/>
                <a:gdLst>
                  <a:gd name="T0" fmla="*/ 8 w 16"/>
                  <a:gd name="T1" fmla="*/ 32 h 32"/>
                  <a:gd name="T2" fmla="*/ 16 w 16"/>
                  <a:gd name="T3" fmla="*/ 32 h 32"/>
                  <a:gd name="T4" fmla="*/ 16 w 16"/>
                  <a:gd name="T5" fmla="*/ 0 h 32"/>
                  <a:gd name="T6" fmla="*/ 0 w 16"/>
                  <a:gd name="T7" fmla="*/ 6 h 32"/>
                  <a:gd name="T8" fmla="*/ 8 w 16"/>
                  <a:gd name="T9" fmla="*/ 3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32">
                    <a:moveTo>
                      <a:pt x="8" y="32"/>
                    </a:move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0" y="0"/>
                      <a:pt x="5" y="2"/>
                      <a:pt x="0" y="6"/>
                    </a:cubicBezTo>
                    <a:cubicBezTo>
                      <a:pt x="4" y="12"/>
                      <a:pt x="7" y="21"/>
                      <a:pt x="8" y="3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" name="Freeform: Shape 201"/>
              <p:cNvSpPr>
                <a:spLocks/>
              </p:cNvSpPr>
              <p:nvPr/>
            </p:nvSpPr>
            <p:spPr bwMode="auto">
              <a:xfrm>
                <a:off x="3386708" y="4155897"/>
                <a:ext cx="79652" cy="101709"/>
              </a:xfrm>
              <a:custGeom>
                <a:avLst/>
                <a:gdLst>
                  <a:gd name="T0" fmla="*/ 11 w 18"/>
                  <a:gd name="T1" fmla="*/ 23 h 23"/>
                  <a:gd name="T2" fmla="*/ 18 w 18"/>
                  <a:gd name="T3" fmla="*/ 0 h 23"/>
                  <a:gd name="T4" fmla="*/ 0 w 18"/>
                  <a:gd name="T5" fmla="*/ 0 h 23"/>
                  <a:gd name="T6" fmla="*/ 11 w 18"/>
                  <a:gd name="T7" fmla="*/ 2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8" h="23">
                    <a:moveTo>
                      <a:pt x="11" y="23"/>
                    </a:moveTo>
                    <a:cubicBezTo>
                      <a:pt x="15" y="17"/>
                      <a:pt x="18" y="9"/>
                      <a:pt x="1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9"/>
                      <a:pt x="5" y="17"/>
                      <a:pt x="11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" name="Freeform: Shape 202"/>
              <p:cNvSpPr>
                <a:spLocks/>
              </p:cNvSpPr>
              <p:nvPr/>
            </p:nvSpPr>
            <p:spPr bwMode="auto">
              <a:xfrm>
                <a:off x="3386708" y="4028454"/>
                <a:ext cx="79652" cy="101709"/>
              </a:xfrm>
              <a:custGeom>
                <a:avLst/>
                <a:gdLst>
                  <a:gd name="T0" fmla="*/ 11 w 18"/>
                  <a:gd name="T1" fmla="*/ 0 h 23"/>
                  <a:gd name="T2" fmla="*/ 0 w 18"/>
                  <a:gd name="T3" fmla="*/ 23 h 23"/>
                  <a:gd name="T4" fmla="*/ 18 w 18"/>
                  <a:gd name="T5" fmla="*/ 23 h 23"/>
                  <a:gd name="T6" fmla="*/ 11 w 18"/>
                  <a:gd name="T7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8" h="23">
                    <a:moveTo>
                      <a:pt x="11" y="0"/>
                    </a:moveTo>
                    <a:cubicBezTo>
                      <a:pt x="5" y="6"/>
                      <a:pt x="1" y="14"/>
                      <a:pt x="0" y="23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8" y="14"/>
                      <a:pt x="15" y="6"/>
                      <a:pt x="1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" name="Freeform: Shape 203"/>
              <p:cNvSpPr>
                <a:spLocks/>
              </p:cNvSpPr>
              <p:nvPr/>
            </p:nvSpPr>
            <p:spPr bwMode="auto">
              <a:xfrm>
                <a:off x="3554590" y="4155897"/>
                <a:ext cx="69849" cy="142148"/>
              </a:xfrm>
              <a:custGeom>
                <a:avLst/>
                <a:gdLst>
                  <a:gd name="T0" fmla="*/ 0 w 16"/>
                  <a:gd name="T1" fmla="*/ 32 h 32"/>
                  <a:gd name="T2" fmla="*/ 16 w 16"/>
                  <a:gd name="T3" fmla="*/ 27 h 32"/>
                  <a:gd name="T4" fmla="*/ 8 w 16"/>
                  <a:gd name="T5" fmla="*/ 0 h 32"/>
                  <a:gd name="T6" fmla="*/ 0 w 16"/>
                  <a:gd name="T7" fmla="*/ 0 h 32"/>
                  <a:gd name="T8" fmla="*/ 0 w 16"/>
                  <a:gd name="T9" fmla="*/ 3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32">
                    <a:moveTo>
                      <a:pt x="0" y="32"/>
                    </a:moveTo>
                    <a:cubicBezTo>
                      <a:pt x="6" y="32"/>
                      <a:pt x="12" y="30"/>
                      <a:pt x="16" y="27"/>
                    </a:cubicBezTo>
                    <a:cubicBezTo>
                      <a:pt x="12" y="20"/>
                      <a:pt x="9" y="11"/>
                      <a:pt x="8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" name="Freeform: Shape 204"/>
              <p:cNvSpPr>
                <a:spLocks/>
              </p:cNvSpPr>
              <p:nvPr/>
            </p:nvSpPr>
            <p:spPr bwMode="auto">
              <a:xfrm>
                <a:off x="3152654" y="3882630"/>
                <a:ext cx="207095" cy="198517"/>
              </a:xfrm>
              <a:custGeom>
                <a:avLst/>
                <a:gdLst>
                  <a:gd name="T0" fmla="*/ 34 w 47"/>
                  <a:gd name="T1" fmla="*/ 27 h 45"/>
                  <a:gd name="T2" fmla="*/ 32 w 47"/>
                  <a:gd name="T3" fmla="*/ 5 h 45"/>
                  <a:gd name="T4" fmla="*/ 19 w 47"/>
                  <a:gd name="T5" fmla="*/ 0 h 45"/>
                  <a:gd name="T6" fmla="*/ 19 w 47"/>
                  <a:gd name="T7" fmla="*/ 15 h 45"/>
                  <a:gd name="T8" fmla="*/ 30 w 47"/>
                  <a:gd name="T9" fmla="*/ 15 h 45"/>
                  <a:gd name="T10" fmla="*/ 30 w 47"/>
                  <a:gd name="T11" fmla="*/ 21 h 45"/>
                  <a:gd name="T12" fmla="*/ 30 w 47"/>
                  <a:gd name="T13" fmla="*/ 21 h 45"/>
                  <a:gd name="T14" fmla="*/ 30 w 47"/>
                  <a:gd name="T15" fmla="*/ 21 h 45"/>
                  <a:gd name="T16" fmla="*/ 19 w 47"/>
                  <a:gd name="T17" fmla="*/ 21 h 45"/>
                  <a:gd name="T18" fmla="*/ 19 w 47"/>
                  <a:gd name="T19" fmla="*/ 36 h 45"/>
                  <a:gd name="T20" fmla="*/ 28 w 47"/>
                  <a:gd name="T21" fmla="*/ 33 h 45"/>
                  <a:gd name="T22" fmla="*/ 41 w 47"/>
                  <a:gd name="T23" fmla="*/ 45 h 45"/>
                  <a:gd name="T24" fmla="*/ 47 w 47"/>
                  <a:gd name="T25" fmla="*/ 40 h 45"/>
                  <a:gd name="T26" fmla="*/ 34 w 47"/>
                  <a:gd name="T27" fmla="*/ 27 h 45"/>
                  <a:gd name="T28" fmla="*/ 19 w 47"/>
                  <a:gd name="T29" fmla="*/ 0 h 45"/>
                  <a:gd name="T30" fmla="*/ 7 w 47"/>
                  <a:gd name="T31" fmla="*/ 5 h 45"/>
                  <a:gd name="T32" fmla="*/ 7 w 47"/>
                  <a:gd name="T33" fmla="*/ 30 h 45"/>
                  <a:gd name="T34" fmla="*/ 19 w 47"/>
                  <a:gd name="T35" fmla="*/ 36 h 45"/>
                  <a:gd name="T36" fmla="*/ 19 w 47"/>
                  <a:gd name="T37" fmla="*/ 21 h 45"/>
                  <a:gd name="T38" fmla="*/ 8 w 47"/>
                  <a:gd name="T39" fmla="*/ 21 h 45"/>
                  <a:gd name="T40" fmla="*/ 8 w 47"/>
                  <a:gd name="T41" fmla="*/ 15 h 45"/>
                  <a:gd name="T42" fmla="*/ 19 w 47"/>
                  <a:gd name="T43" fmla="*/ 15 h 45"/>
                  <a:gd name="T44" fmla="*/ 19 w 47"/>
                  <a:gd name="T45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7" h="45">
                    <a:moveTo>
                      <a:pt x="34" y="27"/>
                    </a:moveTo>
                    <a:cubicBezTo>
                      <a:pt x="38" y="20"/>
                      <a:pt x="38" y="11"/>
                      <a:pt x="32" y="5"/>
                    </a:cubicBezTo>
                    <a:cubicBezTo>
                      <a:pt x="28" y="2"/>
                      <a:pt x="24" y="0"/>
                      <a:pt x="19" y="0"/>
                    </a:cubicBezTo>
                    <a:cubicBezTo>
                      <a:pt x="19" y="15"/>
                      <a:pt x="19" y="15"/>
                      <a:pt x="19" y="15"/>
                    </a:cubicBezTo>
                    <a:cubicBezTo>
                      <a:pt x="30" y="15"/>
                      <a:pt x="30" y="15"/>
                      <a:pt x="30" y="15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9" y="36"/>
                      <a:pt x="19" y="36"/>
                      <a:pt x="19" y="36"/>
                    </a:cubicBezTo>
                    <a:cubicBezTo>
                      <a:pt x="22" y="36"/>
                      <a:pt x="26" y="35"/>
                      <a:pt x="28" y="33"/>
                    </a:cubicBezTo>
                    <a:cubicBezTo>
                      <a:pt x="41" y="45"/>
                      <a:pt x="41" y="45"/>
                      <a:pt x="41" y="45"/>
                    </a:cubicBezTo>
                    <a:cubicBezTo>
                      <a:pt x="47" y="40"/>
                      <a:pt x="47" y="40"/>
                      <a:pt x="47" y="40"/>
                    </a:cubicBezTo>
                    <a:lnTo>
                      <a:pt x="34" y="27"/>
                    </a:lnTo>
                    <a:close/>
                    <a:moveTo>
                      <a:pt x="19" y="0"/>
                    </a:moveTo>
                    <a:cubicBezTo>
                      <a:pt x="15" y="0"/>
                      <a:pt x="10" y="2"/>
                      <a:pt x="7" y="5"/>
                    </a:cubicBezTo>
                    <a:cubicBezTo>
                      <a:pt x="0" y="12"/>
                      <a:pt x="0" y="23"/>
                      <a:pt x="7" y="30"/>
                    </a:cubicBezTo>
                    <a:cubicBezTo>
                      <a:pt x="10" y="34"/>
                      <a:pt x="15" y="36"/>
                      <a:pt x="19" y="36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8" y="21"/>
                      <a:pt x="8" y="21"/>
                      <a:pt x="8" y="21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19" y="15"/>
                      <a:pt x="19" y="15"/>
                      <a:pt x="19" y="15"/>
                    </a:cubicBezTo>
                    <a:lnTo>
                      <a:pt x="19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" name="Rectangle 205"/>
              <p:cNvSpPr>
                <a:spLocks/>
              </p:cNvSpPr>
              <p:nvPr/>
            </p:nvSpPr>
            <p:spPr bwMode="auto">
              <a:xfrm>
                <a:off x="4221214" y="4266184"/>
                <a:ext cx="30635" cy="21689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0" name="Rectangle 206"/>
              <p:cNvSpPr>
                <a:spLocks/>
              </p:cNvSpPr>
              <p:nvPr/>
            </p:nvSpPr>
            <p:spPr bwMode="auto">
              <a:xfrm>
                <a:off x="4172198" y="4386274"/>
                <a:ext cx="35537" cy="9680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1" name="Rectangle 207"/>
              <p:cNvSpPr>
                <a:spLocks/>
              </p:cNvSpPr>
              <p:nvPr/>
            </p:nvSpPr>
            <p:spPr bwMode="auto">
              <a:xfrm>
                <a:off x="4128083" y="4298045"/>
                <a:ext cx="30635" cy="18503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2" name="Rectangle 208"/>
              <p:cNvSpPr>
                <a:spLocks/>
              </p:cNvSpPr>
              <p:nvPr/>
            </p:nvSpPr>
            <p:spPr bwMode="auto">
              <a:xfrm>
                <a:off x="4079066" y="4354414"/>
                <a:ext cx="31861" cy="12866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3" name="Rectangle 209"/>
              <p:cNvSpPr>
                <a:spLocks/>
              </p:cNvSpPr>
              <p:nvPr/>
            </p:nvSpPr>
            <p:spPr bwMode="auto">
              <a:xfrm>
                <a:off x="4031275" y="4337258"/>
                <a:ext cx="35537" cy="145824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4" name="Rectangle 210"/>
              <p:cNvSpPr>
                <a:spLocks/>
              </p:cNvSpPr>
              <p:nvPr/>
            </p:nvSpPr>
            <p:spPr bwMode="auto">
              <a:xfrm>
                <a:off x="4221214" y="4244126"/>
                <a:ext cx="30635" cy="1348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5" name="Rectangle 211"/>
              <p:cNvSpPr>
                <a:spLocks/>
              </p:cNvSpPr>
              <p:nvPr/>
            </p:nvSpPr>
            <p:spPr bwMode="auto">
              <a:xfrm>
                <a:off x="4128083" y="4275987"/>
                <a:ext cx="30635" cy="17156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6" name="Rectangle 212"/>
              <p:cNvSpPr>
                <a:spLocks/>
              </p:cNvSpPr>
              <p:nvPr/>
            </p:nvSpPr>
            <p:spPr bwMode="auto">
              <a:xfrm>
                <a:off x="4079066" y="4332356"/>
                <a:ext cx="31861" cy="18381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7" name="Rectangle 213"/>
              <p:cNvSpPr>
                <a:spLocks/>
              </p:cNvSpPr>
              <p:nvPr/>
            </p:nvSpPr>
            <p:spPr bwMode="auto">
              <a:xfrm>
                <a:off x="4031275" y="4315200"/>
                <a:ext cx="35537" cy="1348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8" name="Rectangle 214"/>
              <p:cNvSpPr>
                <a:spLocks/>
              </p:cNvSpPr>
              <p:nvPr/>
            </p:nvSpPr>
            <p:spPr bwMode="auto">
              <a:xfrm>
                <a:off x="4172198" y="4359315"/>
                <a:ext cx="35537" cy="17156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9" name="Freeform: Shape 215"/>
              <p:cNvSpPr>
                <a:spLocks/>
              </p:cNvSpPr>
              <p:nvPr/>
            </p:nvSpPr>
            <p:spPr bwMode="auto">
              <a:xfrm>
                <a:off x="4901318" y="4345836"/>
                <a:ext cx="286747" cy="132345"/>
              </a:xfrm>
              <a:custGeom>
                <a:avLst/>
                <a:gdLst>
                  <a:gd name="T0" fmla="*/ 209 w 234"/>
                  <a:gd name="T1" fmla="*/ 15 h 108"/>
                  <a:gd name="T2" fmla="*/ 191 w 234"/>
                  <a:gd name="T3" fmla="*/ 108 h 108"/>
                  <a:gd name="T4" fmla="*/ 198 w 234"/>
                  <a:gd name="T5" fmla="*/ 15 h 108"/>
                  <a:gd name="T6" fmla="*/ 202 w 234"/>
                  <a:gd name="T7" fmla="*/ 47 h 108"/>
                  <a:gd name="T8" fmla="*/ 191 w 234"/>
                  <a:gd name="T9" fmla="*/ 76 h 108"/>
                  <a:gd name="T10" fmla="*/ 176 w 234"/>
                  <a:gd name="T11" fmla="*/ 108 h 108"/>
                  <a:gd name="T12" fmla="*/ 176 w 234"/>
                  <a:gd name="T13" fmla="*/ 108 h 108"/>
                  <a:gd name="T14" fmla="*/ 187 w 234"/>
                  <a:gd name="T15" fmla="*/ 36 h 108"/>
                  <a:gd name="T16" fmla="*/ 180 w 234"/>
                  <a:gd name="T17" fmla="*/ 65 h 108"/>
                  <a:gd name="T18" fmla="*/ 176 w 234"/>
                  <a:gd name="T19" fmla="*/ 108 h 108"/>
                  <a:gd name="T20" fmla="*/ 176 w 234"/>
                  <a:gd name="T21" fmla="*/ 0 h 108"/>
                  <a:gd name="T22" fmla="*/ 162 w 234"/>
                  <a:gd name="T23" fmla="*/ 65 h 108"/>
                  <a:gd name="T24" fmla="*/ 166 w 234"/>
                  <a:gd name="T25" fmla="*/ 15 h 108"/>
                  <a:gd name="T26" fmla="*/ 162 w 234"/>
                  <a:gd name="T27" fmla="*/ 108 h 108"/>
                  <a:gd name="T28" fmla="*/ 162 w 234"/>
                  <a:gd name="T29" fmla="*/ 0 h 108"/>
                  <a:gd name="T30" fmla="*/ 148 w 234"/>
                  <a:gd name="T31" fmla="*/ 36 h 108"/>
                  <a:gd name="T32" fmla="*/ 151 w 234"/>
                  <a:gd name="T33" fmla="*/ 65 h 108"/>
                  <a:gd name="T34" fmla="*/ 148 w 234"/>
                  <a:gd name="T35" fmla="*/ 108 h 108"/>
                  <a:gd name="T36" fmla="*/ 148 w 234"/>
                  <a:gd name="T37" fmla="*/ 0 h 108"/>
                  <a:gd name="T38" fmla="*/ 129 w 234"/>
                  <a:gd name="T39" fmla="*/ 65 h 108"/>
                  <a:gd name="T40" fmla="*/ 137 w 234"/>
                  <a:gd name="T41" fmla="*/ 15 h 108"/>
                  <a:gd name="T42" fmla="*/ 129 w 234"/>
                  <a:gd name="T43" fmla="*/ 108 h 108"/>
                  <a:gd name="T44" fmla="*/ 129 w 234"/>
                  <a:gd name="T45" fmla="*/ 0 h 108"/>
                  <a:gd name="T46" fmla="*/ 115 w 234"/>
                  <a:gd name="T47" fmla="*/ 36 h 108"/>
                  <a:gd name="T48" fmla="*/ 122 w 234"/>
                  <a:gd name="T49" fmla="*/ 65 h 108"/>
                  <a:gd name="T50" fmla="*/ 115 w 234"/>
                  <a:gd name="T51" fmla="*/ 108 h 108"/>
                  <a:gd name="T52" fmla="*/ 115 w 234"/>
                  <a:gd name="T53" fmla="*/ 0 h 108"/>
                  <a:gd name="T54" fmla="*/ 101 w 234"/>
                  <a:gd name="T55" fmla="*/ 65 h 108"/>
                  <a:gd name="T56" fmla="*/ 104 w 234"/>
                  <a:gd name="T57" fmla="*/ 15 h 108"/>
                  <a:gd name="T58" fmla="*/ 101 w 234"/>
                  <a:gd name="T59" fmla="*/ 108 h 108"/>
                  <a:gd name="T60" fmla="*/ 101 w 234"/>
                  <a:gd name="T61" fmla="*/ 0 h 108"/>
                  <a:gd name="T62" fmla="*/ 86 w 234"/>
                  <a:gd name="T63" fmla="*/ 36 h 108"/>
                  <a:gd name="T64" fmla="*/ 90 w 234"/>
                  <a:gd name="T65" fmla="*/ 65 h 108"/>
                  <a:gd name="T66" fmla="*/ 86 w 234"/>
                  <a:gd name="T67" fmla="*/ 108 h 108"/>
                  <a:gd name="T68" fmla="*/ 86 w 234"/>
                  <a:gd name="T69" fmla="*/ 0 h 108"/>
                  <a:gd name="T70" fmla="*/ 68 w 234"/>
                  <a:gd name="T71" fmla="*/ 65 h 108"/>
                  <a:gd name="T72" fmla="*/ 75 w 234"/>
                  <a:gd name="T73" fmla="*/ 15 h 108"/>
                  <a:gd name="T74" fmla="*/ 68 w 234"/>
                  <a:gd name="T75" fmla="*/ 108 h 108"/>
                  <a:gd name="T76" fmla="*/ 68 w 234"/>
                  <a:gd name="T77" fmla="*/ 0 h 108"/>
                  <a:gd name="T78" fmla="*/ 54 w 234"/>
                  <a:gd name="T79" fmla="*/ 36 h 108"/>
                  <a:gd name="T80" fmla="*/ 61 w 234"/>
                  <a:gd name="T81" fmla="*/ 65 h 108"/>
                  <a:gd name="T82" fmla="*/ 54 w 234"/>
                  <a:gd name="T83" fmla="*/ 108 h 108"/>
                  <a:gd name="T84" fmla="*/ 54 w 234"/>
                  <a:gd name="T85" fmla="*/ 0 h 108"/>
                  <a:gd name="T86" fmla="*/ 39 w 234"/>
                  <a:gd name="T87" fmla="*/ 65 h 108"/>
                  <a:gd name="T88" fmla="*/ 43 w 234"/>
                  <a:gd name="T89" fmla="*/ 15 h 108"/>
                  <a:gd name="T90" fmla="*/ 39 w 234"/>
                  <a:gd name="T91" fmla="*/ 108 h 108"/>
                  <a:gd name="T92" fmla="*/ 39 w 234"/>
                  <a:gd name="T93" fmla="*/ 65 h 108"/>
                  <a:gd name="T94" fmla="*/ 39 w 234"/>
                  <a:gd name="T95" fmla="*/ 0 h 108"/>
                  <a:gd name="T96" fmla="*/ 25 w 234"/>
                  <a:gd name="T97" fmla="*/ 36 h 108"/>
                  <a:gd name="T98" fmla="*/ 14 w 234"/>
                  <a:gd name="T99" fmla="*/ 36 h 108"/>
                  <a:gd name="T100" fmla="*/ 0 w 234"/>
                  <a:gd name="T101" fmla="*/ 0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234" h="108">
                    <a:moveTo>
                      <a:pt x="209" y="108"/>
                    </a:moveTo>
                    <a:lnTo>
                      <a:pt x="234" y="108"/>
                    </a:lnTo>
                    <a:lnTo>
                      <a:pt x="234" y="0"/>
                    </a:lnTo>
                    <a:lnTo>
                      <a:pt x="209" y="0"/>
                    </a:lnTo>
                    <a:lnTo>
                      <a:pt x="209" y="15"/>
                    </a:lnTo>
                    <a:lnTo>
                      <a:pt x="216" y="15"/>
                    </a:lnTo>
                    <a:lnTo>
                      <a:pt x="216" y="36"/>
                    </a:lnTo>
                    <a:lnTo>
                      <a:pt x="209" y="36"/>
                    </a:lnTo>
                    <a:lnTo>
                      <a:pt x="209" y="108"/>
                    </a:lnTo>
                    <a:close/>
                    <a:moveTo>
                      <a:pt x="191" y="108"/>
                    </a:moveTo>
                    <a:lnTo>
                      <a:pt x="209" y="108"/>
                    </a:lnTo>
                    <a:lnTo>
                      <a:pt x="209" y="36"/>
                    </a:lnTo>
                    <a:lnTo>
                      <a:pt x="198" y="36"/>
                    </a:lnTo>
                    <a:lnTo>
                      <a:pt x="198" y="15"/>
                    </a:lnTo>
                    <a:lnTo>
                      <a:pt x="198" y="15"/>
                    </a:lnTo>
                    <a:lnTo>
                      <a:pt x="209" y="15"/>
                    </a:lnTo>
                    <a:lnTo>
                      <a:pt x="209" y="0"/>
                    </a:lnTo>
                    <a:lnTo>
                      <a:pt x="191" y="0"/>
                    </a:lnTo>
                    <a:lnTo>
                      <a:pt x="191" y="47"/>
                    </a:lnTo>
                    <a:lnTo>
                      <a:pt x="202" y="47"/>
                    </a:lnTo>
                    <a:lnTo>
                      <a:pt x="202" y="65"/>
                    </a:lnTo>
                    <a:lnTo>
                      <a:pt x="202" y="65"/>
                    </a:lnTo>
                    <a:lnTo>
                      <a:pt x="191" y="65"/>
                    </a:lnTo>
                    <a:lnTo>
                      <a:pt x="191" y="76"/>
                    </a:lnTo>
                    <a:lnTo>
                      <a:pt x="191" y="76"/>
                    </a:lnTo>
                    <a:lnTo>
                      <a:pt x="191" y="98"/>
                    </a:lnTo>
                    <a:lnTo>
                      <a:pt x="191" y="98"/>
                    </a:lnTo>
                    <a:lnTo>
                      <a:pt x="191" y="98"/>
                    </a:lnTo>
                    <a:lnTo>
                      <a:pt x="191" y="108"/>
                    </a:lnTo>
                    <a:close/>
                    <a:moveTo>
                      <a:pt x="176" y="108"/>
                    </a:moveTo>
                    <a:lnTo>
                      <a:pt x="191" y="108"/>
                    </a:lnTo>
                    <a:lnTo>
                      <a:pt x="191" y="98"/>
                    </a:lnTo>
                    <a:lnTo>
                      <a:pt x="176" y="98"/>
                    </a:lnTo>
                    <a:lnTo>
                      <a:pt x="176" y="108"/>
                    </a:lnTo>
                    <a:lnTo>
                      <a:pt x="176" y="108"/>
                    </a:lnTo>
                    <a:close/>
                    <a:moveTo>
                      <a:pt x="191" y="0"/>
                    </a:moveTo>
                    <a:lnTo>
                      <a:pt x="176" y="0"/>
                    </a:lnTo>
                    <a:lnTo>
                      <a:pt x="176" y="15"/>
                    </a:lnTo>
                    <a:lnTo>
                      <a:pt x="187" y="15"/>
                    </a:lnTo>
                    <a:lnTo>
                      <a:pt x="187" y="36"/>
                    </a:lnTo>
                    <a:lnTo>
                      <a:pt x="176" y="36"/>
                    </a:lnTo>
                    <a:lnTo>
                      <a:pt x="176" y="76"/>
                    </a:lnTo>
                    <a:lnTo>
                      <a:pt x="191" y="76"/>
                    </a:lnTo>
                    <a:lnTo>
                      <a:pt x="191" y="65"/>
                    </a:lnTo>
                    <a:lnTo>
                      <a:pt x="180" y="65"/>
                    </a:lnTo>
                    <a:lnTo>
                      <a:pt x="180" y="47"/>
                    </a:lnTo>
                    <a:lnTo>
                      <a:pt x="191" y="47"/>
                    </a:lnTo>
                    <a:lnTo>
                      <a:pt x="191" y="0"/>
                    </a:lnTo>
                    <a:close/>
                    <a:moveTo>
                      <a:pt x="162" y="108"/>
                    </a:moveTo>
                    <a:lnTo>
                      <a:pt x="176" y="108"/>
                    </a:lnTo>
                    <a:lnTo>
                      <a:pt x="176" y="98"/>
                    </a:lnTo>
                    <a:lnTo>
                      <a:pt x="162" y="98"/>
                    </a:lnTo>
                    <a:lnTo>
                      <a:pt x="162" y="108"/>
                    </a:lnTo>
                    <a:lnTo>
                      <a:pt x="162" y="108"/>
                    </a:lnTo>
                    <a:close/>
                    <a:moveTo>
                      <a:pt x="176" y="0"/>
                    </a:moveTo>
                    <a:lnTo>
                      <a:pt x="162" y="0"/>
                    </a:lnTo>
                    <a:lnTo>
                      <a:pt x="162" y="47"/>
                    </a:lnTo>
                    <a:lnTo>
                      <a:pt x="173" y="47"/>
                    </a:lnTo>
                    <a:lnTo>
                      <a:pt x="173" y="65"/>
                    </a:lnTo>
                    <a:lnTo>
                      <a:pt x="162" y="65"/>
                    </a:lnTo>
                    <a:lnTo>
                      <a:pt x="162" y="76"/>
                    </a:lnTo>
                    <a:lnTo>
                      <a:pt x="176" y="76"/>
                    </a:lnTo>
                    <a:lnTo>
                      <a:pt x="176" y="36"/>
                    </a:lnTo>
                    <a:lnTo>
                      <a:pt x="166" y="36"/>
                    </a:lnTo>
                    <a:lnTo>
                      <a:pt x="166" y="15"/>
                    </a:lnTo>
                    <a:lnTo>
                      <a:pt x="166" y="15"/>
                    </a:lnTo>
                    <a:lnTo>
                      <a:pt x="176" y="15"/>
                    </a:lnTo>
                    <a:lnTo>
                      <a:pt x="176" y="0"/>
                    </a:lnTo>
                    <a:close/>
                    <a:moveTo>
                      <a:pt x="148" y="108"/>
                    </a:moveTo>
                    <a:lnTo>
                      <a:pt x="162" y="108"/>
                    </a:lnTo>
                    <a:lnTo>
                      <a:pt x="162" y="98"/>
                    </a:lnTo>
                    <a:lnTo>
                      <a:pt x="148" y="98"/>
                    </a:lnTo>
                    <a:lnTo>
                      <a:pt x="148" y="108"/>
                    </a:lnTo>
                    <a:lnTo>
                      <a:pt x="148" y="108"/>
                    </a:lnTo>
                    <a:close/>
                    <a:moveTo>
                      <a:pt x="162" y="0"/>
                    </a:moveTo>
                    <a:lnTo>
                      <a:pt x="148" y="0"/>
                    </a:lnTo>
                    <a:lnTo>
                      <a:pt x="148" y="15"/>
                    </a:lnTo>
                    <a:lnTo>
                      <a:pt x="155" y="15"/>
                    </a:lnTo>
                    <a:lnTo>
                      <a:pt x="155" y="36"/>
                    </a:lnTo>
                    <a:lnTo>
                      <a:pt x="148" y="36"/>
                    </a:lnTo>
                    <a:lnTo>
                      <a:pt x="148" y="76"/>
                    </a:lnTo>
                    <a:lnTo>
                      <a:pt x="162" y="76"/>
                    </a:lnTo>
                    <a:lnTo>
                      <a:pt x="162" y="65"/>
                    </a:lnTo>
                    <a:lnTo>
                      <a:pt x="151" y="65"/>
                    </a:lnTo>
                    <a:lnTo>
                      <a:pt x="151" y="65"/>
                    </a:lnTo>
                    <a:lnTo>
                      <a:pt x="151" y="47"/>
                    </a:lnTo>
                    <a:lnTo>
                      <a:pt x="162" y="47"/>
                    </a:lnTo>
                    <a:lnTo>
                      <a:pt x="162" y="0"/>
                    </a:lnTo>
                    <a:close/>
                    <a:moveTo>
                      <a:pt x="129" y="108"/>
                    </a:moveTo>
                    <a:lnTo>
                      <a:pt x="148" y="108"/>
                    </a:lnTo>
                    <a:lnTo>
                      <a:pt x="148" y="98"/>
                    </a:lnTo>
                    <a:lnTo>
                      <a:pt x="129" y="98"/>
                    </a:lnTo>
                    <a:lnTo>
                      <a:pt x="129" y="108"/>
                    </a:lnTo>
                    <a:lnTo>
                      <a:pt x="129" y="108"/>
                    </a:lnTo>
                    <a:close/>
                    <a:moveTo>
                      <a:pt x="148" y="0"/>
                    </a:moveTo>
                    <a:lnTo>
                      <a:pt x="129" y="0"/>
                    </a:lnTo>
                    <a:lnTo>
                      <a:pt x="129" y="47"/>
                    </a:lnTo>
                    <a:lnTo>
                      <a:pt x="140" y="47"/>
                    </a:lnTo>
                    <a:lnTo>
                      <a:pt x="140" y="65"/>
                    </a:lnTo>
                    <a:lnTo>
                      <a:pt x="129" y="65"/>
                    </a:lnTo>
                    <a:lnTo>
                      <a:pt x="129" y="76"/>
                    </a:lnTo>
                    <a:lnTo>
                      <a:pt x="148" y="76"/>
                    </a:lnTo>
                    <a:lnTo>
                      <a:pt x="148" y="36"/>
                    </a:lnTo>
                    <a:lnTo>
                      <a:pt x="137" y="36"/>
                    </a:lnTo>
                    <a:lnTo>
                      <a:pt x="137" y="15"/>
                    </a:lnTo>
                    <a:lnTo>
                      <a:pt x="137" y="15"/>
                    </a:lnTo>
                    <a:lnTo>
                      <a:pt x="148" y="15"/>
                    </a:lnTo>
                    <a:lnTo>
                      <a:pt x="148" y="0"/>
                    </a:lnTo>
                    <a:close/>
                    <a:moveTo>
                      <a:pt x="115" y="108"/>
                    </a:moveTo>
                    <a:lnTo>
                      <a:pt x="129" y="108"/>
                    </a:lnTo>
                    <a:lnTo>
                      <a:pt x="129" y="98"/>
                    </a:lnTo>
                    <a:lnTo>
                      <a:pt x="115" y="98"/>
                    </a:lnTo>
                    <a:lnTo>
                      <a:pt x="115" y="108"/>
                    </a:lnTo>
                    <a:lnTo>
                      <a:pt x="115" y="108"/>
                    </a:lnTo>
                    <a:close/>
                    <a:moveTo>
                      <a:pt x="129" y="0"/>
                    </a:moveTo>
                    <a:lnTo>
                      <a:pt x="115" y="0"/>
                    </a:lnTo>
                    <a:lnTo>
                      <a:pt x="115" y="15"/>
                    </a:lnTo>
                    <a:lnTo>
                      <a:pt x="126" y="15"/>
                    </a:lnTo>
                    <a:lnTo>
                      <a:pt x="126" y="36"/>
                    </a:lnTo>
                    <a:lnTo>
                      <a:pt x="115" y="36"/>
                    </a:lnTo>
                    <a:lnTo>
                      <a:pt x="115" y="76"/>
                    </a:lnTo>
                    <a:lnTo>
                      <a:pt x="129" y="76"/>
                    </a:lnTo>
                    <a:lnTo>
                      <a:pt x="129" y="65"/>
                    </a:lnTo>
                    <a:lnTo>
                      <a:pt x="122" y="65"/>
                    </a:lnTo>
                    <a:lnTo>
                      <a:pt x="122" y="65"/>
                    </a:lnTo>
                    <a:lnTo>
                      <a:pt x="122" y="47"/>
                    </a:lnTo>
                    <a:lnTo>
                      <a:pt x="129" y="47"/>
                    </a:lnTo>
                    <a:lnTo>
                      <a:pt x="129" y="0"/>
                    </a:lnTo>
                    <a:close/>
                    <a:moveTo>
                      <a:pt x="101" y="108"/>
                    </a:moveTo>
                    <a:lnTo>
                      <a:pt x="115" y="108"/>
                    </a:lnTo>
                    <a:lnTo>
                      <a:pt x="115" y="98"/>
                    </a:lnTo>
                    <a:lnTo>
                      <a:pt x="101" y="98"/>
                    </a:lnTo>
                    <a:lnTo>
                      <a:pt x="101" y="108"/>
                    </a:lnTo>
                    <a:lnTo>
                      <a:pt x="101" y="108"/>
                    </a:lnTo>
                    <a:close/>
                    <a:moveTo>
                      <a:pt x="115" y="0"/>
                    </a:moveTo>
                    <a:lnTo>
                      <a:pt x="101" y="0"/>
                    </a:lnTo>
                    <a:lnTo>
                      <a:pt x="101" y="47"/>
                    </a:lnTo>
                    <a:lnTo>
                      <a:pt x="111" y="47"/>
                    </a:lnTo>
                    <a:lnTo>
                      <a:pt x="111" y="65"/>
                    </a:lnTo>
                    <a:lnTo>
                      <a:pt x="101" y="65"/>
                    </a:lnTo>
                    <a:lnTo>
                      <a:pt x="101" y="76"/>
                    </a:lnTo>
                    <a:lnTo>
                      <a:pt x="115" y="76"/>
                    </a:lnTo>
                    <a:lnTo>
                      <a:pt x="115" y="36"/>
                    </a:lnTo>
                    <a:lnTo>
                      <a:pt x="104" y="36"/>
                    </a:lnTo>
                    <a:lnTo>
                      <a:pt x="104" y="15"/>
                    </a:lnTo>
                    <a:lnTo>
                      <a:pt x="104" y="15"/>
                    </a:lnTo>
                    <a:lnTo>
                      <a:pt x="115" y="15"/>
                    </a:lnTo>
                    <a:lnTo>
                      <a:pt x="115" y="0"/>
                    </a:lnTo>
                    <a:close/>
                    <a:moveTo>
                      <a:pt x="86" y="108"/>
                    </a:moveTo>
                    <a:lnTo>
                      <a:pt x="101" y="108"/>
                    </a:lnTo>
                    <a:lnTo>
                      <a:pt x="101" y="98"/>
                    </a:lnTo>
                    <a:lnTo>
                      <a:pt x="86" y="98"/>
                    </a:lnTo>
                    <a:lnTo>
                      <a:pt x="86" y="108"/>
                    </a:lnTo>
                    <a:lnTo>
                      <a:pt x="86" y="108"/>
                    </a:lnTo>
                    <a:close/>
                    <a:moveTo>
                      <a:pt x="101" y="0"/>
                    </a:moveTo>
                    <a:lnTo>
                      <a:pt x="86" y="0"/>
                    </a:lnTo>
                    <a:lnTo>
                      <a:pt x="86" y="15"/>
                    </a:lnTo>
                    <a:lnTo>
                      <a:pt x="93" y="15"/>
                    </a:lnTo>
                    <a:lnTo>
                      <a:pt x="93" y="36"/>
                    </a:lnTo>
                    <a:lnTo>
                      <a:pt x="86" y="36"/>
                    </a:lnTo>
                    <a:lnTo>
                      <a:pt x="86" y="76"/>
                    </a:lnTo>
                    <a:lnTo>
                      <a:pt x="101" y="76"/>
                    </a:lnTo>
                    <a:lnTo>
                      <a:pt x="101" y="65"/>
                    </a:lnTo>
                    <a:lnTo>
                      <a:pt x="90" y="65"/>
                    </a:lnTo>
                    <a:lnTo>
                      <a:pt x="90" y="65"/>
                    </a:lnTo>
                    <a:lnTo>
                      <a:pt x="90" y="47"/>
                    </a:lnTo>
                    <a:lnTo>
                      <a:pt x="101" y="47"/>
                    </a:lnTo>
                    <a:lnTo>
                      <a:pt x="101" y="0"/>
                    </a:lnTo>
                    <a:close/>
                    <a:moveTo>
                      <a:pt x="68" y="108"/>
                    </a:moveTo>
                    <a:lnTo>
                      <a:pt x="86" y="108"/>
                    </a:lnTo>
                    <a:lnTo>
                      <a:pt x="86" y="98"/>
                    </a:lnTo>
                    <a:lnTo>
                      <a:pt x="68" y="98"/>
                    </a:lnTo>
                    <a:lnTo>
                      <a:pt x="68" y="108"/>
                    </a:lnTo>
                    <a:lnTo>
                      <a:pt x="68" y="108"/>
                    </a:lnTo>
                    <a:close/>
                    <a:moveTo>
                      <a:pt x="86" y="0"/>
                    </a:moveTo>
                    <a:lnTo>
                      <a:pt x="68" y="0"/>
                    </a:lnTo>
                    <a:lnTo>
                      <a:pt x="68" y="47"/>
                    </a:lnTo>
                    <a:lnTo>
                      <a:pt x="79" y="47"/>
                    </a:lnTo>
                    <a:lnTo>
                      <a:pt x="79" y="65"/>
                    </a:lnTo>
                    <a:lnTo>
                      <a:pt x="68" y="65"/>
                    </a:lnTo>
                    <a:lnTo>
                      <a:pt x="68" y="76"/>
                    </a:lnTo>
                    <a:lnTo>
                      <a:pt x="86" y="76"/>
                    </a:lnTo>
                    <a:lnTo>
                      <a:pt x="86" y="36"/>
                    </a:lnTo>
                    <a:lnTo>
                      <a:pt x="75" y="36"/>
                    </a:lnTo>
                    <a:lnTo>
                      <a:pt x="75" y="15"/>
                    </a:lnTo>
                    <a:lnTo>
                      <a:pt x="75" y="15"/>
                    </a:lnTo>
                    <a:lnTo>
                      <a:pt x="86" y="15"/>
                    </a:lnTo>
                    <a:lnTo>
                      <a:pt x="86" y="0"/>
                    </a:lnTo>
                    <a:close/>
                    <a:moveTo>
                      <a:pt x="54" y="108"/>
                    </a:moveTo>
                    <a:lnTo>
                      <a:pt x="68" y="108"/>
                    </a:lnTo>
                    <a:lnTo>
                      <a:pt x="68" y="98"/>
                    </a:lnTo>
                    <a:lnTo>
                      <a:pt x="54" y="98"/>
                    </a:lnTo>
                    <a:lnTo>
                      <a:pt x="54" y="108"/>
                    </a:lnTo>
                    <a:lnTo>
                      <a:pt x="54" y="108"/>
                    </a:lnTo>
                    <a:close/>
                    <a:moveTo>
                      <a:pt x="68" y="0"/>
                    </a:moveTo>
                    <a:lnTo>
                      <a:pt x="54" y="0"/>
                    </a:lnTo>
                    <a:lnTo>
                      <a:pt x="54" y="15"/>
                    </a:lnTo>
                    <a:lnTo>
                      <a:pt x="65" y="15"/>
                    </a:lnTo>
                    <a:lnTo>
                      <a:pt x="65" y="36"/>
                    </a:lnTo>
                    <a:lnTo>
                      <a:pt x="54" y="36"/>
                    </a:lnTo>
                    <a:lnTo>
                      <a:pt x="54" y="76"/>
                    </a:lnTo>
                    <a:lnTo>
                      <a:pt x="68" y="76"/>
                    </a:lnTo>
                    <a:lnTo>
                      <a:pt x="68" y="65"/>
                    </a:lnTo>
                    <a:lnTo>
                      <a:pt x="61" y="65"/>
                    </a:lnTo>
                    <a:lnTo>
                      <a:pt x="61" y="65"/>
                    </a:lnTo>
                    <a:lnTo>
                      <a:pt x="61" y="47"/>
                    </a:lnTo>
                    <a:lnTo>
                      <a:pt x="68" y="47"/>
                    </a:lnTo>
                    <a:lnTo>
                      <a:pt x="68" y="0"/>
                    </a:lnTo>
                    <a:close/>
                    <a:moveTo>
                      <a:pt x="39" y="108"/>
                    </a:moveTo>
                    <a:lnTo>
                      <a:pt x="54" y="108"/>
                    </a:lnTo>
                    <a:lnTo>
                      <a:pt x="54" y="98"/>
                    </a:lnTo>
                    <a:lnTo>
                      <a:pt x="39" y="98"/>
                    </a:lnTo>
                    <a:lnTo>
                      <a:pt x="39" y="108"/>
                    </a:lnTo>
                    <a:lnTo>
                      <a:pt x="39" y="108"/>
                    </a:lnTo>
                    <a:close/>
                    <a:moveTo>
                      <a:pt x="54" y="0"/>
                    </a:moveTo>
                    <a:lnTo>
                      <a:pt x="39" y="0"/>
                    </a:lnTo>
                    <a:lnTo>
                      <a:pt x="39" y="47"/>
                    </a:lnTo>
                    <a:lnTo>
                      <a:pt x="50" y="47"/>
                    </a:lnTo>
                    <a:lnTo>
                      <a:pt x="50" y="65"/>
                    </a:lnTo>
                    <a:lnTo>
                      <a:pt x="39" y="65"/>
                    </a:lnTo>
                    <a:lnTo>
                      <a:pt x="39" y="76"/>
                    </a:lnTo>
                    <a:lnTo>
                      <a:pt x="54" y="76"/>
                    </a:lnTo>
                    <a:lnTo>
                      <a:pt x="54" y="36"/>
                    </a:lnTo>
                    <a:lnTo>
                      <a:pt x="43" y="36"/>
                    </a:lnTo>
                    <a:lnTo>
                      <a:pt x="43" y="15"/>
                    </a:lnTo>
                    <a:lnTo>
                      <a:pt x="43" y="15"/>
                    </a:lnTo>
                    <a:lnTo>
                      <a:pt x="54" y="15"/>
                    </a:lnTo>
                    <a:lnTo>
                      <a:pt x="54" y="0"/>
                    </a:lnTo>
                    <a:close/>
                    <a:moveTo>
                      <a:pt x="25" y="108"/>
                    </a:moveTo>
                    <a:lnTo>
                      <a:pt x="39" y="108"/>
                    </a:lnTo>
                    <a:lnTo>
                      <a:pt x="39" y="98"/>
                    </a:lnTo>
                    <a:lnTo>
                      <a:pt x="39" y="98"/>
                    </a:lnTo>
                    <a:lnTo>
                      <a:pt x="39" y="76"/>
                    </a:lnTo>
                    <a:lnTo>
                      <a:pt x="39" y="76"/>
                    </a:lnTo>
                    <a:lnTo>
                      <a:pt x="39" y="65"/>
                    </a:lnTo>
                    <a:lnTo>
                      <a:pt x="29" y="65"/>
                    </a:lnTo>
                    <a:lnTo>
                      <a:pt x="29" y="65"/>
                    </a:lnTo>
                    <a:lnTo>
                      <a:pt x="29" y="47"/>
                    </a:lnTo>
                    <a:lnTo>
                      <a:pt x="39" y="47"/>
                    </a:lnTo>
                    <a:lnTo>
                      <a:pt x="39" y="0"/>
                    </a:lnTo>
                    <a:lnTo>
                      <a:pt x="25" y="0"/>
                    </a:lnTo>
                    <a:lnTo>
                      <a:pt x="25" y="15"/>
                    </a:lnTo>
                    <a:lnTo>
                      <a:pt x="36" y="15"/>
                    </a:lnTo>
                    <a:lnTo>
                      <a:pt x="36" y="36"/>
                    </a:lnTo>
                    <a:lnTo>
                      <a:pt x="25" y="36"/>
                    </a:lnTo>
                    <a:lnTo>
                      <a:pt x="25" y="108"/>
                    </a:lnTo>
                    <a:close/>
                    <a:moveTo>
                      <a:pt x="0" y="108"/>
                    </a:moveTo>
                    <a:lnTo>
                      <a:pt x="25" y="108"/>
                    </a:lnTo>
                    <a:lnTo>
                      <a:pt x="25" y="36"/>
                    </a:lnTo>
                    <a:lnTo>
                      <a:pt x="14" y="36"/>
                    </a:lnTo>
                    <a:lnTo>
                      <a:pt x="14" y="15"/>
                    </a:lnTo>
                    <a:lnTo>
                      <a:pt x="14" y="15"/>
                    </a:lnTo>
                    <a:lnTo>
                      <a:pt x="25" y="15"/>
                    </a:lnTo>
                    <a:lnTo>
                      <a:pt x="25" y="0"/>
                    </a:lnTo>
                    <a:lnTo>
                      <a:pt x="0" y="0"/>
                    </a:lnTo>
                    <a:lnTo>
                      <a:pt x="0" y="10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0" name="Freeform: Shape 216"/>
              <p:cNvSpPr>
                <a:spLocks/>
              </p:cNvSpPr>
              <p:nvPr/>
            </p:nvSpPr>
            <p:spPr bwMode="auto">
              <a:xfrm>
                <a:off x="4954011" y="4284565"/>
                <a:ext cx="162980" cy="39213"/>
              </a:xfrm>
              <a:custGeom>
                <a:avLst/>
                <a:gdLst>
                  <a:gd name="T0" fmla="*/ 0 w 37"/>
                  <a:gd name="T1" fmla="*/ 5 h 9"/>
                  <a:gd name="T2" fmla="*/ 3 w 37"/>
                  <a:gd name="T3" fmla="*/ 9 h 9"/>
                  <a:gd name="T4" fmla="*/ 19 w 37"/>
                  <a:gd name="T5" fmla="*/ 5 h 9"/>
                  <a:gd name="T6" fmla="*/ 35 w 37"/>
                  <a:gd name="T7" fmla="*/ 9 h 9"/>
                  <a:gd name="T8" fmla="*/ 37 w 37"/>
                  <a:gd name="T9" fmla="*/ 5 h 9"/>
                  <a:gd name="T10" fmla="*/ 19 w 37"/>
                  <a:gd name="T11" fmla="*/ 0 h 9"/>
                  <a:gd name="T12" fmla="*/ 0 w 37"/>
                  <a:gd name="T13" fmla="*/ 5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7" h="9">
                    <a:moveTo>
                      <a:pt x="0" y="5"/>
                    </a:moveTo>
                    <a:cubicBezTo>
                      <a:pt x="3" y="9"/>
                      <a:pt x="3" y="9"/>
                      <a:pt x="3" y="9"/>
                    </a:cubicBezTo>
                    <a:cubicBezTo>
                      <a:pt x="7" y="7"/>
                      <a:pt x="13" y="5"/>
                      <a:pt x="19" y="5"/>
                    </a:cubicBezTo>
                    <a:cubicBezTo>
                      <a:pt x="25" y="5"/>
                      <a:pt x="30" y="7"/>
                      <a:pt x="35" y="9"/>
                    </a:cubicBezTo>
                    <a:cubicBezTo>
                      <a:pt x="37" y="5"/>
                      <a:pt x="37" y="5"/>
                      <a:pt x="37" y="5"/>
                    </a:cubicBezTo>
                    <a:cubicBezTo>
                      <a:pt x="32" y="2"/>
                      <a:pt x="25" y="0"/>
                      <a:pt x="19" y="0"/>
                    </a:cubicBezTo>
                    <a:cubicBezTo>
                      <a:pt x="12" y="0"/>
                      <a:pt x="5" y="2"/>
                      <a:pt x="0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1" name="Freeform: Shape 217"/>
              <p:cNvSpPr>
                <a:spLocks/>
              </p:cNvSpPr>
              <p:nvPr/>
            </p:nvSpPr>
            <p:spPr bwMode="auto">
              <a:xfrm>
                <a:off x="4927052" y="4240450"/>
                <a:ext cx="221800" cy="47791"/>
              </a:xfrm>
              <a:custGeom>
                <a:avLst/>
                <a:gdLst>
                  <a:gd name="T0" fmla="*/ 50 w 50"/>
                  <a:gd name="T1" fmla="*/ 6 h 11"/>
                  <a:gd name="T2" fmla="*/ 25 w 50"/>
                  <a:gd name="T3" fmla="*/ 0 h 11"/>
                  <a:gd name="T4" fmla="*/ 0 w 50"/>
                  <a:gd name="T5" fmla="*/ 6 h 11"/>
                  <a:gd name="T6" fmla="*/ 2 w 50"/>
                  <a:gd name="T7" fmla="*/ 11 h 11"/>
                  <a:gd name="T8" fmla="*/ 25 w 50"/>
                  <a:gd name="T9" fmla="*/ 5 h 11"/>
                  <a:gd name="T10" fmla="*/ 47 w 50"/>
                  <a:gd name="T11" fmla="*/ 11 h 11"/>
                  <a:gd name="T12" fmla="*/ 50 w 50"/>
                  <a:gd name="T13" fmla="*/ 6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" h="11">
                    <a:moveTo>
                      <a:pt x="50" y="6"/>
                    </a:moveTo>
                    <a:cubicBezTo>
                      <a:pt x="43" y="2"/>
                      <a:pt x="34" y="0"/>
                      <a:pt x="25" y="0"/>
                    </a:cubicBezTo>
                    <a:cubicBezTo>
                      <a:pt x="16" y="0"/>
                      <a:pt x="7" y="2"/>
                      <a:pt x="0" y="6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9" y="7"/>
                      <a:pt x="17" y="5"/>
                      <a:pt x="25" y="5"/>
                    </a:cubicBezTo>
                    <a:cubicBezTo>
                      <a:pt x="33" y="5"/>
                      <a:pt x="41" y="7"/>
                      <a:pt x="47" y="11"/>
                    </a:cubicBezTo>
                    <a:lnTo>
                      <a:pt x="50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39" name="Freeform: Shape 65"/>
          <p:cNvSpPr>
            <a:spLocks/>
          </p:cNvSpPr>
          <p:nvPr/>
        </p:nvSpPr>
        <p:spPr bwMode="auto">
          <a:xfrm>
            <a:off x="5758020" y="4009572"/>
            <a:ext cx="305128" cy="137246"/>
          </a:xfrm>
          <a:custGeom>
            <a:avLst/>
            <a:gdLst>
              <a:gd name="T0" fmla="*/ 54 w 69"/>
              <a:gd name="T1" fmla="*/ 31 h 31"/>
              <a:gd name="T2" fmla="*/ 69 w 69"/>
              <a:gd name="T3" fmla="*/ 31 h 31"/>
              <a:gd name="T4" fmla="*/ 69 w 69"/>
              <a:gd name="T5" fmla="*/ 12 h 31"/>
              <a:gd name="T6" fmla="*/ 61 w 69"/>
              <a:gd name="T7" fmla="*/ 12 h 31"/>
              <a:gd name="T8" fmla="*/ 61 w 69"/>
              <a:gd name="T9" fmla="*/ 6 h 31"/>
              <a:gd name="T10" fmla="*/ 54 w 69"/>
              <a:gd name="T11" fmla="*/ 3 h 31"/>
              <a:gd name="T12" fmla="*/ 54 w 69"/>
              <a:gd name="T13" fmla="*/ 18 h 31"/>
              <a:gd name="T14" fmla="*/ 60 w 69"/>
              <a:gd name="T15" fmla="*/ 18 h 31"/>
              <a:gd name="T16" fmla="*/ 60 w 69"/>
              <a:gd name="T17" fmla="*/ 26 h 31"/>
              <a:gd name="T18" fmla="*/ 60 w 69"/>
              <a:gd name="T19" fmla="*/ 26 h 31"/>
              <a:gd name="T20" fmla="*/ 54 w 69"/>
              <a:gd name="T21" fmla="*/ 26 h 31"/>
              <a:gd name="T22" fmla="*/ 54 w 69"/>
              <a:gd name="T23" fmla="*/ 31 h 31"/>
              <a:gd name="T24" fmla="*/ 45 w 69"/>
              <a:gd name="T25" fmla="*/ 0 h 31"/>
              <a:gd name="T26" fmla="*/ 45 w 69"/>
              <a:gd name="T27" fmla="*/ 12 h 31"/>
              <a:gd name="T28" fmla="*/ 34 w 69"/>
              <a:gd name="T29" fmla="*/ 12 h 31"/>
              <a:gd name="T30" fmla="*/ 34 w 69"/>
              <a:gd name="T31" fmla="*/ 18 h 31"/>
              <a:gd name="T32" fmla="*/ 40 w 69"/>
              <a:gd name="T33" fmla="*/ 18 h 31"/>
              <a:gd name="T34" fmla="*/ 40 w 69"/>
              <a:gd name="T35" fmla="*/ 26 h 31"/>
              <a:gd name="T36" fmla="*/ 40 w 69"/>
              <a:gd name="T37" fmla="*/ 26 h 31"/>
              <a:gd name="T38" fmla="*/ 34 w 69"/>
              <a:gd name="T39" fmla="*/ 26 h 31"/>
              <a:gd name="T40" fmla="*/ 34 w 69"/>
              <a:gd name="T41" fmla="*/ 31 h 31"/>
              <a:gd name="T42" fmla="*/ 54 w 69"/>
              <a:gd name="T43" fmla="*/ 31 h 31"/>
              <a:gd name="T44" fmla="*/ 54 w 69"/>
              <a:gd name="T45" fmla="*/ 26 h 31"/>
              <a:gd name="T46" fmla="*/ 48 w 69"/>
              <a:gd name="T47" fmla="*/ 26 h 31"/>
              <a:gd name="T48" fmla="*/ 48 w 69"/>
              <a:gd name="T49" fmla="*/ 18 h 31"/>
              <a:gd name="T50" fmla="*/ 54 w 69"/>
              <a:gd name="T51" fmla="*/ 18 h 31"/>
              <a:gd name="T52" fmla="*/ 54 w 69"/>
              <a:gd name="T53" fmla="*/ 3 h 31"/>
              <a:gd name="T54" fmla="*/ 45 w 69"/>
              <a:gd name="T55" fmla="*/ 0 h 31"/>
              <a:gd name="T56" fmla="*/ 34 w 69"/>
              <a:gd name="T57" fmla="*/ 12 h 31"/>
              <a:gd name="T58" fmla="*/ 15 w 69"/>
              <a:gd name="T59" fmla="*/ 12 h 31"/>
              <a:gd name="T60" fmla="*/ 15 w 69"/>
              <a:gd name="T61" fmla="*/ 18 h 31"/>
              <a:gd name="T62" fmla="*/ 21 w 69"/>
              <a:gd name="T63" fmla="*/ 18 h 31"/>
              <a:gd name="T64" fmla="*/ 21 w 69"/>
              <a:gd name="T65" fmla="*/ 26 h 31"/>
              <a:gd name="T66" fmla="*/ 21 w 69"/>
              <a:gd name="T67" fmla="*/ 26 h 31"/>
              <a:gd name="T68" fmla="*/ 15 w 69"/>
              <a:gd name="T69" fmla="*/ 26 h 31"/>
              <a:gd name="T70" fmla="*/ 15 w 69"/>
              <a:gd name="T71" fmla="*/ 31 h 31"/>
              <a:gd name="T72" fmla="*/ 34 w 69"/>
              <a:gd name="T73" fmla="*/ 31 h 31"/>
              <a:gd name="T74" fmla="*/ 34 w 69"/>
              <a:gd name="T75" fmla="*/ 26 h 31"/>
              <a:gd name="T76" fmla="*/ 29 w 69"/>
              <a:gd name="T77" fmla="*/ 26 h 31"/>
              <a:gd name="T78" fmla="*/ 29 w 69"/>
              <a:gd name="T79" fmla="*/ 18 h 31"/>
              <a:gd name="T80" fmla="*/ 34 w 69"/>
              <a:gd name="T81" fmla="*/ 18 h 31"/>
              <a:gd name="T82" fmla="*/ 34 w 69"/>
              <a:gd name="T83" fmla="*/ 12 h 31"/>
              <a:gd name="T84" fmla="*/ 15 w 69"/>
              <a:gd name="T85" fmla="*/ 12 h 31"/>
              <a:gd name="T86" fmla="*/ 0 w 69"/>
              <a:gd name="T87" fmla="*/ 12 h 31"/>
              <a:gd name="T88" fmla="*/ 0 w 69"/>
              <a:gd name="T89" fmla="*/ 31 h 31"/>
              <a:gd name="T90" fmla="*/ 15 w 69"/>
              <a:gd name="T91" fmla="*/ 31 h 31"/>
              <a:gd name="T92" fmla="*/ 15 w 69"/>
              <a:gd name="T93" fmla="*/ 26 h 31"/>
              <a:gd name="T94" fmla="*/ 9 w 69"/>
              <a:gd name="T95" fmla="*/ 26 h 31"/>
              <a:gd name="T96" fmla="*/ 9 w 69"/>
              <a:gd name="T97" fmla="*/ 18 h 31"/>
              <a:gd name="T98" fmla="*/ 15 w 69"/>
              <a:gd name="T99" fmla="*/ 18 h 31"/>
              <a:gd name="T100" fmla="*/ 15 w 69"/>
              <a:gd name="T101" fmla="*/ 12 h 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69" h="31">
                <a:moveTo>
                  <a:pt x="54" y="31"/>
                </a:moveTo>
                <a:cubicBezTo>
                  <a:pt x="69" y="31"/>
                  <a:pt x="69" y="31"/>
                  <a:pt x="69" y="31"/>
                </a:cubicBezTo>
                <a:cubicBezTo>
                  <a:pt x="69" y="12"/>
                  <a:pt x="69" y="12"/>
                  <a:pt x="69" y="12"/>
                </a:cubicBezTo>
                <a:cubicBezTo>
                  <a:pt x="61" y="12"/>
                  <a:pt x="61" y="12"/>
                  <a:pt x="61" y="12"/>
                </a:cubicBezTo>
                <a:cubicBezTo>
                  <a:pt x="61" y="6"/>
                  <a:pt x="61" y="6"/>
                  <a:pt x="61" y="6"/>
                </a:cubicBezTo>
                <a:cubicBezTo>
                  <a:pt x="59" y="5"/>
                  <a:pt x="57" y="4"/>
                  <a:pt x="54" y="3"/>
                </a:cubicBezTo>
                <a:cubicBezTo>
                  <a:pt x="54" y="18"/>
                  <a:pt x="54" y="18"/>
                  <a:pt x="54" y="18"/>
                </a:cubicBezTo>
                <a:cubicBezTo>
                  <a:pt x="60" y="18"/>
                  <a:pt x="60" y="18"/>
                  <a:pt x="60" y="18"/>
                </a:cubicBezTo>
                <a:cubicBezTo>
                  <a:pt x="60" y="26"/>
                  <a:pt x="60" y="26"/>
                  <a:pt x="60" y="26"/>
                </a:cubicBezTo>
                <a:cubicBezTo>
                  <a:pt x="60" y="26"/>
                  <a:pt x="60" y="26"/>
                  <a:pt x="60" y="26"/>
                </a:cubicBezTo>
                <a:cubicBezTo>
                  <a:pt x="54" y="26"/>
                  <a:pt x="54" y="26"/>
                  <a:pt x="54" y="26"/>
                </a:cubicBezTo>
                <a:lnTo>
                  <a:pt x="54" y="31"/>
                </a:lnTo>
                <a:close/>
                <a:moveTo>
                  <a:pt x="45" y="0"/>
                </a:moveTo>
                <a:cubicBezTo>
                  <a:pt x="45" y="12"/>
                  <a:pt x="45" y="12"/>
                  <a:pt x="45" y="12"/>
                </a:cubicBezTo>
                <a:cubicBezTo>
                  <a:pt x="34" y="12"/>
                  <a:pt x="34" y="12"/>
                  <a:pt x="34" y="12"/>
                </a:cubicBezTo>
                <a:cubicBezTo>
                  <a:pt x="34" y="18"/>
                  <a:pt x="34" y="18"/>
                  <a:pt x="34" y="18"/>
                </a:cubicBezTo>
                <a:cubicBezTo>
                  <a:pt x="40" y="18"/>
                  <a:pt x="40" y="18"/>
                  <a:pt x="40" y="18"/>
                </a:cubicBezTo>
                <a:cubicBezTo>
                  <a:pt x="40" y="26"/>
                  <a:pt x="40" y="26"/>
                  <a:pt x="40" y="26"/>
                </a:cubicBezTo>
                <a:cubicBezTo>
                  <a:pt x="40" y="26"/>
                  <a:pt x="40" y="26"/>
                  <a:pt x="40" y="26"/>
                </a:cubicBezTo>
                <a:cubicBezTo>
                  <a:pt x="34" y="26"/>
                  <a:pt x="34" y="26"/>
                  <a:pt x="34" y="26"/>
                </a:cubicBezTo>
                <a:cubicBezTo>
                  <a:pt x="34" y="31"/>
                  <a:pt x="34" y="31"/>
                  <a:pt x="34" y="31"/>
                </a:cubicBezTo>
                <a:cubicBezTo>
                  <a:pt x="54" y="31"/>
                  <a:pt x="54" y="31"/>
                  <a:pt x="54" y="31"/>
                </a:cubicBezTo>
                <a:cubicBezTo>
                  <a:pt x="54" y="26"/>
                  <a:pt x="54" y="26"/>
                  <a:pt x="54" y="26"/>
                </a:cubicBezTo>
                <a:cubicBezTo>
                  <a:pt x="48" y="26"/>
                  <a:pt x="48" y="26"/>
                  <a:pt x="48" y="26"/>
                </a:cubicBezTo>
                <a:cubicBezTo>
                  <a:pt x="48" y="18"/>
                  <a:pt x="48" y="18"/>
                  <a:pt x="48" y="18"/>
                </a:cubicBezTo>
                <a:cubicBezTo>
                  <a:pt x="54" y="18"/>
                  <a:pt x="54" y="18"/>
                  <a:pt x="54" y="18"/>
                </a:cubicBezTo>
                <a:cubicBezTo>
                  <a:pt x="54" y="3"/>
                  <a:pt x="54" y="3"/>
                  <a:pt x="54" y="3"/>
                </a:cubicBezTo>
                <a:cubicBezTo>
                  <a:pt x="51" y="2"/>
                  <a:pt x="48" y="1"/>
                  <a:pt x="45" y="0"/>
                </a:cubicBezTo>
                <a:close/>
                <a:moveTo>
                  <a:pt x="34" y="12"/>
                </a:moveTo>
                <a:cubicBezTo>
                  <a:pt x="15" y="12"/>
                  <a:pt x="15" y="12"/>
                  <a:pt x="15" y="12"/>
                </a:cubicBezTo>
                <a:cubicBezTo>
                  <a:pt x="15" y="18"/>
                  <a:pt x="15" y="18"/>
                  <a:pt x="15" y="18"/>
                </a:cubicBezTo>
                <a:cubicBezTo>
                  <a:pt x="21" y="18"/>
                  <a:pt x="21" y="18"/>
                  <a:pt x="21" y="18"/>
                </a:cubicBezTo>
                <a:cubicBezTo>
                  <a:pt x="21" y="26"/>
                  <a:pt x="21" y="26"/>
                  <a:pt x="21" y="26"/>
                </a:cubicBezTo>
                <a:cubicBezTo>
                  <a:pt x="21" y="26"/>
                  <a:pt x="21" y="26"/>
                  <a:pt x="21" y="26"/>
                </a:cubicBezTo>
                <a:cubicBezTo>
                  <a:pt x="15" y="26"/>
                  <a:pt x="15" y="26"/>
                  <a:pt x="15" y="26"/>
                </a:cubicBezTo>
                <a:cubicBezTo>
                  <a:pt x="15" y="31"/>
                  <a:pt x="15" y="31"/>
                  <a:pt x="15" y="31"/>
                </a:cubicBezTo>
                <a:cubicBezTo>
                  <a:pt x="34" y="31"/>
                  <a:pt x="34" y="31"/>
                  <a:pt x="34" y="31"/>
                </a:cubicBezTo>
                <a:cubicBezTo>
                  <a:pt x="34" y="26"/>
                  <a:pt x="34" y="26"/>
                  <a:pt x="34" y="26"/>
                </a:cubicBezTo>
                <a:cubicBezTo>
                  <a:pt x="29" y="26"/>
                  <a:pt x="29" y="26"/>
                  <a:pt x="29" y="26"/>
                </a:cubicBezTo>
                <a:cubicBezTo>
                  <a:pt x="29" y="18"/>
                  <a:pt x="29" y="18"/>
                  <a:pt x="29" y="18"/>
                </a:cubicBezTo>
                <a:cubicBezTo>
                  <a:pt x="34" y="18"/>
                  <a:pt x="34" y="18"/>
                  <a:pt x="34" y="18"/>
                </a:cubicBezTo>
                <a:lnTo>
                  <a:pt x="34" y="12"/>
                </a:lnTo>
                <a:close/>
                <a:moveTo>
                  <a:pt x="15" y="12"/>
                </a:moveTo>
                <a:cubicBezTo>
                  <a:pt x="0" y="12"/>
                  <a:pt x="0" y="12"/>
                  <a:pt x="0" y="12"/>
                </a:cubicBezTo>
                <a:cubicBezTo>
                  <a:pt x="0" y="31"/>
                  <a:pt x="0" y="31"/>
                  <a:pt x="0" y="31"/>
                </a:cubicBezTo>
                <a:cubicBezTo>
                  <a:pt x="15" y="31"/>
                  <a:pt x="15" y="31"/>
                  <a:pt x="15" y="31"/>
                </a:cubicBezTo>
                <a:cubicBezTo>
                  <a:pt x="15" y="26"/>
                  <a:pt x="15" y="26"/>
                  <a:pt x="15" y="26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18"/>
                  <a:pt x="9" y="18"/>
                  <a:pt x="9" y="18"/>
                </a:cubicBezTo>
                <a:cubicBezTo>
                  <a:pt x="15" y="18"/>
                  <a:pt x="15" y="18"/>
                  <a:pt x="15" y="18"/>
                </a:cubicBezTo>
                <a:lnTo>
                  <a:pt x="15" y="12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40" name="Freeform: Shape 66"/>
          <p:cNvSpPr>
            <a:spLocks/>
          </p:cNvSpPr>
          <p:nvPr/>
        </p:nvSpPr>
        <p:spPr bwMode="auto">
          <a:xfrm>
            <a:off x="5683269" y="4155396"/>
            <a:ext cx="414189" cy="132345"/>
          </a:xfrm>
          <a:custGeom>
            <a:avLst/>
            <a:gdLst>
              <a:gd name="T0" fmla="*/ 328 w 338"/>
              <a:gd name="T1" fmla="*/ 108 h 108"/>
              <a:gd name="T2" fmla="*/ 338 w 338"/>
              <a:gd name="T3" fmla="*/ 0 h 108"/>
              <a:gd name="T4" fmla="*/ 0 w 338"/>
              <a:gd name="T5" fmla="*/ 0 h 108"/>
              <a:gd name="T6" fmla="*/ 39 w 338"/>
              <a:gd name="T7" fmla="*/ 108 h 108"/>
              <a:gd name="T8" fmla="*/ 328 w 338"/>
              <a:gd name="T9" fmla="*/ 108 h 1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8" h="108">
                <a:moveTo>
                  <a:pt x="328" y="108"/>
                </a:moveTo>
                <a:lnTo>
                  <a:pt x="338" y="0"/>
                </a:lnTo>
                <a:lnTo>
                  <a:pt x="0" y="0"/>
                </a:lnTo>
                <a:lnTo>
                  <a:pt x="39" y="108"/>
                </a:lnTo>
                <a:lnTo>
                  <a:pt x="328" y="10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41" name="Freeform: Shape 67"/>
          <p:cNvSpPr>
            <a:spLocks/>
          </p:cNvSpPr>
          <p:nvPr/>
        </p:nvSpPr>
        <p:spPr bwMode="auto">
          <a:xfrm>
            <a:off x="5006842" y="3205699"/>
            <a:ext cx="194841" cy="278170"/>
          </a:xfrm>
          <a:custGeom>
            <a:avLst/>
            <a:gdLst>
              <a:gd name="T0" fmla="*/ 41 w 44"/>
              <a:gd name="T1" fmla="*/ 0 h 63"/>
              <a:gd name="T2" fmla="*/ 0 w 44"/>
              <a:gd name="T3" fmla="*/ 43 h 63"/>
              <a:gd name="T4" fmla="*/ 5 w 44"/>
              <a:gd name="T5" fmla="*/ 63 h 63"/>
              <a:gd name="T6" fmla="*/ 5 w 44"/>
              <a:gd name="T7" fmla="*/ 52 h 63"/>
              <a:gd name="T8" fmla="*/ 7 w 44"/>
              <a:gd name="T9" fmla="*/ 46 h 63"/>
              <a:gd name="T10" fmla="*/ 7 w 44"/>
              <a:gd name="T11" fmla="*/ 43 h 63"/>
              <a:gd name="T12" fmla="*/ 43 w 44"/>
              <a:gd name="T13" fmla="*/ 7 h 63"/>
              <a:gd name="T14" fmla="*/ 44 w 44"/>
              <a:gd name="T15" fmla="*/ 7 h 63"/>
              <a:gd name="T16" fmla="*/ 41 w 44"/>
              <a:gd name="T17" fmla="*/ 0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4" h="63">
                <a:moveTo>
                  <a:pt x="41" y="0"/>
                </a:moveTo>
                <a:cubicBezTo>
                  <a:pt x="19" y="1"/>
                  <a:pt x="0" y="20"/>
                  <a:pt x="0" y="43"/>
                </a:cubicBezTo>
                <a:cubicBezTo>
                  <a:pt x="0" y="50"/>
                  <a:pt x="2" y="57"/>
                  <a:pt x="5" y="63"/>
                </a:cubicBezTo>
                <a:cubicBezTo>
                  <a:pt x="5" y="52"/>
                  <a:pt x="5" y="52"/>
                  <a:pt x="5" y="52"/>
                </a:cubicBezTo>
                <a:cubicBezTo>
                  <a:pt x="5" y="50"/>
                  <a:pt x="6" y="48"/>
                  <a:pt x="7" y="46"/>
                </a:cubicBezTo>
                <a:cubicBezTo>
                  <a:pt x="7" y="45"/>
                  <a:pt x="7" y="44"/>
                  <a:pt x="7" y="43"/>
                </a:cubicBezTo>
                <a:cubicBezTo>
                  <a:pt x="7" y="23"/>
                  <a:pt x="23" y="7"/>
                  <a:pt x="43" y="7"/>
                </a:cubicBezTo>
                <a:cubicBezTo>
                  <a:pt x="43" y="7"/>
                  <a:pt x="44" y="7"/>
                  <a:pt x="44" y="7"/>
                </a:cubicBezTo>
                <a:cubicBezTo>
                  <a:pt x="43" y="4"/>
                  <a:pt x="42" y="2"/>
                  <a:pt x="4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42" name="Freeform: Shape 68"/>
          <p:cNvSpPr>
            <a:spLocks/>
          </p:cNvSpPr>
          <p:nvPr/>
        </p:nvSpPr>
        <p:spPr bwMode="auto">
          <a:xfrm>
            <a:off x="5042379" y="3395638"/>
            <a:ext cx="84553" cy="150726"/>
          </a:xfrm>
          <a:custGeom>
            <a:avLst/>
            <a:gdLst>
              <a:gd name="T0" fmla="*/ 0 w 19"/>
              <a:gd name="T1" fmla="*/ 7 h 34"/>
              <a:gd name="T2" fmla="*/ 0 w 19"/>
              <a:gd name="T3" fmla="*/ 9 h 34"/>
              <a:gd name="T4" fmla="*/ 0 w 19"/>
              <a:gd name="T5" fmla="*/ 20 h 34"/>
              <a:gd name="T6" fmla="*/ 0 w 19"/>
              <a:gd name="T7" fmla="*/ 25 h 34"/>
              <a:gd name="T8" fmla="*/ 13 w 19"/>
              <a:gd name="T9" fmla="*/ 34 h 34"/>
              <a:gd name="T10" fmla="*/ 19 w 19"/>
              <a:gd name="T11" fmla="*/ 34 h 34"/>
              <a:gd name="T12" fmla="*/ 19 w 19"/>
              <a:gd name="T13" fmla="*/ 0 h 34"/>
              <a:gd name="T14" fmla="*/ 13 w 19"/>
              <a:gd name="T15" fmla="*/ 0 h 34"/>
              <a:gd name="T16" fmla="*/ 0 w 19"/>
              <a:gd name="T17" fmla="*/ 7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9" h="34">
                <a:moveTo>
                  <a:pt x="0" y="7"/>
                </a:moveTo>
                <a:cubicBezTo>
                  <a:pt x="0" y="8"/>
                  <a:pt x="0" y="8"/>
                  <a:pt x="0" y="9"/>
                </a:cubicBezTo>
                <a:cubicBezTo>
                  <a:pt x="0" y="20"/>
                  <a:pt x="0" y="20"/>
                  <a:pt x="0" y="20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30"/>
                  <a:pt x="6" y="34"/>
                  <a:pt x="13" y="34"/>
                </a:cubicBezTo>
                <a:cubicBezTo>
                  <a:pt x="19" y="34"/>
                  <a:pt x="19" y="34"/>
                  <a:pt x="19" y="34"/>
                </a:cubicBezTo>
                <a:cubicBezTo>
                  <a:pt x="19" y="0"/>
                  <a:pt x="19" y="0"/>
                  <a:pt x="19" y="0"/>
                </a:cubicBezTo>
                <a:cubicBezTo>
                  <a:pt x="13" y="0"/>
                  <a:pt x="13" y="0"/>
                  <a:pt x="13" y="0"/>
                </a:cubicBezTo>
                <a:cubicBezTo>
                  <a:pt x="7" y="0"/>
                  <a:pt x="1" y="3"/>
                  <a:pt x="0" y="7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43" name="Freeform: Shape 69"/>
          <p:cNvSpPr>
            <a:spLocks/>
          </p:cNvSpPr>
          <p:nvPr/>
        </p:nvSpPr>
        <p:spPr bwMode="auto">
          <a:xfrm>
            <a:off x="5267855" y="3395638"/>
            <a:ext cx="79652" cy="150726"/>
          </a:xfrm>
          <a:custGeom>
            <a:avLst/>
            <a:gdLst>
              <a:gd name="T0" fmla="*/ 1 w 18"/>
              <a:gd name="T1" fmla="*/ 0 h 34"/>
              <a:gd name="T2" fmla="*/ 0 w 18"/>
              <a:gd name="T3" fmla="*/ 0 h 34"/>
              <a:gd name="T4" fmla="*/ 0 w 18"/>
              <a:gd name="T5" fmla="*/ 34 h 34"/>
              <a:gd name="T6" fmla="*/ 6 w 18"/>
              <a:gd name="T7" fmla="*/ 34 h 34"/>
              <a:gd name="T8" fmla="*/ 18 w 18"/>
              <a:gd name="T9" fmla="*/ 28 h 34"/>
              <a:gd name="T10" fmla="*/ 1 w 18"/>
              <a:gd name="T11" fmla="*/ 0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" h="34"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4"/>
                  <a:pt x="0" y="34"/>
                  <a:pt x="0" y="34"/>
                </a:cubicBezTo>
                <a:cubicBezTo>
                  <a:pt x="6" y="34"/>
                  <a:pt x="6" y="34"/>
                  <a:pt x="6" y="34"/>
                </a:cubicBezTo>
                <a:cubicBezTo>
                  <a:pt x="12" y="34"/>
                  <a:pt x="17" y="31"/>
                  <a:pt x="18" y="28"/>
                </a:cubicBezTo>
                <a:cubicBezTo>
                  <a:pt x="12" y="19"/>
                  <a:pt x="7" y="9"/>
                  <a:pt x="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44" name="Rectangle 70"/>
          <p:cNvSpPr>
            <a:spLocks/>
          </p:cNvSpPr>
          <p:nvPr/>
        </p:nvSpPr>
        <p:spPr bwMode="auto">
          <a:xfrm>
            <a:off x="6821679" y="1222975"/>
            <a:ext cx="62496" cy="2205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45" name="Freeform: Shape 71"/>
          <p:cNvSpPr>
            <a:spLocks/>
          </p:cNvSpPr>
          <p:nvPr/>
        </p:nvSpPr>
        <p:spPr bwMode="auto">
          <a:xfrm>
            <a:off x="6592527" y="1258512"/>
            <a:ext cx="330861" cy="225477"/>
          </a:xfrm>
          <a:custGeom>
            <a:avLst/>
            <a:gdLst>
              <a:gd name="T0" fmla="*/ 75 w 75"/>
              <a:gd name="T1" fmla="*/ 51 h 51"/>
              <a:gd name="T2" fmla="*/ 75 w 75"/>
              <a:gd name="T3" fmla="*/ 0 h 51"/>
              <a:gd name="T4" fmla="*/ 0 w 75"/>
              <a:gd name="T5" fmla="*/ 0 h 51"/>
              <a:gd name="T6" fmla="*/ 0 w 75"/>
              <a:gd name="T7" fmla="*/ 34 h 51"/>
              <a:gd name="T8" fmla="*/ 19 w 75"/>
              <a:gd name="T9" fmla="*/ 37 h 51"/>
              <a:gd name="T10" fmla="*/ 17 w 75"/>
              <a:gd name="T11" fmla="*/ 27 h 51"/>
              <a:gd name="T12" fmla="*/ 38 w 75"/>
              <a:gd name="T13" fmla="*/ 6 h 51"/>
              <a:gd name="T14" fmla="*/ 38 w 75"/>
              <a:gd name="T15" fmla="*/ 6 h 51"/>
              <a:gd name="T16" fmla="*/ 58 w 75"/>
              <a:gd name="T17" fmla="*/ 27 h 51"/>
              <a:gd name="T18" fmla="*/ 50 w 75"/>
              <a:gd name="T19" fmla="*/ 43 h 51"/>
              <a:gd name="T20" fmla="*/ 75 w 75"/>
              <a:gd name="T21" fmla="*/ 51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75" h="51">
                <a:moveTo>
                  <a:pt x="75" y="51"/>
                </a:moveTo>
                <a:cubicBezTo>
                  <a:pt x="75" y="0"/>
                  <a:pt x="75" y="0"/>
                  <a:pt x="7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34"/>
                  <a:pt x="0" y="34"/>
                  <a:pt x="0" y="34"/>
                </a:cubicBezTo>
                <a:cubicBezTo>
                  <a:pt x="7" y="35"/>
                  <a:pt x="13" y="36"/>
                  <a:pt x="19" y="37"/>
                </a:cubicBezTo>
                <a:cubicBezTo>
                  <a:pt x="18" y="34"/>
                  <a:pt x="17" y="30"/>
                  <a:pt x="17" y="27"/>
                </a:cubicBezTo>
                <a:cubicBezTo>
                  <a:pt x="17" y="15"/>
                  <a:pt x="26" y="6"/>
                  <a:pt x="38" y="6"/>
                </a:cubicBezTo>
                <a:cubicBezTo>
                  <a:pt x="38" y="6"/>
                  <a:pt x="38" y="6"/>
                  <a:pt x="38" y="6"/>
                </a:cubicBezTo>
                <a:cubicBezTo>
                  <a:pt x="49" y="6"/>
                  <a:pt x="58" y="15"/>
                  <a:pt x="58" y="27"/>
                </a:cubicBezTo>
                <a:cubicBezTo>
                  <a:pt x="58" y="33"/>
                  <a:pt x="55" y="39"/>
                  <a:pt x="50" y="43"/>
                </a:cubicBezTo>
                <a:cubicBezTo>
                  <a:pt x="59" y="46"/>
                  <a:pt x="67" y="48"/>
                  <a:pt x="75" y="51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46" name="Freeform: Shape 72"/>
          <p:cNvSpPr>
            <a:spLocks/>
          </p:cNvSpPr>
          <p:nvPr/>
        </p:nvSpPr>
        <p:spPr bwMode="auto">
          <a:xfrm>
            <a:off x="6694236" y="1311206"/>
            <a:ext cx="127443" cy="128668"/>
          </a:xfrm>
          <a:custGeom>
            <a:avLst/>
            <a:gdLst>
              <a:gd name="T0" fmla="*/ 16 w 29"/>
              <a:gd name="T1" fmla="*/ 29 h 29"/>
              <a:gd name="T2" fmla="*/ 29 w 29"/>
              <a:gd name="T3" fmla="*/ 15 h 29"/>
              <a:gd name="T4" fmla="*/ 15 w 29"/>
              <a:gd name="T5" fmla="*/ 0 h 29"/>
              <a:gd name="T6" fmla="*/ 0 w 29"/>
              <a:gd name="T7" fmla="*/ 15 h 29"/>
              <a:gd name="T8" fmla="*/ 8 w 29"/>
              <a:gd name="T9" fmla="*/ 27 h 29"/>
              <a:gd name="T10" fmla="*/ 16 w 29"/>
              <a:gd name="T11" fmla="*/ 29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9" h="29">
                <a:moveTo>
                  <a:pt x="16" y="29"/>
                </a:moveTo>
                <a:cubicBezTo>
                  <a:pt x="23" y="28"/>
                  <a:pt x="29" y="22"/>
                  <a:pt x="29" y="15"/>
                </a:cubicBezTo>
                <a:cubicBezTo>
                  <a:pt x="29" y="7"/>
                  <a:pt x="22" y="0"/>
                  <a:pt x="15" y="0"/>
                </a:cubicBezTo>
                <a:cubicBezTo>
                  <a:pt x="7" y="0"/>
                  <a:pt x="0" y="7"/>
                  <a:pt x="0" y="15"/>
                </a:cubicBezTo>
                <a:cubicBezTo>
                  <a:pt x="0" y="20"/>
                  <a:pt x="3" y="24"/>
                  <a:pt x="8" y="27"/>
                </a:cubicBezTo>
                <a:cubicBezTo>
                  <a:pt x="10" y="27"/>
                  <a:pt x="13" y="28"/>
                  <a:pt x="16" y="2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47" name="Freeform: Shape 73"/>
          <p:cNvSpPr>
            <a:spLocks/>
          </p:cNvSpPr>
          <p:nvPr/>
        </p:nvSpPr>
        <p:spPr bwMode="auto">
          <a:xfrm>
            <a:off x="4914936" y="2534171"/>
            <a:ext cx="215673" cy="189940"/>
          </a:xfrm>
          <a:custGeom>
            <a:avLst/>
            <a:gdLst>
              <a:gd name="T0" fmla="*/ 49 w 49"/>
              <a:gd name="T1" fmla="*/ 1 h 43"/>
              <a:gd name="T2" fmla="*/ 41 w 49"/>
              <a:gd name="T3" fmla="*/ 0 h 43"/>
              <a:gd name="T4" fmla="*/ 20 w 49"/>
              <a:gd name="T5" fmla="*/ 21 h 43"/>
              <a:gd name="T6" fmla="*/ 12 w 49"/>
              <a:gd name="T7" fmla="*/ 18 h 43"/>
              <a:gd name="T8" fmla="*/ 0 w 49"/>
              <a:gd name="T9" fmla="*/ 30 h 43"/>
              <a:gd name="T10" fmla="*/ 12 w 49"/>
              <a:gd name="T11" fmla="*/ 43 h 43"/>
              <a:gd name="T12" fmla="*/ 40 w 49"/>
              <a:gd name="T13" fmla="*/ 43 h 43"/>
              <a:gd name="T14" fmla="*/ 41 w 49"/>
              <a:gd name="T15" fmla="*/ 43 h 43"/>
              <a:gd name="T16" fmla="*/ 45 w 49"/>
              <a:gd name="T17" fmla="*/ 43 h 43"/>
              <a:gd name="T18" fmla="*/ 49 w 49"/>
              <a:gd name="T19" fmla="*/ 1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9" h="43">
                <a:moveTo>
                  <a:pt x="49" y="1"/>
                </a:moveTo>
                <a:cubicBezTo>
                  <a:pt x="47" y="0"/>
                  <a:pt x="44" y="0"/>
                  <a:pt x="41" y="0"/>
                </a:cubicBezTo>
                <a:cubicBezTo>
                  <a:pt x="29" y="0"/>
                  <a:pt x="20" y="9"/>
                  <a:pt x="20" y="21"/>
                </a:cubicBezTo>
                <a:cubicBezTo>
                  <a:pt x="18" y="19"/>
                  <a:pt x="15" y="18"/>
                  <a:pt x="12" y="18"/>
                </a:cubicBezTo>
                <a:cubicBezTo>
                  <a:pt x="5" y="18"/>
                  <a:pt x="0" y="23"/>
                  <a:pt x="0" y="30"/>
                </a:cubicBezTo>
                <a:cubicBezTo>
                  <a:pt x="0" y="37"/>
                  <a:pt x="5" y="43"/>
                  <a:pt x="12" y="43"/>
                </a:cubicBezTo>
                <a:cubicBezTo>
                  <a:pt x="40" y="43"/>
                  <a:pt x="40" y="43"/>
                  <a:pt x="40" y="43"/>
                </a:cubicBezTo>
                <a:cubicBezTo>
                  <a:pt x="41" y="43"/>
                  <a:pt x="41" y="43"/>
                  <a:pt x="41" y="43"/>
                </a:cubicBezTo>
                <a:cubicBezTo>
                  <a:pt x="45" y="43"/>
                  <a:pt x="45" y="43"/>
                  <a:pt x="45" y="43"/>
                </a:cubicBezTo>
                <a:cubicBezTo>
                  <a:pt x="46" y="29"/>
                  <a:pt x="47" y="15"/>
                  <a:pt x="49" y="1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48" name="Rectangle 74"/>
          <p:cNvSpPr>
            <a:spLocks/>
          </p:cNvSpPr>
          <p:nvPr/>
        </p:nvSpPr>
        <p:spPr bwMode="auto">
          <a:xfrm>
            <a:off x="4954149" y="2737589"/>
            <a:ext cx="26959" cy="6249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49" name="Rectangle 75"/>
          <p:cNvSpPr>
            <a:spLocks/>
          </p:cNvSpPr>
          <p:nvPr/>
        </p:nvSpPr>
        <p:spPr bwMode="auto">
          <a:xfrm>
            <a:off x="5020321" y="2773127"/>
            <a:ext cx="26959" cy="575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50" name="Rectangle 76"/>
          <p:cNvSpPr>
            <a:spLocks/>
          </p:cNvSpPr>
          <p:nvPr/>
        </p:nvSpPr>
        <p:spPr bwMode="auto">
          <a:xfrm>
            <a:off x="5082817" y="2737589"/>
            <a:ext cx="25734" cy="6249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51" name="Freeform: Shape 77"/>
          <p:cNvSpPr>
            <a:spLocks/>
          </p:cNvSpPr>
          <p:nvPr/>
        </p:nvSpPr>
        <p:spPr bwMode="auto">
          <a:xfrm>
            <a:off x="7091270" y="4053687"/>
            <a:ext cx="296550" cy="291649"/>
          </a:xfrm>
          <a:custGeom>
            <a:avLst/>
            <a:gdLst>
              <a:gd name="T0" fmla="*/ 34 w 67"/>
              <a:gd name="T1" fmla="*/ 4 h 66"/>
              <a:gd name="T2" fmla="*/ 37 w 67"/>
              <a:gd name="T3" fmla="*/ 5 h 66"/>
              <a:gd name="T4" fmla="*/ 38 w 67"/>
              <a:gd name="T5" fmla="*/ 0 h 66"/>
              <a:gd name="T6" fmla="*/ 48 w 67"/>
              <a:gd name="T7" fmla="*/ 3 h 66"/>
              <a:gd name="T8" fmla="*/ 47 w 67"/>
              <a:gd name="T9" fmla="*/ 8 h 66"/>
              <a:gd name="T10" fmla="*/ 56 w 67"/>
              <a:gd name="T11" fmla="*/ 15 h 66"/>
              <a:gd name="T12" fmla="*/ 60 w 67"/>
              <a:gd name="T13" fmla="*/ 13 h 66"/>
              <a:gd name="T14" fmla="*/ 65 w 67"/>
              <a:gd name="T15" fmla="*/ 22 h 66"/>
              <a:gd name="T16" fmla="*/ 61 w 67"/>
              <a:gd name="T17" fmla="*/ 24 h 66"/>
              <a:gd name="T18" fmla="*/ 62 w 67"/>
              <a:gd name="T19" fmla="*/ 36 h 66"/>
              <a:gd name="T20" fmla="*/ 67 w 67"/>
              <a:gd name="T21" fmla="*/ 38 h 66"/>
              <a:gd name="T22" fmla="*/ 64 w 67"/>
              <a:gd name="T23" fmla="*/ 48 h 66"/>
              <a:gd name="T24" fmla="*/ 59 w 67"/>
              <a:gd name="T25" fmla="*/ 46 h 66"/>
              <a:gd name="T26" fmla="*/ 52 w 67"/>
              <a:gd name="T27" fmla="*/ 56 h 66"/>
              <a:gd name="T28" fmla="*/ 54 w 67"/>
              <a:gd name="T29" fmla="*/ 60 h 66"/>
              <a:gd name="T30" fmla="*/ 45 w 67"/>
              <a:gd name="T31" fmla="*/ 65 h 66"/>
              <a:gd name="T32" fmla="*/ 42 w 67"/>
              <a:gd name="T33" fmla="*/ 60 h 66"/>
              <a:gd name="T34" fmla="*/ 34 w 67"/>
              <a:gd name="T35" fmla="*/ 62 h 66"/>
              <a:gd name="T36" fmla="*/ 34 w 67"/>
              <a:gd name="T37" fmla="*/ 54 h 66"/>
              <a:gd name="T38" fmla="*/ 54 w 67"/>
              <a:gd name="T39" fmla="*/ 39 h 66"/>
              <a:gd name="T40" fmla="*/ 40 w 67"/>
              <a:gd name="T41" fmla="*/ 13 h 66"/>
              <a:gd name="T42" fmla="*/ 34 w 67"/>
              <a:gd name="T43" fmla="*/ 12 h 66"/>
              <a:gd name="T44" fmla="*/ 34 w 67"/>
              <a:gd name="T45" fmla="*/ 4 h 66"/>
              <a:gd name="T46" fmla="*/ 16 w 67"/>
              <a:gd name="T47" fmla="*/ 11 h 66"/>
              <a:gd name="T48" fmla="*/ 13 w 67"/>
              <a:gd name="T49" fmla="*/ 6 h 66"/>
              <a:gd name="T50" fmla="*/ 23 w 67"/>
              <a:gd name="T51" fmla="*/ 1 h 66"/>
              <a:gd name="T52" fmla="*/ 25 w 67"/>
              <a:gd name="T53" fmla="*/ 6 h 66"/>
              <a:gd name="T54" fmla="*/ 34 w 67"/>
              <a:gd name="T55" fmla="*/ 4 h 66"/>
              <a:gd name="T56" fmla="*/ 34 w 67"/>
              <a:gd name="T57" fmla="*/ 12 h 66"/>
              <a:gd name="T58" fmla="*/ 13 w 67"/>
              <a:gd name="T59" fmla="*/ 27 h 66"/>
              <a:gd name="T60" fmla="*/ 27 w 67"/>
              <a:gd name="T61" fmla="*/ 53 h 66"/>
              <a:gd name="T62" fmla="*/ 27 w 67"/>
              <a:gd name="T63" fmla="*/ 53 h 66"/>
              <a:gd name="T64" fmla="*/ 34 w 67"/>
              <a:gd name="T65" fmla="*/ 54 h 66"/>
              <a:gd name="T66" fmla="*/ 34 w 67"/>
              <a:gd name="T67" fmla="*/ 62 h 66"/>
              <a:gd name="T68" fmla="*/ 30 w 67"/>
              <a:gd name="T69" fmla="*/ 62 h 66"/>
              <a:gd name="T70" fmla="*/ 29 w 67"/>
              <a:gd name="T71" fmla="*/ 66 h 66"/>
              <a:gd name="T72" fmla="*/ 19 w 67"/>
              <a:gd name="T73" fmla="*/ 63 h 66"/>
              <a:gd name="T74" fmla="*/ 20 w 67"/>
              <a:gd name="T75" fmla="*/ 59 h 66"/>
              <a:gd name="T76" fmla="*/ 11 w 67"/>
              <a:gd name="T77" fmla="*/ 51 h 66"/>
              <a:gd name="T78" fmla="*/ 7 w 67"/>
              <a:gd name="T79" fmla="*/ 53 h 66"/>
              <a:gd name="T80" fmla="*/ 2 w 67"/>
              <a:gd name="T81" fmla="*/ 44 h 66"/>
              <a:gd name="T82" fmla="*/ 6 w 67"/>
              <a:gd name="T83" fmla="*/ 42 h 66"/>
              <a:gd name="T84" fmla="*/ 5 w 67"/>
              <a:gd name="T85" fmla="*/ 30 h 66"/>
              <a:gd name="T86" fmla="*/ 0 w 67"/>
              <a:gd name="T87" fmla="*/ 28 h 66"/>
              <a:gd name="T88" fmla="*/ 3 w 67"/>
              <a:gd name="T89" fmla="*/ 18 h 66"/>
              <a:gd name="T90" fmla="*/ 8 w 67"/>
              <a:gd name="T91" fmla="*/ 20 h 66"/>
              <a:gd name="T92" fmla="*/ 16 w 67"/>
              <a:gd name="T93" fmla="*/ 11 h 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67" h="66">
                <a:moveTo>
                  <a:pt x="34" y="4"/>
                </a:moveTo>
                <a:cubicBezTo>
                  <a:pt x="35" y="4"/>
                  <a:pt x="36" y="4"/>
                  <a:pt x="37" y="5"/>
                </a:cubicBezTo>
                <a:cubicBezTo>
                  <a:pt x="38" y="0"/>
                  <a:pt x="38" y="0"/>
                  <a:pt x="38" y="0"/>
                </a:cubicBezTo>
                <a:cubicBezTo>
                  <a:pt x="48" y="3"/>
                  <a:pt x="48" y="3"/>
                  <a:pt x="48" y="3"/>
                </a:cubicBezTo>
                <a:cubicBezTo>
                  <a:pt x="47" y="8"/>
                  <a:pt x="47" y="8"/>
                  <a:pt x="47" y="8"/>
                </a:cubicBezTo>
                <a:cubicBezTo>
                  <a:pt x="50" y="9"/>
                  <a:pt x="54" y="12"/>
                  <a:pt x="56" y="15"/>
                </a:cubicBezTo>
                <a:cubicBezTo>
                  <a:pt x="60" y="13"/>
                  <a:pt x="60" y="13"/>
                  <a:pt x="60" y="13"/>
                </a:cubicBezTo>
                <a:cubicBezTo>
                  <a:pt x="65" y="22"/>
                  <a:pt x="65" y="22"/>
                  <a:pt x="65" y="22"/>
                </a:cubicBezTo>
                <a:cubicBezTo>
                  <a:pt x="61" y="24"/>
                  <a:pt x="61" y="24"/>
                  <a:pt x="61" y="24"/>
                </a:cubicBezTo>
                <a:cubicBezTo>
                  <a:pt x="62" y="28"/>
                  <a:pt x="63" y="32"/>
                  <a:pt x="62" y="36"/>
                </a:cubicBezTo>
                <a:cubicBezTo>
                  <a:pt x="67" y="38"/>
                  <a:pt x="67" y="38"/>
                  <a:pt x="67" y="38"/>
                </a:cubicBezTo>
                <a:cubicBezTo>
                  <a:pt x="64" y="48"/>
                  <a:pt x="64" y="48"/>
                  <a:pt x="64" y="48"/>
                </a:cubicBezTo>
                <a:cubicBezTo>
                  <a:pt x="59" y="46"/>
                  <a:pt x="59" y="46"/>
                  <a:pt x="59" y="46"/>
                </a:cubicBezTo>
                <a:cubicBezTo>
                  <a:pt x="57" y="50"/>
                  <a:pt x="55" y="53"/>
                  <a:pt x="52" y="56"/>
                </a:cubicBezTo>
                <a:cubicBezTo>
                  <a:pt x="54" y="60"/>
                  <a:pt x="54" y="60"/>
                  <a:pt x="54" y="60"/>
                </a:cubicBezTo>
                <a:cubicBezTo>
                  <a:pt x="45" y="65"/>
                  <a:pt x="45" y="65"/>
                  <a:pt x="45" y="65"/>
                </a:cubicBezTo>
                <a:cubicBezTo>
                  <a:pt x="42" y="60"/>
                  <a:pt x="42" y="60"/>
                  <a:pt x="42" y="60"/>
                </a:cubicBezTo>
                <a:cubicBezTo>
                  <a:pt x="40" y="61"/>
                  <a:pt x="37" y="62"/>
                  <a:pt x="34" y="62"/>
                </a:cubicBezTo>
                <a:cubicBezTo>
                  <a:pt x="34" y="54"/>
                  <a:pt x="34" y="54"/>
                  <a:pt x="34" y="54"/>
                </a:cubicBezTo>
                <a:cubicBezTo>
                  <a:pt x="43" y="54"/>
                  <a:pt x="51" y="48"/>
                  <a:pt x="54" y="39"/>
                </a:cubicBezTo>
                <a:cubicBezTo>
                  <a:pt x="57" y="28"/>
                  <a:pt x="51" y="16"/>
                  <a:pt x="40" y="13"/>
                </a:cubicBezTo>
                <a:cubicBezTo>
                  <a:pt x="38" y="12"/>
                  <a:pt x="36" y="12"/>
                  <a:pt x="34" y="12"/>
                </a:cubicBezTo>
                <a:lnTo>
                  <a:pt x="34" y="4"/>
                </a:lnTo>
                <a:close/>
                <a:moveTo>
                  <a:pt x="16" y="11"/>
                </a:moveTo>
                <a:cubicBezTo>
                  <a:pt x="13" y="6"/>
                  <a:pt x="13" y="6"/>
                  <a:pt x="13" y="6"/>
                </a:cubicBezTo>
                <a:cubicBezTo>
                  <a:pt x="23" y="1"/>
                  <a:pt x="23" y="1"/>
                  <a:pt x="23" y="1"/>
                </a:cubicBezTo>
                <a:cubicBezTo>
                  <a:pt x="25" y="6"/>
                  <a:pt x="25" y="6"/>
                  <a:pt x="25" y="6"/>
                </a:cubicBezTo>
                <a:cubicBezTo>
                  <a:pt x="28" y="5"/>
                  <a:pt x="31" y="4"/>
                  <a:pt x="34" y="4"/>
                </a:cubicBezTo>
                <a:cubicBezTo>
                  <a:pt x="34" y="12"/>
                  <a:pt x="34" y="12"/>
                  <a:pt x="34" y="12"/>
                </a:cubicBezTo>
                <a:cubicBezTo>
                  <a:pt x="25" y="12"/>
                  <a:pt x="16" y="18"/>
                  <a:pt x="13" y="27"/>
                </a:cubicBezTo>
                <a:cubicBezTo>
                  <a:pt x="10" y="38"/>
                  <a:pt x="16" y="50"/>
                  <a:pt x="27" y="53"/>
                </a:cubicBezTo>
                <a:cubicBezTo>
                  <a:pt x="27" y="53"/>
                  <a:pt x="27" y="53"/>
                  <a:pt x="27" y="53"/>
                </a:cubicBezTo>
                <a:cubicBezTo>
                  <a:pt x="30" y="54"/>
                  <a:pt x="32" y="54"/>
                  <a:pt x="34" y="54"/>
                </a:cubicBezTo>
                <a:cubicBezTo>
                  <a:pt x="34" y="62"/>
                  <a:pt x="34" y="62"/>
                  <a:pt x="34" y="62"/>
                </a:cubicBezTo>
                <a:cubicBezTo>
                  <a:pt x="33" y="62"/>
                  <a:pt x="32" y="62"/>
                  <a:pt x="30" y="62"/>
                </a:cubicBezTo>
                <a:cubicBezTo>
                  <a:pt x="29" y="66"/>
                  <a:pt x="29" y="66"/>
                  <a:pt x="29" y="66"/>
                </a:cubicBezTo>
                <a:cubicBezTo>
                  <a:pt x="19" y="63"/>
                  <a:pt x="19" y="63"/>
                  <a:pt x="19" y="63"/>
                </a:cubicBezTo>
                <a:cubicBezTo>
                  <a:pt x="20" y="59"/>
                  <a:pt x="20" y="59"/>
                  <a:pt x="20" y="59"/>
                </a:cubicBezTo>
                <a:cubicBezTo>
                  <a:pt x="17" y="57"/>
                  <a:pt x="14" y="54"/>
                  <a:pt x="11" y="51"/>
                </a:cubicBezTo>
                <a:cubicBezTo>
                  <a:pt x="7" y="53"/>
                  <a:pt x="7" y="53"/>
                  <a:pt x="7" y="53"/>
                </a:cubicBezTo>
                <a:cubicBezTo>
                  <a:pt x="2" y="44"/>
                  <a:pt x="2" y="44"/>
                  <a:pt x="2" y="44"/>
                </a:cubicBezTo>
                <a:cubicBezTo>
                  <a:pt x="6" y="42"/>
                  <a:pt x="6" y="42"/>
                  <a:pt x="6" y="42"/>
                </a:cubicBezTo>
                <a:cubicBezTo>
                  <a:pt x="5" y="38"/>
                  <a:pt x="5" y="34"/>
                  <a:pt x="5" y="30"/>
                </a:cubicBezTo>
                <a:cubicBezTo>
                  <a:pt x="0" y="28"/>
                  <a:pt x="0" y="28"/>
                  <a:pt x="0" y="28"/>
                </a:cubicBezTo>
                <a:cubicBezTo>
                  <a:pt x="3" y="18"/>
                  <a:pt x="3" y="18"/>
                  <a:pt x="3" y="18"/>
                </a:cubicBezTo>
                <a:cubicBezTo>
                  <a:pt x="8" y="20"/>
                  <a:pt x="8" y="20"/>
                  <a:pt x="8" y="20"/>
                </a:cubicBezTo>
                <a:cubicBezTo>
                  <a:pt x="10" y="16"/>
                  <a:pt x="13" y="13"/>
                  <a:pt x="16" y="11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52" name="Freeform: Shape 78"/>
          <p:cNvSpPr>
            <a:spLocks/>
          </p:cNvSpPr>
          <p:nvPr/>
        </p:nvSpPr>
        <p:spPr bwMode="auto">
          <a:xfrm>
            <a:off x="7811812" y="2676319"/>
            <a:ext cx="259787" cy="286748"/>
          </a:xfrm>
          <a:custGeom>
            <a:avLst/>
            <a:gdLst>
              <a:gd name="T0" fmla="*/ 27 w 59"/>
              <a:gd name="T1" fmla="*/ 65 h 65"/>
              <a:gd name="T2" fmla="*/ 59 w 59"/>
              <a:gd name="T3" fmla="*/ 33 h 65"/>
              <a:gd name="T4" fmla="*/ 27 w 59"/>
              <a:gd name="T5" fmla="*/ 0 h 65"/>
              <a:gd name="T6" fmla="*/ 27 w 59"/>
              <a:gd name="T7" fmla="*/ 0 h 65"/>
              <a:gd name="T8" fmla="*/ 27 w 59"/>
              <a:gd name="T9" fmla="*/ 23 h 65"/>
              <a:gd name="T10" fmla="*/ 43 w 59"/>
              <a:gd name="T11" fmla="*/ 16 h 65"/>
              <a:gd name="T12" fmla="*/ 33 w 59"/>
              <a:gd name="T13" fmla="*/ 39 h 65"/>
              <a:gd name="T14" fmla="*/ 27 w 59"/>
              <a:gd name="T15" fmla="*/ 42 h 65"/>
              <a:gd name="T16" fmla="*/ 27 w 59"/>
              <a:gd name="T17" fmla="*/ 65 h 65"/>
              <a:gd name="T18" fmla="*/ 27 w 59"/>
              <a:gd name="T19" fmla="*/ 0 h 65"/>
              <a:gd name="T20" fmla="*/ 1 w 59"/>
              <a:gd name="T21" fmla="*/ 12 h 65"/>
              <a:gd name="T22" fmla="*/ 1 w 59"/>
              <a:gd name="T23" fmla="*/ 18 h 65"/>
              <a:gd name="T24" fmla="*/ 0 w 59"/>
              <a:gd name="T25" fmla="*/ 51 h 65"/>
              <a:gd name="T26" fmla="*/ 27 w 59"/>
              <a:gd name="T27" fmla="*/ 65 h 65"/>
              <a:gd name="T28" fmla="*/ 27 w 59"/>
              <a:gd name="T29" fmla="*/ 42 h 65"/>
              <a:gd name="T30" fmla="*/ 10 w 59"/>
              <a:gd name="T31" fmla="*/ 49 h 65"/>
              <a:gd name="T32" fmla="*/ 20 w 59"/>
              <a:gd name="T33" fmla="*/ 26 h 65"/>
              <a:gd name="T34" fmla="*/ 20 w 59"/>
              <a:gd name="T35" fmla="*/ 26 h 65"/>
              <a:gd name="T36" fmla="*/ 27 w 59"/>
              <a:gd name="T37" fmla="*/ 23 h 65"/>
              <a:gd name="T38" fmla="*/ 27 w 59"/>
              <a:gd name="T39" fmla="*/ 0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59" h="65">
                <a:moveTo>
                  <a:pt x="27" y="65"/>
                </a:moveTo>
                <a:cubicBezTo>
                  <a:pt x="45" y="65"/>
                  <a:pt x="59" y="51"/>
                  <a:pt x="59" y="33"/>
                </a:cubicBezTo>
                <a:cubicBezTo>
                  <a:pt x="59" y="15"/>
                  <a:pt x="45" y="0"/>
                  <a:pt x="27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7" y="23"/>
                  <a:pt x="27" y="23"/>
                  <a:pt x="27" y="23"/>
                </a:cubicBezTo>
                <a:cubicBezTo>
                  <a:pt x="43" y="16"/>
                  <a:pt x="43" y="16"/>
                  <a:pt x="43" y="16"/>
                </a:cubicBezTo>
                <a:cubicBezTo>
                  <a:pt x="33" y="39"/>
                  <a:pt x="33" y="39"/>
                  <a:pt x="33" y="39"/>
                </a:cubicBezTo>
                <a:cubicBezTo>
                  <a:pt x="27" y="42"/>
                  <a:pt x="27" y="42"/>
                  <a:pt x="27" y="42"/>
                </a:cubicBezTo>
                <a:cubicBezTo>
                  <a:pt x="27" y="65"/>
                  <a:pt x="27" y="65"/>
                  <a:pt x="27" y="65"/>
                </a:cubicBezTo>
                <a:close/>
                <a:moveTo>
                  <a:pt x="27" y="0"/>
                </a:moveTo>
                <a:cubicBezTo>
                  <a:pt x="16" y="0"/>
                  <a:pt x="7" y="5"/>
                  <a:pt x="1" y="12"/>
                </a:cubicBezTo>
                <a:cubicBezTo>
                  <a:pt x="1" y="14"/>
                  <a:pt x="1" y="16"/>
                  <a:pt x="1" y="18"/>
                </a:cubicBezTo>
                <a:cubicBezTo>
                  <a:pt x="1" y="29"/>
                  <a:pt x="1" y="40"/>
                  <a:pt x="0" y="51"/>
                </a:cubicBezTo>
                <a:cubicBezTo>
                  <a:pt x="6" y="60"/>
                  <a:pt x="15" y="65"/>
                  <a:pt x="27" y="65"/>
                </a:cubicBezTo>
                <a:cubicBezTo>
                  <a:pt x="27" y="42"/>
                  <a:pt x="27" y="42"/>
                  <a:pt x="27" y="42"/>
                </a:cubicBezTo>
                <a:cubicBezTo>
                  <a:pt x="10" y="49"/>
                  <a:pt x="10" y="49"/>
                  <a:pt x="10" y="49"/>
                </a:cubicBezTo>
                <a:cubicBezTo>
                  <a:pt x="20" y="26"/>
                  <a:pt x="20" y="26"/>
                  <a:pt x="20" y="26"/>
                </a:cubicBezTo>
                <a:cubicBezTo>
                  <a:pt x="20" y="26"/>
                  <a:pt x="20" y="26"/>
                  <a:pt x="20" y="26"/>
                </a:cubicBezTo>
                <a:cubicBezTo>
                  <a:pt x="27" y="23"/>
                  <a:pt x="27" y="23"/>
                  <a:pt x="27" y="23"/>
                </a:cubicBezTo>
                <a:lnTo>
                  <a:pt x="27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53" name="Freeform: Shape 79"/>
          <p:cNvSpPr>
            <a:spLocks/>
          </p:cNvSpPr>
          <p:nvPr/>
        </p:nvSpPr>
        <p:spPr bwMode="auto">
          <a:xfrm>
            <a:off x="6185689" y="1192340"/>
            <a:ext cx="256111" cy="220575"/>
          </a:xfrm>
          <a:custGeom>
            <a:avLst/>
            <a:gdLst>
              <a:gd name="T0" fmla="*/ 48 w 58"/>
              <a:gd name="T1" fmla="*/ 38 h 50"/>
              <a:gd name="T2" fmla="*/ 44 w 58"/>
              <a:gd name="T3" fmla="*/ 8 h 50"/>
              <a:gd name="T4" fmla="*/ 27 w 58"/>
              <a:gd name="T5" fmla="*/ 0 h 50"/>
              <a:gd name="T6" fmla="*/ 27 w 58"/>
              <a:gd name="T7" fmla="*/ 20 h 50"/>
              <a:gd name="T8" fmla="*/ 42 w 58"/>
              <a:gd name="T9" fmla="*/ 20 h 50"/>
              <a:gd name="T10" fmla="*/ 42 w 58"/>
              <a:gd name="T11" fmla="*/ 30 h 50"/>
              <a:gd name="T12" fmla="*/ 42 w 58"/>
              <a:gd name="T13" fmla="*/ 30 h 50"/>
              <a:gd name="T14" fmla="*/ 42 w 58"/>
              <a:gd name="T15" fmla="*/ 30 h 50"/>
              <a:gd name="T16" fmla="*/ 27 w 58"/>
              <a:gd name="T17" fmla="*/ 30 h 50"/>
              <a:gd name="T18" fmla="*/ 27 w 58"/>
              <a:gd name="T19" fmla="*/ 50 h 50"/>
              <a:gd name="T20" fmla="*/ 40 w 58"/>
              <a:gd name="T21" fmla="*/ 46 h 50"/>
              <a:gd name="T22" fmla="*/ 43 w 58"/>
              <a:gd name="T23" fmla="*/ 49 h 50"/>
              <a:gd name="T24" fmla="*/ 58 w 58"/>
              <a:gd name="T25" fmla="*/ 48 h 50"/>
              <a:gd name="T26" fmla="*/ 48 w 58"/>
              <a:gd name="T27" fmla="*/ 38 h 50"/>
              <a:gd name="T28" fmla="*/ 27 w 58"/>
              <a:gd name="T29" fmla="*/ 0 h 50"/>
              <a:gd name="T30" fmla="*/ 9 w 58"/>
              <a:gd name="T31" fmla="*/ 8 h 50"/>
              <a:gd name="T32" fmla="*/ 9 w 58"/>
              <a:gd name="T33" fmla="*/ 43 h 50"/>
              <a:gd name="T34" fmla="*/ 27 w 58"/>
              <a:gd name="T35" fmla="*/ 50 h 50"/>
              <a:gd name="T36" fmla="*/ 27 w 58"/>
              <a:gd name="T37" fmla="*/ 30 h 50"/>
              <a:gd name="T38" fmla="*/ 12 w 58"/>
              <a:gd name="T39" fmla="*/ 30 h 50"/>
              <a:gd name="T40" fmla="*/ 12 w 58"/>
              <a:gd name="T41" fmla="*/ 20 h 50"/>
              <a:gd name="T42" fmla="*/ 27 w 58"/>
              <a:gd name="T43" fmla="*/ 20 h 50"/>
              <a:gd name="T44" fmla="*/ 27 w 58"/>
              <a:gd name="T45" fmla="*/ 0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58" h="50">
                <a:moveTo>
                  <a:pt x="48" y="38"/>
                </a:moveTo>
                <a:cubicBezTo>
                  <a:pt x="54" y="29"/>
                  <a:pt x="53" y="16"/>
                  <a:pt x="44" y="8"/>
                </a:cubicBezTo>
                <a:cubicBezTo>
                  <a:pt x="40" y="3"/>
                  <a:pt x="33" y="0"/>
                  <a:pt x="27" y="0"/>
                </a:cubicBezTo>
                <a:cubicBezTo>
                  <a:pt x="27" y="20"/>
                  <a:pt x="27" y="20"/>
                  <a:pt x="27" y="20"/>
                </a:cubicBezTo>
                <a:cubicBezTo>
                  <a:pt x="42" y="20"/>
                  <a:pt x="42" y="20"/>
                  <a:pt x="42" y="20"/>
                </a:cubicBezTo>
                <a:cubicBezTo>
                  <a:pt x="42" y="30"/>
                  <a:pt x="42" y="30"/>
                  <a:pt x="42" y="30"/>
                </a:cubicBezTo>
                <a:cubicBezTo>
                  <a:pt x="42" y="30"/>
                  <a:pt x="42" y="30"/>
                  <a:pt x="42" y="30"/>
                </a:cubicBezTo>
                <a:cubicBezTo>
                  <a:pt x="42" y="30"/>
                  <a:pt x="42" y="30"/>
                  <a:pt x="42" y="30"/>
                </a:cubicBezTo>
                <a:cubicBezTo>
                  <a:pt x="27" y="30"/>
                  <a:pt x="27" y="30"/>
                  <a:pt x="27" y="30"/>
                </a:cubicBezTo>
                <a:cubicBezTo>
                  <a:pt x="27" y="50"/>
                  <a:pt x="27" y="50"/>
                  <a:pt x="27" y="50"/>
                </a:cubicBezTo>
                <a:cubicBezTo>
                  <a:pt x="31" y="50"/>
                  <a:pt x="36" y="49"/>
                  <a:pt x="40" y="46"/>
                </a:cubicBezTo>
                <a:cubicBezTo>
                  <a:pt x="43" y="49"/>
                  <a:pt x="43" y="49"/>
                  <a:pt x="43" y="49"/>
                </a:cubicBezTo>
                <a:cubicBezTo>
                  <a:pt x="48" y="48"/>
                  <a:pt x="53" y="48"/>
                  <a:pt x="58" y="48"/>
                </a:cubicBezTo>
                <a:lnTo>
                  <a:pt x="48" y="38"/>
                </a:lnTo>
                <a:close/>
                <a:moveTo>
                  <a:pt x="27" y="0"/>
                </a:moveTo>
                <a:cubicBezTo>
                  <a:pt x="21" y="0"/>
                  <a:pt x="14" y="3"/>
                  <a:pt x="9" y="8"/>
                </a:cubicBezTo>
                <a:cubicBezTo>
                  <a:pt x="0" y="17"/>
                  <a:pt x="0" y="33"/>
                  <a:pt x="9" y="43"/>
                </a:cubicBezTo>
                <a:cubicBezTo>
                  <a:pt x="14" y="47"/>
                  <a:pt x="21" y="50"/>
                  <a:pt x="27" y="50"/>
                </a:cubicBezTo>
                <a:cubicBezTo>
                  <a:pt x="27" y="30"/>
                  <a:pt x="27" y="30"/>
                  <a:pt x="27" y="30"/>
                </a:cubicBezTo>
                <a:cubicBezTo>
                  <a:pt x="12" y="30"/>
                  <a:pt x="12" y="30"/>
                  <a:pt x="12" y="30"/>
                </a:cubicBezTo>
                <a:cubicBezTo>
                  <a:pt x="12" y="20"/>
                  <a:pt x="12" y="20"/>
                  <a:pt x="12" y="20"/>
                </a:cubicBezTo>
                <a:cubicBezTo>
                  <a:pt x="27" y="20"/>
                  <a:pt x="27" y="20"/>
                  <a:pt x="27" y="20"/>
                </a:cubicBezTo>
                <a:lnTo>
                  <a:pt x="27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54" name="Oval 80"/>
          <p:cNvSpPr>
            <a:spLocks/>
          </p:cNvSpPr>
          <p:nvPr/>
        </p:nvSpPr>
        <p:spPr bwMode="auto">
          <a:xfrm>
            <a:off x="7727259" y="3373581"/>
            <a:ext cx="84553" cy="84553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55" name="Freeform: Shape 81"/>
          <p:cNvSpPr>
            <a:spLocks/>
          </p:cNvSpPr>
          <p:nvPr/>
        </p:nvSpPr>
        <p:spPr bwMode="auto">
          <a:xfrm>
            <a:off x="7691722" y="3334367"/>
            <a:ext cx="159304" cy="234055"/>
          </a:xfrm>
          <a:custGeom>
            <a:avLst/>
            <a:gdLst>
              <a:gd name="T0" fmla="*/ 36 w 36"/>
              <a:gd name="T1" fmla="*/ 0 h 53"/>
              <a:gd name="T2" fmla="*/ 18 w 36"/>
              <a:gd name="T3" fmla="*/ 0 h 53"/>
              <a:gd name="T4" fmla="*/ 18 w 36"/>
              <a:gd name="T5" fmla="*/ 4 h 53"/>
              <a:gd name="T6" fmla="*/ 18 w 36"/>
              <a:gd name="T7" fmla="*/ 4 h 53"/>
              <a:gd name="T8" fmla="*/ 32 w 36"/>
              <a:gd name="T9" fmla="*/ 18 h 53"/>
              <a:gd name="T10" fmla="*/ 18 w 36"/>
              <a:gd name="T11" fmla="*/ 32 h 53"/>
              <a:gd name="T12" fmla="*/ 18 w 36"/>
              <a:gd name="T13" fmla="*/ 32 h 53"/>
              <a:gd name="T14" fmla="*/ 18 w 36"/>
              <a:gd name="T15" fmla="*/ 32 h 53"/>
              <a:gd name="T16" fmla="*/ 18 w 36"/>
              <a:gd name="T17" fmla="*/ 38 h 53"/>
              <a:gd name="T18" fmla="*/ 18 w 36"/>
              <a:gd name="T19" fmla="*/ 38 h 53"/>
              <a:gd name="T20" fmla="*/ 22 w 36"/>
              <a:gd name="T21" fmla="*/ 43 h 53"/>
              <a:gd name="T22" fmla="*/ 18 w 36"/>
              <a:gd name="T23" fmla="*/ 48 h 53"/>
              <a:gd name="T24" fmla="*/ 18 w 36"/>
              <a:gd name="T25" fmla="*/ 48 h 53"/>
              <a:gd name="T26" fmla="*/ 18 w 36"/>
              <a:gd name="T27" fmla="*/ 48 h 53"/>
              <a:gd name="T28" fmla="*/ 18 w 36"/>
              <a:gd name="T29" fmla="*/ 53 h 53"/>
              <a:gd name="T30" fmla="*/ 36 w 36"/>
              <a:gd name="T31" fmla="*/ 53 h 53"/>
              <a:gd name="T32" fmla="*/ 36 w 36"/>
              <a:gd name="T33" fmla="*/ 0 h 53"/>
              <a:gd name="T34" fmla="*/ 18 w 36"/>
              <a:gd name="T35" fmla="*/ 0 h 53"/>
              <a:gd name="T36" fmla="*/ 0 w 36"/>
              <a:gd name="T37" fmla="*/ 0 h 53"/>
              <a:gd name="T38" fmla="*/ 0 w 36"/>
              <a:gd name="T39" fmla="*/ 53 h 53"/>
              <a:gd name="T40" fmla="*/ 18 w 36"/>
              <a:gd name="T41" fmla="*/ 53 h 53"/>
              <a:gd name="T42" fmla="*/ 18 w 36"/>
              <a:gd name="T43" fmla="*/ 48 h 53"/>
              <a:gd name="T44" fmla="*/ 13 w 36"/>
              <a:gd name="T45" fmla="*/ 43 h 53"/>
              <a:gd name="T46" fmla="*/ 18 w 36"/>
              <a:gd name="T47" fmla="*/ 38 h 53"/>
              <a:gd name="T48" fmla="*/ 18 w 36"/>
              <a:gd name="T49" fmla="*/ 32 h 53"/>
              <a:gd name="T50" fmla="*/ 4 w 36"/>
              <a:gd name="T51" fmla="*/ 18 h 53"/>
              <a:gd name="T52" fmla="*/ 18 w 36"/>
              <a:gd name="T53" fmla="*/ 4 h 53"/>
              <a:gd name="T54" fmla="*/ 18 w 36"/>
              <a:gd name="T55" fmla="*/ 0 h 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36" h="53">
                <a:moveTo>
                  <a:pt x="36" y="0"/>
                </a:moveTo>
                <a:cubicBezTo>
                  <a:pt x="18" y="0"/>
                  <a:pt x="18" y="0"/>
                  <a:pt x="18" y="0"/>
                </a:cubicBezTo>
                <a:cubicBezTo>
                  <a:pt x="18" y="4"/>
                  <a:pt x="18" y="4"/>
                  <a:pt x="18" y="4"/>
                </a:cubicBezTo>
                <a:cubicBezTo>
                  <a:pt x="18" y="4"/>
                  <a:pt x="18" y="4"/>
                  <a:pt x="18" y="4"/>
                </a:cubicBezTo>
                <a:cubicBezTo>
                  <a:pt x="25" y="4"/>
                  <a:pt x="32" y="11"/>
                  <a:pt x="32" y="18"/>
                </a:cubicBezTo>
                <a:cubicBezTo>
                  <a:pt x="32" y="26"/>
                  <a:pt x="25" y="32"/>
                  <a:pt x="18" y="32"/>
                </a:cubicBezTo>
                <a:cubicBezTo>
                  <a:pt x="18" y="32"/>
                  <a:pt x="18" y="32"/>
                  <a:pt x="18" y="32"/>
                </a:cubicBezTo>
                <a:cubicBezTo>
                  <a:pt x="18" y="32"/>
                  <a:pt x="18" y="32"/>
                  <a:pt x="18" y="32"/>
                </a:cubicBezTo>
                <a:cubicBezTo>
                  <a:pt x="18" y="38"/>
                  <a:pt x="18" y="38"/>
                  <a:pt x="18" y="38"/>
                </a:cubicBezTo>
                <a:cubicBezTo>
                  <a:pt x="18" y="38"/>
                  <a:pt x="18" y="38"/>
                  <a:pt x="18" y="38"/>
                </a:cubicBezTo>
                <a:cubicBezTo>
                  <a:pt x="20" y="38"/>
                  <a:pt x="22" y="40"/>
                  <a:pt x="22" y="43"/>
                </a:cubicBezTo>
                <a:cubicBezTo>
                  <a:pt x="22" y="46"/>
                  <a:pt x="20" y="48"/>
                  <a:pt x="18" y="48"/>
                </a:cubicBezTo>
                <a:cubicBezTo>
                  <a:pt x="18" y="48"/>
                  <a:pt x="18" y="48"/>
                  <a:pt x="18" y="48"/>
                </a:cubicBezTo>
                <a:cubicBezTo>
                  <a:pt x="18" y="48"/>
                  <a:pt x="18" y="48"/>
                  <a:pt x="18" y="48"/>
                </a:cubicBezTo>
                <a:cubicBezTo>
                  <a:pt x="18" y="53"/>
                  <a:pt x="18" y="53"/>
                  <a:pt x="18" y="53"/>
                </a:cubicBezTo>
                <a:cubicBezTo>
                  <a:pt x="36" y="53"/>
                  <a:pt x="36" y="53"/>
                  <a:pt x="36" y="53"/>
                </a:cubicBezTo>
                <a:lnTo>
                  <a:pt x="36" y="0"/>
                </a:lnTo>
                <a:close/>
                <a:moveTo>
                  <a:pt x="1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53"/>
                  <a:pt x="0" y="53"/>
                  <a:pt x="0" y="53"/>
                </a:cubicBezTo>
                <a:cubicBezTo>
                  <a:pt x="18" y="53"/>
                  <a:pt x="18" y="53"/>
                  <a:pt x="18" y="53"/>
                </a:cubicBezTo>
                <a:cubicBezTo>
                  <a:pt x="18" y="48"/>
                  <a:pt x="18" y="48"/>
                  <a:pt x="18" y="48"/>
                </a:cubicBezTo>
                <a:cubicBezTo>
                  <a:pt x="15" y="48"/>
                  <a:pt x="13" y="46"/>
                  <a:pt x="13" y="43"/>
                </a:cubicBezTo>
                <a:cubicBezTo>
                  <a:pt x="13" y="40"/>
                  <a:pt x="15" y="38"/>
                  <a:pt x="18" y="38"/>
                </a:cubicBezTo>
                <a:cubicBezTo>
                  <a:pt x="18" y="32"/>
                  <a:pt x="18" y="32"/>
                  <a:pt x="18" y="32"/>
                </a:cubicBezTo>
                <a:cubicBezTo>
                  <a:pt x="10" y="32"/>
                  <a:pt x="4" y="26"/>
                  <a:pt x="4" y="18"/>
                </a:cubicBezTo>
                <a:cubicBezTo>
                  <a:pt x="4" y="11"/>
                  <a:pt x="10" y="4"/>
                  <a:pt x="18" y="4"/>
                </a:cubicBezTo>
                <a:lnTo>
                  <a:pt x="18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56" name="Freeform: Shape 82"/>
          <p:cNvSpPr>
            <a:spLocks/>
          </p:cNvSpPr>
          <p:nvPr/>
        </p:nvSpPr>
        <p:spPr bwMode="auto">
          <a:xfrm>
            <a:off x="7545898" y="3373581"/>
            <a:ext cx="123767" cy="194842"/>
          </a:xfrm>
          <a:custGeom>
            <a:avLst/>
            <a:gdLst>
              <a:gd name="T0" fmla="*/ 0 w 28"/>
              <a:gd name="T1" fmla="*/ 44 h 44"/>
              <a:gd name="T2" fmla="*/ 28 w 28"/>
              <a:gd name="T3" fmla="*/ 44 h 44"/>
              <a:gd name="T4" fmla="*/ 28 w 28"/>
              <a:gd name="T5" fmla="*/ 0 h 44"/>
              <a:gd name="T6" fmla="*/ 24 w 28"/>
              <a:gd name="T7" fmla="*/ 8 h 44"/>
              <a:gd name="T8" fmla="*/ 24 w 28"/>
              <a:gd name="T9" fmla="*/ 9 h 44"/>
              <a:gd name="T10" fmla="*/ 15 w 28"/>
              <a:gd name="T11" fmla="*/ 22 h 44"/>
              <a:gd name="T12" fmla="*/ 10 w 28"/>
              <a:gd name="T13" fmla="*/ 29 h 44"/>
              <a:gd name="T14" fmla="*/ 15 w 28"/>
              <a:gd name="T15" fmla="*/ 34 h 44"/>
              <a:gd name="T16" fmla="*/ 10 w 28"/>
              <a:gd name="T17" fmla="*/ 39 h 44"/>
              <a:gd name="T18" fmla="*/ 10 w 28"/>
              <a:gd name="T19" fmla="*/ 39 h 44"/>
              <a:gd name="T20" fmla="*/ 6 w 28"/>
              <a:gd name="T21" fmla="*/ 36 h 44"/>
              <a:gd name="T22" fmla="*/ 0 w 28"/>
              <a:gd name="T23" fmla="*/ 44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8" h="44">
                <a:moveTo>
                  <a:pt x="0" y="44"/>
                </a:moveTo>
                <a:cubicBezTo>
                  <a:pt x="28" y="44"/>
                  <a:pt x="28" y="44"/>
                  <a:pt x="28" y="44"/>
                </a:cubicBezTo>
                <a:cubicBezTo>
                  <a:pt x="28" y="0"/>
                  <a:pt x="28" y="0"/>
                  <a:pt x="28" y="0"/>
                </a:cubicBezTo>
                <a:cubicBezTo>
                  <a:pt x="26" y="3"/>
                  <a:pt x="25" y="5"/>
                  <a:pt x="24" y="8"/>
                </a:cubicBezTo>
                <a:cubicBezTo>
                  <a:pt x="24" y="8"/>
                  <a:pt x="24" y="9"/>
                  <a:pt x="24" y="9"/>
                </a:cubicBezTo>
                <a:cubicBezTo>
                  <a:pt x="24" y="15"/>
                  <a:pt x="20" y="20"/>
                  <a:pt x="15" y="22"/>
                </a:cubicBezTo>
                <a:cubicBezTo>
                  <a:pt x="13" y="25"/>
                  <a:pt x="12" y="27"/>
                  <a:pt x="10" y="29"/>
                </a:cubicBezTo>
                <a:cubicBezTo>
                  <a:pt x="13" y="30"/>
                  <a:pt x="15" y="32"/>
                  <a:pt x="15" y="34"/>
                </a:cubicBezTo>
                <a:cubicBezTo>
                  <a:pt x="15" y="37"/>
                  <a:pt x="12" y="39"/>
                  <a:pt x="10" y="39"/>
                </a:cubicBezTo>
                <a:cubicBezTo>
                  <a:pt x="10" y="39"/>
                  <a:pt x="10" y="39"/>
                  <a:pt x="10" y="39"/>
                </a:cubicBezTo>
                <a:cubicBezTo>
                  <a:pt x="8" y="39"/>
                  <a:pt x="6" y="38"/>
                  <a:pt x="6" y="36"/>
                </a:cubicBezTo>
                <a:cubicBezTo>
                  <a:pt x="4" y="39"/>
                  <a:pt x="2" y="41"/>
                  <a:pt x="0" y="4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57" name="Freeform: Shape 83"/>
          <p:cNvSpPr>
            <a:spLocks/>
          </p:cNvSpPr>
          <p:nvPr/>
        </p:nvSpPr>
        <p:spPr bwMode="auto">
          <a:xfrm>
            <a:off x="7572857" y="1942295"/>
            <a:ext cx="118865" cy="62496"/>
          </a:xfrm>
          <a:custGeom>
            <a:avLst/>
            <a:gdLst>
              <a:gd name="T0" fmla="*/ 22 w 27"/>
              <a:gd name="T1" fmla="*/ 9 h 14"/>
              <a:gd name="T2" fmla="*/ 0 w 27"/>
              <a:gd name="T3" fmla="*/ 9 h 14"/>
              <a:gd name="T4" fmla="*/ 4 w 27"/>
              <a:gd name="T5" fmla="*/ 14 h 14"/>
              <a:gd name="T6" fmla="*/ 27 w 27"/>
              <a:gd name="T7" fmla="*/ 14 h 14"/>
              <a:gd name="T8" fmla="*/ 27 w 27"/>
              <a:gd name="T9" fmla="*/ 0 h 14"/>
              <a:gd name="T10" fmla="*/ 22 w 27"/>
              <a:gd name="T11" fmla="*/ 0 h 14"/>
              <a:gd name="T12" fmla="*/ 22 w 27"/>
              <a:gd name="T13" fmla="*/ 9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7" h="14">
                <a:moveTo>
                  <a:pt x="22" y="9"/>
                </a:moveTo>
                <a:cubicBezTo>
                  <a:pt x="0" y="9"/>
                  <a:pt x="0" y="9"/>
                  <a:pt x="0" y="9"/>
                </a:cubicBezTo>
                <a:cubicBezTo>
                  <a:pt x="1" y="10"/>
                  <a:pt x="3" y="12"/>
                  <a:pt x="4" y="14"/>
                </a:cubicBezTo>
                <a:cubicBezTo>
                  <a:pt x="27" y="14"/>
                  <a:pt x="27" y="14"/>
                  <a:pt x="27" y="14"/>
                </a:cubicBezTo>
                <a:cubicBezTo>
                  <a:pt x="27" y="0"/>
                  <a:pt x="27" y="0"/>
                  <a:pt x="27" y="0"/>
                </a:cubicBezTo>
                <a:cubicBezTo>
                  <a:pt x="22" y="0"/>
                  <a:pt x="22" y="0"/>
                  <a:pt x="22" y="0"/>
                </a:cubicBezTo>
                <a:lnTo>
                  <a:pt x="22" y="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58" name="Freeform: Shape 84"/>
          <p:cNvSpPr>
            <a:spLocks/>
          </p:cNvSpPr>
          <p:nvPr/>
        </p:nvSpPr>
        <p:spPr bwMode="auto">
          <a:xfrm>
            <a:off x="7479725" y="1757257"/>
            <a:ext cx="181361" cy="207096"/>
          </a:xfrm>
          <a:custGeom>
            <a:avLst/>
            <a:gdLst>
              <a:gd name="T0" fmla="*/ 5 w 41"/>
              <a:gd name="T1" fmla="*/ 27 h 47"/>
              <a:gd name="T2" fmla="*/ 5 w 41"/>
              <a:gd name="T3" fmla="*/ 30 h 47"/>
              <a:gd name="T4" fmla="*/ 18 w 41"/>
              <a:gd name="T5" fmla="*/ 47 h 47"/>
              <a:gd name="T6" fmla="*/ 33 w 41"/>
              <a:gd name="T7" fmla="*/ 47 h 47"/>
              <a:gd name="T8" fmla="*/ 33 w 41"/>
              <a:gd name="T9" fmla="*/ 27 h 47"/>
              <a:gd name="T10" fmla="*/ 41 w 41"/>
              <a:gd name="T11" fmla="*/ 27 h 47"/>
              <a:gd name="T12" fmla="*/ 19 w 41"/>
              <a:gd name="T13" fmla="*/ 0 h 47"/>
              <a:gd name="T14" fmla="*/ 0 w 41"/>
              <a:gd name="T15" fmla="*/ 24 h 47"/>
              <a:gd name="T16" fmla="*/ 3 w 41"/>
              <a:gd name="T17" fmla="*/ 27 h 47"/>
              <a:gd name="T18" fmla="*/ 5 w 41"/>
              <a:gd name="T19" fmla="*/ 27 h 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1" h="47">
                <a:moveTo>
                  <a:pt x="5" y="27"/>
                </a:moveTo>
                <a:cubicBezTo>
                  <a:pt x="5" y="30"/>
                  <a:pt x="5" y="30"/>
                  <a:pt x="5" y="30"/>
                </a:cubicBezTo>
                <a:cubicBezTo>
                  <a:pt x="10" y="35"/>
                  <a:pt x="14" y="41"/>
                  <a:pt x="18" y="47"/>
                </a:cubicBezTo>
                <a:cubicBezTo>
                  <a:pt x="33" y="47"/>
                  <a:pt x="33" y="47"/>
                  <a:pt x="33" y="47"/>
                </a:cubicBezTo>
                <a:cubicBezTo>
                  <a:pt x="33" y="27"/>
                  <a:pt x="33" y="27"/>
                  <a:pt x="33" y="27"/>
                </a:cubicBezTo>
                <a:cubicBezTo>
                  <a:pt x="41" y="27"/>
                  <a:pt x="41" y="27"/>
                  <a:pt x="41" y="27"/>
                </a:cubicBezTo>
                <a:cubicBezTo>
                  <a:pt x="19" y="0"/>
                  <a:pt x="19" y="0"/>
                  <a:pt x="19" y="0"/>
                </a:cubicBezTo>
                <a:cubicBezTo>
                  <a:pt x="0" y="24"/>
                  <a:pt x="0" y="24"/>
                  <a:pt x="0" y="24"/>
                </a:cubicBezTo>
                <a:cubicBezTo>
                  <a:pt x="1" y="25"/>
                  <a:pt x="2" y="26"/>
                  <a:pt x="3" y="27"/>
                </a:cubicBezTo>
                <a:lnTo>
                  <a:pt x="5" y="27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59" name="Freeform: Shape 85"/>
          <p:cNvSpPr>
            <a:spLocks/>
          </p:cNvSpPr>
          <p:nvPr/>
        </p:nvSpPr>
        <p:spPr bwMode="auto">
          <a:xfrm>
            <a:off x="7802009" y="2238845"/>
            <a:ext cx="225476" cy="357822"/>
          </a:xfrm>
          <a:custGeom>
            <a:avLst/>
            <a:gdLst>
              <a:gd name="T0" fmla="*/ 51 w 51"/>
              <a:gd name="T1" fmla="*/ 81 h 81"/>
              <a:gd name="T2" fmla="*/ 45 w 51"/>
              <a:gd name="T3" fmla="*/ 1 h 81"/>
              <a:gd name="T4" fmla="*/ 40 w 51"/>
              <a:gd name="T5" fmla="*/ 0 h 81"/>
              <a:gd name="T6" fmla="*/ 45 w 51"/>
              <a:gd name="T7" fmla="*/ 7 h 81"/>
              <a:gd name="T8" fmla="*/ 45 w 51"/>
              <a:gd name="T9" fmla="*/ 53 h 81"/>
              <a:gd name="T10" fmla="*/ 40 w 51"/>
              <a:gd name="T11" fmla="*/ 58 h 81"/>
              <a:gd name="T12" fmla="*/ 45 w 51"/>
              <a:gd name="T13" fmla="*/ 65 h 81"/>
              <a:gd name="T14" fmla="*/ 40 w 51"/>
              <a:gd name="T15" fmla="*/ 65 h 81"/>
              <a:gd name="T16" fmla="*/ 45 w 51"/>
              <a:gd name="T17" fmla="*/ 69 h 81"/>
              <a:gd name="T18" fmla="*/ 45 w 51"/>
              <a:gd name="T19" fmla="*/ 76 h 81"/>
              <a:gd name="T20" fmla="*/ 40 w 51"/>
              <a:gd name="T21" fmla="*/ 81 h 81"/>
              <a:gd name="T22" fmla="*/ 35 w 51"/>
              <a:gd name="T23" fmla="*/ 1 h 81"/>
              <a:gd name="T24" fmla="*/ 25 w 51"/>
              <a:gd name="T25" fmla="*/ 7 h 81"/>
              <a:gd name="T26" fmla="*/ 40 w 51"/>
              <a:gd name="T27" fmla="*/ 0 h 81"/>
              <a:gd name="T28" fmla="*/ 25 w 51"/>
              <a:gd name="T29" fmla="*/ 81 h 81"/>
              <a:gd name="T30" fmla="*/ 40 w 51"/>
              <a:gd name="T31" fmla="*/ 76 h 81"/>
              <a:gd name="T32" fmla="*/ 35 w 51"/>
              <a:gd name="T33" fmla="*/ 69 h 81"/>
              <a:gd name="T34" fmla="*/ 40 w 51"/>
              <a:gd name="T35" fmla="*/ 65 h 81"/>
              <a:gd name="T36" fmla="*/ 35 w 51"/>
              <a:gd name="T37" fmla="*/ 58 h 81"/>
              <a:gd name="T38" fmla="*/ 40 w 51"/>
              <a:gd name="T39" fmla="*/ 53 h 81"/>
              <a:gd name="T40" fmla="*/ 25 w 51"/>
              <a:gd name="T41" fmla="*/ 58 h 81"/>
              <a:gd name="T42" fmla="*/ 30 w 51"/>
              <a:gd name="T43" fmla="*/ 65 h 81"/>
              <a:gd name="T44" fmla="*/ 25 w 51"/>
              <a:gd name="T45" fmla="*/ 65 h 81"/>
              <a:gd name="T46" fmla="*/ 30 w 51"/>
              <a:gd name="T47" fmla="*/ 69 h 81"/>
              <a:gd name="T48" fmla="*/ 30 w 51"/>
              <a:gd name="T49" fmla="*/ 76 h 81"/>
              <a:gd name="T50" fmla="*/ 25 w 51"/>
              <a:gd name="T51" fmla="*/ 81 h 81"/>
              <a:gd name="T52" fmla="*/ 10 w 51"/>
              <a:gd name="T53" fmla="*/ 1 h 81"/>
              <a:gd name="T54" fmla="*/ 25 w 51"/>
              <a:gd name="T55" fmla="*/ 7 h 81"/>
              <a:gd name="T56" fmla="*/ 10 w 51"/>
              <a:gd name="T57" fmla="*/ 81 h 81"/>
              <a:gd name="T58" fmla="*/ 25 w 51"/>
              <a:gd name="T59" fmla="*/ 76 h 81"/>
              <a:gd name="T60" fmla="*/ 20 w 51"/>
              <a:gd name="T61" fmla="*/ 69 h 81"/>
              <a:gd name="T62" fmla="*/ 25 w 51"/>
              <a:gd name="T63" fmla="*/ 65 h 81"/>
              <a:gd name="T64" fmla="*/ 20 w 51"/>
              <a:gd name="T65" fmla="*/ 58 h 81"/>
              <a:gd name="T66" fmla="*/ 25 w 51"/>
              <a:gd name="T67" fmla="*/ 53 h 81"/>
              <a:gd name="T68" fmla="*/ 10 w 51"/>
              <a:gd name="T69" fmla="*/ 58 h 81"/>
              <a:gd name="T70" fmla="*/ 15 w 51"/>
              <a:gd name="T71" fmla="*/ 65 h 81"/>
              <a:gd name="T72" fmla="*/ 10 w 51"/>
              <a:gd name="T73" fmla="*/ 65 h 81"/>
              <a:gd name="T74" fmla="*/ 15 w 51"/>
              <a:gd name="T75" fmla="*/ 69 h 81"/>
              <a:gd name="T76" fmla="*/ 15 w 51"/>
              <a:gd name="T77" fmla="*/ 76 h 81"/>
              <a:gd name="T78" fmla="*/ 10 w 51"/>
              <a:gd name="T79" fmla="*/ 81 h 81"/>
              <a:gd name="T80" fmla="*/ 0 w 51"/>
              <a:gd name="T81" fmla="*/ 1 h 81"/>
              <a:gd name="T82" fmla="*/ 1 w 51"/>
              <a:gd name="T83" fmla="*/ 81 h 81"/>
              <a:gd name="T84" fmla="*/ 10 w 51"/>
              <a:gd name="T85" fmla="*/ 76 h 81"/>
              <a:gd name="T86" fmla="*/ 5 w 51"/>
              <a:gd name="T87" fmla="*/ 69 h 81"/>
              <a:gd name="T88" fmla="*/ 10 w 51"/>
              <a:gd name="T89" fmla="*/ 65 h 81"/>
              <a:gd name="T90" fmla="*/ 5 w 51"/>
              <a:gd name="T91" fmla="*/ 58 h 81"/>
              <a:gd name="T92" fmla="*/ 10 w 51"/>
              <a:gd name="T93" fmla="*/ 53 h 81"/>
              <a:gd name="T94" fmla="*/ 5 w 51"/>
              <a:gd name="T95" fmla="*/ 7 h 81"/>
              <a:gd name="T96" fmla="*/ 10 w 51"/>
              <a:gd name="T97" fmla="*/ 1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51" h="81">
                <a:moveTo>
                  <a:pt x="40" y="81"/>
                </a:moveTo>
                <a:cubicBezTo>
                  <a:pt x="51" y="81"/>
                  <a:pt x="51" y="81"/>
                  <a:pt x="51" y="81"/>
                </a:cubicBezTo>
                <a:cubicBezTo>
                  <a:pt x="51" y="1"/>
                  <a:pt x="51" y="1"/>
                  <a:pt x="51" y="1"/>
                </a:cubicBezTo>
                <a:cubicBezTo>
                  <a:pt x="45" y="1"/>
                  <a:pt x="45" y="1"/>
                  <a:pt x="45" y="1"/>
                </a:cubicBezTo>
                <a:cubicBezTo>
                  <a:pt x="45" y="0"/>
                  <a:pt x="45" y="0"/>
                  <a:pt x="45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40" y="7"/>
                  <a:pt x="40" y="7"/>
                  <a:pt x="40" y="7"/>
                </a:cubicBezTo>
                <a:cubicBezTo>
                  <a:pt x="45" y="7"/>
                  <a:pt x="45" y="7"/>
                  <a:pt x="45" y="7"/>
                </a:cubicBezTo>
                <a:cubicBezTo>
                  <a:pt x="45" y="53"/>
                  <a:pt x="45" y="53"/>
                  <a:pt x="45" y="53"/>
                </a:cubicBezTo>
                <a:cubicBezTo>
                  <a:pt x="45" y="53"/>
                  <a:pt x="45" y="53"/>
                  <a:pt x="45" y="53"/>
                </a:cubicBezTo>
                <a:cubicBezTo>
                  <a:pt x="40" y="53"/>
                  <a:pt x="40" y="53"/>
                  <a:pt x="40" y="53"/>
                </a:cubicBezTo>
                <a:cubicBezTo>
                  <a:pt x="40" y="58"/>
                  <a:pt x="40" y="58"/>
                  <a:pt x="40" y="58"/>
                </a:cubicBezTo>
                <a:cubicBezTo>
                  <a:pt x="45" y="58"/>
                  <a:pt x="45" y="58"/>
                  <a:pt x="45" y="58"/>
                </a:cubicBezTo>
                <a:cubicBezTo>
                  <a:pt x="45" y="65"/>
                  <a:pt x="45" y="65"/>
                  <a:pt x="45" y="65"/>
                </a:cubicBezTo>
                <a:cubicBezTo>
                  <a:pt x="45" y="65"/>
                  <a:pt x="45" y="65"/>
                  <a:pt x="45" y="65"/>
                </a:cubicBezTo>
                <a:cubicBezTo>
                  <a:pt x="40" y="65"/>
                  <a:pt x="40" y="65"/>
                  <a:pt x="40" y="65"/>
                </a:cubicBezTo>
                <a:cubicBezTo>
                  <a:pt x="40" y="69"/>
                  <a:pt x="40" y="69"/>
                  <a:pt x="40" y="69"/>
                </a:cubicBezTo>
                <a:cubicBezTo>
                  <a:pt x="45" y="69"/>
                  <a:pt x="45" y="69"/>
                  <a:pt x="45" y="69"/>
                </a:cubicBezTo>
                <a:cubicBezTo>
                  <a:pt x="45" y="76"/>
                  <a:pt x="45" y="76"/>
                  <a:pt x="45" y="76"/>
                </a:cubicBezTo>
                <a:cubicBezTo>
                  <a:pt x="45" y="76"/>
                  <a:pt x="45" y="76"/>
                  <a:pt x="45" y="76"/>
                </a:cubicBezTo>
                <a:cubicBezTo>
                  <a:pt x="40" y="76"/>
                  <a:pt x="40" y="76"/>
                  <a:pt x="40" y="76"/>
                </a:cubicBezTo>
                <a:lnTo>
                  <a:pt x="40" y="81"/>
                </a:lnTo>
                <a:close/>
                <a:moveTo>
                  <a:pt x="35" y="0"/>
                </a:moveTo>
                <a:cubicBezTo>
                  <a:pt x="35" y="1"/>
                  <a:pt x="35" y="1"/>
                  <a:pt x="35" y="1"/>
                </a:cubicBezTo>
                <a:cubicBezTo>
                  <a:pt x="25" y="1"/>
                  <a:pt x="25" y="1"/>
                  <a:pt x="25" y="1"/>
                </a:cubicBezTo>
                <a:cubicBezTo>
                  <a:pt x="25" y="7"/>
                  <a:pt x="25" y="7"/>
                  <a:pt x="25" y="7"/>
                </a:cubicBezTo>
                <a:cubicBezTo>
                  <a:pt x="40" y="7"/>
                  <a:pt x="40" y="7"/>
                  <a:pt x="40" y="7"/>
                </a:cubicBezTo>
                <a:cubicBezTo>
                  <a:pt x="40" y="0"/>
                  <a:pt x="40" y="0"/>
                  <a:pt x="40" y="0"/>
                </a:cubicBezTo>
                <a:cubicBezTo>
                  <a:pt x="35" y="0"/>
                  <a:pt x="35" y="0"/>
                  <a:pt x="35" y="0"/>
                </a:cubicBezTo>
                <a:close/>
                <a:moveTo>
                  <a:pt x="25" y="81"/>
                </a:moveTo>
                <a:cubicBezTo>
                  <a:pt x="40" y="81"/>
                  <a:pt x="40" y="81"/>
                  <a:pt x="40" y="81"/>
                </a:cubicBezTo>
                <a:cubicBezTo>
                  <a:pt x="40" y="76"/>
                  <a:pt x="40" y="76"/>
                  <a:pt x="40" y="76"/>
                </a:cubicBezTo>
                <a:cubicBezTo>
                  <a:pt x="35" y="76"/>
                  <a:pt x="35" y="76"/>
                  <a:pt x="35" y="76"/>
                </a:cubicBezTo>
                <a:cubicBezTo>
                  <a:pt x="35" y="69"/>
                  <a:pt x="35" y="69"/>
                  <a:pt x="35" y="69"/>
                </a:cubicBezTo>
                <a:cubicBezTo>
                  <a:pt x="40" y="69"/>
                  <a:pt x="40" y="69"/>
                  <a:pt x="40" y="69"/>
                </a:cubicBezTo>
                <a:cubicBezTo>
                  <a:pt x="40" y="65"/>
                  <a:pt x="40" y="65"/>
                  <a:pt x="40" y="65"/>
                </a:cubicBezTo>
                <a:cubicBezTo>
                  <a:pt x="35" y="65"/>
                  <a:pt x="35" y="65"/>
                  <a:pt x="35" y="65"/>
                </a:cubicBezTo>
                <a:cubicBezTo>
                  <a:pt x="35" y="58"/>
                  <a:pt x="35" y="58"/>
                  <a:pt x="35" y="58"/>
                </a:cubicBezTo>
                <a:cubicBezTo>
                  <a:pt x="40" y="58"/>
                  <a:pt x="40" y="58"/>
                  <a:pt x="40" y="58"/>
                </a:cubicBezTo>
                <a:cubicBezTo>
                  <a:pt x="40" y="53"/>
                  <a:pt x="40" y="53"/>
                  <a:pt x="40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5" y="58"/>
                  <a:pt x="25" y="58"/>
                  <a:pt x="25" y="58"/>
                </a:cubicBezTo>
                <a:cubicBezTo>
                  <a:pt x="30" y="58"/>
                  <a:pt x="30" y="58"/>
                  <a:pt x="30" y="58"/>
                </a:cubicBezTo>
                <a:cubicBezTo>
                  <a:pt x="30" y="65"/>
                  <a:pt x="30" y="65"/>
                  <a:pt x="30" y="65"/>
                </a:cubicBezTo>
                <a:cubicBezTo>
                  <a:pt x="30" y="65"/>
                  <a:pt x="30" y="65"/>
                  <a:pt x="30" y="65"/>
                </a:cubicBezTo>
                <a:cubicBezTo>
                  <a:pt x="25" y="65"/>
                  <a:pt x="25" y="65"/>
                  <a:pt x="25" y="65"/>
                </a:cubicBezTo>
                <a:cubicBezTo>
                  <a:pt x="25" y="69"/>
                  <a:pt x="25" y="69"/>
                  <a:pt x="25" y="69"/>
                </a:cubicBezTo>
                <a:cubicBezTo>
                  <a:pt x="30" y="69"/>
                  <a:pt x="30" y="69"/>
                  <a:pt x="30" y="69"/>
                </a:cubicBezTo>
                <a:cubicBezTo>
                  <a:pt x="30" y="76"/>
                  <a:pt x="30" y="76"/>
                  <a:pt x="30" y="76"/>
                </a:cubicBezTo>
                <a:cubicBezTo>
                  <a:pt x="30" y="76"/>
                  <a:pt x="30" y="76"/>
                  <a:pt x="30" y="76"/>
                </a:cubicBezTo>
                <a:cubicBezTo>
                  <a:pt x="25" y="76"/>
                  <a:pt x="25" y="76"/>
                  <a:pt x="25" y="76"/>
                </a:cubicBezTo>
                <a:lnTo>
                  <a:pt x="25" y="81"/>
                </a:lnTo>
                <a:close/>
                <a:moveTo>
                  <a:pt x="25" y="1"/>
                </a:moveTo>
                <a:cubicBezTo>
                  <a:pt x="10" y="1"/>
                  <a:pt x="10" y="1"/>
                  <a:pt x="10" y="1"/>
                </a:cubicBezTo>
                <a:cubicBezTo>
                  <a:pt x="10" y="7"/>
                  <a:pt x="10" y="7"/>
                  <a:pt x="10" y="7"/>
                </a:cubicBezTo>
                <a:cubicBezTo>
                  <a:pt x="25" y="7"/>
                  <a:pt x="25" y="7"/>
                  <a:pt x="25" y="7"/>
                </a:cubicBezTo>
                <a:cubicBezTo>
                  <a:pt x="25" y="1"/>
                  <a:pt x="25" y="1"/>
                  <a:pt x="25" y="1"/>
                </a:cubicBezTo>
                <a:close/>
                <a:moveTo>
                  <a:pt x="10" y="81"/>
                </a:moveTo>
                <a:cubicBezTo>
                  <a:pt x="25" y="81"/>
                  <a:pt x="25" y="81"/>
                  <a:pt x="25" y="81"/>
                </a:cubicBezTo>
                <a:cubicBezTo>
                  <a:pt x="25" y="76"/>
                  <a:pt x="25" y="76"/>
                  <a:pt x="25" y="76"/>
                </a:cubicBezTo>
                <a:cubicBezTo>
                  <a:pt x="20" y="76"/>
                  <a:pt x="20" y="76"/>
                  <a:pt x="20" y="76"/>
                </a:cubicBezTo>
                <a:cubicBezTo>
                  <a:pt x="20" y="69"/>
                  <a:pt x="20" y="69"/>
                  <a:pt x="20" y="69"/>
                </a:cubicBezTo>
                <a:cubicBezTo>
                  <a:pt x="25" y="69"/>
                  <a:pt x="25" y="69"/>
                  <a:pt x="25" y="69"/>
                </a:cubicBezTo>
                <a:cubicBezTo>
                  <a:pt x="25" y="65"/>
                  <a:pt x="25" y="65"/>
                  <a:pt x="25" y="65"/>
                </a:cubicBezTo>
                <a:cubicBezTo>
                  <a:pt x="20" y="65"/>
                  <a:pt x="20" y="65"/>
                  <a:pt x="20" y="65"/>
                </a:cubicBezTo>
                <a:cubicBezTo>
                  <a:pt x="20" y="58"/>
                  <a:pt x="20" y="58"/>
                  <a:pt x="20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3"/>
                  <a:pt x="25" y="53"/>
                  <a:pt x="25" y="53"/>
                </a:cubicBezTo>
                <a:cubicBezTo>
                  <a:pt x="10" y="53"/>
                  <a:pt x="10" y="53"/>
                  <a:pt x="10" y="53"/>
                </a:cubicBezTo>
                <a:cubicBezTo>
                  <a:pt x="10" y="58"/>
                  <a:pt x="10" y="58"/>
                  <a:pt x="10" y="58"/>
                </a:cubicBezTo>
                <a:cubicBezTo>
                  <a:pt x="15" y="58"/>
                  <a:pt x="15" y="58"/>
                  <a:pt x="15" y="58"/>
                </a:cubicBezTo>
                <a:cubicBezTo>
                  <a:pt x="15" y="65"/>
                  <a:pt x="15" y="65"/>
                  <a:pt x="15" y="65"/>
                </a:cubicBezTo>
                <a:cubicBezTo>
                  <a:pt x="15" y="65"/>
                  <a:pt x="15" y="65"/>
                  <a:pt x="15" y="65"/>
                </a:cubicBezTo>
                <a:cubicBezTo>
                  <a:pt x="10" y="65"/>
                  <a:pt x="10" y="65"/>
                  <a:pt x="10" y="65"/>
                </a:cubicBezTo>
                <a:cubicBezTo>
                  <a:pt x="10" y="69"/>
                  <a:pt x="10" y="69"/>
                  <a:pt x="10" y="69"/>
                </a:cubicBezTo>
                <a:cubicBezTo>
                  <a:pt x="15" y="69"/>
                  <a:pt x="15" y="69"/>
                  <a:pt x="15" y="69"/>
                </a:cubicBezTo>
                <a:cubicBezTo>
                  <a:pt x="15" y="76"/>
                  <a:pt x="15" y="76"/>
                  <a:pt x="15" y="76"/>
                </a:cubicBezTo>
                <a:cubicBezTo>
                  <a:pt x="15" y="76"/>
                  <a:pt x="15" y="76"/>
                  <a:pt x="15" y="76"/>
                </a:cubicBezTo>
                <a:cubicBezTo>
                  <a:pt x="10" y="76"/>
                  <a:pt x="10" y="76"/>
                  <a:pt x="10" y="76"/>
                </a:cubicBezTo>
                <a:lnTo>
                  <a:pt x="10" y="81"/>
                </a:lnTo>
                <a:close/>
                <a:moveTo>
                  <a:pt x="1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70"/>
                  <a:pt x="0" y="70"/>
                  <a:pt x="0" y="70"/>
                </a:cubicBezTo>
                <a:cubicBezTo>
                  <a:pt x="0" y="74"/>
                  <a:pt x="1" y="78"/>
                  <a:pt x="1" y="81"/>
                </a:cubicBezTo>
                <a:cubicBezTo>
                  <a:pt x="10" y="81"/>
                  <a:pt x="10" y="81"/>
                  <a:pt x="10" y="81"/>
                </a:cubicBezTo>
                <a:cubicBezTo>
                  <a:pt x="10" y="76"/>
                  <a:pt x="10" y="76"/>
                  <a:pt x="10" y="76"/>
                </a:cubicBezTo>
                <a:cubicBezTo>
                  <a:pt x="5" y="76"/>
                  <a:pt x="5" y="76"/>
                  <a:pt x="5" y="76"/>
                </a:cubicBezTo>
                <a:cubicBezTo>
                  <a:pt x="5" y="69"/>
                  <a:pt x="5" y="69"/>
                  <a:pt x="5" y="69"/>
                </a:cubicBezTo>
                <a:cubicBezTo>
                  <a:pt x="10" y="69"/>
                  <a:pt x="10" y="69"/>
                  <a:pt x="10" y="69"/>
                </a:cubicBezTo>
                <a:cubicBezTo>
                  <a:pt x="10" y="65"/>
                  <a:pt x="10" y="65"/>
                  <a:pt x="10" y="65"/>
                </a:cubicBezTo>
                <a:cubicBezTo>
                  <a:pt x="5" y="65"/>
                  <a:pt x="5" y="65"/>
                  <a:pt x="5" y="65"/>
                </a:cubicBezTo>
                <a:cubicBezTo>
                  <a:pt x="5" y="58"/>
                  <a:pt x="5" y="58"/>
                  <a:pt x="5" y="58"/>
                </a:cubicBezTo>
                <a:cubicBezTo>
                  <a:pt x="10" y="58"/>
                  <a:pt x="10" y="58"/>
                  <a:pt x="10" y="58"/>
                </a:cubicBezTo>
                <a:cubicBezTo>
                  <a:pt x="10" y="53"/>
                  <a:pt x="10" y="53"/>
                  <a:pt x="10" y="53"/>
                </a:cubicBezTo>
                <a:cubicBezTo>
                  <a:pt x="5" y="53"/>
                  <a:pt x="5" y="53"/>
                  <a:pt x="5" y="53"/>
                </a:cubicBezTo>
                <a:cubicBezTo>
                  <a:pt x="5" y="7"/>
                  <a:pt x="5" y="7"/>
                  <a:pt x="5" y="7"/>
                </a:cubicBezTo>
                <a:cubicBezTo>
                  <a:pt x="10" y="7"/>
                  <a:pt x="10" y="7"/>
                  <a:pt x="10" y="7"/>
                </a:cubicBezTo>
                <a:lnTo>
                  <a:pt x="10" y="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60" name="Freeform: Shape 86"/>
          <p:cNvSpPr>
            <a:spLocks/>
          </p:cNvSpPr>
          <p:nvPr/>
        </p:nvSpPr>
        <p:spPr bwMode="auto">
          <a:xfrm>
            <a:off x="7099847" y="1483989"/>
            <a:ext cx="142148" cy="61271"/>
          </a:xfrm>
          <a:custGeom>
            <a:avLst/>
            <a:gdLst>
              <a:gd name="T0" fmla="*/ 0 w 116"/>
              <a:gd name="T1" fmla="*/ 28 h 50"/>
              <a:gd name="T2" fmla="*/ 44 w 116"/>
              <a:gd name="T3" fmla="*/ 50 h 50"/>
              <a:gd name="T4" fmla="*/ 116 w 116"/>
              <a:gd name="T5" fmla="*/ 50 h 50"/>
              <a:gd name="T6" fmla="*/ 15 w 116"/>
              <a:gd name="T7" fmla="*/ 0 h 50"/>
              <a:gd name="T8" fmla="*/ 0 w 116"/>
              <a:gd name="T9" fmla="*/ 28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6" h="50">
                <a:moveTo>
                  <a:pt x="0" y="28"/>
                </a:moveTo>
                <a:lnTo>
                  <a:pt x="44" y="50"/>
                </a:lnTo>
                <a:lnTo>
                  <a:pt x="116" y="50"/>
                </a:lnTo>
                <a:lnTo>
                  <a:pt x="15" y="0"/>
                </a:lnTo>
                <a:lnTo>
                  <a:pt x="0" y="2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61" name="Freeform: Shape 87"/>
          <p:cNvSpPr>
            <a:spLocks/>
          </p:cNvSpPr>
          <p:nvPr/>
        </p:nvSpPr>
        <p:spPr bwMode="auto">
          <a:xfrm>
            <a:off x="7099847" y="1553838"/>
            <a:ext cx="349243" cy="176459"/>
          </a:xfrm>
          <a:custGeom>
            <a:avLst/>
            <a:gdLst>
              <a:gd name="T0" fmla="*/ 56 w 79"/>
              <a:gd name="T1" fmla="*/ 40 h 40"/>
              <a:gd name="T2" fmla="*/ 64 w 79"/>
              <a:gd name="T3" fmla="*/ 40 h 40"/>
              <a:gd name="T4" fmla="*/ 64 w 79"/>
              <a:gd name="T5" fmla="*/ 32 h 40"/>
              <a:gd name="T6" fmla="*/ 79 w 79"/>
              <a:gd name="T7" fmla="*/ 32 h 40"/>
              <a:gd name="T8" fmla="*/ 79 w 79"/>
              <a:gd name="T9" fmla="*/ 8 h 40"/>
              <a:gd name="T10" fmla="*/ 64 w 79"/>
              <a:gd name="T11" fmla="*/ 8 h 40"/>
              <a:gd name="T12" fmla="*/ 64 w 79"/>
              <a:gd name="T13" fmla="*/ 0 h 40"/>
              <a:gd name="T14" fmla="*/ 37 w 79"/>
              <a:gd name="T15" fmla="*/ 0 h 40"/>
              <a:gd name="T16" fmla="*/ 17 w 79"/>
              <a:gd name="T17" fmla="*/ 0 h 40"/>
              <a:gd name="T18" fmla="*/ 0 w 79"/>
              <a:gd name="T19" fmla="*/ 0 h 40"/>
              <a:gd name="T20" fmla="*/ 0 w 79"/>
              <a:gd name="T21" fmla="*/ 2 h 40"/>
              <a:gd name="T22" fmla="*/ 24 w 79"/>
              <a:gd name="T23" fmla="*/ 16 h 40"/>
              <a:gd name="T24" fmla="*/ 48 w 79"/>
              <a:gd name="T25" fmla="*/ 16 h 40"/>
              <a:gd name="T26" fmla="*/ 48 w 79"/>
              <a:gd name="T27" fmla="*/ 25 h 40"/>
              <a:gd name="T28" fmla="*/ 36 w 79"/>
              <a:gd name="T29" fmla="*/ 25 h 40"/>
              <a:gd name="T30" fmla="*/ 56 w 79"/>
              <a:gd name="T31" fmla="*/ 4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79" h="40">
                <a:moveTo>
                  <a:pt x="56" y="40"/>
                </a:moveTo>
                <a:cubicBezTo>
                  <a:pt x="64" y="40"/>
                  <a:pt x="64" y="40"/>
                  <a:pt x="64" y="40"/>
                </a:cubicBezTo>
                <a:cubicBezTo>
                  <a:pt x="64" y="32"/>
                  <a:pt x="64" y="32"/>
                  <a:pt x="64" y="32"/>
                </a:cubicBezTo>
                <a:cubicBezTo>
                  <a:pt x="79" y="32"/>
                  <a:pt x="79" y="32"/>
                  <a:pt x="79" y="32"/>
                </a:cubicBezTo>
                <a:cubicBezTo>
                  <a:pt x="79" y="8"/>
                  <a:pt x="79" y="8"/>
                  <a:pt x="79" y="8"/>
                </a:cubicBezTo>
                <a:cubicBezTo>
                  <a:pt x="64" y="8"/>
                  <a:pt x="64" y="8"/>
                  <a:pt x="64" y="8"/>
                </a:cubicBezTo>
                <a:cubicBezTo>
                  <a:pt x="64" y="0"/>
                  <a:pt x="64" y="0"/>
                  <a:pt x="64" y="0"/>
                </a:cubicBezTo>
                <a:cubicBezTo>
                  <a:pt x="37" y="0"/>
                  <a:pt x="37" y="0"/>
                  <a:pt x="37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"/>
                  <a:pt x="0" y="2"/>
                  <a:pt x="0" y="2"/>
                </a:cubicBezTo>
                <a:cubicBezTo>
                  <a:pt x="8" y="6"/>
                  <a:pt x="16" y="11"/>
                  <a:pt x="24" y="16"/>
                </a:cubicBezTo>
                <a:cubicBezTo>
                  <a:pt x="48" y="16"/>
                  <a:pt x="48" y="16"/>
                  <a:pt x="48" y="16"/>
                </a:cubicBezTo>
                <a:cubicBezTo>
                  <a:pt x="48" y="25"/>
                  <a:pt x="48" y="25"/>
                  <a:pt x="48" y="25"/>
                </a:cubicBezTo>
                <a:cubicBezTo>
                  <a:pt x="36" y="25"/>
                  <a:pt x="36" y="25"/>
                  <a:pt x="36" y="25"/>
                </a:cubicBezTo>
                <a:cubicBezTo>
                  <a:pt x="43" y="30"/>
                  <a:pt x="50" y="35"/>
                  <a:pt x="56" y="4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62" name="Freeform: Shape 88"/>
          <p:cNvSpPr>
            <a:spLocks/>
          </p:cNvSpPr>
          <p:nvPr/>
        </p:nvSpPr>
        <p:spPr bwMode="auto">
          <a:xfrm>
            <a:off x="6199168" y="4221569"/>
            <a:ext cx="296550" cy="79652"/>
          </a:xfrm>
          <a:custGeom>
            <a:avLst/>
            <a:gdLst>
              <a:gd name="T0" fmla="*/ 33 w 242"/>
              <a:gd name="T1" fmla="*/ 65 h 65"/>
              <a:gd name="T2" fmla="*/ 36 w 242"/>
              <a:gd name="T3" fmla="*/ 65 h 65"/>
              <a:gd name="T4" fmla="*/ 202 w 242"/>
              <a:gd name="T5" fmla="*/ 65 h 65"/>
              <a:gd name="T6" fmla="*/ 206 w 242"/>
              <a:gd name="T7" fmla="*/ 65 h 65"/>
              <a:gd name="T8" fmla="*/ 242 w 242"/>
              <a:gd name="T9" fmla="*/ 0 h 65"/>
              <a:gd name="T10" fmla="*/ 238 w 242"/>
              <a:gd name="T11" fmla="*/ 0 h 65"/>
              <a:gd name="T12" fmla="*/ 206 w 242"/>
              <a:gd name="T13" fmla="*/ 0 h 65"/>
              <a:gd name="T14" fmla="*/ 177 w 242"/>
              <a:gd name="T15" fmla="*/ 0 h 65"/>
              <a:gd name="T16" fmla="*/ 65 w 242"/>
              <a:gd name="T17" fmla="*/ 0 h 65"/>
              <a:gd name="T18" fmla="*/ 36 w 242"/>
              <a:gd name="T19" fmla="*/ 0 h 65"/>
              <a:gd name="T20" fmla="*/ 0 w 242"/>
              <a:gd name="T21" fmla="*/ 0 h 65"/>
              <a:gd name="T22" fmla="*/ 33 w 242"/>
              <a:gd name="T23" fmla="*/ 65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2" h="65">
                <a:moveTo>
                  <a:pt x="33" y="65"/>
                </a:moveTo>
                <a:lnTo>
                  <a:pt x="36" y="65"/>
                </a:lnTo>
                <a:lnTo>
                  <a:pt x="202" y="65"/>
                </a:lnTo>
                <a:lnTo>
                  <a:pt x="206" y="65"/>
                </a:lnTo>
                <a:lnTo>
                  <a:pt x="242" y="0"/>
                </a:lnTo>
                <a:lnTo>
                  <a:pt x="238" y="0"/>
                </a:lnTo>
                <a:lnTo>
                  <a:pt x="206" y="0"/>
                </a:lnTo>
                <a:lnTo>
                  <a:pt x="177" y="0"/>
                </a:lnTo>
                <a:lnTo>
                  <a:pt x="65" y="0"/>
                </a:lnTo>
                <a:lnTo>
                  <a:pt x="36" y="0"/>
                </a:lnTo>
                <a:lnTo>
                  <a:pt x="0" y="0"/>
                </a:lnTo>
                <a:lnTo>
                  <a:pt x="33" y="6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63" name="Freeform: Shape 89"/>
          <p:cNvSpPr>
            <a:spLocks/>
          </p:cNvSpPr>
          <p:nvPr/>
        </p:nvSpPr>
        <p:spPr bwMode="auto">
          <a:xfrm>
            <a:off x="6195492" y="4239950"/>
            <a:ext cx="295324" cy="140922"/>
          </a:xfrm>
          <a:custGeom>
            <a:avLst/>
            <a:gdLst>
              <a:gd name="T0" fmla="*/ 0 w 67"/>
              <a:gd name="T1" fmla="*/ 32 h 32"/>
              <a:gd name="T2" fmla="*/ 67 w 67"/>
              <a:gd name="T3" fmla="*/ 32 h 32"/>
              <a:gd name="T4" fmla="*/ 67 w 67"/>
              <a:gd name="T5" fmla="*/ 0 h 32"/>
              <a:gd name="T6" fmla="*/ 60 w 67"/>
              <a:gd name="T7" fmla="*/ 15 h 32"/>
              <a:gd name="T8" fmla="*/ 59 w 67"/>
              <a:gd name="T9" fmla="*/ 16 h 32"/>
              <a:gd name="T10" fmla="*/ 58 w 67"/>
              <a:gd name="T11" fmla="*/ 16 h 32"/>
              <a:gd name="T12" fmla="*/ 56 w 67"/>
              <a:gd name="T13" fmla="*/ 16 h 32"/>
              <a:gd name="T14" fmla="*/ 39 w 67"/>
              <a:gd name="T15" fmla="*/ 16 h 32"/>
              <a:gd name="T16" fmla="*/ 39 w 67"/>
              <a:gd name="T17" fmla="*/ 17 h 32"/>
              <a:gd name="T18" fmla="*/ 39 w 67"/>
              <a:gd name="T19" fmla="*/ 20 h 32"/>
              <a:gd name="T20" fmla="*/ 34 w 67"/>
              <a:gd name="T21" fmla="*/ 22 h 32"/>
              <a:gd name="T22" fmla="*/ 30 w 67"/>
              <a:gd name="T23" fmla="*/ 20 h 32"/>
              <a:gd name="T24" fmla="*/ 29 w 67"/>
              <a:gd name="T25" fmla="*/ 17 h 32"/>
              <a:gd name="T26" fmla="*/ 29 w 67"/>
              <a:gd name="T27" fmla="*/ 16 h 32"/>
              <a:gd name="T28" fmla="*/ 12 w 67"/>
              <a:gd name="T29" fmla="*/ 16 h 32"/>
              <a:gd name="T30" fmla="*/ 10 w 67"/>
              <a:gd name="T31" fmla="*/ 16 h 32"/>
              <a:gd name="T32" fmla="*/ 9 w 67"/>
              <a:gd name="T33" fmla="*/ 16 h 32"/>
              <a:gd name="T34" fmla="*/ 8 w 67"/>
              <a:gd name="T35" fmla="*/ 15 h 32"/>
              <a:gd name="T36" fmla="*/ 0 w 67"/>
              <a:gd name="T37" fmla="*/ 1 h 32"/>
              <a:gd name="T38" fmla="*/ 0 w 67"/>
              <a:gd name="T39" fmla="*/ 3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67" h="32">
                <a:moveTo>
                  <a:pt x="0" y="32"/>
                </a:moveTo>
                <a:cubicBezTo>
                  <a:pt x="67" y="32"/>
                  <a:pt x="67" y="32"/>
                  <a:pt x="67" y="32"/>
                </a:cubicBezTo>
                <a:cubicBezTo>
                  <a:pt x="67" y="0"/>
                  <a:pt x="67" y="0"/>
                  <a:pt x="67" y="0"/>
                </a:cubicBezTo>
                <a:cubicBezTo>
                  <a:pt x="60" y="15"/>
                  <a:pt x="60" y="15"/>
                  <a:pt x="60" y="15"/>
                </a:cubicBezTo>
                <a:cubicBezTo>
                  <a:pt x="59" y="16"/>
                  <a:pt x="59" y="16"/>
                  <a:pt x="59" y="16"/>
                </a:cubicBezTo>
                <a:cubicBezTo>
                  <a:pt x="58" y="16"/>
                  <a:pt x="58" y="16"/>
                  <a:pt x="58" y="16"/>
                </a:cubicBezTo>
                <a:cubicBezTo>
                  <a:pt x="56" y="16"/>
                  <a:pt x="56" y="16"/>
                  <a:pt x="56" y="16"/>
                </a:cubicBezTo>
                <a:cubicBezTo>
                  <a:pt x="39" y="16"/>
                  <a:pt x="39" y="16"/>
                  <a:pt x="39" y="16"/>
                </a:cubicBezTo>
                <a:cubicBezTo>
                  <a:pt x="39" y="16"/>
                  <a:pt x="39" y="17"/>
                  <a:pt x="39" y="17"/>
                </a:cubicBezTo>
                <a:cubicBezTo>
                  <a:pt x="39" y="18"/>
                  <a:pt x="39" y="19"/>
                  <a:pt x="39" y="20"/>
                </a:cubicBezTo>
                <a:cubicBezTo>
                  <a:pt x="38" y="21"/>
                  <a:pt x="36" y="22"/>
                  <a:pt x="34" y="22"/>
                </a:cubicBezTo>
                <a:cubicBezTo>
                  <a:pt x="32" y="22"/>
                  <a:pt x="31" y="21"/>
                  <a:pt x="30" y="20"/>
                </a:cubicBezTo>
                <a:cubicBezTo>
                  <a:pt x="29" y="19"/>
                  <a:pt x="29" y="18"/>
                  <a:pt x="29" y="17"/>
                </a:cubicBezTo>
                <a:cubicBezTo>
                  <a:pt x="29" y="17"/>
                  <a:pt x="29" y="16"/>
                  <a:pt x="29" y="16"/>
                </a:cubicBezTo>
                <a:cubicBezTo>
                  <a:pt x="12" y="16"/>
                  <a:pt x="12" y="16"/>
                  <a:pt x="12" y="16"/>
                </a:cubicBezTo>
                <a:cubicBezTo>
                  <a:pt x="10" y="16"/>
                  <a:pt x="10" y="16"/>
                  <a:pt x="10" y="16"/>
                </a:cubicBezTo>
                <a:cubicBezTo>
                  <a:pt x="9" y="16"/>
                  <a:pt x="9" y="16"/>
                  <a:pt x="9" y="16"/>
                </a:cubicBezTo>
                <a:cubicBezTo>
                  <a:pt x="8" y="15"/>
                  <a:pt x="8" y="15"/>
                  <a:pt x="8" y="15"/>
                </a:cubicBezTo>
                <a:cubicBezTo>
                  <a:pt x="0" y="1"/>
                  <a:pt x="0" y="1"/>
                  <a:pt x="0" y="1"/>
                </a:cubicBezTo>
                <a:lnTo>
                  <a:pt x="0" y="32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64" name="Freeform: Shape 90"/>
          <p:cNvSpPr>
            <a:spLocks/>
          </p:cNvSpPr>
          <p:nvPr/>
        </p:nvSpPr>
        <p:spPr bwMode="auto">
          <a:xfrm>
            <a:off x="6243283" y="4116183"/>
            <a:ext cx="208320" cy="96808"/>
          </a:xfrm>
          <a:custGeom>
            <a:avLst/>
            <a:gdLst>
              <a:gd name="T0" fmla="*/ 47 w 47"/>
              <a:gd name="T1" fmla="*/ 22 h 22"/>
              <a:gd name="T2" fmla="*/ 47 w 47"/>
              <a:gd name="T3" fmla="*/ 10 h 22"/>
              <a:gd name="T4" fmla="*/ 38 w 47"/>
              <a:gd name="T5" fmla="*/ 0 h 22"/>
              <a:gd name="T6" fmla="*/ 9 w 47"/>
              <a:gd name="T7" fmla="*/ 0 h 22"/>
              <a:gd name="T8" fmla="*/ 0 w 47"/>
              <a:gd name="T9" fmla="*/ 10 h 22"/>
              <a:gd name="T10" fmla="*/ 0 w 47"/>
              <a:gd name="T11" fmla="*/ 22 h 22"/>
              <a:gd name="T12" fmla="*/ 8 w 47"/>
              <a:gd name="T13" fmla="*/ 22 h 22"/>
              <a:gd name="T14" fmla="*/ 8 w 47"/>
              <a:gd name="T15" fmla="*/ 10 h 22"/>
              <a:gd name="T16" fmla="*/ 9 w 47"/>
              <a:gd name="T17" fmla="*/ 8 h 22"/>
              <a:gd name="T18" fmla="*/ 38 w 47"/>
              <a:gd name="T19" fmla="*/ 8 h 22"/>
              <a:gd name="T20" fmla="*/ 39 w 47"/>
              <a:gd name="T21" fmla="*/ 10 h 22"/>
              <a:gd name="T22" fmla="*/ 39 w 47"/>
              <a:gd name="T23" fmla="*/ 22 h 22"/>
              <a:gd name="T24" fmla="*/ 47 w 47"/>
              <a:gd name="T25" fmla="*/ 22 h 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7" h="22">
                <a:moveTo>
                  <a:pt x="47" y="22"/>
                </a:moveTo>
                <a:cubicBezTo>
                  <a:pt x="47" y="10"/>
                  <a:pt x="47" y="10"/>
                  <a:pt x="47" y="10"/>
                </a:cubicBezTo>
                <a:cubicBezTo>
                  <a:pt x="47" y="5"/>
                  <a:pt x="43" y="0"/>
                  <a:pt x="38" y="0"/>
                </a:cubicBezTo>
                <a:cubicBezTo>
                  <a:pt x="9" y="0"/>
                  <a:pt x="9" y="0"/>
                  <a:pt x="9" y="0"/>
                </a:cubicBezTo>
                <a:cubicBezTo>
                  <a:pt x="4" y="0"/>
                  <a:pt x="0" y="5"/>
                  <a:pt x="0" y="10"/>
                </a:cubicBezTo>
                <a:cubicBezTo>
                  <a:pt x="0" y="22"/>
                  <a:pt x="0" y="22"/>
                  <a:pt x="0" y="22"/>
                </a:cubicBezTo>
                <a:cubicBezTo>
                  <a:pt x="8" y="22"/>
                  <a:pt x="8" y="22"/>
                  <a:pt x="8" y="22"/>
                </a:cubicBezTo>
                <a:cubicBezTo>
                  <a:pt x="8" y="10"/>
                  <a:pt x="8" y="10"/>
                  <a:pt x="8" y="10"/>
                </a:cubicBezTo>
                <a:cubicBezTo>
                  <a:pt x="8" y="9"/>
                  <a:pt x="8" y="8"/>
                  <a:pt x="9" y="8"/>
                </a:cubicBezTo>
                <a:cubicBezTo>
                  <a:pt x="38" y="8"/>
                  <a:pt x="38" y="8"/>
                  <a:pt x="38" y="8"/>
                </a:cubicBezTo>
                <a:cubicBezTo>
                  <a:pt x="38" y="8"/>
                  <a:pt x="39" y="9"/>
                  <a:pt x="39" y="10"/>
                </a:cubicBezTo>
                <a:cubicBezTo>
                  <a:pt x="39" y="22"/>
                  <a:pt x="39" y="22"/>
                  <a:pt x="39" y="22"/>
                </a:cubicBezTo>
                <a:lnTo>
                  <a:pt x="47" y="22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65" name="Freeform: Shape 91"/>
          <p:cNvSpPr>
            <a:spLocks/>
          </p:cNvSpPr>
          <p:nvPr/>
        </p:nvSpPr>
        <p:spPr bwMode="auto">
          <a:xfrm>
            <a:off x="5413679" y="1404337"/>
            <a:ext cx="308804" cy="308805"/>
          </a:xfrm>
          <a:custGeom>
            <a:avLst/>
            <a:gdLst>
              <a:gd name="T0" fmla="*/ 35 w 70"/>
              <a:gd name="T1" fmla="*/ 70 h 70"/>
              <a:gd name="T2" fmla="*/ 46 w 70"/>
              <a:gd name="T3" fmla="*/ 68 h 70"/>
              <a:gd name="T4" fmla="*/ 63 w 70"/>
              <a:gd name="T5" fmla="*/ 55 h 70"/>
              <a:gd name="T6" fmla="*/ 70 w 70"/>
              <a:gd name="T7" fmla="*/ 35 h 70"/>
              <a:gd name="T8" fmla="*/ 35 w 70"/>
              <a:gd name="T9" fmla="*/ 0 h 70"/>
              <a:gd name="T10" fmla="*/ 35 w 70"/>
              <a:gd name="T11" fmla="*/ 24 h 70"/>
              <a:gd name="T12" fmla="*/ 45 w 70"/>
              <a:gd name="T13" fmla="*/ 35 h 70"/>
              <a:gd name="T14" fmla="*/ 35 w 70"/>
              <a:gd name="T15" fmla="*/ 45 h 70"/>
              <a:gd name="T16" fmla="*/ 35 w 70"/>
              <a:gd name="T17" fmla="*/ 70 h 70"/>
              <a:gd name="T18" fmla="*/ 35 w 70"/>
              <a:gd name="T19" fmla="*/ 0 h 70"/>
              <a:gd name="T20" fmla="*/ 0 w 70"/>
              <a:gd name="T21" fmla="*/ 35 h 70"/>
              <a:gd name="T22" fmla="*/ 35 w 70"/>
              <a:gd name="T23" fmla="*/ 70 h 70"/>
              <a:gd name="T24" fmla="*/ 35 w 70"/>
              <a:gd name="T25" fmla="*/ 70 h 70"/>
              <a:gd name="T26" fmla="*/ 35 w 70"/>
              <a:gd name="T27" fmla="*/ 45 h 70"/>
              <a:gd name="T28" fmla="*/ 35 w 70"/>
              <a:gd name="T29" fmla="*/ 45 h 70"/>
              <a:gd name="T30" fmla="*/ 35 w 70"/>
              <a:gd name="T31" fmla="*/ 45 h 70"/>
              <a:gd name="T32" fmla="*/ 25 w 70"/>
              <a:gd name="T33" fmla="*/ 35 h 70"/>
              <a:gd name="T34" fmla="*/ 35 w 70"/>
              <a:gd name="T35" fmla="*/ 24 h 70"/>
              <a:gd name="T36" fmla="*/ 35 w 70"/>
              <a:gd name="T37" fmla="*/ 24 h 70"/>
              <a:gd name="T38" fmla="*/ 35 w 70"/>
              <a:gd name="T39" fmla="*/ 0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70" h="70">
                <a:moveTo>
                  <a:pt x="35" y="70"/>
                </a:moveTo>
                <a:cubicBezTo>
                  <a:pt x="39" y="70"/>
                  <a:pt x="43" y="69"/>
                  <a:pt x="46" y="68"/>
                </a:cubicBezTo>
                <a:cubicBezTo>
                  <a:pt x="52" y="63"/>
                  <a:pt x="57" y="59"/>
                  <a:pt x="63" y="55"/>
                </a:cubicBezTo>
                <a:cubicBezTo>
                  <a:pt x="67" y="49"/>
                  <a:pt x="70" y="42"/>
                  <a:pt x="70" y="35"/>
                </a:cubicBezTo>
                <a:cubicBezTo>
                  <a:pt x="70" y="15"/>
                  <a:pt x="54" y="0"/>
                  <a:pt x="35" y="0"/>
                </a:cubicBezTo>
                <a:cubicBezTo>
                  <a:pt x="35" y="24"/>
                  <a:pt x="35" y="24"/>
                  <a:pt x="35" y="24"/>
                </a:cubicBezTo>
                <a:cubicBezTo>
                  <a:pt x="40" y="24"/>
                  <a:pt x="45" y="29"/>
                  <a:pt x="45" y="35"/>
                </a:cubicBezTo>
                <a:cubicBezTo>
                  <a:pt x="45" y="40"/>
                  <a:pt x="40" y="45"/>
                  <a:pt x="35" y="45"/>
                </a:cubicBezTo>
                <a:lnTo>
                  <a:pt x="35" y="70"/>
                </a:lnTo>
                <a:close/>
                <a:moveTo>
                  <a:pt x="35" y="0"/>
                </a:moveTo>
                <a:cubicBezTo>
                  <a:pt x="15" y="0"/>
                  <a:pt x="0" y="15"/>
                  <a:pt x="0" y="35"/>
                </a:cubicBezTo>
                <a:cubicBezTo>
                  <a:pt x="0" y="54"/>
                  <a:pt x="15" y="70"/>
                  <a:pt x="35" y="70"/>
                </a:cubicBezTo>
                <a:cubicBezTo>
                  <a:pt x="35" y="70"/>
                  <a:pt x="35" y="70"/>
                  <a:pt x="35" y="70"/>
                </a:cubicBezTo>
                <a:cubicBezTo>
                  <a:pt x="35" y="45"/>
                  <a:pt x="35" y="45"/>
                  <a:pt x="35" y="45"/>
                </a:cubicBezTo>
                <a:cubicBezTo>
                  <a:pt x="35" y="45"/>
                  <a:pt x="35" y="45"/>
                  <a:pt x="35" y="45"/>
                </a:cubicBezTo>
                <a:cubicBezTo>
                  <a:pt x="35" y="45"/>
                  <a:pt x="35" y="45"/>
                  <a:pt x="35" y="45"/>
                </a:cubicBezTo>
                <a:cubicBezTo>
                  <a:pt x="29" y="45"/>
                  <a:pt x="25" y="40"/>
                  <a:pt x="25" y="35"/>
                </a:cubicBezTo>
                <a:cubicBezTo>
                  <a:pt x="25" y="29"/>
                  <a:pt x="29" y="24"/>
                  <a:pt x="35" y="24"/>
                </a:cubicBezTo>
                <a:cubicBezTo>
                  <a:pt x="35" y="24"/>
                  <a:pt x="35" y="24"/>
                  <a:pt x="35" y="24"/>
                </a:cubicBezTo>
                <a:cubicBezTo>
                  <a:pt x="35" y="0"/>
                  <a:pt x="35" y="0"/>
                  <a:pt x="3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66" name="Freeform: Shape 92"/>
          <p:cNvSpPr>
            <a:spLocks/>
          </p:cNvSpPr>
          <p:nvPr/>
        </p:nvSpPr>
        <p:spPr bwMode="auto">
          <a:xfrm>
            <a:off x="5271531" y="1779315"/>
            <a:ext cx="257337" cy="216899"/>
          </a:xfrm>
          <a:custGeom>
            <a:avLst/>
            <a:gdLst>
              <a:gd name="T0" fmla="*/ 15 w 58"/>
              <a:gd name="T1" fmla="*/ 49 h 49"/>
              <a:gd name="T2" fmla="*/ 17 w 58"/>
              <a:gd name="T3" fmla="*/ 49 h 49"/>
              <a:gd name="T4" fmla="*/ 21 w 58"/>
              <a:gd name="T5" fmla="*/ 43 h 49"/>
              <a:gd name="T6" fmla="*/ 15 w 58"/>
              <a:gd name="T7" fmla="*/ 43 h 49"/>
              <a:gd name="T8" fmla="*/ 15 w 58"/>
              <a:gd name="T9" fmla="*/ 49 h 49"/>
              <a:gd name="T10" fmla="*/ 15 w 58"/>
              <a:gd name="T11" fmla="*/ 31 h 49"/>
              <a:gd name="T12" fmla="*/ 19 w 58"/>
              <a:gd name="T13" fmla="*/ 25 h 49"/>
              <a:gd name="T14" fmla="*/ 27 w 58"/>
              <a:gd name="T15" fmla="*/ 36 h 49"/>
              <a:gd name="T16" fmla="*/ 35 w 58"/>
              <a:gd name="T17" fmla="*/ 26 h 49"/>
              <a:gd name="T18" fmla="*/ 41 w 58"/>
              <a:gd name="T19" fmla="*/ 16 h 49"/>
              <a:gd name="T20" fmla="*/ 41 w 58"/>
              <a:gd name="T21" fmla="*/ 16 h 49"/>
              <a:gd name="T22" fmla="*/ 42 w 58"/>
              <a:gd name="T23" fmla="*/ 17 h 49"/>
              <a:gd name="T24" fmla="*/ 58 w 58"/>
              <a:gd name="T25" fmla="*/ 0 h 49"/>
              <a:gd name="T26" fmla="*/ 15 w 58"/>
              <a:gd name="T27" fmla="*/ 0 h 49"/>
              <a:gd name="T28" fmla="*/ 15 w 58"/>
              <a:gd name="T29" fmla="*/ 7 h 49"/>
              <a:gd name="T30" fmla="*/ 20 w 58"/>
              <a:gd name="T31" fmla="*/ 12 h 49"/>
              <a:gd name="T32" fmla="*/ 15 w 58"/>
              <a:gd name="T33" fmla="*/ 17 h 49"/>
              <a:gd name="T34" fmla="*/ 15 w 58"/>
              <a:gd name="T35" fmla="*/ 31 h 49"/>
              <a:gd name="T36" fmla="*/ 0 w 58"/>
              <a:gd name="T37" fmla="*/ 49 h 49"/>
              <a:gd name="T38" fmla="*/ 15 w 58"/>
              <a:gd name="T39" fmla="*/ 49 h 49"/>
              <a:gd name="T40" fmla="*/ 15 w 58"/>
              <a:gd name="T41" fmla="*/ 43 h 49"/>
              <a:gd name="T42" fmla="*/ 5 w 58"/>
              <a:gd name="T43" fmla="*/ 43 h 49"/>
              <a:gd name="T44" fmla="*/ 5 w 58"/>
              <a:gd name="T45" fmla="*/ 43 h 49"/>
              <a:gd name="T46" fmla="*/ 15 w 58"/>
              <a:gd name="T47" fmla="*/ 31 h 49"/>
              <a:gd name="T48" fmla="*/ 15 w 58"/>
              <a:gd name="T49" fmla="*/ 17 h 49"/>
              <a:gd name="T50" fmla="*/ 15 w 58"/>
              <a:gd name="T51" fmla="*/ 17 h 49"/>
              <a:gd name="T52" fmla="*/ 9 w 58"/>
              <a:gd name="T53" fmla="*/ 12 h 49"/>
              <a:gd name="T54" fmla="*/ 15 w 58"/>
              <a:gd name="T55" fmla="*/ 7 h 49"/>
              <a:gd name="T56" fmla="*/ 15 w 58"/>
              <a:gd name="T57" fmla="*/ 7 h 49"/>
              <a:gd name="T58" fmla="*/ 15 w 58"/>
              <a:gd name="T59" fmla="*/ 7 h 49"/>
              <a:gd name="T60" fmla="*/ 15 w 58"/>
              <a:gd name="T61" fmla="*/ 0 h 49"/>
              <a:gd name="T62" fmla="*/ 0 w 58"/>
              <a:gd name="T63" fmla="*/ 0 h 49"/>
              <a:gd name="T64" fmla="*/ 0 w 58"/>
              <a:gd name="T65" fmla="*/ 49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58" h="49">
                <a:moveTo>
                  <a:pt x="15" y="49"/>
                </a:moveTo>
                <a:cubicBezTo>
                  <a:pt x="17" y="49"/>
                  <a:pt x="17" y="49"/>
                  <a:pt x="17" y="49"/>
                </a:cubicBezTo>
                <a:cubicBezTo>
                  <a:pt x="18" y="47"/>
                  <a:pt x="20" y="45"/>
                  <a:pt x="21" y="43"/>
                </a:cubicBezTo>
                <a:cubicBezTo>
                  <a:pt x="15" y="43"/>
                  <a:pt x="15" y="43"/>
                  <a:pt x="15" y="43"/>
                </a:cubicBezTo>
                <a:cubicBezTo>
                  <a:pt x="15" y="49"/>
                  <a:pt x="15" y="49"/>
                  <a:pt x="15" y="49"/>
                </a:cubicBezTo>
                <a:close/>
                <a:moveTo>
                  <a:pt x="15" y="31"/>
                </a:moveTo>
                <a:cubicBezTo>
                  <a:pt x="19" y="25"/>
                  <a:pt x="19" y="25"/>
                  <a:pt x="19" y="25"/>
                </a:cubicBezTo>
                <a:cubicBezTo>
                  <a:pt x="27" y="36"/>
                  <a:pt x="27" y="36"/>
                  <a:pt x="27" y="36"/>
                </a:cubicBezTo>
                <a:cubicBezTo>
                  <a:pt x="29" y="32"/>
                  <a:pt x="32" y="29"/>
                  <a:pt x="35" y="26"/>
                </a:cubicBezTo>
                <a:cubicBezTo>
                  <a:pt x="41" y="16"/>
                  <a:pt x="41" y="16"/>
                  <a:pt x="41" y="16"/>
                </a:cubicBezTo>
                <a:cubicBezTo>
                  <a:pt x="41" y="16"/>
                  <a:pt x="41" y="16"/>
                  <a:pt x="41" y="16"/>
                </a:cubicBezTo>
                <a:cubicBezTo>
                  <a:pt x="42" y="17"/>
                  <a:pt x="42" y="17"/>
                  <a:pt x="42" y="17"/>
                </a:cubicBezTo>
                <a:cubicBezTo>
                  <a:pt x="47" y="11"/>
                  <a:pt x="53" y="6"/>
                  <a:pt x="58" y="0"/>
                </a:cubicBezTo>
                <a:cubicBezTo>
                  <a:pt x="15" y="0"/>
                  <a:pt x="15" y="0"/>
                  <a:pt x="15" y="0"/>
                </a:cubicBezTo>
                <a:cubicBezTo>
                  <a:pt x="15" y="7"/>
                  <a:pt x="15" y="7"/>
                  <a:pt x="15" y="7"/>
                </a:cubicBezTo>
                <a:cubicBezTo>
                  <a:pt x="18" y="7"/>
                  <a:pt x="20" y="9"/>
                  <a:pt x="20" y="12"/>
                </a:cubicBezTo>
                <a:cubicBezTo>
                  <a:pt x="20" y="15"/>
                  <a:pt x="18" y="17"/>
                  <a:pt x="15" y="17"/>
                </a:cubicBezTo>
                <a:lnTo>
                  <a:pt x="15" y="31"/>
                </a:lnTo>
                <a:close/>
                <a:moveTo>
                  <a:pt x="0" y="49"/>
                </a:moveTo>
                <a:cubicBezTo>
                  <a:pt x="15" y="49"/>
                  <a:pt x="15" y="49"/>
                  <a:pt x="15" y="49"/>
                </a:cubicBezTo>
                <a:cubicBezTo>
                  <a:pt x="15" y="43"/>
                  <a:pt x="15" y="43"/>
                  <a:pt x="1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15" y="31"/>
                  <a:pt x="15" y="31"/>
                  <a:pt x="15" y="31"/>
                </a:cubicBezTo>
                <a:cubicBezTo>
                  <a:pt x="15" y="17"/>
                  <a:pt x="15" y="17"/>
                  <a:pt x="15" y="17"/>
                </a:cubicBezTo>
                <a:cubicBezTo>
                  <a:pt x="15" y="17"/>
                  <a:pt x="15" y="17"/>
                  <a:pt x="15" y="17"/>
                </a:cubicBezTo>
                <a:cubicBezTo>
                  <a:pt x="12" y="17"/>
                  <a:pt x="9" y="15"/>
                  <a:pt x="9" y="12"/>
                </a:cubicBezTo>
                <a:cubicBezTo>
                  <a:pt x="9" y="9"/>
                  <a:pt x="12" y="7"/>
                  <a:pt x="15" y="7"/>
                </a:cubicBezTo>
                <a:cubicBezTo>
                  <a:pt x="15" y="7"/>
                  <a:pt x="15" y="7"/>
                  <a:pt x="15" y="7"/>
                </a:cubicBezTo>
                <a:cubicBezTo>
                  <a:pt x="15" y="7"/>
                  <a:pt x="15" y="7"/>
                  <a:pt x="15" y="7"/>
                </a:cubicBezTo>
                <a:cubicBezTo>
                  <a:pt x="15" y="0"/>
                  <a:pt x="15" y="0"/>
                  <a:pt x="15" y="0"/>
                </a:cubicBezTo>
                <a:cubicBezTo>
                  <a:pt x="0" y="0"/>
                  <a:pt x="0" y="0"/>
                  <a:pt x="0" y="0"/>
                </a:cubicBezTo>
                <a:lnTo>
                  <a:pt x="0" y="4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67" name="Freeform: Shape 93"/>
          <p:cNvSpPr>
            <a:spLocks/>
          </p:cNvSpPr>
          <p:nvPr/>
        </p:nvSpPr>
        <p:spPr bwMode="auto">
          <a:xfrm>
            <a:off x="5841348" y="1297725"/>
            <a:ext cx="164205" cy="234055"/>
          </a:xfrm>
          <a:custGeom>
            <a:avLst/>
            <a:gdLst>
              <a:gd name="T0" fmla="*/ 37 w 37"/>
              <a:gd name="T1" fmla="*/ 35 h 53"/>
              <a:gd name="T2" fmla="*/ 37 w 37"/>
              <a:gd name="T3" fmla="*/ 0 h 53"/>
              <a:gd name="T4" fmla="*/ 19 w 37"/>
              <a:gd name="T5" fmla="*/ 0 h 53"/>
              <a:gd name="T6" fmla="*/ 0 w 37"/>
              <a:gd name="T7" fmla="*/ 49 h 53"/>
              <a:gd name="T8" fmla="*/ 10 w 37"/>
              <a:gd name="T9" fmla="*/ 53 h 53"/>
              <a:gd name="T10" fmla="*/ 34 w 37"/>
              <a:gd name="T11" fmla="*/ 43 h 53"/>
              <a:gd name="T12" fmla="*/ 37 w 37"/>
              <a:gd name="T13" fmla="*/ 35 h 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7" h="53">
                <a:moveTo>
                  <a:pt x="37" y="35"/>
                </a:moveTo>
                <a:cubicBezTo>
                  <a:pt x="37" y="0"/>
                  <a:pt x="37" y="0"/>
                  <a:pt x="37" y="0"/>
                </a:cubicBezTo>
                <a:cubicBezTo>
                  <a:pt x="19" y="0"/>
                  <a:pt x="19" y="0"/>
                  <a:pt x="19" y="0"/>
                </a:cubicBezTo>
                <a:cubicBezTo>
                  <a:pt x="0" y="49"/>
                  <a:pt x="0" y="49"/>
                  <a:pt x="0" y="49"/>
                </a:cubicBezTo>
                <a:cubicBezTo>
                  <a:pt x="10" y="53"/>
                  <a:pt x="10" y="53"/>
                  <a:pt x="10" y="53"/>
                </a:cubicBezTo>
                <a:cubicBezTo>
                  <a:pt x="18" y="50"/>
                  <a:pt x="26" y="46"/>
                  <a:pt x="34" y="43"/>
                </a:cubicBezTo>
                <a:lnTo>
                  <a:pt x="37" y="3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68" name="Freeform: Shape 94"/>
          <p:cNvSpPr>
            <a:spLocks/>
          </p:cNvSpPr>
          <p:nvPr/>
        </p:nvSpPr>
        <p:spPr bwMode="auto">
          <a:xfrm>
            <a:off x="6019033" y="1297725"/>
            <a:ext cx="30635" cy="84553"/>
          </a:xfrm>
          <a:custGeom>
            <a:avLst/>
            <a:gdLst>
              <a:gd name="T0" fmla="*/ 0 w 7"/>
              <a:gd name="T1" fmla="*/ 19 h 19"/>
              <a:gd name="T2" fmla="*/ 6 w 7"/>
              <a:gd name="T3" fmla="*/ 0 h 19"/>
              <a:gd name="T4" fmla="*/ 7 w 7"/>
              <a:gd name="T5" fmla="*/ 0 h 19"/>
              <a:gd name="T6" fmla="*/ 0 w 7"/>
              <a:gd name="T7" fmla="*/ 0 h 19"/>
              <a:gd name="T8" fmla="*/ 0 w 7"/>
              <a:gd name="T9" fmla="*/ 19 h 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" h="19">
                <a:moveTo>
                  <a:pt x="0" y="19"/>
                </a:moveTo>
                <a:cubicBezTo>
                  <a:pt x="6" y="15"/>
                  <a:pt x="6" y="7"/>
                  <a:pt x="6" y="0"/>
                </a:cubicBezTo>
                <a:cubicBezTo>
                  <a:pt x="6" y="0"/>
                  <a:pt x="6" y="0"/>
                  <a:pt x="7" y="0"/>
                </a:cubicBezTo>
                <a:cubicBezTo>
                  <a:pt x="0" y="0"/>
                  <a:pt x="0" y="0"/>
                  <a:pt x="0" y="0"/>
                </a:cubicBezTo>
                <a:lnTo>
                  <a:pt x="0" y="1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69" name="Freeform: Shape 95"/>
          <p:cNvSpPr>
            <a:spLocks/>
          </p:cNvSpPr>
          <p:nvPr/>
        </p:nvSpPr>
        <p:spPr bwMode="auto">
          <a:xfrm>
            <a:off x="6019033" y="1297725"/>
            <a:ext cx="136021" cy="181362"/>
          </a:xfrm>
          <a:custGeom>
            <a:avLst/>
            <a:gdLst>
              <a:gd name="T0" fmla="*/ 9 w 31"/>
              <a:gd name="T1" fmla="*/ 0 h 41"/>
              <a:gd name="T2" fmla="*/ 9 w 31"/>
              <a:gd name="T3" fmla="*/ 0 h 41"/>
              <a:gd name="T4" fmla="*/ 0 w 31"/>
              <a:gd name="T5" fmla="*/ 21 h 41"/>
              <a:gd name="T6" fmla="*/ 0 w 31"/>
              <a:gd name="T7" fmla="*/ 35 h 41"/>
              <a:gd name="T8" fmla="*/ 2 w 31"/>
              <a:gd name="T9" fmla="*/ 41 h 41"/>
              <a:gd name="T10" fmla="*/ 31 w 31"/>
              <a:gd name="T11" fmla="*/ 32 h 41"/>
              <a:gd name="T12" fmla="*/ 18 w 31"/>
              <a:gd name="T13" fmla="*/ 0 h 41"/>
              <a:gd name="T14" fmla="*/ 9 w 31"/>
              <a:gd name="T15" fmla="*/ 0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1" h="41">
                <a:moveTo>
                  <a:pt x="9" y="0"/>
                </a:moveTo>
                <a:cubicBezTo>
                  <a:pt x="9" y="0"/>
                  <a:pt x="9" y="0"/>
                  <a:pt x="9" y="0"/>
                </a:cubicBezTo>
                <a:cubicBezTo>
                  <a:pt x="9" y="8"/>
                  <a:pt x="8" y="18"/>
                  <a:pt x="0" y="21"/>
                </a:cubicBezTo>
                <a:cubicBezTo>
                  <a:pt x="0" y="35"/>
                  <a:pt x="0" y="35"/>
                  <a:pt x="0" y="35"/>
                </a:cubicBezTo>
                <a:cubicBezTo>
                  <a:pt x="2" y="41"/>
                  <a:pt x="2" y="41"/>
                  <a:pt x="2" y="41"/>
                </a:cubicBezTo>
                <a:cubicBezTo>
                  <a:pt x="11" y="37"/>
                  <a:pt x="21" y="35"/>
                  <a:pt x="31" y="32"/>
                </a:cubicBezTo>
                <a:cubicBezTo>
                  <a:pt x="18" y="0"/>
                  <a:pt x="18" y="0"/>
                  <a:pt x="18" y="0"/>
                </a:cubicBezTo>
                <a:lnTo>
                  <a:pt x="9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70" name="Freeform: Shape 96"/>
          <p:cNvSpPr>
            <a:spLocks/>
          </p:cNvSpPr>
          <p:nvPr/>
        </p:nvSpPr>
        <p:spPr bwMode="auto">
          <a:xfrm>
            <a:off x="5925901" y="1267090"/>
            <a:ext cx="171558" cy="22057"/>
          </a:xfrm>
          <a:custGeom>
            <a:avLst/>
            <a:gdLst>
              <a:gd name="T0" fmla="*/ 140 w 140"/>
              <a:gd name="T1" fmla="*/ 0 h 18"/>
              <a:gd name="T2" fmla="*/ 0 w 140"/>
              <a:gd name="T3" fmla="*/ 0 h 18"/>
              <a:gd name="T4" fmla="*/ 0 w 140"/>
              <a:gd name="T5" fmla="*/ 18 h 18"/>
              <a:gd name="T6" fmla="*/ 65 w 140"/>
              <a:gd name="T7" fmla="*/ 18 h 18"/>
              <a:gd name="T8" fmla="*/ 76 w 140"/>
              <a:gd name="T9" fmla="*/ 18 h 18"/>
              <a:gd name="T10" fmla="*/ 140 w 140"/>
              <a:gd name="T11" fmla="*/ 18 h 18"/>
              <a:gd name="T12" fmla="*/ 140 w 140"/>
              <a:gd name="T13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18">
                <a:moveTo>
                  <a:pt x="140" y="0"/>
                </a:moveTo>
                <a:lnTo>
                  <a:pt x="0" y="0"/>
                </a:lnTo>
                <a:lnTo>
                  <a:pt x="0" y="18"/>
                </a:lnTo>
                <a:lnTo>
                  <a:pt x="65" y="18"/>
                </a:lnTo>
                <a:lnTo>
                  <a:pt x="76" y="18"/>
                </a:lnTo>
                <a:lnTo>
                  <a:pt x="140" y="18"/>
                </a:lnTo>
                <a:lnTo>
                  <a:pt x="14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71" name="Freeform: Shape 97"/>
          <p:cNvSpPr>
            <a:spLocks/>
          </p:cNvSpPr>
          <p:nvPr/>
        </p:nvSpPr>
        <p:spPr bwMode="auto">
          <a:xfrm>
            <a:off x="5245797" y="3753460"/>
            <a:ext cx="247533" cy="145824"/>
          </a:xfrm>
          <a:custGeom>
            <a:avLst/>
            <a:gdLst>
              <a:gd name="T0" fmla="*/ 32 w 56"/>
              <a:gd name="T1" fmla="*/ 0 h 33"/>
              <a:gd name="T2" fmla="*/ 32 w 56"/>
              <a:gd name="T3" fmla="*/ 6 h 33"/>
              <a:gd name="T4" fmla="*/ 0 w 56"/>
              <a:gd name="T5" fmla="*/ 33 h 33"/>
              <a:gd name="T6" fmla="*/ 32 w 56"/>
              <a:gd name="T7" fmla="*/ 27 h 33"/>
              <a:gd name="T8" fmla="*/ 32 w 56"/>
              <a:gd name="T9" fmla="*/ 32 h 33"/>
              <a:gd name="T10" fmla="*/ 56 w 56"/>
              <a:gd name="T11" fmla="*/ 16 h 33"/>
              <a:gd name="T12" fmla="*/ 32 w 56"/>
              <a:gd name="T13" fmla="*/ 0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6" h="33">
                <a:moveTo>
                  <a:pt x="32" y="0"/>
                </a:moveTo>
                <a:cubicBezTo>
                  <a:pt x="32" y="6"/>
                  <a:pt x="32" y="6"/>
                  <a:pt x="32" y="6"/>
                </a:cubicBezTo>
                <a:cubicBezTo>
                  <a:pt x="4" y="6"/>
                  <a:pt x="0" y="33"/>
                  <a:pt x="0" y="33"/>
                </a:cubicBezTo>
                <a:cubicBezTo>
                  <a:pt x="0" y="33"/>
                  <a:pt x="9" y="27"/>
                  <a:pt x="32" y="27"/>
                </a:cubicBezTo>
                <a:cubicBezTo>
                  <a:pt x="32" y="32"/>
                  <a:pt x="32" y="32"/>
                  <a:pt x="32" y="32"/>
                </a:cubicBezTo>
                <a:cubicBezTo>
                  <a:pt x="56" y="16"/>
                  <a:pt x="56" y="16"/>
                  <a:pt x="56" y="16"/>
                </a:cubicBezTo>
                <a:lnTo>
                  <a:pt x="32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72" name="Freeform: Shape 98"/>
          <p:cNvSpPr>
            <a:spLocks/>
          </p:cNvSpPr>
          <p:nvPr/>
        </p:nvSpPr>
        <p:spPr bwMode="auto">
          <a:xfrm>
            <a:off x="5223740" y="3882129"/>
            <a:ext cx="242632" cy="145824"/>
          </a:xfrm>
          <a:custGeom>
            <a:avLst/>
            <a:gdLst>
              <a:gd name="T0" fmla="*/ 24 w 55"/>
              <a:gd name="T1" fmla="*/ 33 h 33"/>
              <a:gd name="T2" fmla="*/ 24 w 55"/>
              <a:gd name="T3" fmla="*/ 28 h 33"/>
              <a:gd name="T4" fmla="*/ 55 w 55"/>
              <a:gd name="T5" fmla="*/ 0 h 33"/>
              <a:gd name="T6" fmla="*/ 24 w 55"/>
              <a:gd name="T7" fmla="*/ 7 h 33"/>
              <a:gd name="T8" fmla="*/ 24 w 55"/>
              <a:gd name="T9" fmla="*/ 1 h 33"/>
              <a:gd name="T10" fmla="*/ 0 w 55"/>
              <a:gd name="T11" fmla="*/ 17 h 33"/>
              <a:gd name="T12" fmla="*/ 24 w 55"/>
              <a:gd name="T13" fmla="*/ 33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5" h="33">
                <a:moveTo>
                  <a:pt x="24" y="33"/>
                </a:moveTo>
                <a:cubicBezTo>
                  <a:pt x="24" y="28"/>
                  <a:pt x="24" y="28"/>
                  <a:pt x="24" y="28"/>
                </a:cubicBezTo>
                <a:cubicBezTo>
                  <a:pt x="52" y="28"/>
                  <a:pt x="55" y="0"/>
                  <a:pt x="55" y="0"/>
                </a:cubicBezTo>
                <a:cubicBezTo>
                  <a:pt x="55" y="0"/>
                  <a:pt x="47" y="7"/>
                  <a:pt x="24" y="7"/>
                </a:cubicBezTo>
                <a:cubicBezTo>
                  <a:pt x="24" y="1"/>
                  <a:pt x="24" y="1"/>
                  <a:pt x="24" y="1"/>
                </a:cubicBezTo>
                <a:cubicBezTo>
                  <a:pt x="0" y="17"/>
                  <a:pt x="0" y="17"/>
                  <a:pt x="0" y="17"/>
                </a:cubicBezTo>
                <a:lnTo>
                  <a:pt x="24" y="3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73" name="Freeform: Shape 99"/>
          <p:cNvSpPr>
            <a:spLocks/>
          </p:cNvSpPr>
          <p:nvPr/>
        </p:nvSpPr>
        <p:spPr bwMode="auto">
          <a:xfrm>
            <a:off x="7091270" y="1258512"/>
            <a:ext cx="203418" cy="203420"/>
          </a:xfrm>
          <a:custGeom>
            <a:avLst/>
            <a:gdLst>
              <a:gd name="T0" fmla="*/ 34 w 46"/>
              <a:gd name="T1" fmla="*/ 43 h 46"/>
              <a:gd name="T2" fmla="*/ 43 w 46"/>
              <a:gd name="T3" fmla="*/ 34 h 46"/>
              <a:gd name="T4" fmla="*/ 45 w 46"/>
              <a:gd name="T5" fmla="*/ 27 h 46"/>
              <a:gd name="T6" fmla="*/ 45 w 46"/>
              <a:gd name="T7" fmla="*/ 18 h 46"/>
              <a:gd name="T8" fmla="*/ 43 w 46"/>
              <a:gd name="T9" fmla="*/ 11 h 46"/>
              <a:gd name="T10" fmla="*/ 34 w 46"/>
              <a:gd name="T11" fmla="*/ 3 h 46"/>
              <a:gd name="T12" fmla="*/ 31 w 46"/>
              <a:gd name="T13" fmla="*/ 1 h 46"/>
              <a:gd name="T14" fmla="*/ 24 w 46"/>
              <a:gd name="T15" fmla="*/ 0 h 46"/>
              <a:gd name="T16" fmla="*/ 25 w 46"/>
              <a:gd name="T17" fmla="*/ 2 h 46"/>
              <a:gd name="T18" fmla="*/ 28 w 46"/>
              <a:gd name="T19" fmla="*/ 2 h 46"/>
              <a:gd name="T20" fmla="*/ 31 w 46"/>
              <a:gd name="T21" fmla="*/ 3 h 46"/>
              <a:gd name="T22" fmla="*/ 30 w 46"/>
              <a:gd name="T23" fmla="*/ 3 h 46"/>
              <a:gd name="T24" fmla="*/ 26 w 46"/>
              <a:gd name="T25" fmla="*/ 5 h 46"/>
              <a:gd name="T26" fmla="*/ 27 w 46"/>
              <a:gd name="T27" fmla="*/ 7 h 46"/>
              <a:gd name="T28" fmla="*/ 29 w 46"/>
              <a:gd name="T29" fmla="*/ 8 h 46"/>
              <a:gd name="T30" fmla="*/ 32 w 46"/>
              <a:gd name="T31" fmla="*/ 4 h 46"/>
              <a:gd name="T32" fmla="*/ 35 w 46"/>
              <a:gd name="T33" fmla="*/ 5 h 46"/>
              <a:gd name="T34" fmla="*/ 37 w 46"/>
              <a:gd name="T35" fmla="*/ 6 h 46"/>
              <a:gd name="T36" fmla="*/ 38 w 46"/>
              <a:gd name="T37" fmla="*/ 9 h 46"/>
              <a:gd name="T38" fmla="*/ 37 w 46"/>
              <a:gd name="T39" fmla="*/ 11 h 46"/>
              <a:gd name="T40" fmla="*/ 36 w 46"/>
              <a:gd name="T41" fmla="*/ 9 h 46"/>
              <a:gd name="T42" fmla="*/ 33 w 46"/>
              <a:gd name="T43" fmla="*/ 10 h 46"/>
              <a:gd name="T44" fmla="*/ 35 w 46"/>
              <a:gd name="T45" fmla="*/ 11 h 46"/>
              <a:gd name="T46" fmla="*/ 30 w 46"/>
              <a:gd name="T47" fmla="*/ 13 h 46"/>
              <a:gd name="T48" fmla="*/ 28 w 46"/>
              <a:gd name="T49" fmla="*/ 15 h 46"/>
              <a:gd name="T50" fmla="*/ 25 w 46"/>
              <a:gd name="T51" fmla="*/ 17 h 46"/>
              <a:gd name="T52" fmla="*/ 26 w 46"/>
              <a:gd name="T53" fmla="*/ 27 h 46"/>
              <a:gd name="T54" fmla="*/ 29 w 46"/>
              <a:gd name="T55" fmla="*/ 28 h 46"/>
              <a:gd name="T56" fmla="*/ 31 w 46"/>
              <a:gd name="T57" fmla="*/ 28 h 46"/>
              <a:gd name="T58" fmla="*/ 36 w 46"/>
              <a:gd name="T59" fmla="*/ 31 h 46"/>
              <a:gd name="T60" fmla="*/ 38 w 46"/>
              <a:gd name="T61" fmla="*/ 33 h 46"/>
              <a:gd name="T62" fmla="*/ 41 w 46"/>
              <a:gd name="T63" fmla="*/ 34 h 46"/>
              <a:gd name="T64" fmla="*/ 26 w 46"/>
              <a:gd name="T65" fmla="*/ 40 h 46"/>
              <a:gd name="T66" fmla="*/ 0 w 46"/>
              <a:gd name="T67" fmla="*/ 19 h 46"/>
              <a:gd name="T68" fmla="*/ 0 w 46"/>
              <a:gd name="T69" fmla="*/ 28 h 46"/>
              <a:gd name="T70" fmla="*/ 4 w 46"/>
              <a:gd name="T71" fmla="*/ 37 h 46"/>
              <a:gd name="T72" fmla="*/ 14 w 46"/>
              <a:gd name="T73" fmla="*/ 44 h 46"/>
              <a:gd name="T74" fmla="*/ 23 w 46"/>
              <a:gd name="T75" fmla="*/ 36 h 46"/>
              <a:gd name="T76" fmla="*/ 22 w 46"/>
              <a:gd name="T77" fmla="*/ 33 h 46"/>
              <a:gd name="T78" fmla="*/ 23 w 46"/>
              <a:gd name="T79" fmla="*/ 29 h 46"/>
              <a:gd name="T80" fmla="*/ 21 w 46"/>
              <a:gd name="T81" fmla="*/ 28 h 46"/>
              <a:gd name="T82" fmla="*/ 18 w 46"/>
              <a:gd name="T83" fmla="*/ 26 h 46"/>
              <a:gd name="T84" fmla="*/ 13 w 46"/>
              <a:gd name="T85" fmla="*/ 24 h 46"/>
              <a:gd name="T86" fmla="*/ 11 w 46"/>
              <a:gd name="T87" fmla="*/ 20 h 46"/>
              <a:gd name="T88" fmla="*/ 10 w 46"/>
              <a:gd name="T89" fmla="*/ 20 h 46"/>
              <a:gd name="T90" fmla="*/ 9 w 46"/>
              <a:gd name="T91" fmla="*/ 21 h 46"/>
              <a:gd name="T92" fmla="*/ 8 w 46"/>
              <a:gd name="T93" fmla="*/ 17 h 46"/>
              <a:gd name="T94" fmla="*/ 8 w 46"/>
              <a:gd name="T95" fmla="*/ 13 h 46"/>
              <a:gd name="T96" fmla="*/ 10 w 46"/>
              <a:gd name="T97" fmla="*/ 9 h 46"/>
              <a:gd name="T98" fmla="*/ 9 w 46"/>
              <a:gd name="T99" fmla="*/ 6 h 46"/>
              <a:gd name="T100" fmla="*/ 20 w 46"/>
              <a:gd name="T101" fmla="*/ 1 h 46"/>
              <a:gd name="T102" fmla="*/ 24 w 46"/>
              <a:gd name="T103" fmla="*/ 0 h 46"/>
              <a:gd name="T104" fmla="*/ 14 w 46"/>
              <a:gd name="T105" fmla="*/ 1 h 46"/>
              <a:gd name="T106" fmla="*/ 6 w 46"/>
              <a:gd name="T107" fmla="*/ 6 h 46"/>
              <a:gd name="T108" fmla="*/ 1 w 46"/>
              <a:gd name="T109" fmla="*/ 14 h 46"/>
              <a:gd name="T110" fmla="*/ 24 w 46"/>
              <a:gd name="T111" fmla="*/ 29 h 46"/>
              <a:gd name="T112" fmla="*/ 21 w 46"/>
              <a:gd name="T113" fmla="*/ 25 h 46"/>
              <a:gd name="T114" fmla="*/ 20 w 46"/>
              <a:gd name="T115" fmla="*/ 23 h 46"/>
              <a:gd name="T116" fmla="*/ 16 w 46"/>
              <a:gd name="T117" fmla="*/ 24 h 46"/>
              <a:gd name="T118" fmla="*/ 18 w 46"/>
              <a:gd name="T119" fmla="*/ 19 h 46"/>
              <a:gd name="T120" fmla="*/ 22 w 46"/>
              <a:gd name="T121" fmla="*/ 19 h 46"/>
              <a:gd name="T122" fmla="*/ 24 w 46"/>
              <a:gd name="T123" fmla="*/ 19 h 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6" h="46">
                <a:moveTo>
                  <a:pt x="24" y="46"/>
                </a:moveTo>
                <a:cubicBezTo>
                  <a:pt x="25" y="46"/>
                  <a:pt x="27" y="45"/>
                  <a:pt x="28" y="45"/>
                </a:cubicBezTo>
                <a:cubicBezTo>
                  <a:pt x="29" y="45"/>
                  <a:pt x="29" y="45"/>
                  <a:pt x="30" y="45"/>
                </a:cubicBezTo>
                <a:cubicBezTo>
                  <a:pt x="30" y="44"/>
                  <a:pt x="31" y="44"/>
                  <a:pt x="31" y="44"/>
                </a:cubicBezTo>
                <a:cubicBezTo>
                  <a:pt x="32" y="44"/>
                  <a:pt x="32" y="44"/>
                  <a:pt x="33" y="43"/>
                </a:cubicBezTo>
                <a:cubicBezTo>
                  <a:pt x="33" y="43"/>
                  <a:pt x="34" y="43"/>
                  <a:pt x="34" y="43"/>
                </a:cubicBezTo>
                <a:cubicBezTo>
                  <a:pt x="36" y="42"/>
                  <a:pt x="37" y="41"/>
                  <a:pt x="38" y="40"/>
                </a:cubicBezTo>
                <a:cubicBezTo>
                  <a:pt x="38" y="40"/>
                  <a:pt x="39" y="39"/>
                  <a:pt x="39" y="39"/>
                </a:cubicBezTo>
                <a:cubicBezTo>
                  <a:pt x="39" y="39"/>
                  <a:pt x="39" y="39"/>
                  <a:pt x="40" y="38"/>
                </a:cubicBezTo>
                <a:cubicBezTo>
                  <a:pt x="40" y="38"/>
                  <a:pt x="40" y="37"/>
                  <a:pt x="41" y="37"/>
                </a:cubicBezTo>
                <a:cubicBezTo>
                  <a:pt x="41" y="36"/>
                  <a:pt x="42" y="36"/>
                  <a:pt x="42" y="35"/>
                </a:cubicBezTo>
                <a:cubicBezTo>
                  <a:pt x="42" y="35"/>
                  <a:pt x="43" y="34"/>
                  <a:pt x="43" y="34"/>
                </a:cubicBezTo>
                <a:cubicBezTo>
                  <a:pt x="43" y="34"/>
                  <a:pt x="43" y="34"/>
                  <a:pt x="43" y="33"/>
                </a:cubicBezTo>
                <a:cubicBezTo>
                  <a:pt x="43" y="33"/>
                  <a:pt x="43" y="33"/>
                  <a:pt x="43" y="33"/>
                </a:cubicBezTo>
                <a:cubicBezTo>
                  <a:pt x="44" y="32"/>
                  <a:pt x="44" y="32"/>
                  <a:pt x="44" y="32"/>
                </a:cubicBezTo>
                <a:cubicBezTo>
                  <a:pt x="44" y="31"/>
                  <a:pt x="44" y="31"/>
                  <a:pt x="44" y="31"/>
                </a:cubicBezTo>
                <a:cubicBezTo>
                  <a:pt x="45" y="30"/>
                  <a:pt x="45" y="29"/>
                  <a:pt x="45" y="28"/>
                </a:cubicBezTo>
                <a:cubicBezTo>
                  <a:pt x="45" y="28"/>
                  <a:pt x="45" y="28"/>
                  <a:pt x="45" y="27"/>
                </a:cubicBezTo>
                <a:cubicBezTo>
                  <a:pt x="45" y="27"/>
                  <a:pt x="45" y="27"/>
                  <a:pt x="45" y="26"/>
                </a:cubicBezTo>
                <a:cubicBezTo>
                  <a:pt x="45" y="26"/>
                  <a:pt x="46" y="25"/>
                  <a:pt x="46" y="25"/>
                </a:cubicBezTo>
                <a:cubicBezTo>
                  <a:pt x="46" y="24"/>
                  <a:pt x="46" y="23"/>
                  <a:pt x="46" y="23"/>
                </a:cubicBezTo>
                <a:cubicBezTo>
                  <a:pt x="46" y="22"/>
                  <a:pt x="46" y="21"/>
                  <a:pt x="46" y="20"/>
                </a:cubicBezTo>
                <a:cubicBezTo>
                  <a:pt x="46" y="20"/>
                  <a:pt x="46" y="20"/>
                  <a:pt x="45" y="19"/>
                </a:cubicBezTo>
                <a:cubicBezTo>
                  <a:pt x="45" y="19"/>
                  <a:pt x="45" y="18"/>
                  <a:pt x="45" y="18"/>
                </a:cubicBezTo>
                <a:cubicBezTo>
                  <a:pt x="45" y="18"/>
                  <a:pt x="45" y="17"/>
                  <a:pt x="45" y="17"/>
                </a:cubicBezTo>
                <a:cubicBezTo>
                  <a:pt x="45" y="16"/>
                  <a:pt x="45" y="15"/>
                  <a:pt x="44" y="15"/>
                </a:cubicBezTo>
                <a:cubicBezTo>
                  <a:pt x="44" y="15"/>
                  <a:pt x="44" y="14"/>
                  <a:pt x="44" y="14"/>
                </a:cubicBezTo>
                <a:cubicBezTo>
                  <a:pt x="44" y="14"/>
                  <a:pt x="44" y="13"/>
                  <a:pt x="43" y="13"/>
                </a:cubicBezTo>
                <a:cubicBezTo>
                  <a:pt x="43" y="13"/>
                  <a:pt x="43" y="12"/>
                  <a:pt x="43" y="12"/>
                </a:cubicBezTo>
                <a:cubicBezTo>
                  <a:pt x="43" y="12"/>
                  <a:pt x="43" y="12"/>
                  <a:pt x="43" y="11"/>
                </a:cubicBezTo>
                <a:cubicBezTo>
                  <a:pt x="42" y="10"/>
                  <a:pt x="41" y="9"/>
                  <a:pt x="41" y="8"/>
                </a:cubicBezTo>
                <a:cubicBezTo>
                  <a:pt x="40" y="8"/>
                  <a:pt x="40" y="8"/>
                  <a:pt x="40" y="7"/>
                </a:cubicBezTo>
                <a:cubicBezTo>
                  <a:pt x="39" y="7"/>
                  <a:pt x="39" y="7"/>
                  <a:pt x="39" y="6"/>
                </a:cubicBezTo>
                <a:cubicBezTo>
                  <a:pt x="39" y="6"/>
                  <a:pt x="38" y="6"/>
                  <a:pt x="38" y="6"/>
                </a:cubicBezTo>
                <a:cubicBezTo>
                  <a:pt x="38" y="5"/>
                  <a:pt x="37" y="5"/>
                  <a:pt x="36" y="4"/>
                </a:cubicBezTo>
                <a:cubicBezTo>
                  <a:pt x="36" y="4"/>
                  <a:pt x="35" y="3"/>
                  <a:pt x="34" y="3"/>
                </a:cubicBezTo>
                <a:cubicBezTo>
                  <a:pt x="34" y="2"/>
                  <a:pt x="33" y="2"/>
                  <a:pt x="33" y="2"/>
                </a:cubicBezTo>
                <a:cubicBezTo>
                  <a:pt x="33" y="2"/>
                  <a:pt x="33" y="2"/>
                  <a:pt x="33" y="2"/>
                </a:cubicBezTo>
                <a:cubicBezTo>
                  <a:pt x="32" y="2"/>
                  <a:pt x="32" y="2"/>
                  <a:pt x="32" y="2"/>
                </a:cubicBezTo>
                <a:cubicBezTo>
                  <a:pt x="32" y="2"/>
                  <a:pt x="32" y="2"/>
                  <a:pt x="32" y="2"/>
                </a:cubicBezTo>
                <a:cubicBezTo>
                  <a:pt x="32" y="1"/>
                  <a:pt x="31" y="1"/>
                  <a:pt x="31" y="1"/>
                </a:cubicBezTo>
                <a:cubicBezTo>
                  <a:pt x="31" y="1"/>
                  <a:pt x="31" y="1"/>
                  <a:pt x="31" y="1"/>
                </a:cubicBezTo>
                <a:cubicBezTo>
                  <a:pt x="31" y="1"/>
                  <a:pt x="30" y="1"/>
                  <a:pt x="30" y="1"/>
                </a:cubicBezTo>
                <a:cubicBezTo>
                  <a:pt x="30" y="1"/>
                  <a:pt x="30" y="1"/>
                  <a:pt x="30" y="1"/>
                </a:cubicBezTo>
                <a:cubicBezTo>
                  <a:pt x="29" y="1"/>
                  <a:pt x="29" y="0"/>
                  <a:pt x="28" y="0"/>
                </a:cubicBezTo>
                <a:cubicBezTo>
                  <a:pt x="28" y="0"/>
                  <a:pt x="27" y="0"/>
                  <a:pt x="27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6" y="0"/>
                  <a:pt x="25" y="0"/>
                  <a:pt x="24" y="0"/>
                </a:cubicBezTo>
                <a:cubicBezTo>
                  <a:pt x="24" y="1"/>
                  <a:pt x="24" y="1"/>
                  <a:pt x="24" y="1"/>
                </a:cubicBezTo>
                <a:cubicBezTo>
                  <a:pt x="25" y="1"/>
                  <a:pt x="26" y="1"/>
                  <a:pt x="27" y="1"/>
                </a:cubicBezTo>
                <a:cubicBezTo>
                  <a:pt x="27" y="1"/>
                  <a:pt x="27" y="1"/>
                  <a:pt x="27" y="1"/>
                </a:cubicBezTo>
                <a:cubicBezTo>
                  <a:pt x="26" y="2"/>
                  <a:pt x="26" y="2"/>
                  <a:pt x="26" y="2"/>
                </a:cubicBezTo>
                <a:cubicBezTo>
                  <a:pt x="26" y="2"/>
                  <a:pt x="25" y="2"/>
                  <a:pt x="25" y="2"/>
                </a:cubicBezTo>
                <a:cubicBezTo>
                  <a:pt x="25" y="2"/>
                  <a:pt x="25" y="2"/>
                  <a:pt x="25" y="2"/>
                </a:cubicBezTo>
                <a:cubicBezTo>
                  <a:pt x="26" y="2"/>
                  <a:pt x="26" y="2"/>
                  <a:pt x="26" y="2"/>
                </a:cubicBezTo>
                <a:cubicBezTo>
                  <a:pt x="27" y="2"/>
                  <a:pt x="27" y="2"/>
                  <a:pt x="27" y="2"/>
                </a:cubicBezTo>
                <a:cubicBezTo>
                  <a:pt x="27" y="2"/>
                  <a:pt x="27" y="2"/>
                  <a:pt x="27" y="2"/>
                </a:cubicBezTo>
                <a:cubicBezTo>
                  <a:pt x="27" y="2"/>
                  <a:pt x="28" y="1"/>
                  <a:pt x="28" y="1"/>
                </a:cubicBezTo>
                <a:cubicBezTo>
                  <a:pt x="28" y="1"/>
                  <a:pt x="28" y="2"/>
                  <a:pt x="28" y="2"/>
                </a:cubicBezTo>
                <a:cubicBezTo>
                  <a:pt x="28" y="2"/>
                  <a:pt x="28" y="2"/>
                  <a:pt x="28" y="2"/>
                </a:cubicBezTo>
                <a:cubicBezTo>
                  <a:pt x="28" y="2"/>
                  <a:pt x="29" y="2"/>
                  <a:pt x="29" y="2"/>
                </a:cubicBezTo>
                <a:cubicBezTo>
                  <a:pt x="29" y="2"/>
                  <a:pt x="29" y="2"/>
                  <a:pt x="29" y="2"/>
                </a:cubicBezTo>
                <a:cubicBezTo>
                  <a:pt x="29" y="2"/>
                  <a:pt x="30" y="2"/>
                  <a:pt x="30" y="2"/>
                </a:cubicBezTo>
                <a:cubicBezTo>
                  <a:pt x="30" y="2"/>
                  <a:pt x="31" y="2"/>
                  <a:pt x="31" y="3"/>
                </a:cubicBezTo>
                <a:cubicBezTo>
                  <a:pt x="31" y="3"/>
                  <a:pt x="31" y="3"/>
                  <a:pt x="31" y="3"/>
                </a:cubicBezTo>
                <a:cubicBezTo>
                  <a:pt x="31" y="3"/>
                  <a:pt x="31" y="3"/>
                  <a:pt x="31" y="3"/>
                </a:cubicBezTo>
                <a:cubicBezTo>
                  <a:pt x="31" y="3"/>
                  <a:pt x="31" y="3"/>
                  <a:pt x="31" y="3"/>
                </a:cubicBezTo>
                <a:cubicBezTo>
                  <a:pt x="31" y="3"/>
                  <a:pt x="32" y="3"/>
                  <a:pt x="32" y="4"/>
                </a:cubicBezTo>
                <a:cubicBezTo>
                  <a:pt x="31" y="4"/>
                  <a:pt x="31" y="4"/>
                  <a:pt x="31" y="4"/>
                </a:cubicBezTo>
                <a:cubicBezTo>
                  <a:pt x="30" y="4"/>
                  <a:pt x="30" y="4"/>
                  <a:pt x="30" y="4"/>
                </a:cubicBezTo>
                <a:cubicBezTo>
                  <a:pt x="30" y="3"/>
                  <a:pt x="30" y="3"/>
                  <a:pt x="30" y="3"/>
                </a:cubicBezTo>
                <a:cubicBezTo>
                  <a:pt x="30" y="3"/>
                  <a:pt x="30" y="3"/>
                  <a:pt x="30" y="3"/>
                </a:cubicBezTo>
                <a:cubicBezTo>
                  <a:pt x="30" y="3"/>
                  <a:pt x="30" y="3"/>
                  <a:pt x="30" y="3"/>
                </a:cubicBezTo>
                <a:cubicBezTo>
                  <a:pt x="29" y="3"/>
                  <a:pt x="29" y="4"/>
                  <a:pt x="29" y="4"/>
                </a:cubicBezTo>
                <a:cubicBezTo>
                  <a:pt x="29" y="4"/>
                  <a:pt x="29" y="4"/>
                  <a:pt x="29" y="4"/>
                </a:cubicBezTo>
                <a:cubicBezTo>
                  <a:pt x="28" y="4"/>
                  <a:pt x="28" y="4"/>
                  <a:pt x="28" y="4"/>
                </a:cubicBezTo>
                <a:cubicBezTo>
                  <a:pt x="28" y="4"/>
                  <a:pt x="27" y="4"/>
                  <a:pt x="27" y="4"/>
                </a:cubicBezTo>
                <a:cubicBezTo>
                  <a:pt x="27" y="4"/>
                  <a:pt x="27" y="4"/>
                  <a:pt x="26" y="5"/>
                </a:cubicBezTo>
                <a:cubicBezTo>
                  <a:pt x="26" y="5"/>
                  <a:pt x="26" y="5"/>
                  <a:pt x="25" y="5"/>
                </a:cubicBezTo>
                <a:cubicBezTo>
                  <a:pt x="25" y="5"/>
                  <a:pt x="25" y="6"/>
                  <a:pt x="25" y="6"/>
                </a:cubicBezTo>
                <a:cubicBezTo>
                  <a:pt x="25" y="6"/>
                  <a:pt x="25" y="6"/>
                  <a:pt x="25" y="6"/>
                </a:cubicBezTo>
                <a:cubicBezTo>
                  <a:pt x="25" y="6"/>
                  <a:pt x="25" y="6"/>
                  <a:pt x="25" y="6"/>
                </a:cubicBezTo>
                <a:cubicBezTo>
                  <a:pt x="25" y="7"/>
                  <a:pt x="26" y="6"/>
                  <a:pt x="26" y="6"/>
                </a:cubicBezTo>
                <a:cubicBezTo>
                  <a:pt x="26" y="6"/>
                  <a:pt x="26" y="7"/>
                  <a:pt x="27" y="7"/>
                </a:cubicBezTo>
                <a:cubicBezTo>
                  <a:pt x="27" y="7"/>
                  <a:pt x="27" y="7"/>
                  <a:pt x="28" y="7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8"/>
                  <a:pt x="28" y="8"/>
                  <a:pt x="28" y="8"/>
                </a:cubicBezTo>
                <a:cubicBezTo>
                  <a:pt x="28" y="8"/>
                  <a:pt x="28" y="8"/>
                  <a:pt x="28" y="9"/>
                </a:cubicBezTo>
                <a:cubicBezTo>
                  <a:pt x="28" y="9"/>
                  <a:pt x="28" y="9"/>
                  <a:pt x="28" y="9"/>
                </a:cubicBezTo>
                <a:cubicBezTo>
                  <a:pt x="29" y="9"/>
                  <a:pt x="29" y="9"/>
                  <a:pt x="29" y="8"/>
                </a:cubicBezTo>
                <a:cubicBezTo>
                  <a:pt x="29" y="8"/>
                  <a:pt x="29" y="8"/>
                  <a:pt x="29" y="8"/>
                </a:cubicBezTo>
                <a:cubicBezTo>
                  <a:pt x="30" y="8"/>
                  <a:pt x="31" y="7"/>
                  <a:pt x="31" y="6"/>
                </a:cubicBezTo>
                <a:cubicBezTo>
                  <a:pt x="31" y="6"/>
                  <a:pt x="31" y="6"/>
                  <a:pt x="31" y="5"/>
                </a:cubicBezTo>
                <a:cubicBezTo>
                  <a:pt x="31" y="5"/>
                  <a:pt x="32" y="5"/>
                  <a:pt x="32" y="5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4"/>
                  <a:pt x="32" y="4"/>
                  <a:pt x="32" y="4"/>
                </a:cubicBezTo>
                <a:cubicBezTo>
                  <a:pt x="32" y="4"/>
                  <a:pt x="32" y="4"/>
                  <a:pt x="32" y="4"/>
                </a:cubicBezTo>
                <a:cubicBezTo>
                  <a:pt x="32" y="4"/>
                  <a:pt x="32" y="4"/>
                  <a:pt x="33" y="4"/>
                </a:cubicBezTo>
                <a:cubicBezTo>
                  <a:pt x="33" y="4"/>
                  <a:pt x="33" y="4"/>
                  <a:pt x="33" y="4"/>
                </a:cubicBezTo>
                <a:cubicBezTo>
                  <a:pt x="33" y="4"/>
                  <a:pt x="34" y="4"/>
                  <a:pt x="34" y="4"/>
                </a:cubicBezTo>
                <a:cubicBezTo>
                  <a:pt x="34" y="4"/>
                  <a:pt x="34" y="5"/>
                  <a:pt x="34" y="5"/>
                </a:cubicBezTo>
                <a:cubicBezTo>
                  <a:pt x="34" y="5"/>
                  <a:pt x="35" y="5"/>
                  <a:pt x="35" y="5"/>
                </a:cubicBezTo>
                <a:cubicBezTo>
                  <a:pt x="35" y="5"/>
                  <a:pt x="34" y="5"/>
                  <a:pt x="34" y="5"/>
                </a:cubicBezTo>
                <a:cubicBezTo>
                  <a:pt x="34" y="5"/>
                  <a:pt x="34" y="5"/>
                  <a:pt x="34" y="5"/>
                </a:cubicBezTo>
                <a:cubicBezTo>
                  <a:pt x="34" y="6"/>
                  <a:pt x="35" y="6"/>
                  <a:pt x="35" y="6"/>
                </a:cubicBezTo>
                <a:cubicBezTo>
                  <a:pt x="35" y="6"/>
                  <a:pt x="35" y="6"/>
                  <a:pt x="35" y="6"/>
                </a:cubicBezTo>
                <a:cubicBezTo>
                  <a:pt x="36" y="6"/>
                  <a:pt x="36" y="5"/>
                  <a:pt x="36" y="5"/>
                </a:cubicBezTo>
                <a:cubicBezTo>
                  <a:pt x="36" y="6"/>
                  <a:pt x="36" y="6"/>
                  <a:pt x="37" y="6"/>
                </a:cubicBezTo>
                <a:cubicBezTo>
                  <a:pt x="37" y="6"/>
                  <a:pt x="37" y="6"/>
                  <a:pt x="37" y="6"/>
                </a:cubicBezTo>
                <a:cubicBezTo>
                  <a:pt x="37" y="6"/>
                  <a:pt x="37" y="7"/>
                  <a:pt x="37" y="7"/>
                </a:cubicBezTo>
                <a:cubicBezTo>
                  <a:pt x="37" y="7"/>
                  <a:pt x="37" y="7"/>
                  <a:pt x="37" y="8"/>
                </a:cubicBezTo>
                <a:cubicBezTo>
                  <a:pt x="38" y="8"/>
                  <a:pt x="38" y="8"/>
                  <a:pt x="38" y="8"/>
                </a:cubicBezTo>
                <a:cubicBezTo>
                  <a:pt x="38" y="8"/>
                  <a:pt x="38" y="8"/>
                  <a:pt x="38" y="8"/>
                </a:cubicBezTo>
                <a:cubicBezTo>
                  <a:pt x="38" y="9"/>
                  <a:pt x="38" y="9"/>
                  <a:pt x="38" y="9"/>
                </a:cubicBezTo>
                <a:cubicBezTo>
                  <a:pt x="37" y="9"/>
                  <a:pt x="37" y="9"/>
                  <a:pt x="37" y="10"/>
                </a:cubicBezTo>
                <a:cubicBezTo>
                  <a:pt x="37" y="10"/>
                  <a:pt x="38" y="10"/>
                  <a:pt x="38" y="10"/>
                </a:cubicBezTo>
                <a:cubicBezTo>
                  <a:pt x="38" y="10"/>
                  <a:pt x="38" y="10"/>
                  <a:pt x="38" y="10"/>
                </a:cubicBezTo>
                <a:cubicBezTo>
                  <a:pt x="38" y="11"/>
                  <a:pt x="38" y="11"/>
                  <a:pt x="38" y="11"/>
                </a:cubicBezTo>
                <a:cubicBezTo>
                  <a:pt x="38" y="11"/>
                  <a:pt x="38" y="11"/>
                  <a:pt x="37" y="11"/>
                </a:cubicBezTo>
                <a:cubicBezTo>
                  <a:pt x="37" y="11"/>
                  <a:pt x="37" y="11"/>
                  <a:pt x="37" y="11"/>
                </a:cubicBezTo>
                <a:cubicBezTo>
                  <a:pt x="37" y="11"/>
                  <a:pt x="37" y="11"/>
                  <a:pt x="37" y="11"/>
                </a:cubicBezTo>
                <a:cubicBezTo>
                  <a:pt x="36" y="11"/>
                  <a:pt x="36" y="11"/>
                  <a:pt x="36" y="11"/>
                </a:cubicBezTo>
                <a:cubicBezTo>
                  <a:pt x="36" y="10"/>
                  <a:pt x="36" y="10"/>
                  <a:pt x="37" y="9"/>
                </a:cubicBezTo>
                <a:cubicBezTo>
                  <a:pt x="37" y="9"/>
                  <a:pt x="37" y="9"/>
                  <a:pt x="37" y="9"/>
                </a:cubicBezTo>
                <a:cubicBezTo>
                  <a:pt x="37" y="9"/>
                  <a:pt x="37" y="9"/>
                  <a:pt x="36" y="9"/>
                </a:cubicBezTo>
                <a:cubicBezTo>
                  <a:pt x="36" y="9"/>
                  <a:pt x="36" y="9"/>
                  <a:pt x="36" y="9"/>
                </a:cubicBezTo>
                <a:cubicBezTo>
                  <a:pt x="35" y="10"/>
                  <a:pt x="35" y="9"/>
                  <a:pt x="34" y="10"/>
                </a:cubicBezTo>
                <a:cubicBezTo>
                  <a:pt x="34" y="10"/>
                  <a:pt x="35" y="10"/>
                  <a:pt x="35" y="10"/>
                </a:cubicBezTo>
                <a:cubicBezTo>
                  <a:pt x="35" y="10"/>
                  <a:pt x="34" y="10"/>
                  <a:pt x="34" y="10"/>
                </a:cubicBezTo>
                <a:cubicBezTo>
                  <a:pt x="34" y="10"/>
                  <a:pt x="34" y="10"/>
                  <a:pt x="34" y="10"/>
                </a:cubicBezTo>
                <a:cubicBezTo>
                  <a:pt x="34" y="9"/>
                  <a:pt x="34" y="9"/>
                  <a:pt x="33" y="9"/>
                </a:cubicBezTo>
                <a:cubicBezTo>
                  <a:pt x="33" y="10"/>
                  <a:pt x="33" y="10"/>
                  <a:pt x="33" y="10"/>
                </a:cubicBezTo>
                <a:cubicBezTo>
                  <a:pt x="33" y="10"/>
                  <a:pt x="34" y="10"/>
                  <a:pt x="34" y="10"/>
                </a:cubicBezTo>
                <a:cubicBezTo>
                  <a:pt x="34" y="10"/>
                  <a:pt x="33" y="11"/>
                  <a:pt x="33" y="11"/>
                </a:cubicBezTo>
                <a:cubicBezTo>
                  <a:pt x="33" y="11"/>
                  <a:pt x="33" y="11"/>
                  <a:pt x="34" y="11"/>
                </a:cubicBezTo>
                <a:cubicBezTo>
                  <a:pt x="34" y="11"/>
                  <a:pt x="34" y="11"/>
                  <a:pt x="34" y="11"/>
                </a:cubicBezTo>
                <a:cubicBezTo>
                  <a:pt x="34" y="11"/>
                  <a:pt x="34" y="11"/>
                  <a:pt x="34" y="11"/>
                </a:cubicBezTo>
                <a:cubicBezTo>
                  <a:pt x="34" y="11"/>
                  <a:pt x="35" y="11"/>
                  <a:pt x="35" y="11"/>
                </a:cubicBezTo>
                <a:cubicBezTo>
                  <a:pt x="35" y="11"/>
                  <a:pt x="35" y="12"/>
                  <a:pt x="34" y="12"/>
                </a:cubicBezTo>
                <a:cubicBezTo>
                  <a:pt x="34" y="12"/>
                  <a:pt x="33" y="12"/>
                  <a:pt x="33" y="12"/>
                </a:cubicBezTo>
                <a:cubicBezTo>
                  <a:pt x="33" y="12"/>
                  <a:pt x="32" y="13"/>
                  <a:pt x="32" y="12"/>
                </a:cubicBezTo>
                <a:cubicBezTo>
                  <a:pt x="32" y="12"/>
                  <a:pt x="32" y="12"/>
                  <a:pt x="33" y="12"/>
                </a:cubicBezTo>
                <a:cubicBezTo>
                  <a:pt x="32" y="12"/>
                  <a:pt x="32" y="12"/>
                  <a:pt x="31" y="12"/>
                </a:cubicBezTo>
                <a:cubicBezTo>
                  <a:pt x="31" y="12"/>
                  <a:pt x="30" y="12"/>
                  <a:pt x="30" y="13"/>
                </a:cubicBezTo>
                <a:cubicBezTo>
                  <a:pt x="30" y="13"/>
                  <a:pt x="30" y="13"/>
                  <a:pt x="30" y="13"/>
                </a:cubicBezTo>
                <a:cubicBezTo>
                  <a:pt x="30" y="13"/>
                  <a:pt x="30" y="13"/>
                  <a:pt x="29" y="14"/>
                </a:cubicBezTo>
                <a:cubicBezTo>
                  <a:pt x="29" y="14"/>
                  <a:pt x="29" y="14"/>
                  <a:pt x="29" y="14"/>
                </a:cubicBezTo>
                <a:cubicBezTo>
                  <a:pt x="29" y="14"/>
                  <a:pt x="28" y="1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8" y="14"/>
                  <a:pt x="28" y="14"/>
                  <a:pt x="28" y="15"/>
                </a:cubicBezTo>
                <a:cubicBezTo>
                  <a:pt x="27" y="15"/>
                  <a:pt x="27" y="15"/>
                  <a:pt x="27" y="15"/>
                </a:cubicBezTo>
                <a:cubicBezTo>
                  <a:pt x="27" y="15"/>
                  <a:pt x="27" y="15"/>
                  <a:pt x="27" y="15"/>
                </a:cubicBezTo>
                <a:cubicBezTo>
                  <a:pt x="27" y="15"/>
                  <a:pt x="27" y="16"/>
                  <a:pt x="27" y="16"/>
                </a:cubicBezTo>
                <a:cubicBezTo>
                  <a:pt x="26" y="16"/>
                  <a:pt x="26" y="17"/>
                  <a:pt x="26" y="17"/>
                </a:cubicBezTo>
                <a:cubicBezTo>
                  <a:pt x="26" y="17"/>
                  <a:pt x="25" y="17"/>
                  <a:pt x="25" y="17"/>
                </a:cubicBezTo>
                <a:cubicBezTo>
                  <a:pt x="25" y="17"/>
                  <a:pt x="25" y="17"/>
                  <a:pt x="25" y="17"/>
                </a:cubicBezTo>
                <a:cubicBezTo>
                  <a:pt x="24" y="17"/>
                  <a:pt x="24" y="18"/>
                  <a:pt x="24" y="18"/>
                </a:cubicBezTo>
                <a:cubicBezTo>
                  <a:pt x="24" y="28"/>
                  <a:pt x="24" y="28"/>
                  <a:pt x="24" y="28"/>
                </a:cubicBezTo>
                <a:cubicBezTo>
                  <a:pt x="24" y="28"/>
                  <a:pt x="24" y="28"/>
                  <a:pt x="25" y="28"/>
                </a:cubicBezTo>
                <a:cubicBezTo>
                  <a:pt x="25" y="28"/>
                  <a:pt x="25" y="28"/>
                  <a:pt x="25" y="27"/>
                </a:cubicBezTo>
                <a:cubicBezTo>
                  <a:pt x="25" y="27"/>
                  <a:pt x="25" y="27"/>
                  <a:pt x="26" y="27"/>
                </a:cubicBezTo>
                <a:cubicBezTo>
                  <a:pt x="26" y="27"/>
                  <a:pt x="26" y="27"/>
                  <a:pt x="26" y="27"/>
                </a:cubicBezTo>
                <a:cubicBezTo>
                  <a:pt x="26" y="27"/>
                  <a:pt x="26" y="27"/>
                  <a:pt x="27" y="27"/>
                </a:cubicBezTo>
                <a:cubicBezTo>
                  <a:pt x="27" y="27"/>
                  <a:pt x="26" y="27"/>
                  <a:pt x="26" y="27"/>
                </a:cubicBezTo>
                <a:cubicBezTo>
                  <a:pt x="27" y="28"/>
                  <a:pt x="27" y="27"/>
                  <a:pt x="27" y="27"/>
                </a:cubicBezTo>
                <a:cubicBezTo>
                  <a:pt x="27" y="27"/>
                  <a:pt x="28" y="27"/>
                  <a:pt x="28" y="27"/>
                </a:cubicBezTo>
                <a:cubicBezTo>
                  <a:pt x="28" y="27"/>
                  <a:pt x="28" y="28"/>
                  <a:pt x="28" y="28"/>
                </a:cubicBezTo>
                <a:cubicBezTo>
                  <a:pt x="28" y="28"/>
                  <a:pt x="29" y="28"/>
                  <a:pt x="29" y="28"/>
                </a:cubicBezTo>
                <a:cubicBezTo>
                  <a:pt x="29" y="28"/>
                  <a:pt x="29" y="28"/>
                  <a:pt x="29" y="28"/>
                </a:cubicBezTo>
                <a:cubicBezTo>
                  <a:pt x="30" y="28"/>
                  <a:pt x="30" y="28"/>
                  <a:pt x="30" y="28"/>
                </a:cubicBezTo>
                <a:cubicBezTo>
                  <a:pt x="30" y="27"/>
                  <a:pt x="31" y="28"/>
                  <a:pt x="31" y="28"/>
                </a:cubicBezTo>
                <a:cubicBezTo>
                  <a:pt x="31" y="28"/>
                  <a:pt x="31" y="28"/>
                  <a:pt x="31" y="28"/>
                </a:cubicBezTo>
                <a:cubicBezTo>
                  <a:pt x="31" y="28"/>
                  <a:pt x="31" y="28"/>
                  <a:pt x="31" y="28"/>
                </a:cubicBezTo>
                <a:cubicBezTo>
                  <a:pt x="31" y="28"/>
                  <a:pt x="31" y="28"/>
                  <a:pt x="31" y="28"/>
                </a:cubicBezTo>
                <a:cubicBezTo>
                  <a:pt x="31" y="29"/>
                  <a:pt x="32" y="29"/>
                  <a:pt x="32" y="29"/>
                </a:cubicBezTo>
                <a:cubicBezTo>
                  <a:pt x="32" y="29"/>
                  <a:pt x="32" y="29"/>
                  <a:pt x="32" y="29"/>
                </a:cubicBezTo>
                <a:cubicBezTo>
                  <a:pt x="33" y="30"/>
                  <a:pt x="33" y="30"/>
                  <a:pt x="33" y="30"/>
                </a:cubicBezTo>
                <a:cubicBezTo>
                  <a:pt x="34" y="30"/>
                  <a:pt x="34" y="30"/>
                  <a:pt x="34" y="30"/>
                </a:cubicBezTo>
                <a:cubicBezTo>
                  <a:pt x="34" y="30"/>
                  <a:pt x="35" y="30"/>
                  <a:pt x="35" y="30"/>
                </a:cubicBezTo>
                <a:cubicBezTo>
                  <a:pt x="35" y="30"/>
                  <a:pt x="36" y="31"/>
                  <a:pt x="36" y="31"/>
                </a:cubicBezTo>
                <a:cubicBezTo>
                  <a:pt x="36" y="31"/>
                  <a:pt x="36" y="31"/>
                  <a:pt x="36" y="31"/>
                </a:cubicBezTo>
                <a:cubicBezTo>
                  <a:pt x="36" y="32"/>
                  <a:pt x="36" y="32"/>
                  <a:pt x="36" y="32"/>
                </a:cubicBezTo>
                <a:cubicBezTo>
                  <a:pt x="36" y="32"/>
                  <a:pt x="36" y="32"/>
                  <a:pt x="36" y="33"/>
                </a:cubicBezTo>
                <a:cubicBezTo>
                  <a:pt x="37" y="33"/>
                  <a:pt x="37" y="33"/>
                  <a:pt x="37" y="33"/>
                </a:cubicBezTo>
                <a:cubicBezTo>
                  <a:pt x="37" y="33"/>
                  <a:pt x="37" y="33"/>
                  <a:pt x="37" y="33"/>
                </a:cubicBezTo>
                <a:cubicBezTo>
                  <a:pt x="37" y="33"/>
                  <a:pt x="38" y="33"/>
                  <a:pt x="38" y="33"/>
                </a:cubicBezTo>
                <a:cubicBezTo>
                  <a:pt x="38" y="33"/>
                  <a:pt x="38" y="33"/>
                  <a:pt x="38" y="33"/>
                </a:cubicBezTo>
                <a:cubicBezTo>
                  <a:pt x="38" y="33"/>
                  <a:pt x="39" y="34"/>
                  <a:pt x="39" y="34"/>
                </a:cubicBezTo>
                <a:cubicBezTo>
                  <a:pt x="39" y="34"/>
                  <a:pt x="39" y="34"/>
                  <a:pt x="39" y="34"/>
                </a:cubicBezTo>
                <a:cubicBezTo>
                  <a:pt x="39" y="34"/>
                  <a:pt x="40" y="34"/>
                  <a:pt x="40" y="34"/>
                </a:cubicBezTo>
                <a:cubicBezTo>
                  <a:pt x="40" y="34"/>
                  <a:pt x="40" y="34"/>
                  <a:pt x="40" y="34"/>
                </a:cubicBezTo>
                <a:cubicBezTo>
                  <a:pt x="41" y="34"/>
                  <a:pt x="41" y="34"/>
                  <a:pt x="41" y="34"/>
                </a:cubicBezTo>
                <a:cubicBezTo>
                  <a:pt x="38" y="39"/>
                  <a:pt x="33" y="43"/>
                  <a:pt x="28" y="44"/>
                </a:cubicBezTo>
                <a:cubicBezTo>
                  <a:pt x="28" y="44"/>
                  <a:pt x="28" y="44"/>
                  <a:pt x="28" y="43"/>
                </a:cubicBezTo>
                <a:cubicBezTo>
                  <a:pt x="28" y="43"/>
                  <a:pt x="28" y="42"/>
                  <a:pt x="28" y="42"/>
                </a:cubicBezTo>
                <a:cubicBezTo>
                  <a:pt x="28" y="42"/>
                  <a:pt x="27" y="41"/>
                  <a:pt x="27" y="41"/>
                </a:cubicBezTo>
                <a:cubicBezTo>
                  <a:pt x="27" y="41"/>
                  <a:pt x="27" y="40"/>
                  <a:pt x="26" y="40"/>
                </a:cubicBezTo>
                <a:cubicBezTo>
                  <a:pt x="26" y="40"/>
                  <a:pt x="26" y="40"/>
                  <a:pt x="26" y="40"/>
                </a:cubicBezTo>
                <a:cubicBezTo>
                  <a:pt x="25" y="40"/>
                  <a:pt x="25" y="39"/>
                  <a:pt x="25" y="39"/>
                </a:cubicBezTo>
                <a:cubicBezTo>
                  <a:pt x="24" y="39"/>
                  <a:pt x="24" y="39"/>
                  <a:pt x="24" y="39"/>
                </a:cubicBezTo>
                <a:cubicBezTo>
                  <a:pt x="24" y="39"/>
                  <a:pt x="24" y="38"/>
                  <a:pt x="24" y="38"/>
                </a:cubicBezTo>
                <a:lnTo>
                  <a:pt x="24" y="46"/>
                </a:lnTo>
                <a:close/>
                <a:moveTo>
                  <a:pt x="0" y="18"/>
                </a:moveTo>
                <a:cubicBezTo>
                  <a:pt x="0" y="18"/>
                  <a:pt x="0" y="19"/>
                  <a:pt x="0" y="19"/>
                </a:cubicBezTo>
                <a:cubicBezTo>
                  <a:pt x="0" y="20"/>
                  <a:pt x="0" y="20"/>
                  <a:pt x="0" y="20"/>
                </a:cubicBezTo>
                <a:cubicBezTo>
                  <a:pt x="0" y="21"/>
                  <a:pt x="0" y="22"/>
                  <a:pt x="0" y="23"/>
                </a:cubicBezTo>
                <a:cubicBezTo>
                  <a:pt x="0" y="23"/>
                  <a:pt x="0" y="24"/>
                  <a:pt x="0" y="25"/>
                </a:cubicBezTo>
                <a:cubicBezTo>
                  <a:pt x="0" y="25"/>
                  <a:pt x="0" y="26"/>
                  <a:pt x="0" y="26"/>
                </a:cubicBezTo>
                <a:cubicBezTo>
                  <a:pt x="0" y="27"/>
                  <a:pt x="0" y="27"/>
                  <a:pt x="0" y="27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29"/>
                  <a:pt x="1" y="30"/>
                  <a:pt x="1" y="31"/>
                </a:cubicBezTo>
                <a:cubicBezTo>
                  <a:pt x="1" y="31"/>
                  <a:pt x="1" y="31"/>
                  <a:pt x="1" y="32"/>
                </a:cubicBezTo>
                <a:cubicBezTo>
                  <a:pt x="1" y="32"/>
                  <a:pt x="2" y="32"/>
                  <a:pt x="2" y="33"/>
                </a:cubicBezTo>
                <a:cubicBezTo>
                  <a:pt x="2" y="33"/>
                  <a:pt x="2" y="33"/>
                  <a:pt x="2" y="33"/>
                </a:cubicBezTo>
                <a:cubicBezTo>
                  <a:pt x="2" y="34"/>
                  <a:pt x="2" y="34"/>
                  <a:pt x="3" y="34"/>
                </a:cubicBezTo>
                <a:cubicBezTo>
                  <a:pt x="3" y="35"/>
                  <a:pt x="4" y="36"/>
                  <a:pt x="4" y="37"/>
                </a:cubicBezTo>
                <a:cubicBezTo>
                  <a:pt x="5" y="37"/>
                  <a:pt x="5" y="38"/>
                  <a:pt x="6" y="38"/>
                </a:cubicBezTo>
                <a:cubicBezTo>
                  <a:pt x="6" y="39"/>
                  <a:pt x="6" y="39"/>
                  <a:pt x="6" y="39"/>
                </a:cubicBezTo>
                <a:cubicBezTo>
                  <a:pt x="7" y="39"/>
                  <a:pt x="7" y="40"/>
                  <a:pt x="7" y="40"/>
                </a:cubicBezTo>
                <a:cubicBezTo>
                  <a:pt x="8" y="41"/>
                  <a:pt x="10" y="42"/>
                  <a:pt x="11" y="43"/>
                </a:cubicBezTo>
                <a:cubicBezTo>
                  <a:pt x="11" y="43"/>
                  <a:pt x="12" y="43"/>
                  <a:pt x="12" y="43"/>
                </a:cubicBezTo>
                <a:cubicBezTo>
                  <a:pt x="13" y="44"/>
                  <a:pt x="13" y="44"/>
                  <a:pt x="14" y="44"/>
                </a:cubicBezTo>
                <a:cubicBezTo>
                  <a:pt x="14" y="44"/>
                  <a:pt x="15" y="44"/>
                  <a:pt x="15" y="45"/>
                </a:cubicBezTo>
                <a:cubicBezTo>
                  <a:pt x="18" y="45"/>
                  <a:pt x="20" y="46"/>
                  <a:pt x="23" y="46"/>
                </a:cubicBezTo>
                <a:cubicBezTo>
                  <a:pt x="23" y="46"/>
                  <a:pt x="24" y="46"/>
                  <a:pt x="24" y="46"/>
                </a:cubicBezTo>
                <a:cubicBezTo>
                  <a:pt x="24" y="38"/>
                  <a:pt x="24" y="38"/>
                  <a:pt x="24" y="38"/>
                </a:cubicBezTo>
                <a:cubicBezTo>
                  <a:pt x="24" y="38"/>
                  <a:pt x="24" y="38"/>
                  <a:pt x="24" y="38"/>
                </a:cubicBezTo>
                <a:cubicBezTo>
                  <a:pt x="24" y="37"/>
                  <a:pt x="23" y="37"/>
                  <a:pt x="23" y="36"/>
                </a:cubicBezTo>
                <a:cubicBezTo>
                  <a:pt x="23" y="36"/>
                  <a:pt x="23" y="36"/>
                  <a:pt x="23" y="36"/>
                </a:cubicBezTo>
                <a:cubicBezTo>
                  <a:pt x="22" y="36"/>
                  <a:pt x="22" y="35"/>
                  <a:pt x="22" y="35"/>
                </a:cubicBezTo>
                <a:cubicBezTo>
                  <a:pt x="22" y="35"/>
                  <a:pt x="22" y="35"/>
                  <a:pt x="22" y="35"/>
                </a:cubicBezTo>
                <a:cubicBezTo>
                  <a:pt x="22" y="34"/>
                  <a:pt x="22" y="34"/>
                  <a:pt x="22" y="34"/>
                </a:cubicBezTo>
                <a:cubicBezTo>
                  <a:pt x="22" y="34"/>
                  <a:pt x="22" y="34"/>
                  <a:pt x="22" y="33"/>
                </a:cubicBezTo>
                <a:cubicBezTo>
                  <a:pt x="22" y="33"/>
                  <a:pt x="22" y="33"/>
                  <a:pt x="22" y="33"/>
                </a:cubicBezTo>
                <a:cubicBezTo>
                  <a:pt x="22" y="32"/>
                  <a:pt x="22" y="32"/>
                  <a:pt x="22" y="32"/>
                </a:cubicBezTo>
                <a:cubicBezTo>
                  <a:pt x="23" y="32"/>
                  <a:pt x="23" y="32"/>
                  <a:pt x="23" y="32"/>
                </a:cubicBezTo>
                <a:cubicBezTo>
                  <a:pt x="23" y="32"/>
                  <a:pt x="23" y="32"/>
                  <a:pt x="23" y="31"/>
                </a:cubicBezTo>
                <a:cubicBezTo>
                  <a:pt x="23" y="31"/>
                  <a:pt x="24" y="31"/>
                  <a:pt x="24" y="31"/>
                </a:cubicBezTo>
                <a:cubicBezTo>
                  <a:pt x="24" y="31"/>
                  <a:pt x="24" y="30"/>
                  <a:pt x="24" y="30"/>
                </a:cubicBezTo>
                <a:cubicBezTo>
                  <a:pt x="24" y="29"/>
                  <a:pt x="23" y="29"/>
                  <a:pt x="23" y="29"/>
                </a:cubicBezTo>
                <a:cubicBezTo>
                  <a:pt x="23" y="29"/>
                  <a:pt x="23" y="28"/>
                  <a:pt x="23" y="28"/>
                </a:cubicBezTo>
                <a:cubicBezTo>
                  <a:pt x="23" y="28"/>
                  <a:pt x="23" y="29"/>
                  <a:pt x="23" y="29"/>
                </a:cubicBezTo>
                <a:cubicBezTo>
                  <a:pt x="22" y="29"/>
                  <a:pt x="22" y="29"/>
                  <a:pt x="22" y="29"/>
                </a:cubicBezTo>
                <a:cubicBezTo>
                  <a:pt x="22" y="29"/>
                  <a:pt x="22" y="29"/>
                  <a:pt x="22" y="29"/>
                </a:cubicBezTo>
                <a:cubicBezTo>
                  <a:pt x="21" y="29"/>
                  <a:pt x="21" y="29"/>
                  <a:pt x="21" y="29"/>
                </a:cubicBezTo>
                <a:cubicBezTo>
                  <a:pt x="21" y="29"/>
                  <a:pt x="21" y="28"/>
                  <a:pt x="21" y="28"/>
                </a:cubicBezTo>
                <a:cubicBezTo>
                  <a:pt x="20" y="28"/>
                  <a:pt x="20" y="28"/>
                  <a:pt x="20" y="28"/>
                </a:cubicBezTo>
                <a:cubicBezTo>
                  <a:pt x="20" y="28"/>
                  <a:pt x="20" y="28"/>
                  <a:pt x="20" y="27"/>
                </a:cubicBezTo>
                <a:cubicBezTo>
                  <a:pt x="20" y="27"/>
                  <a:pt x="20" y="27"/>
                  <a:pt x="19" y="26"/>
                </a:cubicBezTo>
                <a:cubicBezTo>
                  <a:pt x="19" y="26"/>
                  <a:pt x="19" y="26"/>
                  <a:pt x="18" y="26"/>
                </a:cubicBezTo>
                <a:cubicBezTo>
                  <a:pt x="18" y="26"/>
                  <a:pt x="18" y="26"/>
                  <a:pt x="18" y="26"/>
                </a:cubicBezTo>
                <a:cubicBezTo>
                  <a:pt x="18" y="26"/>
                  <a:pt x="18" y="26"/>
                  <a:pt x="18" y="26"/>
                </a:cubicBezTo>
                <a:cubicBezTo>
                  <a:pt x="17" y="26"/>
                  <a:pt x="17" y="25"/>
                  <a:pt x="16" y="25"/>
                </a:cubicBezTo>
                <a:cubicBezTo>
                  <a:pt x="16" y="25"/>
                  <a:pt x="16" y="25"/>
                  <a:pt x="16" y="25"/>
                </a:cubicBezTo>
                <a:cubicBezTo>
                  <a:pt x="15" y="25"/>
                  <a:pt x="15" y="25"/>
                  <a:pt x="15" y="25"/>
                </a:cubicBezTo>
                <a:cubicBezTo>
                  <a:pt x="14" y="25"/>
                  <a:pt x="14" y="25"/>
                  <a:pt x="14" y="25"/>
                </a:cubicBezTo>
                <a:cubicBezTo>
                  <a:pt x="14" y="25"/>
                  <a:pt x="13" y="24"/>
                  <a:pt x="13" y="24"/>
                </a:cubicBezTo>
                <a:cubicBezTo>
                  <a:pt x="13" y="24"/>
                  <a:pt x="13" y="24"/>
                  <a:pt x="13" y="24"/>
                </a:cubicBezTo>
                <a:cubicBezTo>
                  <a:pt x="13" y="24"/>
                  <a:pt x="12" y="24"/>
                  <a:pt x="12" y="24"/>
                </a:cubicBezTo>
                <a:cubicBezTo>
                  <a:pt x="12" y="24"/>
                  <a:pt x="12" y="23"/>
                  <a:pt x="12" y="23"/>
                </a:cubicBezTo>
                <a:cubicBezTo>
                  <a:pt x="12" y="23"/>
                  <a:pt x="12" y="23"/>
                  <a:pt x="12" y="23"/>
                </a:cubicBezTo>
                <a:cubicBezTo>
                  <a:pt x="12" y="22"/>
                  <a:pt x="12" y="22"/>
                  <a:pt x="11" y="21"/>
                </a:cubicBezTo>
                <a:cubicBezTo>
                  <a:pt x="11" y="21"/>
                  <a:pt x="11" y="21"/>
                  <a:pt x="11" y="21"/>
                </a:cubicBezTo>
                <a:cubicBezTo>
                  <a:pt x="11" y="20"/>
                  <a:pt x="11" y="20"/>
                  <a:pt x="11" y="20"/>
                </a:cubicBezTo>
                <a:cubicBezTo>
                  <a:pt x="11" y="20"/>
                  <a:pt x="10" y="20"/>
                  <a:pt x="10" y="20"/>
                </a:cubicBezTo>
                <a:cubicBezTo>
                  <a:pt x="10" y="19"/>
                  <a:pt x="10" y="19"/>
                  <a:pt x="10" y="19"/>
                </a:cubicBezTo>
                <a:cubicBezTo>
                  <a:pt x="10" y="19"/>
                  <a:pt x="10" y="19"/>
                  <a:pt x="10" y="18"/>
                </a:cubicBezTo>
                <a:cubicBezTo>
                  <a:pt x="10" y="18"/>
                  <a:pt x="9" y="18"/>
                  <a:pt x="9" y="19"/>
                </a:cubicBezTo>
                <a:cubicBezTo>
                  <a:pt x="9" y="19"/>
                  <a:pt x="9" y="19"/>
                  <a:pt x="9" y="19"/>
                </a:cubicBezTo>
                <a:cubicBezTo>
                  <a:pt x="10" y="19"/>
                  <a:pt x="9" y="20"/>
                  <a:pt x="10" y="20"/>
                </a:cubicBezTo>
                <a:cubicBezTo>
                  <a:pt x="10" y="20"/>
                  <a:pt x="10" y="20"/>
                  <a:pt x="10" y="20"/>
                </a:cubicBezTo>
                <a:cubicBezTo>
                  <a:pt x="10" y="21"/>
                  <a:pt x="10" y="21"/>
                  <a:pt x="10" y="21"/>
                </a:cubicBezTo>
                <a:cubicBezTo>
                  <a:pt x="10" y="21"/>
                  <a:pt x="10" y="22"/>
                  <a:pt x="10" y="22"/>
                </a:cubicBezTo>
                <a:cubicBezTo>
                  <a:pt x="10" y="22"/>
                  <a:pt x="10" y="22"/>
                  <a:pt x="10" y="21"/>
                </a:cubicBezTo>
                <a:cubicBezTo>
                  <a:pt x="10" y="21"/>
                  <a:pt x="9" y="21"/>
                  <a:pt x="9" y="21"/>
                </a:cubicBezTo>
                <a:cubicBezTo>
                  <a:pt x="9" y="21"/>
                  <a:pt x="10" y="21"/>
                  <a:pt x="9" y="21"/>
                </a:cubicBezTo>
                <a:cubicBezTo>
                  <a:pt x="9" y="20"/>
                  <a:pt x="9" y="20"/>
                  <a:pt x="9" y="20"/>
                </a:cubicBezTo>
                <a:cubicBezTo>
                  <a:pt x="9" y="20"/>
                  <a:pt x="9" y="20"/>
                  <a:pt x="9" y="19"/>
                </a:cubicBezTo>
                <a:cubicBezTo>
                  <a:pt x="9" y="19"/>
                  <a:pt x="9" y="19"/>
                  <a:pt x="9" y="19"/>
                </a:cubicBezTo>
                <a:cubicBezTo>
                  <a:pt x="8" y="19"/>
                  <a:pt x="8" y="18"/>
                  <a:pt x="8" y="18"/>
                </a:cubicBezTo>
                <a:cubicBezTo>
                  <a:pt x="8" y="18"/>
                  <a:pt x="8" y="17"/>
                  <a:pt x="8" y="17"/>
                </a:cubicBezTo>
                <a:cubicBezTo>
                  <a:pt x="8" y="17"/>
                  <a:pt x="8" y="17"/>
                  <a:pt x="8" y="17"/>
                </a:cubicBezTo>
                <a:cubicBezTo>
                  <a:pt x="8" y="17"/>
                  <a:pt x="8" y="17"/>
                  <a:pt x="7" y="17"/>
                </a:cubicBezTo>
                <a:cubicBezTo>
                  <a:pt x="7" y="16"/>
                  <a:pt x="7" y="16"/>
                  <a:pt x="7" y="16"/>
                </a:cubicBezTo>
                <a:cubicBezTo>
                  <a:pt x="7" y="16"/>
                  <a:pt x="7" y="15"/>
                  <a:pt x="7" y="15"/>
                </a:cubicBezTo>
                <a:cubicBezTo>
                  <a:pt x="7" y="15"/>
                  <a:pt x="7" y="14"/>
                  <a:pt x="7" y="14"/>
                </a:cubicBezTo>
                <a:cubicBezTo>
                  <a:pt x="7" y="14"/>
                  <a:pt x="8" y="14"/>
                  <a:pt x="8" y="13"/>
                </a:cubicBezTo>
                <a:cubicBezTo>
                  <a:pt x="8" y="13"/>
                  <a:pt x="8" y="13"/>
                  <a:pt x="8" y="13"/>
                </a:cubicBezTo>
                <a:cubicBezTo>
                  <a:pt x="8" y="13"/>
                  <a:pt x="8" y="12"/>
                  <a:pt x="9" y="12"/>
                </a:cubicBezTo>
                <a:cubicBezTo>
                  <a:pt x="9" y="12"/>
                  <a:pt x="9" y="11"/>
                  <a:pt x="9" y="11"/>
                </a:cubicBezTo>
                <a:cubicBezTo>
                  <a:pt x="10" y="11"/>
                  <a:pt x="10" y="10"/>
                  <a:pt x="10" y="10"/>
                </a:cubicBezTo>
                <a:cubicBezTo>
                  <a:pt x="10" y="10"/>
                  <a:pt x="9" y="10"/>
                  <a:pt x="9" y="9"/>
                </a:cubicBezTo>
                <a:cubicBezTo>
                  <a:pt x="9" y="9"/>
                  <a:pt x="10" y="9"/>
                  <a:pt x="10" y="9"/>
                </a:cubicBezTo>
                <a:cubicBezTo>
                  <a:pt x="10" y="9"/>
                  <a:pt x="10" y="9"/>
                  <a:pt x="10" y="9"/>
                </a:cubicBezTo>
                <a:cubicBezTo>
                  <a:pt x="10" y="8"/>
                  <a:pt x="10" y="8"/>
                  <a:pt x="10" y="8"/>
                </a:cubicBezTo>
                <a:cubicBezTo>
                  <a:pt x="10" y="8"/>
                  <a:pt x="10" y="8"/>
                  <a:pt x="10" y="7"/>
                </a:cubicBezTo>
                <a:cubicBezTo>
                  <a:pt x="10" y="7"/>
                  <a:pt x="9" y="8"/>
                  <a:pt x="9" y="7"/>
                </a:cubicBezTo>
                <a:cubicBezTo>
                  <a:pt x="9" y="7"/>
                  <a:pt x="9" y="7"/>
                  <a:pt x="9" y="7"/>
                </a:cubicBezTo>
                <a:cubicBezTo>
                  <a:pt x="9" y="7"/>
                  <a:pt x="9" y="7"/>
                  <a:pt x="9" y="7"/>
                </a:cubicBezTo>
                <a:cubicBezTo>
                  <a:pt x="9" y="6"/>
                  <a:pt x="9" y="6"/>
                  <a:pt x="9" y="6"/>
                </a:cubicBezTo>
                <a:cubicBezTo>
                  <a:pt x="9" y="6"/>
                  <a:pt x="9" y="6"/>
                  <a:pt x="9" y="6"/>
                </a:cubicBezTo>
                <a:cubicBezTo>
                  <a:pt x="12" y="3"/>
                  <a:pt x="15" y="2"/>
                  <a:pt x="19" y="1"/>
                </a:cubicBezTo>
                <a:cubicBezTo>
                  <a:pt x="19" y="1"/>
                  <a:pt x="19" y="1"/>
                  <a:pt x="19" y="1"/>
                </a:cubicBezTo>
                <a:cubicBezTo>
                  <a:pt x="19" y="1"/>
                  <a:pt x="19" y="1"/>
                  <a:pt x="19" y="1"/>
                </a:cubicBezTo>
                <a:cubicBezTo>
                  <a:pt x="19" y="1"/>
                  <a:pt x="19" y="1"/>
                  <a:pt x="20" y="1"/>
                </a:cubicBezTo>
                <a:cubicBezTo>
                  <a:pt x="20" y="1"/>
                  <a:pt x="20" y="1"/>
                  <a:pt x="20" y="1"/>
                </a:cubicBezTo>
                <a:cubicBezTo>
                  <a:pt x="21" y="1"/>
                  <a:pt x="21" y="2"/>
                  <a:pt x="22" y="2"/>
                </a:cubicBezTo>
                <a:cubicBezTo>
                  <a:pt x="22" y="2"/>
                  <a:pt x="22" y="1"/>
                  <a:pt x="22" y="1"/>
                </a:cubicBezTo>
                <a:cubicBezTo>
                  <a:pt x="22" y="1"/>
                  <a:pt x="22" y="1"/>
                  <a:pt x="22" y="1"/>
                </a:cubicBezTo>
                <a:cubicBezTo>
                  <a:pt x="22" y="1"/>
                  <a:pt x="22" y="1"/>
                  <a:pt x="23" y="1"/>
                </a:cubicBezTo>
                <a:cubicBezTo>
                  <a:pt x="23" y="1"/>
                  <a:pt x="24" y="1"/>
                  <a:pt x="24" y="1"/>
                </a:cubicBezTo>
                <a:cubicBezTo>
                  <a:pt x="24" y="0"/>
                  <a:pt x="24" y="0"/>
                  <a:pt x="24" y="0"/>
                </a:cubicBezTo>
                <a:cubicBezTo>
                  <a:pt x="24" y="0"/>
                  <a:pt x="23" y="0"/>
                  <a:pt x="23" y="0"/>
                </a:cubicBezTo>
                <a:cubicBezTo>
                  <a:pt x="23" y="0"/>
                  <a:pt x="23" y="0"/>
                  <a:pt x="23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0" y="0"/>
                  <a:pt x="17" y="0"/>
                  <a:pt x="15" y="1"/>
                </a:cubicBezTo>
                <a:cubicBezTo>
                  <a:pt x="15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3" y="2"/>
                  <a:pt x="13" y="2"/>
                </a:cubicBezTo>
                <a:cubicBezTo>
                  <a:pt x="13" y="2"/>
                  <a:pt x="12" y="2"/>
                  <a:pt x="12" y="2"/>
                </a:cubicBezTo>
                <a:cubicBezTo>
                  <a:pt x="12" y="2"/>
                  <a:pt x="11" y="2"/>
                  <a:pt x="11" y="3"/>
                </a:cubicBezTo>
                <a:cubicBezTo>
                  <a:pt x="10" y="3"/>
                  <a:pt x="9" y="4"/>
                  <a:pt x="7" y="5"/>
                </a:cubicBezTo>
                <a:cubicBezTo>
                  <a:pt x="7" y="5"/>
                  <a:pt x="7" y="5"/>
                  <a:pt x="7" y="6"/>
                </a:cubicBezTo>
                <a:cubicBezTo>
                  <a:pt x="7" y="6"/>
                  <a:pt x="7" y="6"/>
                  <a:pt x="6" y="6"/>
                </a:cubicBezTo>
                <a:cubicBezTo>
                  <a:pt x="6" y="7"/>
                  <a:pt x="6" y="7"/>
                  <a:pt x="6" y="7"/>
                </a:cubicBezTo>
                <a:cubicBezTo>
                  <a:pt x="5" y="8"/>
                  <a:pt x="5" y="8"/>
                  <a:pt x="4" y="8"/>
                </a:cubicBezTo>
                <a:cubicBezTo>
                  <a:pt x="4" y="9"/>
                  <a:pt x="3" y="10"/>
                  <a:pt x="3" y="11"/>
                </a:cubicBezTo>
                <a:cubicBezTo>
                  <a:pt x="2" y="12"/>
                  <a:pt x="2" y="12"/>
                  <a:pt x="2" y="12"/>
                </a:cubicBezTo>
                <a:cubicBezTo>
                  <a:pt x="2" y="12"/>
                  <a:pt x="2" y="13"/>
                  <a:pt x="2" y="13"/>
                </a:cubicBezTo>
                <a:cubicBezTo>
                  <a:pt x="2" y="13"/>
                  <a:pt x="1" y="14"/>
                  <a:pt x="1" y="14"/>
                </a:cubicBezTo>
                <a:cubicBezTo>
                  <a:pt x="1" y="14"/>
                  <a:pt x="1" y="15"/>
                  <a:pt x="1" y="15"/>
                </a:cubicBezTo>
                <a:cubicBezTo>
                  <a:pt x="1" y="15"/>
                  <a:pt x="0" y="16"/>
                  <a:pt x="0" y="17"/>
                </a:cubicBezTo>
                <a:cubicBezTo>
                  <a:pt x="0" y="17"/>
                  <a:pt x="0" y="18"/>
                  <a:pt x="0" y="18"/>
                </a:cubicBezTo>
                <a:close/>
                <a:moveTo>
                  <a:pt x="24" y="18"/>
                </a:moveTo>
                <a:cubicBezTo>
                  <a:pt x="24" y="28"/>
                  <a:pt x="24" y="28"/>
                  <a:pt x="24" y="28"/>
                </a:cubicBezTo>
                <a:cubicBezTo>
                  <a:pt x="24" y="29"/>
                  <a:pt x="24" y="29"/>
                  <a:pt x="24" y="29"/>
                </a:cubicBezTo>
                <a:cubicBezTo>
                  <a:pt x="24" y="29"/>
                  <a:pt x="24" y="28"/>
                  <a:pt x="23" y="28"/>
                </a:cubicBezTo>
                <a:cubicBezTo>
                  <a:pt x="23" y="28"/>
                  <a:pt x="23" y="28"/>
                  <a:pt x="22" y="28"/>
                </a:cubicBezTo>
                <a:cubicBezTo>
                  <a:pt x="22" y="28"/>
                  <a:pt x="21" y="28"/>
                  <a:pt x="21" y="27"/>
                </a:cubicBezTo>
                <a:cubicBezTo>
                  <a:pt x="21" y="27"/>
                  <a:pt x="21" y="27"/>
                  <a:pt x="21" y="26"/>
                </a:cubicBezTo>
                <a:cubicBezTo>
                  <a:pt x="21" y="26"/>
                  <a:pt x="21" y="26"/>
                  <a:pt x="21" y="26"/>
                </a:cubicBezTo>
                <a:cubicBezTo>
                  <a:pt x="21" y="25"/>
                  <a:pt x="21" y="25"/>
                  <a:pt x="21" y="25"/>
                </a:cubicBezTo>
                <a:cubicBezTo>
                  <a:pt x="20" y="25"/>
                  <a:pt x="20" y="25"/>
                  <a:pt x="19" y="25"/>
                </a:cubicBezTo>
                <a:cubicBezTo>
                  <a:pt x="19" y="25"/>
                  <a:pt x="19" y="25"/>
                  <a:pt x="19" y="25"/>
                </a:cubicBezTo>
                <a:cubicBezTo>
                  <a:pt x="19" y="25"/>
                  <a:pt x="19" y="24"/>
                  <a:pt x="19" y="24"/>
                </a:cubicBezTo>
                <a:cubicBezTo>
                  <a:pt x="19" y="24"/>
                  <a:pt x="20" y="24"/>
                  <a:pt x="20" y="24"/>
                </a:cubicBezTo>
                <a:cubicBezTo>
                  <a:pt x="20" y="24"/>
                  <a:pt x="20" y="24"/>
                  <a:pt x="20" y="23"/>
                </a:cubicBezTo>
                <a:cubicBezTo>
                  <a:pt x="20" y="23"/>
                  <a:pt x="20" y="23"/>
                  <a:pt x="20" y="23"/>
                </a:cubicBezTo>
                <a:cubicBezTo>
                  <a:pt x="20" y="23"/>
                  <a:pt x="20" y="23"/>
                  <a:pt x="20" y="23"/>
                </a:cubicBezTo>
                <a:cubicBezTo>
                  <a:pt x="19" y="23"/>
                  <a:pt x="19" y="23"/>
                  <a:pt x="19" y="23"/>
                </a:cubicBezTo>
                <a:cubicBezTo>
                  <a:pt x="18" y="23"/>
                  <a:pt x="18" y="24"/>
                  <a:pt x="18" y="24"/>
                </a:cubicBezTo>
                <a:cubicBezTo>
                  <a:pt x="18" y="24"/>
                  <a:pt x="18" y="24"/>
                  <a:pt x="17" y="24"/>
                </a:cubicBezTo>
                <a:cubicBezTo>
                  <a:pt x="17" y="24"/>
                  <a:pt x="17" y="24"/>
                  <a:pt x="17" y="24"/>
                </a:cubicBezTo>
                <a:cubicBezTo>
                  <a:pt x="17" y="24"/>
                  <a:pt x="16" y="24"/>
                  <a:pt x="16" y="24"/>
                </a:cubicBezTo>
                <a:cubicBezTo>
                  <a:pt x="16" y="24"/>
                  <a:pt x="16" y="23"/>
                  <a:pt x="16" y="23"/>
                </a:cubicBezTo>
                <a:cubicBezTo>
                  <a:pt x="15" y="22"/>
                  <a:pt x="16" y="21"/>
                  <a:pt x="16" y="21"/>
                </a:cubicBezTo>
                <a:cubicBezTo>
                  <a:pt x="16" y="21"/>
                  <a:pt x="16" y="21"/>
                  <a:pt x="16" y="21"/>
                </a:cubicBezTo>
                <a:cubicBezTo>
                  <a:pt x="16" y="20"/>
                  <a:pt x="16" y="20"/>
                  <a:pt x="16" y="20"/>
                </a:cubicBezTo>
                <a:cubicBezTo>
                  <a:pt x="16" y="20"/>
                  <a:pt x="17" y="19"/>
                  <a:pt x="17" y="19"/>
                </a:cubicBezTo>
                <a:cubicBezTo>
                  <a:pt x="17" y="19"/>
                  <a:pt x="18" y="19"/>
                  <a:pt x="18" y="19"/>
                </a:cubicBezTo>
                <a:cubicBezTo>
                  <a:pt x="18" y="19"/>
                  <a:pt x="19" y="19"/>
                  <a:pt x="19" y="19"/>
                </a:cubicBezTo>
                <a:cubicBezTo>
                  <a:pt x="19" y="19"/>
                  <a:pt x="19" y="19"/>
                  <a:pt x="19" y="19"/>
                </a:cubicBezTo>
                <a:cubicBezTo>
                  <a:pt x="20" y="19"/>
                  <a:pt x="20" y="19"/>
                  <a:pt x="20" y="19"/>
                </a:cubicBezTo>
                <a:cubicBezTo>
                  <a:pt x="21" y="19"/>
                  <a:pt x="21" y="18"/>
                  <a:pt x="21" y="19"/>
                </a:cubicBezTo>
                <a:cubicBezTo>
                  <a:pt x="22" y="19"/>
                  <a:pt x="22" y="19"/>
                  <a:pt x="22" y="19"/>
                </a:cubicBezTo>
                <a:cubicBezTo>
                  <a:pt x="22" y="19"/>
                  <a:pt x="22" y="19"/>
                  <a:pt x="22" y="19"/>
                </a:cubicBezTo>
                <a:cubicBezTo>
                  <a:pt x="22" y="19"/>
                  <a:pt x="23" y="19"/>
                  <a:pt x="23" y="19"/>
                </a:cubicBezTo>
                <a:cubicBezTo>
                  <a:pt x="23" y="19"/>
                  <a:pt x="23" y="20"/>
                  <a:pt x="23" y="20"/>
                </a:cubicBezTo>
                <a:cubicBezTo>
                  <a:pt x="23" y="20"/>
                  <a:pt x="23" y="20"/>
                  <a:pt x="24" y="20"/>
                </a:cubicBezTo>
                <a:cubicBezTo>
                  <a:pt x="24" y="20"/>
                  <a:pt x="24" y="20"/>
                  <a:pt x="24" y="20"/>
                </a:cubicBezTo>
                <a:cubicBezTo>
                  <a:pt x="24" y="19"/>
                  <a:pt x="24" y="19"/>
                  <a:pt x="24" y="19"/>
                </a:cubicBezTo>
                <a:cubicBezTo>
                  <a:pt x="24" y="19"/>
                  <a:pt x="24" y="19"/>
                  <a:pt x="24" y="19"/>
                </a:cubicBezTo>
                <a:cubicBezTo>
                  <a:pt x="24" y="18"/>
                  <a:pt x="24" y="18"/>
                  <a:pt x="24" y="18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74" name="Freeform: Shape 100"/>
          <p:cNvSpPr>
            <a:spLocks/>
          </p:cNvSpPr>
          <p:nvPr/>
        </p:nvSpPr>
        <p:spPr bwMode="auto">
          <a:xfrm>
            <a:off x="5047280" y="1930040"/>
            <a:ext cx="113963" cy="185038"/>
          </a:xfrm>
          <a:custGeom>
            <a:avLst/>
            <a:gdLst>
              <a:gd name="T0" fmla="*/ 0 w 26"/>
              <a:gd name="T1" fmla="*/ 29 h 42"/>
              <a:gd name="T2" fmla="*/ 0 w 26"/>
              <a:gd name="T3" fmla="*/ 35 h 42"/>
              <a:gd name="T4" fmla="*/ 8 w 26"/>
              <a:gd name="T5" fmla="*/ 42 h 42"/>
              <a:gd name="T6" fmla="*/ 18 w 26"/>
              <a:gd name="T7" fmla="*/ 42 h 42"/>
              <a:gd name="T8" fmla="*/ 26 w 26"/>
              <a:gd name="T9" fmla="*/ 35 h 42"/>
              <a:gd name="T10" fmla="*/ 26 w 26"/>
              <a:gd name="T11" fmla="*/ 29 h 42"/>
              <a:gd name="T12" fmla="*/ 17 w 26"/>
              <a:gd name="T13" fmla="*/ 29 h 42"/>
              <a:gd name="T14" fmla="*/ 17 w 26"/>
              <a:gd name="T15" fmla="*/ 24 h 42"/>
              <a:gd name="T16" fmla="*/ 26 w 26"/>
              <a:gd name="T17" fmla="*/ 24 h 42"/>
              <a:gd name="T18" fmla="*/ 26 w 26"/>
              <a:gd name="T19" fmla="*/ 16 h 42"/>
              <a:gd name="T20" fmla="*/ 17 w 26"/>
              <a:gd name="T21" fmla="*/ 16 h 42"/>
              <a:gd name="T22" fmla="*/ 17 w 26"/>
              <a:gd name="T23" fmla="*/ 10 h 42"/>
              <a:gd name="T24" fmla="*/ 26 w 26"/>
              <a:gd name="T25" fmla="*/ 10 h 42"/>
              <a:gd name="T26" fmla="*/ 26 w 26"/>
              <a:gd name="T27" fmla="*/ 7 h 42"/>
              <a:gd name="T28" fmla="*/ 18 w 26"/>
              <a:gd name="T29" fmla="*/ 0 h 42"/>
              <a:gd name="T30" fmla="*/ 8 w 26"/>
              <a:gd name="T31" fmla="*/ 0 h 42"/>
              <a:gd name="T32" fmla="*/ 0 w 26"/>
              <a:gd name="T33" fmla="*/ 7 h 42"/>
              <a:gd name="T34" fmla="*/ 0 w 26"/>
              <a:gd name="T35" fmla="*/ 10 h 42"/>
              <a:gd name="T36" fmla="*/ 9 w 26"/>
              <a:gd name="T37" fmla="*/ 10 h 42"/>
              <a:gd name="T38" fmla="*/ 9 w 26"/>
              <a:gd name="T39" fmla="*/ 16 h 42"/>
              <a:gd name="T40" fmla="*/ 0 w 26"/>
              <a:gd name="T41" fmla="*/ 16 h 42"/>
              <a:gd name="T42" fmla="*/ 0 w 26"/>
              <a:gd name="T43" fmla="*/ 24 h 42"/>
              <a:gd name="T44" fmla="*/ 9 w 26"/>
              <a:gd name="T45" fmla="*/ 24 h 42"/>
              <a:gd name="T46" fmla="*/ 9 w 26"/>
              <a:gd name="T47" fmla="*/ 29 h 42"/>
              <a:gd name="T48" fmla="*/ 0 w 26"/>
              <a:gd name="T49" fmla="*/ 29 h 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6" h="42">
                <a:moveTo>
                  <a:pt x="0" y="29"/>
                </a:moveTo>
                <a:cubicBezTo>
                  <a:pt x="0" y="35"/>
                  <a:pt x="0" y="35"/>
                  <a:pt x="0" y="35"/>
                </a:cubicBezTo>
                <a:cubicBezTo>
                  <a:pt x="0" y="39"/>
                  <a:pt x="4" y="42"/>
                  <a:pt x="8" y="42"/>
                </a:cubicBezTo>
                <a:cubicBezTo>
                  <a:pt x="18" y="42"/>
                  <a:pt x="18" y="42"/>
                  <a:pt x="18" y="42"/>
                </a:cubicBezTo>
                <a:cubicBezTo>
                  <a:pt x="22" y="42"/>
                  <a:pt x="26" y="39"/>
                  <a:pt x="26" y="35"/>
                </a:cubicBezTo>
                <a:cubicBezTo>
                  <a:pt x="26" y="29"/>
                  <a:pt x="26" y="29"/>
                  <a:pt x="26" y="29"/>
                </a:cubicBezTo>
                <a:cubicBezTo>
                  <a:pt x="17" y="29"/>
                  <a:pt x="17" y="29"/>
                  <a:pt x="17" y="29"/>
                </a:cubicBezTo>
                <a:cubicBezTo>
                  <a:pt x="17" y="24"/>
                  <a:pt x="17" y="24"/>
                  <a:pt x="17" y="24"/>
                </a:cubicBezTo>
                <a:cubicBezTo>
                  <a:pt x="26" y="24"/>
                  <a:pt x="26" y="24"/>
                  <a:pt x="26" y="24"/>
                </a:cubicBezTo>
                <a:cubicBezTo>
                  <a:pt x="26" y="16"/>
                  <a:pt x="26" y="16"/>
                  <a:pt x="26" y="16"/>
                </a:cubicBezTo>
                <a:cubicBezTo>
                  <a:pt x="17" y="16"/>
                  <a:pt x="17" y="16"/>
                  <a:pt x="17" y="16"/>
                </a:cubicBezTo>
                <a:cubicBezTo>
                  <a:pt x="17" y="10"/>
                  <a:pt x="17" y="10"/>
                  <a:pt x="17" y="10"/>
                </a:cubicBezTo>
                <a:cubicBezTo>
                  <a:pt x="26" y="10"/>
                  <a:pt x="26" y="10"/>
                  <a:pt x="26" y="10"/>
                </a:cubicBezTo>
                <a:cubicBezTo>
                  <a:pt x="26" y="7"/>
                  <a:pt x="26" y="7"/>
                  <a:pt x="26" y="7"/>
                </a:cubicBezTo>
                <a:cubicBezTo>
                  <a:pt x="26" y="3"/>
                  <a:pt x="22" y="0"/>
                  <a:pt x="18" y="0"/>
                </a:cubicBezTo>
                <a:cubicBezTo>
                  <a:pt x="8" y="0"/>
                  <a:pt x="8" y="0"/>
                  <a:pt x="8" y="0"/>
                </a:cubicBezTo>
                <a:cubicBezTo>
                  <a:pt x="4" y="0"/>
                  <a:pt x="0" y="3"/>
                  <a:pt x="0" y="7"/>
                </a:cubicBezTo>
                <a:cubicBezTo>
                  <a:pt x="0" y="10"/>
                  <a:pt x="0" y="10"/>
                  <a:pt x="0" y="10"/>
                </a:cubicBezTo>
                <a:cubicBezTo>
                  <a:pt x="9" y="10"/>
                  <a:pt x="9" y="10"/>
                  <a:pt x="9" y="10"/>
                </a:cubicBezTo>
                <a:cubicBezTo>
                  <a:pt x="9" y="16"/>
                  <a:pt x="9" y="16"/>
                  <a:pt x="9" y="16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24"/>
                  <a:pt x="0" y="24"/>
                  <a:pt x="0" y="24"/>
                </a:cubicBezTo>
                <a:cubicBezTo>
                  <a:pt x="9" y="24"/>
                  <a:pt x="9" y="24"/>
                  <a:pt x="9" y="24"/>
                </a:cubicBezTo>
                <a:cubicBezTo>
                  <a:pt x="9" y="29"/>
                  <a:pt x="9" y="29"/>
                  <a:pt x="9" y="29"/>
                </a:cubicBezTo>
                <a:lnTo>
                  <a:pt x="0" y="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75" name="Freeform: Shape 101"/>
          <p:cNvSpPr>
            <a:spLocks/>
          </p:cNvSpPr>
          <p:nvPr/>
        </p:nvSpPr>
        <p:spPr bwMode="auto">
          <a:xfrm>
            <a:off x="5015420" y="2097923"/>
            <a:ext cx="177685" cy="113963"/>
          </a:xfrm>
          <a:custGeom>
            <a:avLst/>
            <a:gdLst>
              <a:gd name="T0" fmla="*/ 0 w 40"/>
              <a:gd name="T1" fmla="*/ 1 h 26"/>
              <a:gd name="T2" fmla="*/ 13 w 40"/>
              <a:gd name="T3" fmla="*/ 12 h 26"/>
              <a:gd name="T4" fmla="*/ 17 w 40"/>
              <a:gd name="T5" fmla="*/ 12 h 26"/>
              <a:gd name="T6" fmla="*/ 17 w 40"/>
              <a:gd name="T7" fmla="*/ 20 h 26"/>
              <a:gd name="T8" fmla="*/ 12 w 40"/>
              <a:gd name="T9" fmla="*/ 20 h 26"/>
              <a:gd name="T10" fmla="*/ 12 w 40"/>
              <a:gd name="T11" fmla="*/ 26 h 26"/>
              <a:gd name="T12" fmla="*/ 28 w 40"/>
              <a:gd name="T13" fmla="*/ 26 h 26"/>
              <a:gd name="T14" fmla="*/ 28 w 40"/>
              <a:gd name="T15" fmla="*/ 20 h 26"/>
              <a:gd name="T16" fmla="*/ 23 w 40"/>
              <a:gd name="T17" fmla="*/ 20 h 26"/>
              <a:gd name="T18" fmla="*/ 23 w 40"/>
              <a:gd name="T19" fmla="*/ 12 h 26"/>
              <a:gd name="T20" fmla="*/ 27 w 40"/>
              <a:gd name="T21" fmla="*/ 12 h 26"/>
              <a:gd name="T22" fmla="*/ 40 w 40"/>
              <a:gd name="T23" fmla="*/ 1 h 26"/>
              <a:gd name="T24" fmla="*/ 35 w 40"/>
              <a:gd name="T25" fmla="*/ 0 h 26"/>
              <a:gd name="T26" fmla="*/ 27 w 40"/>
              <a:gd name="T27" fmla="*/ 7 h 26"/>
              <a:gd name="T28" fmla="*/ 13 w 40"/>
              <a:gd name="T29" fmla="*/ 7 h 26"/>
              <a:gd name="T30" fmla="*/ 5 w 40"/>
              <a:gd name="T31" fmla="*/ 0 h 26"/>
              <a:gd name="T32" fmla="*/ 0 w 40"/>
              <a:gd name="T33" fmla="*/ 1 h 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0" h="26">
                <a:moveTo>
                  <a:pt x="0" y="1"/>
                </a:moveTo>
                <a:cubicBezTo>
                  <a:pt x="1" y="7"/>
                  <a:pt x="7" y="12"/>
                  <a:pt x="13" y="12"/>
                </a:cubicBezTo>
                <a:cubicBezTo>
                  <a:pt x="17" y="12"/>
                  <a:pt x="17" y="12"/>
                  <a:pt x="17" y="12"/>
                </a:cubicBezTo>
                <a:cubicBezTo>
                  <a:pt x="17" y="20"/>
                  <a:pt x="17" y="20"/>
                  <a:pt x="17" y="20"/>
                </a:cubicBezTo>
                <a:cubicBezTo>
                  <a:pt x="12" y="20"/>
                  <a:pt x="12" y="20"/>
                  <a:pt x="12" y="20"/>
                </a:cubicBezTo>
                <a:cubicBezTo>
                  <a:pt x="12" y="26"/>
                  <a:pt x="12" y="26"/>
                  <a:pt x="12" y="26"/>
                </a:cubicBezTo>
                <a:cubicBezTo>
                  <a:pt x="28" y="26"/>
                  <a:pt x="28" y="26"/>
                  <a:pt x="28" y="26"/>
                </a:cubicBezTo>
                <a:cubicBezTo>
                  <a:pt x="28" y="20"/>
                  <a:pt x="28" y="20"/>
                  <a:pt x="28" y="20"/>
                </a:cubicBezTo>
                <a:cubicBezTo>
                  <a:pt x="23" y="20"/>
                  <a:pt x="23" y="20"/>
                  <a:pt x="23" y="20"/>
                </a:cubicBezTo>
                <a:cubicBezTo>
                  <a:pt x="23" y="12"/>
                  <a:pt x="23" y="12"/>
                  <a:pt x="23" y="12"/>
                </a:cubicBezTo>
                <a:cubicBezTo>
                  <a:pt x="27" y="12"/>
                  <a:pt x="27" y="12"/>
                  <a:pt x="27" y="12"/>
                </a:cubicBezTo>
                <a:cubicBezTo>
                  <a:pt x="33" y="12"/>
                  <a:pt x="39" y="6"/>
                  <a:pt x="40" y="1"/>
                </a:cubicBezTo>
                <a:cubicBezTo>
                  <a:pt x="35" y="0"/>
                  <a:pt x="35" y="0"/>
                  <a:pt x="35" y="0"/>
                </a:cubicBezTo>
                <a:cubicBezTo>
                  <a:pt x="34" y="3"/>
                  <a:pt x="31" y="7"/>
                  <a:pt x="27" y="7"/>
                </a:cubicBezTo>
                <a:cubicBezTo>
                  <a:pt x="13" y="7"/>
                  <a:pt x="13" y="7"/>
                  <a:pt x="13" y="7"/>
                </a:cubicBezTo>
                <a:cubicBezTo>
                  <a:pt x="10" y="7"/>
                  <a:pt x="6" y="4"/>
                  <a:pt x="5" y="0"/>
                </a:cubicBezTo>
                <a:lnTo>
                  <a:pt x="0" y="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76" name="Freeform: Shape 102"/>
          <p:cNvSpPr>
            <a:spLocks/>
          </p:cNvSpPr>
          <p:nvPr/>
        </p:nvSpPr>
        <p:spPr bwMode="auto">
          <a:xfrm>
            <a:off x="4843862" y="2874837"/>
            <a:ext cx="159304" cy="251211"/>
          </a:xfrm>
          <a:custGeom>
            <a:avLst/>
            <a:gdLst>
              <a:gd name="T0" fmla="*/ 130 w 130"/>
              <a:gd name="T1" fmla="*/ 205 h 205"/>
              <a:gd name="T2" fmla="*/ 115 w 130"/>
              <a:gd name="T3" fmla="*/ 4 h 205"/>
              <a:gd name="T4" fmla="*/ 101 w 130"/>
              <a:gd name="T5" fmla="*/ 0 h 205"/>
              <a:gd name="T6" fmla="*/ 115 w 130"/>
              <a:gd name="T7" fmla="*/ 14 h 205"/>
              <a:gd name="T8" fmla="*/ 115 w 130"/>
              <a:gd name="T9" fmla="*/ 133 h 205"/>
              <a:gd name="T10" fmla="*/ 101 w 130"/>
              <a:gd name="T11" fmla="*/ 148 h 205"/>
              <a:gd name="T12" fmla="*/ 115 w 130"/>
              <a:gd name="T13" fmla="*/ 162 h 205"/>
              <a:gd name="T14" fmla="*/ 101 w 130"/>
              <a:gd name="T15" fmla="*/ 162 h 205"/>
              <a:gd name="T16" fmla="*/ 115 w 130"/>
              <a:gd name="T17" fmla="*/ 173 h 205"/>
              <a:gd name="T18" fmla="*/ 115 w 130"/>
              <a:gd name="T19" fmla="*/ 191 h 205"/>
              <a:gd name="T20" fmla="*/ 101 w 130"/>
              <a:gd name="T21" fmla="*/ 205 h 205"/>
              <a:gd name="T22" fmla="*/ 90 w 130"/>
              <a:gd name="T23" fmla="*/ 4 h 205"/>
              <a:gd name="T24" fmla="*/ 65 w 130"/>
              <a:gd name="T25" fmla="*/ 14 h 205"/>
              <a:gd name="T26" fmla="*/ 101 w 130"/>
              <a:gd name="T27" fmla="*/ 0 h 205"/>
              <a:gd name="T28" fmla="*/ 90 w 130"/>
              <a:gd name="T29" fmla="*/ 0 h 205"/>
              <a:gd name="T30" fmla="*/ 101 w 130"/>
              <a:gd name="T31" fmla="*/ 205 h 205"/>
              <a:gd name="T32" fmla="*/ 90 w 130"/>
              <a:gd name="T33" fmla="*/ 191 h 205"/>
              <a:gd name="T34" fmla="*/ 101 w 130"/>
              <a:gd name="T35" fmla="*/ 173 h 205"/>
              <a:gd name="T36" fmla="*/ 90 w 130"/>
              <a:gd name="T37" fmla="*/ 162 h 205"/>
              <a:gd name="T38" fmla="*/ 101 w 130"/>
              <a:gd name="T39" fmla="*/ 148 h 205"/>
              <a:gd name="T40" fmla="*/ 65 w 130"/>
              <a:gd name="T41" fmla="*/ 133 h 205"/>
              <a:gd name="T42" fmla="*/ 76 w 130"/>
              <a:gd name="T43" fmla="*/ 148 h 205"/>
              <a:gd name="T44" fmla="*/ 76 w 130"/>
              <a:gd name="T45" fmla="*/ 162 h 205"/>
              <a:gd name="T46" fmla="*/ 65 w 130"/>
              <a:gd name="T47" fmla="*/ 173 h 205"/>
              <a:gd name="T48" fmla="*/ 76 w 130"/>
              <a:gd name="T49" fmla="*/ 191 h 205"/>
              <a:gd name="T50" fmla="*/ 65 w 130"/>
              <a:gd name="T51" fmla="*/ 191 h 205"/>
              <a:gd name="T52" fmla="*/ 65 w 130"/>
              <a:gd name="T53" fmla="*/ 4 h 205"/>
              <a:gd name="T54" fmla="*/ 25 w 130"/>
              <a:gd name="T55" fmla="*/ 14 h 205"/>
              <a:gd name="T56" fmla="*/ 65 w 130"/>
              <a:gd name="T57" fmla="*/ 4 h 205"/>
              <a:gd name="T58" fmla="*/ 25 w 130"/>
              <a:gd name="T59" fmla="*/ 205 h 205"/>
              <a:gd name="T60" fmla="*/ 65 w 130"/>
              <a:gd name="T61" fmla="*/ 191 h 205"/>
              <a:gd name="T62" fmla="*/ 50 w 130"/>
              <a:gd name="T63" fmla="*/ 173 h 205"/>
              <a:gd name="T64" fmla="*/ 65 w 130"/>
              <a:gd name="T65" fmla="*/ 162 h 205"/>
              <a:gd name="T66" fmla="*/ 50 w 130"/>
              <a:gd name="T67" fmla="*/ 148 h 205"/>
              <a:gd name="T68" fmla="*/ 65 w 130"/>
              <a:gd name="T69" fmla="*/ 133 h 205"/>
              <a:gd name="T70" fmla="*/ 25 w 130"/>
              <a:gd name="T71" fmla="*/ 148 h 205"/>
              <a:gd name="T72" fmla="*/ 40 w 130"/>
              <a:gd name="T73" fmla="*/ 162 h 205"/>
              <a:gd name="T74" fmla="*/ 25 w 130"/>
              <a:gd name="T75" fmla="*/ 162 h 205"/>
              <a:gd name="T76" fmla="*/ 40 w 130"/>
              <a:gd name="T77" fmla="*/ 173 h 205"/>
              <a:gd name="T78" fmla="*/ 40 w 130"/>
              <a:gd name="T79" fmla="*/ 191 h 205"/>
              <a:gd name="T80" fmla="*/ 25 w 130"/>
              <a:gd name="T81" fmla="*/ 205 h 205"/>
              <a:gd name="T82" fmla="*/ 0 w 130"/>
              <a:gd name="T83" fmla="*/ 4 h 205"/>
              <a:gd name="T84" fmla="*/ 25 w 130"/>
              <a:gd name="T85" fmla="*/ 205 h 205"/>
              <a:gd name="T86" fmla="*/ 14 w 130"/>
              <a:gd name="T87" fmla="*/ 191 h 205"/>
              <a:gd name="T88" fmla="*/ 25 w 130"/>
              <a:gd name="T89" fmla="*/ 173 h 205"/>
              <a:gd name="T90" fmla="*/ 14 w 130"/>
              <a:gd name="T91" fmla="*/ 162 h 205"/>
              <a:gd name="T92" fmla="*/ 25 w 130"/>
              <a:gd name="T93" fmla="*/ 148 h 205"/>
              <a:gd name="T94" fmla="*/ 14 w 130"/>
              <a:gd name="T95" fmla="*/ 133 h 205"/>
              <a:gd name="T96" fmla="*/ 25 w 130"/>
              <a:gd name="T97" fmla="*/ 14 h 2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30" h="205">
                <a:moveTo>
                  <a:pt x="101" y="205"/>
                </a:moveTo>
                <a:lnTo>
                  <a:pt x="130" y="205"/>
                </a:lnTo>
                <a:lnTo>
                  <a:pt x="130" y="4"/>
                </a:lnTo>
                <a:lnTo>
                  <a:pt x="115" y="4"/>
                </a:lnTo>
                <a:lnTo>
                  <a:pt x="115" y="0"/>
                </a:lnTo>
                <a:lnTo>
                  <a:pt x="101" y="0"/>
                </a:lnTo>
                <a:lnTo>
                  <a:pt x="101" y="14"/>
                </a:lnTo>
                <a:lnTo>
                  <a:pt x="115" y="14"/>
                </a:lnTo>
                <a:lnTo>
                  <a:pt x="115" y="133"/>
                </a:lnTo>
                <a:lnTo>
                  <a:pt x="115" y="133"/>
                </a:lnTo>
                <a:lnTo>
                  <a:pt x="101" y="133"/>
                </a:lnTo>
                <a:lnTo>
                  <a:pt x="101" y="148"/>
                </a:lnTo>
                <a:lnTo>
                  <a:pt x="115" y="148"/>
                </a:lnTo>
                <a:lnTo>
                  <a:pt x="115" y="162"/>
                </a:lnTo>
                <a:lnTo>
                  <a:pt x="115" y="162"/>
                </a:lnTo>
                <a:lnTo>
                  <a:pt x="101" y="162"/>
                </a:lnTo>
                <a:lnTo>
                  <a:pt x="101" y="173"/>
                </a:lnTo>
                <a:lnTo>
                  <a:pt x="115" y="173"/>
                </a:lnTo>
                <a:lnTo>
                  <a:pt x="115" y="191"/>
                </a:lnTo>
                <a:lnTo>
                  <a:pt x="115" y="191"/>
                </a:lnTo>
                <a:lnTo>
                  <a:pt x="101" y="191"/>
                </a:lnTo>
                <a:lnTo>
                  <a:pt x="101" y="205"/>
                </a:lnTo>
                <a:close/>
                <a:moveTo>
                  <a:pt x="90" y="0"/>
                </a:moveTo>
                <a:lnTo>
                  <a:pt x="90" y="4"/>
                </a:lnTo>
                <a:lnTo>
                  <a:pt x="65" y="4"/>
                </a:lnTo>
                <a:lnTo>
                  <a:pt x="65" y="14"/>
                </a:lnTo>
                <a:lnTo>
                  <a:pt x="101" y="14"/>
                </a:lnTo>
                <a:lnTo>
                  <a:pt x="101" y="0"/>
                </a:lnTo>
                <a:lnTo>
                  <a:pt x="90" y="0"/>
                </a:lnTo>
                <a:lnTo>
                  <a:pt x="90" y="0"/>
                </a:lnTo>
                <a:close/>
                <a:moveTo>
                  <a:pt x="65" y="205"/>
                </a:moveTo>
                <a:lnTo>
                  <a:pt x="101" y="205"/>
                </a:lnTo>
                <a:lnTo>
                  <a:pt x="101" y="191"/>
                </a:lnTo>
                <a:lnTo>
                  <a:pt x="90" y="191"/>
                </a:lnTo>
                <a:lnTo>
                  <a:pt x="90" y="173"/>
                </a:lnTo>
                <a:lnTo>
                  <a:pt x="101" y="173"/>
                </a:lnTo>
                <a:lnTo>
                  <a:pt x="101" y="162"/>
                </a:lnTo>
                <a:lnTo>
                  <a:pt x="90" y="162"/>
                </a:lnTo>
                <a:lnTo>
                  <a:pt x="90" y="148"/>
                </a:lnTo>
                <a:lnTo>
                  <a:pt x="101" y="148"/>
                </a:lnTo>
                <a:lnTo>
                  <a:pt x="101" y="133"/>
                </a:lnTo>
                <a:lnTo>
                  <a:pt x="65" y="133"/>
                </a:lnTo>
                <a:lnTo>
                  <a:pt x="65" y="148"/>
                </a:lnTo>
                <a:lnTo>
                  <a:pt x="76" y="148"/>
                </a:lnTo>
                <a:lnTo>
                  <a:pt x="76" y="162"/>
                </a:lnTo>
                <a:lnTo>
                  <a:pt x="76" y="162"/>
                </a:lnTo>
                <a:lnTo>
                  <a:pt x="65" y="162"/>
                </a:lnTo>
                <a:lnTo>
                  <a:pt x="65" y="173"/>
                </a:lnTo>
                <a:lnTo>
                  <a:pt x="76" y="173"/>
                </a:lnTo>
                <a:lnTo>
                  <a:pt x="76" y="191"/>
                </a:lnTo>
                <a:lnTo>
                  <a:pt x="76" y="191"/>
                </a:lnTo>
                <a:lnTo>
                  <a:pt x="65" y="191"/>
                </a:lnTo>
                <a:lnTo>
                  <a:pt x="65" y="205"/>
                </a:lnTo>
                <a:close/>
                <a:moveTo>
                  <a:pt x="65" y="4"/>
                </a:moveTo>
                <a:lnTo>
                  <a:pt x="25" y="4"/>
                </a:lnTo>
                <a:lnTo>
                  <a:pt x="25" y="14"/>
                </a:lnTo>
                <a:lnTo>
                  <a:pt x="65" y="14"/>
                </a:lnTo>
                <a:lnTo>
                  <a:pt x="65" y="4"/>
                </a:lnTo>
                <a:lnTo>
                  <a:pt x="65" y="4"/>
                </a:lnTo>
                <a:close/>
                <a:moveTo>
                  <a:pt x="25" y="205"/>
                </a:moveTo>
                <a:lnTo>
                  <a:pt x="65" y="205"/>
                </a:lnTo>
                <a:lnTo>
                  <a:pt x="65" y="191"/>
                </a:lnTo>
                <a:lnTo>
                  <a:pt x="50" y="191"/>
                </a:lnTo>
                <a:lnTo>
                  <a:pt x="50" y="173"/>
                </a:lnTo>
                <a:lnTo>
                  <a:pt x="65" y="173"/>
                </a:lnTo>
                <a:lnTo>
                  <a:pt x="65" y="162"/>
                </a:lnTo>
                <a:lnTo>
                  <a:pt x="50" y="162"/>
                </a:lnTo>
                <a:lnTo>
                  <a:pt x="50" y="148"/>
                </a:lnTo>
                <a:lnTo>
                  <a:pt x="65" y="148"/>
                </a:lnTo>
                <a:lnTo>
                  <a:pt x="65" y="133"/>
                </a:lnTo>
                <a:lnTo>
                  <a:pt x="25" y="133"/>
                </a:lnTo>
                <a:lnTo>
                  <a:pt x="25" y="148"/>
                </a:lnTo>
                <a:lnTo>
                  <a:pt x="40" y="148"/>
                </a:lnTo>
                <a:lnTo>
                  <a:pt x="40" y="162"/>
                </a:lnTo>
                <a:lnTo>
                  <a:pt x="40" y="162"/>
                </a:lnTo>
                <a:lnTo>
                  <a:pt x="25" y="162"/>
                </a:lnTo>
                <a:lnTo>
                  <a:pt x="25" y="173"/>
                </a:lnTo>
                <a:lnTo>
                  <a:pt x="40" y="173"/>
                </a:lnTo>
                <a:lnTo>
                  <a:pt x="40" y="191"/>
                </a:lnTo>
                <a:lnTo>
                  <a:pt x="40" y="191"/>
                </a:lnTo>
                <a:lnTo>
                  <a:pt x="25" y="191"/>
                </a:lnTo>
                <a:lnTo>
                  <a:pt x="25" y="205"/>
                </a:lnTo>
                <a:close/>
                <a:moveTo>
                  <a:pt x="25" y="4"/>
                </a:moveTo>
                <a:lnTo>
                  <a:pt x="0" y="4"/>
                </a:lnTo>
                <a:lnTo>
                  <a:pt x="0" y="205"/>
                </a:lnTo>
                <a:lnTo>
                  <a:pt x="25" y="205"/>
                </a:lnTo>
                <a:lnTo>
                  <a:pt x="25" y="191"/>
                </a:lnTo>
                <a:lnTo>
                  <a:pt x="14" y="191"/>
                </a:lnTo>
                <a:lnTo>
                  <a:pt x="14" y="173"/>
                </a:lnTo>
                <a:lnTo>
                  <a:pt x="25" y="173"/>
                </a:lnTo>
                <a:lnTo>
                  <a:pt x="25" y="162"/>
                </a:lnTo>
                <a:lnTo>
                  <a:pt x="14" y="162"/>
                </a:lnTo>
                <a:lnTo>
                  <a:pt x="14" y="148"/>
                </a:lnTo>
                <a:lnTo>
                  <a:pt x="25" y="148"/>
                </a:lnTo>
                <a:lnTo>
                  <a:pt x="25" y="133"/>
                </a:lnTo>
                <a:lnTo>
                  <a:pt x="14" y="133"/>
                </a:lnTo>
                <a:lnTo>
                  <a:pt x="14" y="14"/>
                </a:lnTo>
                <a:lnTo>
                  <a:pt x="25" y="14"/>
                </a:lnTo>
                <a:lnTo>
                  <a:pt x="25" y="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77" name="Freeform: Shape 103"/>
          <p:cNvSpPr>
            <a:spLocks/>
          </p:cNvSpPr>
          <p:nvPr/>
        </p:nvSpPr>
        <p:spPr bwMode="auto">
          <a:xfrm>
            <a:off x="7603492" y="1651871"/>
            <a:ext cx="145824" cy="145824"/>
          </a:xfrm>
          <a:custGeom>
            <a:avLst/>
            <a:gdLst>
              <a:gd name="T0" fmla="*/ 16 w 33"/>
              <a:gd name="T1" fmla="*/ 31 h 33"/>
              <a:gd name="T2" fmla="*/ 19 w 33"/>
              <a:gd name="T3" fmla="*/ 31 h 33"/>
              <a:gd name="T4" fmla="*/ 20 w 33"/>
              <a:gd name="T5" fmla="*/ 33 h 33"/>
              <a:gd name="T6" fmla="*/ 26 w 33"/>
              <a:gd name="T7" fmla="*/ 31 h 33"/>
              <a:gd name="T8" fmla="*/ 25 w 33"/>
              <a:gd name="T9" fmla="*/ 29 h 33"/>
              <a:gd name="T10" fmla="*/ 28 w 33"/>
              <a:gd name="T11" fmla="*/ 25 h 33"/>
              <a:gd name="T12" fmla="*/ 30 w 33"/>
              <a:gd name="T13" fmla="*/ 26 h 33"/>
              <a:gd name="T14" fmla="*/ 33 w 33"/>
              <a:gd name="T15" fmla="*/ 20 h 33"/>
              <a:gd name="T16" fmla="*/ 30 w 33"/>
              <a:gd name="T17" fmla="*/ 19 h 33"/>
              <a:gd name="T18" fmla="*/ 30 w 33"/>
              <a:gd name="T19" fmla="*/ 14 h 33"/>
              <a:gd name="T20" fmla="*/ 33 w 33"/>
              <a:gd name="T21" fmla="*/ 13 h 33"/>
              <a:gd name="T22" fmla="*/ 30 w 33"/>
              <a:gd name="T23" fmla="*/ 8 h 33"/>
              <a:gd name="T24" fmla="*/ 28 w 33"/>
              <a:gd name="T25" fmla="*/ 9 h 33"/>
              <a:gd name="T26" fmla="*/ 24 w 33"/>
              <a:gd name="T27" fmla="*/ 5 h 33"/>
              <a:gd name="T28" fmla="*/ 25 w 33"/>
              <a:gd name="T29" fmla="*/ 3 h 33"/>
              <a:gd name="T30" fmla="*/ 20 w 33"/>
              <a:gd name="T31" fmla="*/ 0 h 33"/>
              <a:gd name="T32" fmla="*/ 19 w 33"/>
              <a:gd name="T33" fmla="*/ 3 h 33"/>
              <a:gd name="T34" fmla="*/ 16 w 33"/>
              <a:gd name="T35" fmla="*/ 3 h 33"/>
              <a:gd name="T36" fmla="*/ 16 w 33"/>
              <a:gd name="T37" fmla="*/ 7 h 33"/>
              <a:gd name="T38" fmla="*/ 25 w 33"/>
              <a:gd name="T39" fmla="*/ 13 h 33"/>
              <a:gd name="T40" fmla="*/ 20 w 33"/>
              <a:gd name="T41" fmla="*/ 26 h 33"/>
              <a:gd name="T42" fmla="*/ 16 w 33"/>
              <a:gd name="T43" fmla="*/ 26 h 33"/>
              <a:gd name="T44" fmla="*/ 16 w 33"/>
              <a:gd name="T45" fmla="*/ 26 h 33"/>
              <a:gd name="T46" fmla="*/ 16 w 33"/>
              <a:gd name="T47" fmla="*/ 31 h 33"/>
              <a:gd name="T48" fmla="*/ 2 w 33"/>
              <a:gd name="T49" fmla="*/ 20 h 33"/>
              <a:gd name="T50" fmla="*/ 0 w 33"/>
              <a:gd name="T51" fmla="*/ 21 h 33"/>
              <a:gd name="T52" fmla="*/ 2 w 33"/>
              <a:gd name="T53" fmla="*/ 26 h 33"/>
              <a:gd name="T54" fmla="*/ 5 w 33"/>
              <a:gd name="T55" fmla="*/ 25 h 33"/>
              <a:gd name="T56" fmla="*/ 8 w 33"/>
              <a:gd name="T57" fmla="*/ 29 h 33"/>
              <a:gd name="T58" fmla="*/ 7 w 33"/>
              <a:gd name="T59" fmla="*/ 31 h 33"/>
              <a:gd name="T60" fmla="*/ 13 w 33"/>
              <a:gd name="T61" fmla="*/ 33 h 33"/>
              <a:gd name="T62" fmla="*/ 14 w 33"/>
              <a:gd name="T63" fmla="*/ 31 h 33"/>
              <a:gd name="T64" fmla="*/ 16 w 33"/>
              <a:gd name="T65" fmla="*/ 31 h 33"/>
              <a:gd name="T66" fmla="*/ 16 w 33"/>
              <a:gd name="T67" fmla="*/ 26 h 33"/>
              <a:gd name="T68" fmla="*/ 8 w 33"/>
              <a:gd name="T69" fmla="*/ 21 h 33"/>
              <a:gd name="T70" fmla="*/ 13 w 33"/>
              <a:gd name="T71" fmla="*/ 8 h 33"/>
              <a:gd name="T72" fmla="*/ 13 w 33"/>
              <a:gd name="T73" fmla="*/ 8 h 33"/>
              <a:gd name="T74" fmla="*/ 16 w 33"/>
              <a:gd name="T75" fmla="*/ 7 h 33"/>
              <a:gd name="T76" fmla="*/ 16 w 33"/>
              <a:gd name="T77" fmla="*/ 7 h 33"/>
              <a:gd name="T78" fmla="*/ 16 w 33"/>
              <a:gd name="T79" fmla="*/ 3 h 33"/>
              <a:gd name="T80" fmla="*/ 14 w 33"/>
              <a:gd name="T81" fmla="*/ 3 h 33"/>
              <a:gd name="T82" fmla="*/ 13 w 33"/>
              <a:gd name="T83" fmla="*/ 1 h 33"/>
              <a:gd name="T84" fmla="*/ 7 w 33"/>
              <a:gd name="T85" fmla="*/ 3 h 33"/>
              <a:gd name="T86" fmla="*/ 8 w 33"/>
              <a:gd name="T87" fmla="*/ 5 h 33"/>
              <a:gd name="T88" fmla="*/ 5 w 33"/>
              <a:gd name="T89" fmla="*/ 9 h 33"/>
              <a:gd name="T90" fmla="*/ 2 w 33"/>
              <a:gd name="T91" fmla="*/ 8 h 33"/>
              <a:gd name="T92" fmla="*/ 0 w 33"/>
              <a:gd name="T93" fmla="*/ 14 h 33"/>
              <a:gd name="T94" fmla="*/ 2 w 33"/>
              <a:gd name="T95" fmla="*/ 15 h 33"/>
              <a:gd name="T96" fmla="*/ 2 w 33"/>
              <a:gd name="T97" fmla="*/ 20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33" h="33">
                <a:moveTo>
                  <a:pt x="16" y="31"/>
                </a:moveTo>
                <a:cubicBezTo>
                  <a:pt x="17" y="31"/>
                  <a:pt x="18" y="31"/>
                  <a:pt x="19" y="31"/>
                </a:cubicBezTo>
                <a:cubicBezTo>
                  <a:pt x="20" y="33"/>
                  <a:pt x="20" y="33"/>
                  <a:pt x="20" y="33"/>
                </a:cubicBezTo>
                <a:cubicBezTo>
                  <a:pt x="26" y="31"/>
                  <a:pt x="26" y="31"/>
                  <a:pt x="26" y="31"/>
                </a:cubicBezTo>
                <a:cubicBezTo>
                  <a:pt x="25" y="29"/>
                  <a:pt x="25" y="29"/>
                  <a:pt x="25" y="29"/>
                </a:cubicBezTo>
                <a:cubicBezTo>
                  <a:pt x="26" y="28"/>
                  <a:pt x="27" y="26"/>
                  <a:pt x="28" y="25"/>
                </a:cubicBezTo>
                <a:cubicBezTo>
                  <a:pt x="30" y="26"/>
                  <a:pt x="30" y="26"/>
                  <a:pt x="30" y="26"/>
                </a:cubicBezTo>
                <a:cubicBezTo>
                  <a:pt x="33" y="20"/>
                  <a:pt x="33" y="20"/>
                  <a:pt x="33" y="20"/>
                </a:cubicBezTo>
                <a:cubicBezTo>
                  <a:pt x="30" y="19"/>
                  <a:pt x="30" y="19"/>
                  <a:pt x="30" y="19"/>
                </a:cubicBezTo>
                <a:cubicBezTo>
                  <a:pt x="31" y="18"/>
                  <a:pt x="31" y="16"/>
                  <a:pt x="30" y="14"/>
                </a:cubicBezTo>
                <a:cubicBezTo>
                  <a:pt x="33" y="13"/>
                  <a:pt x="33" y="13"/>
                  <a:pt x="33" y="13"/>
                </a:cubicBezTo>
                <a:cubicBezTo>
                  <a:pt x="30" y="8"/>
                  <a:pt x="30" y="8"/>
                  <a:pt x="30" y="8"/>
                </a:cubicBezTo>
                <a:cubicBezTo>
                  <a:pt x="28" y="9"/>
                  <a:pt x="28" y="9"/>
                  <a:pt x="28" y="9"/>
                </a:cubicBezTo>
                <a:cubicBezTo>
                  <a:pt x="27" y="7"/>
                  <a:pt x="26" y="6"/>
                  <a:pt x="24" y="5"/>
                </a:cubicBezTo>
                <a:cubicBezTo>
                  <a:pt x="25" y="3"/>
                  <a:pt x="25" y="3"/>
                  <a:pt x="25" y="3"/>
                </a:cubicBezTo>
                <a:cubicBezTo>
                  <a:pt x="20" y="0"/>
                  <a:pt x="20" y="0"/>
                  <a:pt x="20" y="0"/>
                </a:cubicBezTo>
                <a:cubicBezTo>
                  <a:pt x="19" y="3"/>
                  <a:pt x="19" y="3"/>
                  <a:pt x="19" y="3"/>
                </a:cubicBezTo>
                <a:cubicBezTo>
                  <a:pt x="18" y="3"/>
                  <a:pt x="17" y="3"/>
                  <a:pt x="16" y="3"/>
                </a:cubicBezTo>
                <a:cubicBezTo>
                  <a:pt x="16" y="7"/>
                  <a:pt x="16" y="7"/>
                  <a:pt x="16" y="7"/>
                </a:cubicBezTo>
                <a:cubicBezTo>
                  <a:pt x="20" y="7"/>
                  <a:pt x="24" y="10"/>
                  <a:pt x="25" y="13"/>
                </a:cubicBezTo>
                <a:cubicBezTo>
                  <a:pt x="27" y="18"/>
                  <a:pt x="25" y="24"/>
                  <a:pt x="20" y="26"/>
                </a:cubicBezTo>
                <a:cubicBezTo>
                  <a:pt x="19" y="26"/>
                  <a:pt x="18" y="26"/>
                  <a:pt x="16" y="26"/>
                </a:cubicBezTo>
                <a:cubicBezTo>
                  <a:pt x="16" y="26"/>
                  <a:pt x="16" y="26"/>
                  <a:pt x="16" y="26"/>
                </a:cubicBezTo>
                <a:lnTo>
                  <a:pt x="16" y="31"/>
                </a:lnTo>
                <a:close/>
                <a:moveTo>
                  <a:pt x="2" y="20"/>
                </a:moveTo>
                <a:cubicBezTo>
                  <a:pt x="0" y="21"/>
                  <a:pt x="0" y="21"/>
                  <a:pt x="0" y="21"/>
                </a:cubicBezTo>
                <a:cubicBezTo>
                  <a:pt x="2" y="26"/>
                  <a:pt x="2" y="26"/>
                  <a:pt x="2" y="26"/>
                </a:cubicBezTo>
                <a:cubicBezTo>
                  <a:pt x="5" y="25"/>
                  <a:pt x="5" y="25"/>
                  <a:pt x="5" y="25"/>
                </a:cubicBezTo>
                <a:cubicBezTo>
                  <a:pt x="6" y="27"/>
                  <a:pt x="7" y="28"/>
                  <a:pt x="8" y="29"/>
                </a:cubicBezTo>
                <a:cubicBezTo>
                  <a:pt x="7" y="31"/>
                  <a:pt x="7" y="31"/>
                  <a:pt x="7" y="31"/>
                </a:cubicBezTo>
                <a:cubicBezTo>
                  <a:pt x="13" y="33"/>
                  <a:pt x="13" y="33"/>
                  <a:pt x="13" y="33"/>
                </a:cubicBezTo>
                <a:cubicBezTo>
                  <a:pt x="14" y="31"/>
                  <a:pt x="14" y="31"/>
                  <a:pt x="14" y="31"/>
                </a:cubicBezTo>
                <a:cubicBezTo>
                  <a:pt x="15" y="31"/>
                  <a:pt x="16" y="31"/>
                  <a:pt x="16" y="31"/>
                </a:cubicBezTo>
                <a:cubicBezTo>
                  <a:pt x="16" y="26"/>
                  <a:pt x="16" y="26"/>
                  <a:pt x="16" y="26"/>
                </a:cubicBezTo>
                <a:cubicBezTo>
                  <a:pt x="13" y="26"/>
                  <a:pt x="9" y="24"/>
                  <a:pt x="8" y="21"/>
                </a:cubicBezTo>
                <a:cubicBezTo>
                  <a:pt x="5" y="16"/>
                  <a:pt x="8" y="10"/>
                  <a:pt x="13" y="8"/>
                </a:cubicBezTo>
                <a:cubicBezTo>
                  <a:pt x="13" y="8"/>
                  <a:pt x="13" y="8"/>
                  <a:pt x="13" y="8"/>
                </a:cubicBezTo>
                <a:cubicBezTo>
                  <a:pt x="14" y="8"/>
                  <a:pt x="15" y="7"/>
                  <a:pt x="16" y="7"/>
                </a:cubicBezTo>
                <a:cubicBezTo>
                  <a:pt x="16" y="7"/>
                  <a:pt x="16" y="7"/>
                  <a:pt x="16" y="7"/>
                </a:cubicBezTo>
                <a:cubicBezTo>
                  <a:pt x="16" y="3"/>
                  <a:pt x="16" y="3"/>
                  <a:pt x="16" y="3"/>
                </a:cubicBezTo>
                <a:cubicBezTo>
                  <a:pt x="15" y="3"/>
                  <a:pt x="15" y="3"/>
                  <a:pt x="14" y="3"/>
                </a:cubicBezTo>
                <a:cubicBezTo>
                  <a:pt x="13" y="1"/>
                  <a:pt x="13" y="1"/>
                  <a:pt x="13" y="1"/>
                </a:cubicBezTo>
                <a:cubicBezTo>
                  <a:pt x="7" y="3"/>
                  <a:pt x="7" y="3"/>
                  <a:pt x="7" y="3"/>
                </a:cubicBezTo>
                <a:cubicBezTo>
                  <a:pt x="8" y="5"/>
                  <a:pt x="8" y="5"/>
                  <a:pt x="8" y="5"/>
                </a:cubicBezTo>
                <a:cubicBezTo>
                  <a:pt x="7" y="6"/>
                  <a:pt x="6" y="7"/>
                  <a:pt x="5" y="9"/>
                </a:cubicBezTo>
                <a:cubicBezTo>
                  <a:pt x="2" y="8"/>
                  <a:pt x="2" y="8"/>
                  <a:pt x="2" y="8"/>
                </a:cubicBezTo>
                <a:cubicBezTo>
                  <a:pt x="0" y="14"/>
                  <a:pt x="0" y="14"/>
                  <a:pt x="0" y="14"/>
                </a:cubicBezTo>
                <a:cubicBezTo>
                  <a:pt x="2" y="15"/>
                  <a:pt x="2" y="15"/>
                  <a:pt x="2" y="15"/>
                </a:cubicBezTo>
                <a:cubicBezTo>
                  <a:pt x="2" y="16"/>
                  <a:pt x="2" y="18"/>
                  <a:pt x="2" y="2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78" name="Freeform: Shape 104"/>
          <p:cNvSpPr>
            <a:spLocks/>
          </p:cNvSpPr>
          <p:nvPr/>
        </p:nvSpPr>
        <p:spPr bwMode="auto">
          <a:xfrm>
            <a:off x="5771499" y="1395759"/>
            <a:ext cx="25734" cy="30635"/>
          </a:xfrm>
          <a:custGeom>
            <a:avLst/>
            <a:gdLst>
              <a:gd name="T0" fmla="*/ 0 w 6"/>
              <a:gd name="T1" fmla="*/ 0 h 7"/>
              <a:gd name="T2" fmla="*/ 2 w 6"/>
              <a:gd name="T3" fmla="*/ 7 h 7"/>
              <a:gd name="T4" fmla="*/ 6 w 6"/>
              <a:gd name="T5" fmla="*/ 0 h 7"/>
              <a:gd name="T6" fmla="*/ 0 w 6"/>
              <a:gd name="T7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" h="7">
                <a:moveTo>
                  <a:pt x="0" y="0"/>
                </a:moveTo>
                <a:cubicBezTo>
                  <a:pt x="0" y="3"/>
                  <a:pt x="1" y="5"/>
                  <a:pt x="2" y="7"/>
                </a:cubicBezTo>
                <a:cubicBezTo>
                  <a:pt x="5" y="5"/>
                  <a:pt x="6" y="3"/>
                  <a:pt x="6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79" name="Freeform: Shape 105"/>
          <p:cNvSpPr>
            <a:spLocks/>
          </p:cNvSpPr>
          <p:nvPr/>
        </p:nvSpPr>
        <p:spPr bwMode="auto">
          <a:xfrm>
            <a:off x="5771499" y="1351645"/>
            <a:ext cx="25734" cy="34312"/>
          </a:xfrm>
          <a:custGeom>
            <a:avLst/>
            <a:gdLst>
              <a:gd name="T0" fmla="*/ 2 w 6"/>
              <a:gd name="T1" fmla="*/ 0 h 8"/>
              <a:gd name="T2" fmla="*/ 0 w 6"/>
              <a:gd name="T3" fmla="*/ 8 h 8"/>
              <a:gd name="T4" fmla="*/ 6 w 6"/>
              <a:gd name="T5" fmla="*/ 8 h 8"/>
              <a:gd name="T6" fmla="*/ 2 w 6"/>
              <a:gd name="T7" fmla="*/ 0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" h="8">
                <a:moveTo>
                  <a:pt x="2" y="0"/>
                </a:moveTo>
                <a:cubicBezTo>
                  <a:pt x="1" y="2"/>
                  <a:pt x="0" y="5"/>
                  <a:pt x="0" y="8"/>
                </a:cubicBezTo>
                <a:cubicBezTo>
                  <a:pt x="6" y="8"/>
                  <a:pt x="6" y="8"/>
                  <a:pt x="6" y="8"/>
                </a:cubicBezTo>
                <a:cubicBezTo>
                  <a:pt x="6" y="5"/>
                  <a:pt x="5" y="2"/>
                  <a:pt x="2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80" name="Freeform: Shape 106"/>
          <p:cNvSpPr>
            <a:spLocks/>
          </p:cNvSpPr>
          <p:nvPr/>
        </p:nvSpPr>
        <p:spPr bwMode="auto">
          <a:xfrm>
            <a:off x="5749442" y="1338165"/>
            <a:ext cx="25734" cy="47791"/>
          </a:xfrm>
          <a:custGeom>
            <a:avLst/>
            <a:gdLst>
              <a:gd name="T0" fmla="*/ 0 w 6"/>
              <a:gd name="T1" fmla="*/ 0 h 11"/>
              <a:gd name="T2" fmla="*/ 0 w 6"/>
              <a:gd name="T3" fmla="*/ 11 h 11"/>
              <a:gd name="T4" fmla="*/ 3 w 6"/>
              <a:gd name="T5" fmla="*/ 11 h 11"/>
              <a:gd name="T6" fmla="*/ 6 w 6"/>
              <a:gd name="T7" fmla="*/ 2 h 11"/>
              <a:gd name="T8" fmla="*/ 0 w 6"/>
              <a:gd name="T9" fmla="*/ 0 h 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" h="11">
                <a:moveTo>
                  <a:pt x="0" y="0"/>
                </a:moveTo>
                <a:cubicBezTo>
                  <a:pt x="0" y="11"/>
                  <a:pt x="0" y="11"/>
                  <a:pt x="0" y="11"/>
                </a:cubicBezTo>
                <a:cubicBezTo>
                  <a:pt x="3" y="11"/>
                  <a:pt x="3" y="11"/>
                  <a:pt x="3" y="11"/>
                </a:cubicBezTo>
                <a:cubicBezTo>
                  <a:pt x="3" y="7"/>
                  <a:pt x="4" y="4"/>
                  <a:pt x="6" y="2"/>
                </a:cubicBezTo>
                <a:cubicBezTo>
                  <a:pt x="4" y="1"/>
                  <a:pt x="2" y="0"/>
                  <a:pt x="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81" name="Freeform: Shape 107"/>
          <p:cNvSpPr>
            <a:spLocks/>
          </p:cNvSpPr>
          <p:nvPr/>
        </p:nvSpPr>
        <p:spPr bwMode="auto">
          <a:xfrm>
            <a:off x="5717581" y="1395759"/>
            <a:ext cx="26959" cy="44115"/>
          </a:xfrm>
          <a:custGeom>
            <a:avLst/>
            <a:gdLst>
              <a:gd name="T0" fmla="*/ 6 w 6"/>
              <a:gd name="T1" fmla="*/ 10 h 10"/>
              <a:gd name="T2" fmla="*/ 6 w 6"/>
              <a:gd name="T3" fmla="*/ 0 h 10"/>
              <a:gd name="T4" fmla="*/ 3 w 6"/>
              <a:gd name="T5" fmla="*/ 0 h 10"/>
              <a:gd name="T6" fmla="*/ 0 w 6"/>
              <a:gd name="T7" fmla="*/ 8 h 10"/>
              <a:gd name="T8" fmla="*/ 6 w 6"/>
              <a:gd name="T9" fmla="*/ 10 h 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" h="10">
                <a:moveTo>
                  <a:pt x="6" y="10"/>
                </a:moveTo>
                <a:cubicBezTo>
                  <a:pt x="6" y="0"/>
                  <a:pt x="6" y="0"/>
                  <a:pt x="6" y="0"/>
                </a:cubicBezTo>
                <a:cubicBezTo>
                  <a:pt x="3" y="0"/>
                  <a:pt x="3" y="0"/>
                  <a:pt x="3" y="0"/>
                </a:cubicBezTo>
                <a:cubicBezTo>
                  <a:pt x="3" y="3"/>
                  <a:pt x="2" y="6"/>
                  <a:pt x="0" y="8"/>
                </a:cubicBezTo>
                <a:cubicBezTo>
                  <a:pt x="2" y="9"/>
                  <a:pt x="4" y="10"/>
                  <a:pt x="6" y="1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82" name="Freeform: Shape 108"/>
          <p:cNvSpPr>
            <a:spLocks/>
          </p:cNvSpPr>
          <p:nvPr/>
        </p:nvSpPr>
        <p:spPr bwMode="auto">
          <a:xfrm>
            <a:off x="5717581" y="1338165"/>
            <a:ext cx="26959" cy="47791"/>
          </a:xfrm>
          <a:custGeom>
            <a:avLst/>
            <a:gdLst>
              <a:gd name="T0" fmla="*/ 3 w 6"/>
              <a:gd name="T1" fmla="*/ 11 h 11"/>
              <a:gd name="T2" fmla="*/ 6 w 6"/>
              <a:gd name="T3" fmla="*/ 11 h 11"/>
              <a:gd name="T4" fmla="*/ 6 w 6"/>
              <a:gd name="T5" fmla="*/ 0 h 11"/>
              <a:gd name="T6" fmla="*/ 0 w 6"/>
              <a:gd name="T7" fmla="*/ 2 h 11"/>
              <a:gd name="T8" fmla="*/ 3 w 6"/>
              <a:gd name="T9" fmla="*/ 11 h 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" h="11">
                <a:moveTo>
                  <a:pt x="3" y="11"/>
                </a:moveTo>
                <a:cubicBezTo>
                  <a:pt x="6" y="11"/>
                  <a:pt x="6" y="11"/>
                  <a:pt x="6" y="11"/>
                </a:cubicBezTo>
                <a:cubicBezTo>
                  <a:pt x="6" y="0"/>
                  <a:pt x="6" y="0"/>
                  <a:pt x="6" y="0"/>
                </a:cubicBezTo>
                <a:cubicBezTo>
                  <a:pt x="4" y="0"/>
                  <a:pt x="2" y="1"/>
                  <a:pt x="0" y="2"/>
                </a:cubicBezTo>
                <a:cubicBezTo>
                  <a:pt x="2" y="4"/>
                  <a:pt x="3" y="7"/>
                  <a:pt x="3" y="11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83" name="Freeform: Shape 109"/>
          <p:cNvSpPr>
            <a:spLocks/>
          </p:cNvSpPr>
          <p:nvPr/>
        </p:nvSpPr>
        <p:spPr bwMode="auto">
          <a:xfrm>
            <a:off x="5695524" y="1395759"/>
            <a:ext cx="26959" cy="30635"/>
          </a:xfrm>
          <a:custGeom>
            <a:avLst/>
            <a:gdLst>
              <a:gd name="T0" fmla="*/ 4 w 6"/>
              <a:gd name="T1" fmla="*/ 7 h 7"/>
              <a:gd name="T2" fmla="*/ 6 w 6"/>
              <a:gd name="T3" fmla="*/ 0 h 7"/>
              <a:gd name="T4" fmla="*/ 0 w 6"/>
              <a:gd name="T5" fmla="*/ 0 h 7"/>
              <a:gd name="T6" fmla="*/ 4 w 6"/>
              <a:gd name="T7" fmla="*/ 7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" h="7">
                <a:moveTo>
                  <a:pt x="4" y="7"/>
                </a:moveTo>
                <a:cubicBezTo>
                  <a:pt x="5" y="5"/>
                  <a:pt x="6" y="3"/>
                  <a:pt x="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3"/>
                  <a:pt x="1" y="5"/>
                  <a:pt x="4" y="7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84" name="Freeform: Shape 110"/>
          <p:cNvSpPr>
            <a:spLocks/>
          </p:cNvSpPr>
          <p:nvPr/>
        </p:nvSpPr>
        <p:spPr bwMode="auto">
          <a:xfrm>
            <a:off x="5695524" y="1351645"/>
            <a:ext cx="26959" cy="34312"/>
          </a:xfrm>
          <a:custGeom>
            <a:avLst/>
            <a:gdLst>
              <a:gd name="T0" fmla="*/ 4 w 6"/>
              <a:gd name="T1" fmla="*/ 0 h 8"/>
              <a:gd name="T2" fmla="*/ 0 w 6"/>
              <a:gd name="T3" fmla="*/ 8 h 8"/>
              <a:gd name="T4" fmla="*/ 6 w 6"/>
              <a:gd name="T5" fmla="*/ 8 h 8"/>
              <a:gd name="T6" fmla="*/ 4 w 6"/>
              <a:gd name="T7" fmla="*/ 0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" h="8">
                <a:moveTo>
                  <a:pt x="4" y="0"/>
                </a:moveTo>
                <a:cubicBezTo>
                  <a:pt x="1" y="2"/>
                  <a:pt x="0" y="5"/>
                  <a:pt x="0" y="8"/>
                </a:cubicBezTo>
                <a:cubicBezTo>
                  <a:pt x="6" y="8"/>
                  <a:pt x="6" y="8"/>
                  <a:pt x="6" y="8"/>
                </a:cubicBezTo>
                <a:cubicBezTo>
                  <a:pt x="6" y="5"/>
                  <a:pt x="5" y="2"/>
                  <a:pt x="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85" name="Freeform: Shape 111"/>
          <p:cNvSpPr>
            <a:spLocks/>
          </p:cNvSpPr>
          <p:nvPr/>
        </p:nvSpPr>
        <p:spPr bwMode="auto">
          <a:xfrm>
            <a:off x="5749442" y="1395759"/>
            <a:ext cx="25734" cy="44115"/>
          </a:xfrm>
          <a:custGeom>
            <a:avLst/>
            <a:gdLst>
              <a:gd name="T0" fmla="*/ 0 w 6"/>
              <a:gd name="T1" fmla="*/ 10 h 10"/>
              <a:gd name="T2" fmla="*/ 6 w 6"/>
              <a:gd name="T3" fmla="*/ 8 h 10"/>
              <a:gd name="T4" fmla="*/ 3 w 6"/>
              <a:gd name="T5" fmla="*/ 0 h 10"/>
              <a:gd name="T6" fmla="*/ 0 w 6"/>
              <a:gd name="T7" fmla="*/ 0 h 10"/>
              <a:gd name="T8" fmla="*/ 0 w 6"/>
              <a:gd name="T9" fmla="*/ 10 h 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" h="10">
                <a:moveTo>
                  <a:pt x="0" y="10"/>
                </a:moveTo>
                <a:cubicBezTo>
                  <a:pt x="2" y="10"/>
                  <a:pt x="4" y="9"/>
                  <a:pt x="6" y="8"/>
                </a:cubicBezTo>
                <a:cubicBezTo>
                  <a:pt x="4" y="6"/>
                  <a:pt x="3" y="3"/>
                  <a:pt x="3" y="0"/>
                </a:cubicBezTo>
                <a:cubicBezTo>
                  <a:pt x="0" y="0"/>
                  <a:pt x="0" y="0"/>
                  <a:pt x="0" y="0"/>
                </a:cubicBezTo>
                <a:lnTo>
                  <a:pt x="0" y="1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86" name="Freeform: Shape 112"/>
          <p:cNvSpPr>
            <a:spLocks/>
          </p:cNvSpPr>
          <p:nvPr/>
        </p:nvSpPr>
        <p:spPr bwMode="auto">
          <a:xfrm>
            <a:off x="6438124" y="1126168"/>
            <a:ext cx="115189" cy="110287"/>
          </a:xfrm>
          <a:custGeom>
            <a:avLst/>
            <a:gdLst>
              <a:gd name="T0" fmla="*/ 26 w 26"/>
              <a:gd name="T1" fmla="*/ 10 h 25"/>
              <a:gd name="T2" fmla="*/ 21 w 26"/>
              <a:gd name="T3" fmla="*/ 12 h 25"/>
              <a:gd name="T4" fmla="*/ 19 w 26"/>
              <a:gd name="T5" fmla="*/ 12 h 25"/>
              <a:gd name="T6" fmla="*/ 18 w 26"/>
              <a:gd name="T7" fmla="*/ 9 h 25"/>
              <a:gd name="T8" fmla="*/ 19 w 26"/>
              <a:gd name="T9" fmla="*/ 8 h 25"/>
              <a:gd name="T10" fmla="*/ 24 w 26"/>
              <a:gd name="T11" fmla="*/ 6 h 25"/>
              <a:gd name="T12" fmla="*/ 22 w 26"/>
              <a:gd name="T13" fmla="*/ 3 h 25"/>
              <a:gd name="T14" fmla="*/ 19 w 26"/>
              <a:gd name="T15" fmla="*/ 2 h 25"/>
              <a:gd name="T16" fmla="*/ 18 w 26"/>
              <a:gd name="T17" fmla="*/ 6 h 25"/>
              <a:gd name="T18" fmla="*/ 16 w 26"/>
              <a:gd name="T19" fmla="*/ 9 h 25"/>
              <a:gd name="T20" fmla="*/ 16 w 26"/>
              <a:gd name="T21" fmla="*/ 5 h 25"/>
              <a:gd name="T22" fmla="*/ 14 w 26"/>
              <a:gd name="T23" fmla="*/ 4 h 25"/>
              <a:gd name="T24" fmla="*/ 14 w 26"/>
              <a:gd name="T25" fmla="*/ 2 h 25"/>
              <a:gd name="T26" fmla="*/ 13 w 26"/>
              <a:gd name="T27" fmla="*/ 2 h 25"/>
              <a:gd name="T28" fmla="*/ 13 w 26"/>
              <a:gd name="T29" fmla="*/ 4 h 25"/>
              <a:gd name="T30" fmla="*/ 11 w 26"/>
              <a:gd name="T31" fmla="*/ 5 h 25"/>
              <a:gd name="T32" fmla="*/ 11 w 26"/>
              <a:gd name="T33" fmla="*/ 9 h 25"/>
              <a:gd name="T34" fmla="*/ 9 w 26"/>
              <a:gd name="T35" fmla="*/ 6 h 25"/>
              <a:gd name="T36" fmla="*/ 8 w 26"/>
              <a:gd name="T37" fmla="*/ 2 h 25"/>
              <a:gd name="T38" fmla="*/ 5 w 26"/>
              <a:gd name="T39" fmla="*/ 3 h 25"/>
              <a:gd name="T40" fmla="*/ 2 w 26"/>
              <a:gd name="T41" fmla="*/ 6 h 25"/>
              <a:gd name="T42" fmla="*/ 8 w 26"/>
              <a:gd name="T43" fmla="*/ 8 h 25"/>
              <a:gd name="T44" fmla="*/ 9 w 26"/>
              <a:gd name="T45" fmla="*/ 9 h 25"/>
              <a:gd name="T46" fmla="*/ 8 w 26"/>
              <a:gd name="T47" fmla="*/ 12 h 25"/>
              <a:gd name="T48" fmla="*/ 6 w 26"/>
              <a:gd name="T49" fmla="*/ 12 h 25"/>
              <a:gd name="T50" fmla="*/ 1 w 26"/>
              <a:gd name="T51" fmla="*/ 10 h 25"/>
              <a:gd name="T52" fmla="*/ 0 w 26"/>
              <a:gd name="T53" fmla="*/ 13 h 25"/>
              <a:gd name="T54" fmla="*/ 2 w 26"/>
              <a:gd name="T55" fmla="*/ 17 h 25"/>
              <a:gd name="T56" fmla="*/ 5 w 26"/>
              <a:gd name="T57" fmla="*/ 14 h 25"/>
              <a:gd name="T58" fmla="*/ 9 w 26"/>
              <a:gd name="T59" fmla="*/ 13 h 25"/>
              <a:gd name="T60" fmla="*/ 6 w 26"/>
              <a:gd name="T61" fmla="*/ 16 h 25"/>
              <a:gd name="T62" fmla="*/ 7 w 26"/>
              <a:gd name="T63" fmla="*/ 18 h 25"/>
              <a:gd name="T64" fmla="*/ 6 w 26"/>
              <a:gd name="T65" fmla="*/ 19 h 25"/>
              <a:gd name="T66" fmla="*/ 7 w 26"/>
              <a:gd name="T67" fmla="*/ 20 h 25"/>
              <a:gd name="T68" fmla="*/ 8 w 26"/>
              <a:gd name="T69" fmla="*/ 19 h 25"/>
              <a:gd name="T70" fmla="*/ 10 w 26"/>
              <a:gd name="T71" fmla="*/ 19 h 25"/>
              <a:gd name="T72" fmla="*/ 13 w 26"/>
              <a:gd name="T73" fmla="*/ 16 h 25"/>
              <a:gd name="T74" fmla="*/ 12 w 26"/>
              <a:gd name="T75" fmla="*/ 21 h 25"/>
              <a:gd name="T76" fmla="*/ 9 w 26"/>
              <a:gd name="T77" fmla="*/ 24 h 25"/>
              <a:gd name="T78" fmla="*/ 13 w 26"/>
              <a:gd name="T79" fmla="*/ 25 h 25"/>
              <a:gd name="T80" fmla="*/ 16 w 26"/>
              <a:gd name="T81" fmla="*/ 25 h 25"/>
              <a:gd name="T82" fmla="*/ 14 w 26"/>
              <a:gd name="T83" fmla="*/ 20 h 25"/>
              <a:gd name="T84" fmla="*/ 14 w 26"/>
              <a:gd name="T85" fmla="*/ 18 h 25"/>
              <a:gd name="T86" fmla="*/ 17 w 26"/>
              <a:gd name="T87" fmla="*/ 17 h 25"/>
              <a:gd name="T88" fmla="*/ 18 w 26"/>
              <a:gd name="T89" fmla="*/ 18 h 25"/>
              <a:gd name="T90" fmla="*/ 20 w 26"/>
              <a:gd name="T91" fmla="*/ 24 h 25"/>
              <a:gd name="T92" fmla="*/ 23 w 26"/>
              <a:gd name="T93" fmla="*/ 21 h 25"/>
              <a:gd name="T94" fmla="*/ 24 w 26"/>
              <a:gd name="T95" fmla="*/ 18 h 25"/>
              <a:gd name="T96" fmla="*/ 20 w 26"/>
              <a:gd name="T97" fmla="*/ 17 h 25"/>
              <a:gd name="T98" fmla="*/ 17 w 26"/>
              <a:gd name="T99" fmla="*/ 15 h 25"/>
              <a:gd name="T100" fmla="*/ 20 w 26"/>
              <a:gd name="T101" fmla="*/ 15 h 25"/>
              <a:gd name="T102" fmla="*/ 22 w 26"/>
              <a:gd name="T103" fmla="*/ 13 h 25"/>
              <a:gd name="T104" fmla="*/ 24 w 26"/>
              <a:gd name="T105" fmla="*/ 13 h 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26" h="25">
                <a:moveTo>
                  <a:pt x="26" y="12"/>
                </a:moveTo>
                <a:cubicBezTo>
                  <a:pt x="24" y="12"/>
                  <a:pt x="24" y="12"/>
                  <a:pt x="24" y="12"/>
                </a:cubicBezTo>
                <a:cubicBezTo>
                  <a:pt x="26" y="10"/>
                  <a:pt x="26" y="10"/>
                  <a:pt x="26" y="10"/>
                </a:cubicBezTo>
                <a:cubicBezTo>
                  <a:pt x="25" y="9"/>
                  <a:pt x="25" y="9"/>
                  <a:pt x="25" y="9"/>
                </a:cubicBezTo>
                <a:cubicBezTo>
                  <a:pt x="22" y="12"/>
                  <a:pt x="22" y="12"/>
                  <a:pt x="22" y="12"/>
                </a:cubicBezTo>
                <a:cubicBezTo>
                  <a:pt x="21" y="12"/>
                  <a:pt x="21" y="12"/>
                  <a:pt x="21" y="12"/>
                </a:cubicBezTo>
                <a:cubicBezTo>
                  <a:pt x="21" y="11"/>
                  <a:pt x="21" y="11"/>
                  <a:pt x="21" y="11"/>
                </a:cubicBezTo>
                <a:cubicBezTo>
                  <a:pt x="20" y="10"/>
                  <a:pt x="20" y="10"/>
                  <a:pt x="20" y="10"/>
                </a:cubicBezTo>
                <a:cubicBezTo>
                  <a:pt x="19" y="12"/>
                  <a:pt x="19" y="12"/>
                  <a:pt x="19" y="12"/>
                </a:cubicBezTo>
                <a:cubicBezTo>
                  <a:pt x="17" y="12"/>
                  <a:pt x="17" y="12"/>
                  <a:pt x="17" y="12"/>
                </a:cubicBezTo>
                <a:cubicBezTo>
                  <a:pt x="17" y="11"/>
                  <a:pt x="17" y="11"/>
                  <a:pt x="17" y="10"/>
                </a:cubicBezTo>
                <a:cubicBezTo>
                  <a:pt x="18" y="9"/>
                  <a:pt x="18" y="9"/>
                  <a:pt x="18" y="9"/>
                </a:cubicBezTo>
                <a:cubicBezTo>
                  <a:pt x="20" y="9"/>
                  <a:pt x="20" y="9"/>
                  <a:pt x="20" y="9"/>
                </a:cubicBezTo>
                <a:cubicBezTo>
                  <a:pt x="20" y="8"/>
                  <a:pt x="20" y="8"/>
                  <a:pt x="20" y="8"/>
                </a:cubicBezTo>
                <a:cubicBezTo>
                  <a:pt x="19" y="8"/>
                  <a:pt x="19" y="8"/>
                  <a:pt x="19" y="8"/>
                </a:cubicBezTo>
                <a:cubicBezTo>
                  <a:pt x="20" y="7"/>
                  <a:pt x="20" y="7"/>
                  <a:pt x="20" y="7"/>
                </a:cubicBezTo>
                <a:cubicBezTo>
                  <a:pt x="24" y="7"/>
                  <a:pt x="24" y="7"/>
                  <a:pt x="24" y="7"/>
                </a:cubicBezTo>
                <a:cubicBezTo>
                  <a:pt x="24" y="6"/>
                  <a:pt x="24" y="6"/>
                  <a:pt x="24" y="6"/>
                </a:cubicBezTo>
                <a:cubicBezTo>
                  <a:pt x="21" y="6"/>
                  <a:pt x="21" y="6"/>
                  <a:pt x="21" y="6"/>
                </a:cubicBezTo>
                <a:cubicBezTo>
                  <a:pt x="23" y="4"/>
                  <a:pt x="23" y="4"/>
                  <a:pt x="23" y="4"/>
                </a:cubicBezTo>
                <a:cubicBezTo>
                  <a:pt x="22" y="3"/>
                  <a:pt x="22" y="3"/>
                  <a:pt x="22" y="3"/>
                </a:cubicBezTo>
                <a:cubicBezTo>
                  <a:pt x="20" y="5"/>
                  <a:pt x="20" y="5"/>
                  <a:pt x="20" y="5"/>
                </a:cubicBezTo>
                <a:cubicBezTo>
                  <a:pt x="20" y="2"/>
                  <a:pt x="20" y="2"/>
                  <a:pt x="20" y="2"/>
                </a:cubicBezTo>
                <a:cubicBezTo>
                  <a:pt x="19" y="2"/>
                  <a:pt x="19" y="2"/>
                  <a:pt x="19" y="2"/>
                </a:cubicBezTo>
                <a:cubicBezTo>
                  <a:pt x="19" y="6"/>
                  <a:pt x="19" y="6"/>
                  <a:pt x="19" y="6"/>
                </a:cubicBezTo>
                <a:cubicBezTo>
                  <a:pt x="18" y="7"/>
                  <a:pt x="18" y="7"/>
                  <a:pt x="18" y="7"/>
                </a:cubicBezTo>
                <a:cubicBezTo>
                  <a:pt x="18" y="6"/>
                  <a:pt x="18" y="6"/>
                  <a:pt x="18" y="6"/>
                </a:cubicBezTo>
                <a:cubicBezTo>
                  <a:pt x="17" y="6"/>
                  <a:pt x="17" y="6"/>
                  <a:pt x="17" y="6"/>
                </a:cubicBezTo>
                <a:cubicBezTo>
                  <a:pt x="17" y="8"/>
                  <a:pt x="17" y="8"/>
                  <a:pt x="17" y="8"/>
                </a:cubicBezTo>
                <a:cubicBezTo>
                  <a:pt x="16" y="9"/>
                  <a:pt x="16" y="9"/>
                  <a:pt x="16" y="9"/>
                </a:cubicBezTo>
                <a:cubicBezTo>
                  <a:pt x="15" y="9"/>
                  <a:pt x="15" y="9"/>
                  <a:pt x="14" y="9"/>
                </a:cubicBezTo>
                <a:cubicBezTo>
                  <a:pt x="14" y="7"/>
                  <a:pt x="14" y="7"/>
                  <a:pt x="14" y="7"/>
                </a:cubicBezTo>
                <a:cubicBezTo>
                  <a:pt x="16" y="5"/>
                  <a:pt x="16" y="5"/>
                  <a:pt x="16" y="5"/>
                </a:cubicBezTo>
                <a:cubicBezTo>
                  <a:pt x="15" y="4"/>
                  <a:pt x="15" y="4"/>
                  <a:pt x="15" y="4"/>
                </a:cubicBezTo>
                <a:cubicBezTo>
                  <a:pt x="14" y="5"/>
                  <a:pt x="14" y="5"/>
                  <a:pt x="14" y="5"/>
                </a:cubicBezTo>
                <a:cubicBezTo>
                  <a:pt x="14" y="4"/>
                  <a:pt x="14" y="4"/>
                  <a:pt x="14" y="4"/>
                </a:cubicBezTo>
                <a:cubicBezTo>
                  <a:pt x="17" y="1"/>
                  <a:pt x="17" y="1"/>
                  <a:pt x="17" y="1"/>
                </a:cubicBezTo>
                <a:cubicBezTo>
                  <a:pt x="16" y="0"/>
                  <a:pt x="16" y="0"/>
                  <a:pt x="16" y="0"/>
                </a:cubicBezTo>
                <a:cubicBezTo>
                  <a:pt x="14" y="2"/>
                  <a:pt x="14" y="2"/>
                  <a:pt x="14" y="2"/>
                </a:cubicBezTo>
                <a:cubicBezTo>
                  <a:pt x="14" y="0"/>
                  <a:pt x="14" y="0"/>
                  <a:pt x="14" y="0"/>
                </a:cubicBezTo>
                <a:cubicBezTo>
                  <a:pt x="13" y="0"/>
                  <a:pt x="13" y="0"/>
                  <a:pt x="13" y="0"/>
                </a:cubicBezTo>
                <a:cubicBezTo>
                  <a:pt x="13" y="2"/>
                  <a:pt x="13" y="2"/>
                  <a:pt x="13" y="2"/>
                </a:cubicBezTo>
                <a:cubicBezTo>
                  <a:pt x="10" y="0"/>
                  <a:pt x="10" y="0"/>
                  <a:pt x="10" y="0"/>
                </a:cubicBezTo>
                <a:cubicBezTo>
                  <a:pt x="9" y="1"/>
                  <a:pt x="9" y="1"/>
                  <a:pt x="9" y="1"/>
                </a:cubicBezTo>
                <a:cubicBezTo>
                  <a:pt x="13" y="4"/>
                  <a:pt x="13" y="4"/>
                  <a:pt x="13" y="4"/>
                </a:cubicBezTo>
                <a:cubicBezTo>
                  <a:pt x="13" y="5"/>
                  <a:pt x="13" y="5"/>
                  <a:pt x="13" y="5"/>
                </a:cubicBezTo>
                <a:cubicBezTo>
                  <a:pt x="12" y="4"/>
                  <a:pt x="12" y="4"/>
                  <a:pt x="12" y="4"/>
                </a:cubicBezTo>
                <a:cubicBezTo>
                  <a:pt x="11" y="5"/>
                  <a:pt x="11" y="5"/>
                  <a:pt x="11" y="5"/>
                </a:cubicBezTo>
                <a:cubicBezTo>
                  <a:pt x="13" y="7"/>
                  <a:pt x="13" y="7"/>
                  <a:pt x="13" y="7"/>
                </a:cubicBezTo>
                <a:cubicBezTo>
                  <a:pt x="13" y="9"/>
                  <a:pt x="13" y="9"/>
                  <a:pt x="13" y="9"/>
                </a:cubicBezTo>
                <a:cubicBezTo>
                  <a:pt x="12" y="9"/>
                  <a:pt x="11" y="9"/>
                  <a:pt x="11" y="9"/>
                </a:cubicBezTo>
                <a:cubicBezTo>
                  <a:pt x="10" y="8"/>
                  <a:pt x="10" y="8"/>
                  <a:pt x="10" y="8"/>
                </a:cubicBezTo>
                <a:cubicBezTo>
                  <a:pt x="10" y="6"/>
                  <a:pt x="10" y="6"/>
                  <a:pt x="10" y="6"/>
                </a:cubicBezTo>
                <a:cubicBezTo>
                  <a:pt x="9" y="6"/>
                  <a:pt x="9" y="6"/>
                  <a:pt x="9" y="6"/>
                </a:cubicBezTo>
                <a:cubicBezTo>
                  <a:pt x="9" y="7"/>
                  <a:pt x="9" y="7"/>
                  <a:pt x="9" y="7"/>
                </a:cubicBezTo>
                <a:cubicBezTo>
                  <a:pt x="8" y="6"/>
                  <a:pt x="8" y="6"/>
                  <a:pt x="8" y="6"/>
                </a:cubicBezTo>
                <a:cubicBezTo>
                  <a:pt x="8" y="2"/>
                  <a:pt x="8" y="2"/>
                  <a:pt x="8" y="2"/>
                </a:cubicBezTo>
                <a:cubicBezTo>
                  <a:pt x="7" y="2"/>
                  <a:pt x="7" y="2"/>
                  <a:pt x="7" y="2"/>
                </a:cubicBezTo>
                <a:cubicBezTo>
                  <a:pt x="7" y="5"/>
                  <a:pt x="7" y="5"/>
                  <a:pt x="7" y="5"/>
                </a:cubicBezTo>
                <a:cubicBezTo>
                  <a:pt x="5" y="3"/>
                  <a:pt x="5" y="3"/>
                  <a:pt x="5" y="3"/>
                </a:cubicBezTo>
                <a:cubicBezTo>
                  <a:pt x="4" y="4"/>
                  <a:pt x="4" y="4"/>
                  <a:pt x="4" y="4"/>
                </a:cubicBezTo>
                <a:cubicBezTo>
                  <a:pt x="6" y="6"/>
                  <a:pt x="6" y="6"/>
                  <a:pt x="6" y="6"/>
                </a:cubicBezTo>
                <a:cubicBezTo>
                  <a:pt x="2" y="6"/>
                  <a:pt x="2" y="6"/>
                  <a:pt x="2" y="6"/>
                </a:cubicBezTo>
                <a:cubicBezTo>
                  <a:pt x="2" y="7"/>
                  <a:pt x="2" y="7"/>
                  <a:pt x="2" y="7"/>
                </a:cubicBezTo>
                <a:cubicBezTo>
                  <a:pt x="7" y="7"/>
                  <a:pt x="7" y="7"/>
                  <a:pt x="7" y="7"/>
                </a:cubicBezTo>
                <a:cubicBezTo>
                  <a:pt x="8" y="8"/>
                  <a:pt x="8" y="8"/>
                  <a:pt x="8" y="8"/>
                </a:cubicBezTo>
                <a:cubicBezTo>
                  <a:pt x="6" y="8"/>
                  <a:pt x="6" y="8"/>
                  <a:pt x="6" y="8"/>
                </a:cubicBezTo>
                <a:cubicBezTo>
                  <a:pt x="6" y="9"/>
                  <a:pt x="6" y="9"/>
                  <a:pt x="6" y="9"/>
                </a:cubicBezTo>
                <a:cubicBezTo>
                  <a:pt x="9" y="9"/>
                  <a:pt x="9" y="9"/>
                  <a:pt x="9" y="9"/>
                </a:cubicBezTo>
                <a:cubicBezTo>
                  <a:pt x="10" y="10"/>
                  <a:pt x="10" y="10"/>
                  <a:pt x="10" y="10"/>
                </a:cubicBezTo>
                <a:cubicBezTo>
                  <a:pt x="10" y="11"/>
                  <a:pt x="9" y="11"/>
                  <a:pt x="9" y="12"/>
                </a:cubicBezTo>
                <a:cubicBezTo>
                  <a:pt x="8" y="12"/>
                  <a:pt x="8" y="12"/>
                  <a:pt x="8" y="12"/>
                </a:cubicBezTo>
                <a:cubicBezTo>
                  <a:pt x="6" y="10"/>
                  <a:pt x="6" y="10"/>
                  <a:pt x="6" y="10"/>
                </a:cubicBezTo>
                <a:cubicBezTo>
                  <a:pt x="5" y="11"/>
                  <a:pt x="5" y="11"/>
                  <a:pt x="5" y="11"/>
                </a:cubicBezTo>
                <a:cubicBezTo>
                  <a:pt x="6" y="12"/>
                  <a:pt x="6" y="12"/>
                  <a:pt x="6" y="12"/>
                </a:cubicBezTo>
                <a:cubicBezTo>
                  <a:pt x="5" y="12"/>
                  <a:pt x="5" y="12"/>
                  <a:pt x="5" y="12"/>
                </a:cubicBezTo>
                <a:cubicBezTo>
                  <a:pt x="2" y="9"/>
                  <a:pt x="2" y="9"/>
                  <a:pt x="2" y="9"/>
                </a:cubicBezTo>
                <a:cubicBezTo>
                  <a:pt x="1" y="10"/>
                  <a:pt x="1" y="10"/>
                  <a:pt x="1" y="10"/>
                </a:cubicBezTo>
                <a:cubicBezTo>
                  <a:pt x="3" y="12"/>
                  <a:pt x="3" y="12"/>
                  <a:pt x="3" y="12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13"/>
                  <a:pt x="0" y="13"/>
                  <a:pt x="0" y="13"/>
                </a:cubicBezTo>
                <a:cubicBezTo>
                  <a:pt x="3" y="13"/>
                  <a:pt x="3" y="13"/>
                  <a:pt x="3" y="13"/>
                </a:cubicBezTo>
                <a:cubicBezTo>
                  <a:pt x="1" y="16"/>
                  <a:pt x="1" y="16"/>
                  <a:pt x="1" y="16"/>
                </a:cubicBezTo>
                <a:cubicBezTo>
                  <a:pt x="2" y="17"/>
                  <a:pt x="2" y="17"/>
                  <a:pt x="2" y="17"/>
                </a:cubicBezTo>
                <a:cubicBezTo>
                  <a:pt x="5" y="13"/>
                  <a:pt x="5" y="13"/>
                  <a:pt x="5" y="13"/>
                </a:cubicBezTo>
                <a:cubicBezTo>
                  <a:pt x="6" y="13"/>
                  <a:pt x="6" y="13"/>
                  <a:pt x="6" y="13"/>
                </a:cubicBezTo>
                <a:cubicBezTo>
                  <a:pt x="5" y="14"/>
                  <a:pt x="5" y="14"/>
                  <a:pt x="5" y="14"/>
                </a:cubicBezTo>
                <a:cubicBezTo>
                  <a:pt x="6" y="15"/>
                  <a:pt x="6" y="15"/>
                  <a:pt x="6" y="15"/>
                </a:cubicBezTo>
                <a:cubicBezTo>
                  <a:pt x="8" y="13"/>
                  <a:pt x="8" y="13"/>
                  <a:pt x="8" y="13"/>
                </a:cubicBezTo>
                <a:cubicBezTo>
                  <a:pt x="9" y="13"/>
                  <a:pt x="9" y="13"/>
                  <a:pt x="9" y="13"/>
                </a:cubicBezTo>
                <a:cubicBezTo>
                  <a:pt x="9" y="14"/>
                  <a:pt x="10" y="14"/>
                  <a:pt x="10" y="15"/>
                </a:cubicBezTo>
                <a:cubicBezTo>
                  <a:pt x="9" y="16"/>
                  <a:pt x="9" y="16"/>
                  <a:pt x="9" y="16"/>
                </a:cubicBezTo>
                <a:cubicBezTo>
                  <a:pt x="6" y="16"/>
                  <a:pt x="6" y="16"/>
                  <a:pt x="6" y="16"/>
                </a:cubicBezTo>
                <a:cubicBezTo>
                  <a:pt x="6" y="17"/>
                  <a:pt x="6" y="17"/>
                  <a:pt x="6" y="17"/>
                </a:cubicBezTo>
                <a:cubicBezTo>
                  <a:pt x="8" y="17"/>
                  <a:pt x="8" y="17"/>
                  <a:pt x="8" y="17"/>
                </a:cubicBezTo>
                <a:cubicBezTo>
                  <a:pt x="7" y="18"/>
                  <a:pt x="7" y="18"/>
                  <a:pt x="7" y="18"/>
                </a:cubicBezTo>
                <a:cubicBezTo>
                  <a:pt x="2" y="18"/>
                  <a:pt x="2" y="18"/>
                  <a:pt x="2" y="18"/>
                </a:cubicBezTo>
                <a:cubicBezTo>
                  <a:pt x="2" y="19"/>
                  <a:pt x="2" y="19"/>
                  <a:pt x="2" y="19"/>
                </a:cubicBezTo>
                <a:cubicBezTo>
                  <a:pt x="6" y="19"/>
                  <a:pt x="6" y="19"/>
                  <a:pt x="6" y="19"/>
                </a:cubicBezTo>
                <a:cubicBezTo>
                  <a:pt x="4" y="21"/>
                  <a:pt x="4" y="21"/>
                  <a:pt x="4" y="21"/>
                </a:cubicBezTo>
                <a:cubicBezTo>
                  <a:pt x="5" y="22"/>
                  <a:pt x="5" y="22"/>
                  <a:pt x="5" y="22"/>
                </a:cubicBezTo>
                <a:cubicBezTo>
                  <a:pt x="7" y="20"/>
                  <a:pt x="7" y="20"/>
                  <a:pt x="7" y="20"/>
                </a:cubicBezTo>
                <a:cubicBezTo>
                  <a:pt x="7" y="24"/>
                  <a:pt x="7" y="24"/>
                  <a:pt x="7" y="24"/>
                </a:cubicBezTo>
                <a:cubicBezTo>
                  <a:pt x="8" y="24"/>
                  <a:pt x="8" y="24"/>
                  <a:pt x="8" y="24"/>
                </a:cubicBezTo>
                <a:cubicBezTo>
                  <a:pt x="8" y="19"/>
                  <a:pt x="8" y="19"/>
                  <a:pt x="8" y="19"/>
                </a:cubicBezTo>
                <a:cubicBezTo>
                  <a:pt x="9" y="18"/>
                  <a:pt x="9" y="18"/>
                  <a:pt x="9" y="18"/>
                </a:cubicBezTo>
                <a:cubicBezTo>
                  <a:pt x="9" y="19"/>
                  <a:pt x="9" y="19"/>
                  <a:pt x="9" y="19"/>
                </a:cubicBezTo>
                <a:cubicBezTo>
                  <a:pt x="10" y="19"/>
                  <a:pt x="10" y="19"/>
                  <a:pt x="10" y="19"/>
                </a:cubicBezTo>
                <a:cubicBezTo>
                  <a:pt x="10" y="17"/>
                  <a:pt x="10" y="17"/>
                  <a:pt x="10" y="17"/>
                </a:cubicBezTo>
                <a:cubicBezTo>
                  <a:pt x="11" y="16"/>
                  <a:pt x="11" y="16"/>
                  <a:pt x="11" y="16"/>
                </a:cubicBezTo>
                <a:cubicBezTo>
                  <a:pt x="11" y="16"/>
                  <a:pt x="12" y="16"/>
                  <a:pt x="13" y="16"/>
                </a:cubicBezTo>
                <a:cubicBezTo>
                  <a:pt x="13" y="18"/>
                  <a:pt x="13" y="18"/>
                  <a:pt x="13" y="18"/>
                </a:cubicBezTo>
                <a:cubicBezTo>
                  <a:pt x="11" y="20"/>
                  <a:pt x="11" y="20"/>
                  <a:pt x="11" y="20"/>
                </a:cubicBezTo>
                <a:cubicBezTo>
                  <a:pt x="12" y="21"/>
                  <a:pt x="12" y="21"/>
                  <a:pt x="12" y="21"/>
                </a:cubicBezTo>
                <a:cubicBezTo>
                  <a:pt x="13" y="20"/>
                  <a:pt x="13" y="20"/>
                  <a:pt x="13" y="20"/>
                </a:cubicBezTo>
                <a:cubicBezTo>
                  <a:pt x="13" y="21"/>
                  <a:pt x="13" y="21"/>
                  <a:pt x="13" y="21"/>
                </a:cubicBezTo>
                <a:cubicBezTo>
                  <a:pt x="9" y="24"/>
                  <a:pt x="9" y="24"/>
                  <a:pt x="9" y="24"/>
                </a:cubicBezTo>
                <a:cubicBezTo>
                  <a:pt x="10" y="25"/>
                  <a:pt x="10" y="25"/>
                  <a:pt x="10" y="25"/>
                </a:cubicBezTo>
                <a:cubicBezTo>
                  <a:pt x="13" y="23"/>
                  <a:pt x="13" y="23"/>
                  <a:pt x="13" y="23"/>
                </a:cubicBezTo>
                <a:cubicBezTo>
                  <a:pt x="13" y="25"/>
                  <a:pt x="13" y="25"/>
                  <a:pt x="13" y="25"/>
                </a:cubicBezTo>
                <a:cubicBezTo>
                  <a:pt x="14" y="25"/>
                  <a:pt x="14" y="25"/>
                  <a:pt x="14" y="25"/>
                </a:cubicBezTo>
                <a:cubicBezTo>
                  <a:pt x="14" y="23"/>
                  <a:pt x="14" y="23"/>
                  <a:pt x="14" y="23"/>
                </a:cubicBezTo>
                <a:cubicBezTo>
                  <a:pt x="16" y="25"/>
                  <a:pt x="16" y="25"/>
                  <a:pt x="16" y="25"/>
                </a:cubicBezTo>
                <a:cubicBezTo>
                  <a:pt x="17" y="24"/>
                  <a:pt x="17" y="24"/>
                  <a:pt x="17" y="24"/>
                </a:cubicBezTo>
                <a:cubicBezTo>
                  <a:pt x="14" y="21"/>
                  <a:pt x="14" y="21"/>
                  <a:pt x="14" y="21"/>
                </a:cubicBezTo>
                <a:cubicBezTo>
                  <a:pt x="14" y="20"/>
                  <a:pt x="14" y="20"/>
                  <a:pt x="14" y="20"/>
                </a:cubicBezTo>
                <a:cubicBezTo>
                  <a:pt x="15" y="21"/>
                  <a:pt x="15" y="21"/>
                  <a:pt x="15" y="21"/>
                </a:cubicBezTo>
                <a:cubicBezTo>
                  <a:pt x="16" y="20"/>
                  <a:pt x="16" y="20"/>
                  <a:pt x="16" y="20"/>
                </a:cubicBezTo>
                <a:cubicBezTo>
                  <a:pt x="14" y="18"/>
                  <a:pt x="14" y="18"/>
                  <a:pt x="14" y="18"/>
                </a:cubicBezTo>
                <a:cubicBezTo>
                  <a:pt x="14" y="16"/>
                  <a:pt x="14" y="16"/>
                  <a:pt x="14" y="16"/>
                </a:cubicBezTo>
                <a:cubicBezTo>
                  <a:pt x="15" y="16"/>
                  <a:pt x="15" y="16"/>
                  <a:pt x="16" y="16"/>
                </a:cubicBezTo>
                <a:cubicBezTo>
                  <a:pt x="17" y="17"/>
                  <a:pt x="17" y="17"/>
                  <a:pt x="17" y="17"/>
                </a:cubicBezTo>
                <a:cubicBezTo>
                  <a:pt x="17" y="19"/>
                  <a:pt x="17" y="19"/>
                  <a:pt x="17" y="19"/>
                </a:cubicBezTo>
                <a:cubicBezTo>
                  <a:pt x="18" y="19"/>
                  <a:pt x="18" y="19"/>
                  <a:pt x="18" y="19"/>
                </a:cubicBezTo>
                <a:cubicBezTo>
                  <a:pt x="18" y="18"/>
                  <a:pt x="18" y="18"/>
                  <a:pt x="18" y="18"/>
                </a:cubicBezTo>
                <a:cubicBezTo>
                  <a:pt x="19" y="19"/>
                  <a:pt x="19" y="19"/>
                  <a:pt x="19" y="19"/>
                </a:cubicBezTo>
                <a:cubicBezTo>
                  <a:pt x="19" y="24"/>
                  <a:pt x="19" y="24"/>
                  <a:pt x="19" y="24"/>
                </a:cubicBezTo>
                <a:cubicBezTo>
                  <a:pt x="20" y="24"/>
                  <a:pt x="20" y="24"/>
                  <a:pt x="20" y="24"/>
                </a:cubicBezTo>
                <a:cubicBezTo>
                  <a:pt x="20" y="20"/>
                  <a:pt x="20" y="20"/>
                  <a:pt x="20" y="20"/>
                </a:cubicBezTo>
                <a:cubicBezTo>
                  <a:pt x="22" y="22"/>
                  <a:pt x="22" y="22"/>
                  <a:pt x="22" y="22"/>
                </a:cubicBezTo>
                <a:cubicBezTo>
                  <a:pt x="23" y="21"/>
                  <a:pt x="23" y="21"/>
                  <a:pt x="23" y="21"/>
                </a:cubicBezTo>
                <a:cubicBezTo>
                  <a:pt x="21" y="19"/>
                  <a:pt x="21" y="19"/>
                  <a:pt x="21" y="19"/>
                </a:cubicBezTo>
                <a:cubicBezTo>
                  <a:pt x="24" y="19"/>
                  <a:pt x="24" y="19"/>
                  <a:pt x="24" y="19"/>
                </a:cubicBezTo>
                <a:cubicBezTo>
                  <a:pt x="24" y="18"/>
                  <a:pt x="24" y="18"/>
                  <a:pt x="24" y="18"/>
                </a:cubicBezTo>
                <a:cubicBezTo>
                  <a:pt x="20" y="18"/>
                  <a:pt x="20" y="18"/>
                  <a:pt x="20" y="18"/>
                </a:cubicBezTo>
                <a:cubicBezTo>
                  <a:pt x="19" y="17"/>
                  <a:pt x="19" y="17"/>
                  <a:pt x="19" y="17"/>
                </a:cubicBezTo>
                <a:cubicBezTo>
                  <a:pt x="20" y="17"/>
                  <a:pt x="20" y="17"/>
                  <a:pt x="20" y="17"/>
                </a:cubicBezTo>
                <a:cubicBezTo>
                  <a:pt x="20" y="16"/>
                  <a:pt x="20" y="16"/>
                  <a:pt x="20" y="16"/>
                </a:cubicBezTo>
                <a:cubicBezTo>
                  <a:pt x="18" y="16"/>
                  <a:pt x="18" y="16"/>
                  <a:pt x="18" y="16"/>
                </a:cubicBezTo>
                <a:cubicBezTo>
                  <a:pt x="17" y="15"/>
                  <a:pt x="17" y="15"/>
                  <a:pt x="17" y="15"/>
                </a:cubicBezTo>
                <a:cubicBezTo>
                  <a:pt x="17" y="14"/>
                  <a:pt x="17" y="14"/>
                  <a:pt x="17" y="13"/>
                </a:cubicBezTo>
                <a:cubicBezTo>
                  <a:pt x="19" y="13"/>
                  <a:pt x="19" y="13"/>
                  <a:pt x="19" y="13"/>
                </a:cubicBezTo>
                <a:cubicBezTo>
                  <a:pt x="20" y="15"/>
                  <a:pt x="20" y="15"/>
                  <a:pt x="20" y="15"/>
                </a:cubicBezTo>
                <a:cubicBezTo>
                  <a:pt x="21" y="14"/>
                  <a:pt x="21" y="14"/>
                  <a:pt x="21" y="14"/>
                </a:cubicBezTo>
                <a:cubicBezTo>
                  <a:pt x="21" y="13"/>
                  <a:pt x="21" y="13"/>
                  <a:pt x="21" y="13"/>
                </a:cubicBezTo>
                <a:cubicBezTo>
                  <a:pt x="22" y="13"/>
                  <a:pt x="22" y="13"/>
                  <a:pt x="22" y="13"/>
                </a:cubicBezTo>
                <a:cubicBezTo>
                  <a:pt x="25" y="17"/>
                  <a:pt x="25" y="17"/>
                  <a:pt x="25" y="17"/>
                </a:cubicBezTo>
                <a:cubicBezTo>
                  <a:pt x="26" y="16"/>
                  <a:pt x="26" y="16"/>
                  <a:pt x="26" y="16"/>
                </a:cubicBezTo>
                <a:cubicBezTo>
                  <a:pt x="24" y="13"/>
                  <a:pt x="24" y="13"/>
                  <a:pt x="24" y="13"/>
                </a:cubicBezTo>
                <a:cubicBezTo>
                  <a:pt x="26" y="13"/>
                  <a:pt x="26" y="13"/>
                  <a:pt x="26" y="13"/>
                </a:cubicBezTo>
                <a:lnTo>
                  <a:pt x="26" y="12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87" name="Freeform: Shape 113"/>
          <p:cNvSpPr>
            <a:spLocks/>
          </p:cNvSpPr>
          <p:nvPr/>
        </p:nvSpPr>
        <p:spPr bwMode="auto">
          <a:xfrm>
            <a:off x="4910034" y="2278059"/>
            <a:ext cx="220574" cy="164205"/>
          </a:xfrm>
          <a:custGeom>
            <a:avLst/>
            <a:gdLst>
              <a:gd name="T0" fmla="*/ 25 w 50"/>
              <a:gd name="T1" fmla="*/ 0 h 37"/>
              <a:gd name="T2" fmla="*/ 0 w 50"/>
              <a:gd name="T3" fmla="*/ 25 h 37"/>
              <a:gd name="T4" fmla="*/ 3 w 50"/>
              <a:gd name="T5" fmla="*/ 37 h 37"/>
              <a:gd name="T6" fmla="*/ 3 w 50"/>
              <a:gd name="T7" fmla="*/ 30 h 37"/>
              <a:gd name="T8" fmla="*/ 4 w 50"/>
              <a:gd name="T9" fmla="*/ 27 h 37"/>
              <a:gd name="T10" fmla="*/ 4 w 50"/>
              <a:gd name="T11" fmla="*/ 25 h 37"/>
              <a:gd name="T12" fmla="*/ 25 w 50"/>
              <a:gd name="T13" fmla="*/ 4 h 37"/>
              <a:gd name="T14" fmla="*/ 46 w 50"/>
              <a:gd name="T15" fmla="*/ 25 h 37"/>
              <a:gd name="T16" fmla="*/ 46 w 50"/>
              <a:gd name="T17" fmla="*/ 27 h 37"/>
              <a:gd name="T18" fmla="*/ 47 w 50"/>
              <a:gd name="T19" fmla="*/ 30 h 37"/>
              <a:gd name="T20" fmla="*/ 47 w 50"/>
              <a:gd name="T21" fmla="*/ 37 h 37"/>
              <a:gd name="T22" fmla="*/ 50 w 50"/>
              <a:gd name="T23" fmla="*/ 25 h 37"/>
              <a:gd name="T24" fmla="*/ 25 w 50"/>
              <a:gd name="T25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0" h="37">
                <a:moveTo>
                  <a:pt x="25" y="0"/>
                </a:moveTo>
                <a:cubicBezTo>
                  <a:pt x="11" y="0"/>
                  <a:pt x="0" y="11"/>
                  <a:pt x="0" y="25"/>
                </a:cubicBezTo>
                <a:cubicBezTo>
                  <a:pt x="0" y="29"/>
                  <a:pt x="1" y="33"/>
                  <a:pt x="3" y="37"/>
                </a:cubicBezTo>
                <a:cubicBezTo>
                  <a:pt x="3" y="30"/>
                  <a:pt x="3" y="30"/>
                  <a:pt x="3" y="30"/>
                </a:cubicBezTo>
                <a:cubicBezTo>
                  <a:pt x="3" y="29"/>
                  <a:pt x="3" y="28"/>
                  <a:pt x="4" y="27"/>
                </a:cubicBezTo>
                <a:cubicBezTo>
                  <a:pt x="4" y="26"/>
                  <a:pt x="4" y="26"/>
                  <a:pt x="4" y="25"/>
                </a:cubicBezTo>
                <a:cubicBezTo>
                  <a:pt x="4" y="14"/>
                  <a:pt x="13" y="4"/>
                  <a:pt x="25" y="4"/>
                </a:cubicBezTo>
                <a:cubicBezTo>
                  <a:pt x="36" y="4"/>
                  <a:pt x="46" y="14"/>
                  <a:pt x="46" y="25"/>
                </a:cubicBezTo>
                <a:cubicBezTo>
                  <a:pt x="46" y="26"/>
                  <a:pt x="46" y="27"/>
                  <a:pt x="46" y="27"/>
                </a:cubicBezTo>
                <a:cubicBezTo>
                  <a:pt x="46" y="28"/>
                  <a:pt x="47" y="29"/>
                  <a:pt x="47" y="30"/>
                </a:cubicBezTo>
                <a:cubicBezTo>
                  <a:pt x="47" y="37"/>
                  <a:pt x="47" y="37"/>
                  <a:pt x="47" y="37"/>
                </a:cubicBezTo>
                <a:cubicBezTo>
                  <a:pt x="49" y="34"/>
                  <a:pt x="50" y="29"/>
                  <a:pt x="50" y="25"/>
                </a:cubicBezTo>
                <a:cubicBezTo>
                  <a:pt x="50" y="11"/>
                  <a:pt x="39" y="0"/>
                  <a:pt x="2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88" name="Freeform: Shape 114"/>
          <p:cNvSpPr>
            <a:spLocks/>
          </p:cNvSpPr>
          <p:nvPr/>
        </p:nvSpPr>
        <p:spPr bwMode="auto">
          <a:xfrm>
            <a:off x="4927190" y="2388346"/>
            <a:ext cx="49017" cy="89455"/>
          </a:xfrm>
          <a:custGeom>
            <a:avLst/>
            <a:gdLst>
              <a:gd name="T0" fmla="*/ 1 w 11"/>
              <a:gd name="T1" fmla="*/ 4 h 20"/>
              <a:gd name="T2" fmla="*/ 0 w 11"/>
              <a:gd name="T3" fmla="*/ 5 h 20"/>
              <a:gd name="T4" fmla="*/ 0 w 11"/>
              <a:gd name="T5" fmla="*/ 12 h 20"/>
              <a:gd name="T6" fmla="*/ 0 w 11"/>
              <a:gd name="T7" fmla="*/ 15 h 20"/>
              <a:gd name="T8" fmla="*/ 8 w 11"/>
              <a:gd name="T9" fmla="*/ 20 h 20"/>
              <a:gd name="T10" fmla="*/ 11 w 11"/>
              <a:gd name="T11" fmla="*/ 20 h 20"/>
              <a:gd name="T12" fmla="*/ 11 w 11"/>
              <a:gd name="T13" fmla="*/ 0 h 20"/>
              <a:gd name="T14" fmla="*/ 8 w 11"/>
              <a:gd name="T15" fmla="*/ 0 h 20"/>
              <a:gd name="T16" fmla="*/ 1 w 11"/>
              <a:gd name="T17" fmla="*/ 4 h 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1" h="20">
                <a:moveTo>
                  <a:pt x="1" y="4"/>
                </a:moveTo>
                <a:cubicBezTo>
                  <a:pt x="0" y="5"/>
                  <a:pt x="0" y="5"/>
                  <a:pt x="0" y="5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15"/>
                  <a:pt x="0" y="15"/>
                  <a:pt x="0" y="15"/>
                </a:cubicBezTo>
                <a:cubicBezTo>
                  <a:pt x="0" y="18"/>
                  <a:pt x="4" y="20"/>
                  <a:pt x="8" y="20"/>
                </a:cubicBezTo>
                <a:cubicBezTo>
                  <a:pt x="11" y="20"/>
                  <a:pt x="11" y="20"/>
                  <a:pt x="11" y="20"/>
                </a:cubicBezTo>
                <a:cubicBezTo>
                  <a:pt x="11" y="0"/>
                  <a:pt x="11" y="0"/>
                  <a:pt x="11" y="0"/>
                </a:cubicBezTo>
                <a:cubicBezTo>
                  <a:pt x="8" y="0"/>
                  <a:pt x="8" y="0"/>
                  <a:pt x="8" y="0"/>
                </a:cubicBezTo>
                <a:cubicBezTo>
                  <a:pt x="4" y="0"/>
                  <a:pt x="1" y="2"/>
                  <a:pt x="1" y="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89" name="Freeform: Shape 115"/>
          <p:cNvSpPr>
            <a:spLocks/>
          </p:cNvSpPr>
          <p:nvPr/>
        </p:nvSpPr>
        <p:spPr bwMode="auto">
          <a:xfrm>
            <a:off x="5060760" y="2388346"/>
            <a:ext cx="47791" cy="89455"/>
          </a:xfrm>
          <a:custGeom>
            <a:avLst/>
            <a:gdLst>
              <a:gd name="T0" fmla="*/ 11 w 11"/>
              <a:gd name="T1" fmla="*/ 15 h 20"/>
              <a:gd name="T2" fmla="*/ 11 w 11"/>
              <a:gd name="T3" fmla="*/ 12 h 20"/>
              <a:gd name="T4" fmla="*/ 11 w 11"/>
              <a:gd name="T5" fmla="*/ 5 h 20"/>
              <a:gd name="T6" fmla="*/ 11 w 11"/>
              <a:gd name="T7" fmla="*/ 5 h 20"/>
              <a:gd name="T8" fmla="*/ 4 w 11"/>
              <a:gd name="T9" fmla="*/ 0 h 20"/>
              <a:gd name="T10" fmla="*/ 0 w 11"/>
              <a:gd name="T11" fmla="*/ 0 h 20"/>
              <a:gd name="T12" fmla="*/ 0 w 11"/>
              <a:gd name="T13" fmla="*/ 20 h 20"/>
              <a:gd name="T14" fmla="*/ 4 w 11"/>
              <a:gd name="T15" fmla="*/ 20 h 20"/>
              <a:gd name="T16" fmla="*/ 11 w 11"/>
              <a:gd name="T17" fmla="*/ 15 h 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1" h="20">
                <a:moveTo>
                  <a:pt x="11" y="15"/>
                </a:moveTo>
                <a:cubicBezTo>
                  <a:pt x="11" y="12"/>
                  <a:pt x="11" y="12"/>
                  <a:pt x="11" y="12"/>
                </a:cubicBezTo>
                <a:cubicBezTo>
                  <a:pt x="11" y="5"/>
                  <a:pt x="11" y="5"/>
                  <a:pt x="11" y="5"/>
                </a:cubicBezTo>
                <a:cubicBezTo>
                  <a:pt x="11" y="5"/>
                  <a:pt x="11" y="5"/>
                  <a:pt x="11" y="5"/>
                </a:cubicBezTo>
                <a:cubicBezTo>
                  <a:pt x="11" y="2"/>
                  <a:pt x="7" y="0"/>
                  <a:pt x="4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0"/>
                  <a:pt x="0" y="20"/>
                  <a:pt x="0" y="20"/>
                </a:cubicBezTo>
                <a:cubicBezTo>
                  <a:pt x="4" y="20"/>
                  <a:pt x="4" y="20"/>
                  <a:pt x="4" y="20"/>
                </a:cubicBezTo>
                <a:cubicBezTo>
                  <a:pt x="8" y="20"/>
                  <a:pt x="11" y="18"/>
                  <a:pt x="11" y="15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90" name="Freeform: Shape 116"/>
          <p:cNvSpPr>
            <a:spLocks/>
          </p:cNvSpPr>
          <p:nvPr/>
        </p:nvSpPr>
        <p:spPr bwMode="auto">
          <a:xfrm>
            <a:off x="5607294" y="3841690"/>
            <a:ext cx="177685" cy="164205"/>
          </a:xfrm>
          <a:custGeom>
            <a:avLst/>
            <a:gdLst>
              <a:gd name="T0" fmla="*/ 32 w 40"/>
              <a:gd name="T1" fmla="*/ 16 h 37"/>
              <a:gd name="T2" fmla="*/ 31 w 40"/>
              <a:gd name="T3" fmla="*/ 13 h 37"/>
              <a:gd name="T4" fmla="*/ 25 w 40"/>
              <a:gd name="T5" fmla="*/ 14 h 37"/>
              <a:gd name="T6" fmla="*/ 25 w 40"/>
              <a:gd name="T7" fmla="*/ 9 h 37"/>
              <a:gd name="T8" fmla="*/ 21 w 40"/>
              <a:gd name="T9" fmla="*/ 11 h 37"/>
              <a:gd name="T10" fmla="*/ 19 w 40"/>
              <a:gd name="T11" fmla="*/ 5 h 37"/>
              <a:gd name="T12" fmla="*/ 16 w 40"/>
              <a:gd name="T13" fmla="*/ 6 h 37"/>
              <a:gd name="T14" fmla="*/ 17 w 40"/>
              <a:gd name="T15" fmla="*/ 12 h 37"/>
              <a:gd name="T16" fmla="*/ 13 w 40"/>
              <a:gd name="T17" fmla="*/ 6 h 37"/>
              <a:gd name="T18" fmla="*/ 12 w 40"/>
              <a:gd name="T19" fmla="*/ 0 h 37"/>
              <a:gd name="T20" fmla="*/ 7 w 40"/>
              <a:gd name="T21" fmla="*/ 2 h 37"/>
              <a:gd name="T22" fmla="*/ 3 w 40"/>
              <a:gd name="T23" fmla="*/ 7 h 37"/>
              <a:gd name="T24" fmla="*/ 11 w 40"/>
              <a:gd name="T25" fmla="*/ 10 h 37"/>
              <a:gd name="T26" fmla="*/ 14 w 40"/>
              <a:gd name="T27" fmla="*/ 12 h 37"/>
              <a:gd name="T28" fmla="*/ 12 w 40"/>
              <a:gd name="T29" fmla="*/ 16 h 37"/>
              <a:gd name="T30" fmla="*/ 9 w 40"/>
              <a:gd name="T31" fmla="*/ 16 h 37"/>
              <a:gd name="T32" fmla="*/ 1 w 40"/>
              <a:gd name="T33" fmla="*/ 12 h 37"/>
              <a:gd name="T34" fmla="*/ 0 w 40"/>
              <a:gd name="T35" fmla="*/ 18 h 37"/>
              <a:gd name="T36" fmla="*/ 2 w 40"/>
              <a:gd name="T37" fmla="*/ 23 h 37"/>
              <a:gd name="T38" fmla="*/ 7 w 40"/>
              <a:gd name="T39" fmla="*/ 19 h 37"/>
              <a:gd name="T40" fmla="*/ 14 w 40"/>
              <a:gd name="T41" fmla="*/ 18 h 37"/>
              <a:gd name="T42" fmla="*/ 9 w 40"/>
              <a:gd name="T43" fmla="*/ 22 h 37"/>
              <a:gd name="T44" fmla="*/ 10 w 40"/>
              <a:gd name="T45" fmla="*/ 25 h 37"/>
              <a:gd name="T46" fmla="*/ 8 w 40"/>
              <a:gd name="T47" fmla="*/ 27 h 37"/>
              <a:gd name="T48" fmla="*/ 10 w 40"/>
              <a:gd name="T49" fmla="*/ 29 h 37"/>
              <a:gd name="T50" fmla="*/ 12 w 40"/>
              <a:gd name="T51" fmla="*/ 27 h 37"/>
              <a:gd name="T52" fmla="*/ 15 w 40"/>
              <a:gd name="T53" fmla="*/ 28 h 37"/>
              <a:gd name="T54" fmla="*/ 19 w 40"/>
              <a:gd name="T55" fmla="*/ 23 h 37"/>
              <a:gd name="T56" fmla="*/ 18 w 40"/>
              <a:gd name="T57" fmla="*/ 30 h 37"/>
              <a:gd name="T58" fmla="*/ 14 w 40"/>
              <a:gd name="T59" fmla="*/ 35 h 37"/>
              <a:gd name="T60" fmla="*/ 19 w 40"/>
              <a:gd name="T61" fmla="*/ 37 h 37"/>
              <a:gd name="T62" fmla="*/ 25 w 40"/>
              <a:gd name="T63" fmla="*/ 36 h 37"/>
              <a:gd name="T64" fmla="*/ 21 w 40"/>
              <a:gd name="T65" fmla="*/ 28 h 37"/>
              <a:gd name="T66" fmla="*/ 21 w 40"/>
              <a:gd name="T67" fmla="*/ 25 h 37"/>
              <a:gd name="T68" fmla="*/ 25 w 40"/>
              <a:gd name="T69" fmla="*/ 24 h 37"/>
              <a:gd name="T70" fmla="*/ 27 w 40"/>
              <a:gd name="T71" fmla="*/ 26 h 37"/>
              <a:gd name="T72" fmla="*/ 31 w 40"/>
              <a:gd name="T73" fmla="*/ 34 h 37"/>
              <a:gd name="T74" fmla="*/ 35 w 40"/>
              <a:gd name="T75" fmla="*/ 30 h 37"/>
              <a:gd name="T76" fmla="*/ 37 w 40"/>
              <a:gd name="T77" fmla="*/ 25 h 37"/>
              <a:gd name="T78" fmla="*/ 31 w 40"/>
              <a:gd name="T79" fmla="*/ 24 h 37"/>
              <a:gd name="T80" fmla="*/ 25 w 40"/>
              <a:gd name="T81" fmla="*/ 21 h 37"/>
              <a:gd name="T82" fmla="*/ 31 w 40"/>
              <a:gd name="T83" fmla="*/ 21 h 37"/>
              <a:gd name="T84" fmla="*/ 33 w 40"/>
              <a:gd name="T85" fmla="*/ 18 h 37"/>
              <a:gd name="T86" fmla="*/ 36 w 40"/>
              <a:gd name="T87" fmla="*/ 18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40" h="37">
                <a:moveTo>
                  <a:pt x="34" y="15"/>
                </a:moveTo>
                <a:cubicBezTo>
                  <a:pt x="33" y="16"/>
                  <a:pt x="33" y="16"/>
                  <a:pt x="33" y="16"/>
                </a:cubicBezTo>
                <a:cubicBezTo>
                  <a:pt x="32" y="16"/>
                  <a:pt x="32" y="16"/>
                  <a:pt x="32" y="16"/>
                </a:cubicBezTo>
                <a:cubicBezTo>
                  <a:pt x="33" y="15"/>
                  <a:pt x="33" y="15"/>
                  <a:pt x="33" y="15"/>
                </a:cubicBezTo>
                <a:cubicBezTo>
                  <a:pt x="32" y="14"/>
                  <a:pt x="32" y="14"/>
                  <a:pt x="32" y="14"/>
                </a:cubicBezTo>
                <a:cubicBezTo>
                  <a:pt x="32" y="14"/>
                  <a:pt x="31" y="13"/>
                  <a:pt x="31" y="13"/>
                </a:cubicBezTo>
                <a:cubicBezTo>
                  <a:pt x="28" y="16"/>
                  <a:pt x="28" y="16"/>
                  <a:pt x="28" y="16"/>
                </a:cubicBezTo>
                <a:cubicBezTo>
                  <a:pt x="26" y="16"/>
                  <a:pt x="26" y="16"/>
                  <a:pt x="26" y="16"/>
                </a:cubicBezTo>
                <a:cubicBezTo>
                  <a:pt x="26" y="15"/>
                  <a:pt x="26" y="14"/>
                  <a:pt x="25" y="14"/>
                </a:cubicBezTo>
                <a:cubicBezTo>
                  <a:pt x="27" y="12"/>
                  <a:pt x="27" y="12"/>
                  <a:pt x="27" y="12"/>
                </a:cubicBezTo>
                <a:cubicBezTo>
                  <a:pt x="29" y="12"/>
                  <a:pt x="29" y="12"/>
                  <a:pt x="29" y="12"/>
                </a:cubicBezTo>
                <a:cubicBezTo>
                  <a:pt x="28" y="11"/>
                  <a:pt x="27" y="10"/>
                  <a:pt x="25" y="9"/>
                </a:cubicBezTo>
                <a:cubicBezTo>
                  <a:pt x="25" y="10"/>
                  <a:pt x="25" y="10"/>
                  <a:pt x="25" y="10"/>
                </a:cubicBezTo>
                <a:cubicBezTo>
                  <a:pt x="24" y="12"/>
                  <a:pt x="24" y="12"/>
                  <a:pt x="24" y="12"/>
                </a:cubicBezTo>
                <a:cubicBezTo>
                  <a:pt x="23" y="11"/>
                  <a:pt x="22" y="11"/>
                  <a:pt x="21" y="11"/>
                </a:cubicBezTo>
                <a:cubicBezTo>
                  <a:pt x="21" y="9"/>
                  <a:pt x="21" y="9"/>
                  <a:pt x="21" y="9"/>
                </a:cubicBezTo>
                <a:cubicBezTo>
                  <a:pt x="22" y="8"/>
                  <a:pt x="22" y="8"/>
                  <a:pt x="22" y="8"/>
                </a:cubicBezTo>
                <a:cubicBezTo>
                  <a:pt x="21" y="7"/>
                  <a:pt x="20" y="6"/>
                  <a:pt x="19" y="5"/>
                </a:cubicBezTo>
                <a:cubicBezTo>
                  <a:pt x="19" y="6"/>
                  <a:pt x="19" y="6"/>
                  <a:pt x="19" y="6"/>
                </a:cubicBezTo>
                <a:cubicBezTo>
                  <a:pt x="18" y="4"/>
                  <a:pt x="18" y="4"/>
                  <a:pt x="18" y="4"/>
                </a:cubicBezTo>
                <a:cubicBezTo>
                  <a:pt x="16" y="6"/>
                  <a:pt x="16" y="6"/>
                  <a:pt x="16" y="6"/>
                </a:cubicBezTo>
                <a:cubicBezTo>
                  <a:pt x="19" y="9"/>
                  <a:pt x="19" y="9"/>
                  <a:pt x="19" y="9"/>
                </a:cubicBezTo>
                <a:cubicBezTo>
                  <a:pt x="19" y="11"/>
                  <a:pt x="19" y="11"/>
                  <a:pt x="19" y="11"/>
                </a:cubicBezTo>
                <a:cubicBezTo>
                  <a:pt x="18" y="11"/>
                  <a:pt x="17" y="11"/>
                  <a:pt x="17" y="12"/>
                </a:cubicBezTo>
                <a:cubicBezTo>
                  <a:pt x="15" y="10"/>
                  <a:pt x="15" y="10"/>
                  <a:pt x="15" y="10"/>
                </a:cubicBezTo>
                <a:cubicBezTo>
                  <a:pt x="15" y="6"/>
                  <a:pt x="15" y="6"/>
                  <a:pt x="15" y="6"/>
                </a:cubicBezTo>
                <a:cubicBezTo>
                  <a:pt x="13" y="6"/>
                  <a:pt x="13" y="6"/>
                  <a:pt x="13" y="6"/>
                </a:cubicBezTo>
                <a:cubicBezTo>
                  <a:pt x="13" y="8"/>
                  <a:pt x="13" y="8"/>
                  <a:pt x="13" y="8"/>
                </a:cubicBezTo>
                <a:cubicBezTo>
                  <a:pt x="12" y="7"/>
                  <a:pt x="12" y="7"/>
                  <a:pt x="12" y="7"/>
                </a:cubicBezTo>
                <a:cubicBezTo>
                  <a:pt x="12" y="0"/>
                  <a:pt x="12" y="0"/>
                  <a:pt x="12" y="0"/>
                </a:cubicBezTo>
                <a:cubicBezTo>
                  <a:pt x="10" y="0"/>
                  <a:pt x="10" y="0"/>
                  <a:pt x="10" y="0"/>
                </a:cubicBezTo>
                <a:cubicBezTo>
                  <a:pt x="10" y="5"/>
                  <a:pt x="10" y="5"/>
                  <a:pt x="10" y="5"/>
                </a:cubicBezTo>
                <a:cubicBezTo>
                  <a:pt x="7" y="2"/>
                  <a:pt x="7" y="2"/>
                  <a:pt x="7" y="2"/>
                </a:cubicBezTo>
                <a:cubicBezTo>
                  <a:pt x="5" y="4"/>
                  <a:pt x="5" y="4"/>
                  <a:pt x="5" y="4"/>
                </a:cubicBezTo>
                <a:cubicBezTo>
                  <a:pt x="8" y="7"/>
                  <a:pt x="8" y="7"/>
                  <a:pt x="8" y="7"/>
                </a:cubicBezTo>
                <a:cubicBezTo>
                  <a:pt x="3" y="7"/>
                  <a:pt x="3" y="7"/>
                  <a:pt x="3" y="7"/>
                </a:cubicBezTo>
                <a:cubicBezTo>
                  <a:pt x="3" y="9"/>
                  <a:pt x="3" y="9"/>
                  <a:pt x="3" y="9"/>
                </a:cubicBezTo>
                <a:cubicBezTo>
                  <a:pt x="10" y="9"/>
                  <a:pt x="10" y="9"/>
                  <a:pt x="10" y="9"/>
                </a:cubicBezTo>
                <a:cubicBezTo>
                  <a:pt x="11" y="10"/>
                  <a:pt x="11" y="10"/>
                  <a:pt x="11" y="10"/>
                </a:cubicBezTo>
                <a:cubicBezTo>
                  <a:pt x="9" y="10"/>
                  <a:pt x="9" y="10"/>
                  <a:pt x="9" y="10"/>
                </a:cubicBezTo>
                <a:cubicBezTo>
                  <a:pt x="9" y="12"/>
                  <a:pt x="9" y="12"/>
                  <a:pt x="9" y="12"/>
                </a:cubicBezTo>
                <a:cubicBezTo>
                  <a:pt x="14" y="12"/>
                  <a:pt x="14" y="12"/>
                  <a:pt x="14" y="12"/>
                </a:cubicBezTo>
                <a:cubicBezTo>
                  <a:pt x="15" y="14"/>
                  <a:pt x="15" y="14"/>
                  <a:pt x="15" y="14"/>
                </a:cubicBezTo>
                <a:cubicBezTo>
                  <a:pt x="15" y="14"/>
                  <a:pt x="14" y="15"/>
                  <a:pt x="14" y="16"/>
                </a:cubicBezTo>
                <a:cubicBezTo>
                  <a:pt x="12" y="16"/>
                  <a:pt x="12" y="16"/>
                  <a:pt x="12" y="16"/>
                </a:cubicBezTo>
                <a:cubicBezTo>
                  <a:pt x="9" y="13"/>
                  <a:pt x="9" y="13"/>
                  <a:pt x="9" y="13"/>
                </a:cubicBezTo>
                <a:cubicBezTo>
                  <a:pt x="7" y="15"/>
                  <a:pt x="7" y="15"/>
                  <a:pt x="7" y="15"/>
                </a:cubicBezTo>
                <a:cubicBezTo>
                  <a:pt x="9" y="16"/>
                  <a:pt x="9" y="16"/>
                  <a:pt x="9" y="16"/>
                </a:cubicBezTo>
                <a:cubicBezTo>
                  <a:pt x="7" y="16"/>
                  <a:pt x="7" y="16"/>
                  <a:pt x="7" y="16"/>
                </a:cubicBezTo>
                <a:cubicBezTo>
                  <a:pt x="2" y="11"/>
                  <a:pt x="2" y="11"/>
                  <a:pt x="2" y="11"/>
                </a:cubicBezTo>
                <a:cubicBezTo>
                  <a:pt x="1" y="12"/>
                  <a:pt x="1" y="12"/>
                  <a:pt x="1" y="12"/>
                </a:cubicBezTo>
                <a:cubicBezTo>
                  <a:pt x="4" y="16"/>
                  <a:pt x="4" y="16"/>
                  <a:pt x="4" y="16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18"/>
                  <a:pt x="0" y="18"/>
                  <a:pt x="0" y="18"/>
                </a:cubicBezTo>
                <a:cubicBezTo>
                  <a:pt x="4" y="18"/>
                  <a:pt x="4" y="18"/>
                  <a:pt x="4" y="18"/>
                </a:cubicBezTo>
                <a:cubicBezTo>
                  <a:pt x="1" y="22"/>
                  <a:pt x="1" y="22"/>
                  <a:pt x="1" y="22"/>
                </a:cubicBezTo>
                <a:cubicBezTo>
                  <a:pt x="2" y="23"/>
                  <a:pt x="2" y="23"/>
                  <a:pt x="2" y="23"/>
                </a:cubicBezTo>
                <a:cubicBezTo>
                  <a:pt x="7" y="18"/>
                  <a:pt x="7" y="18"/>
                  <a:pt x="7" y="18"/>
                </a:cubicBezTo>
                <a:cubicBezTo>
                  <a:pt x="9" y="18"/>
                  <a:pt x="9" y="18"/>
                  <a:pt x="9" y="18"/>
                </a:cubicBezTo>
                <a:cubicBezTo>
                  <a:pt x="7" y="19"/>
                  <a:pt x="7" y="19"/>
                  <a:pt x="7" y="19"/>
                </a:cubicBezTo>
                <a:cubicBezTo>
                  <a:pt x="9" y="21"/>
                  <a:pt x="9" y="21"/>
                  <a:pt x="9" y="21"/>
                </a:cubicBezTo>
                <a:cubicBezTo>
                  <a:pt x="12" y="18"/>
                  <a:pt x="12" y="18"/>
                  <a:pt x="12" y="18"/>
                </a:cubicBezTo>
                <a:cubicBezTo>
                  <a:pt x="14" y="18"/>
                  <a:pt x="14" y="18"/>
                  <a:pt x="14" y="18"/>
                </a:cubicBezTo>
                <a:cubicBezTo>
                  <a:pt x="14" y="19"/>
                  <a:pt x="15" y="20"/>
                  <a:pt x="15" y="21"/>
                </a:cubicBezTo>
                <a:cubicBezTo>
                  <a:pt x="14" y="22"/>
                  <a:pt x="14" y="22"/>
                  <a:pt x="14" y="22"/>
                </a:cubicBezTo>
                <a:cubicBezTo>
                  <a:pt x="9" y="22"/>
                  <a:pt x="9" y="22"/>
                  <a:pt x="9" y="22"/>
                </a:cubicBezTo>
                <a:cubicBezTo>
                  <a:pt x="9" y="24"/>
                  <a:pt x="9" y="24"/>
                  <a:pt x="9" y="24"/>
                </a:cubicBezTo>
                <a:cubicBezTo>
                  <a:pt x="11" y="24"/>
                  <a:pt x="11" y="24"/>
                  <a:pt x="11" y="24"/>
                </a:cubicBezTo>
                <a:cubicBezTo>
                  <a:pt x="10" y="25"/>
                  <a:pt x="10" y="25"/>
                  <a:pt x="10" y="25"/>
                </a:cubicBezTo>
                <a:cubicBezTo>
                  <a:pt x="3" y="25"/>
                  <a:pt x="3" y="25"/>
                  <a:pt x="3" y="25"/>
                </a:cubicBezTo>
                <a:cubicBezTo>
                  <a:pt x="3" y="27"/>
                  <a:pt x="3" y="27"/>
                  <a:pt x="3" y="27"/>
                </a:cubicBezTo>
                <a:cubicBezTo>
                  <a:pt x="8" y="27"/>
                  <a:pt x="8" y="27"/>
                  <a:pt x="8" y="27"/>
                </a:cubicBezTo>
                <a:cubicBezTo>
                  <a:pt x="5" y="30"/>
                  <a:pt x="5" y="30"/>
                  <a:pt x="5" y="30"/>
                </a:cubicBezTo>
                <a:cubicBezTo>
                  <a:pt x="7" y="32"/>
                  <a:pt x="7" y="32"/>
                  <a:pt x="7" y="32"/>
                </a:cubicBezTo>
                <a:cubicBezTo>
                  <a:pt x="10" y="29"/>
                  <a:pt x="10" y="29"/>
                  <a:pt x="10" y="29"/>
                </a:cubicBezTo>
                <a:cubicBezTo>
                  <a:pt x="10" y="34"/>
                  <a:pt x="10" y="34"/>
                  <a:pt x="10" y="34"/>
                </a:cubicBezTo>
                <a:cubicBezTo>
                  <a:pt x="12" y="34"/>
                  <a:pt x="12" y="34"/>
                  <a:pt x="12" y="34"/>
                </a:cubicBezTo>
                <a:cubicBezTo>
                  <a:pt x="12" y="27"/>
                  <a:pt x="12" y="27"/>
                  <a:pt x="12" y="27"/>
                </a:cubicBezTo>
                <a:cubicBezTo>
                  <a:pt x="13" y="26"/>
                  <a:pt x="13" y="26"/>
                  <a:pt x="13" y="26"/>
                </a:cubicBezTo>
                <a:cubicBezTo>
                  <a:pt x="13" y="28"/>
                  <a:pt x="13" y="28"/>
                  <a:pt x="13" y="28"/>
                </a:cubicBezTo>
                <a:cubicBezTo>
                  <a:pt x="15" y="28"/>
                  <a:pt x="15" y="28"/>
                  <a:pt x="15" y="28"/>
                </a:cubicBezTo>
                <a:cubicBezTo>
                  <a:pt x="15" y="24"/>
                  <a:pt x="15" y="24"/>
                  <a:pt x="15" y="24"/>
                </a:cubicBezTo>
                <a:cubicBezTo>
                  <a:pt x="17" y="22"/>
                  <a:pt x="17" y="22"/>
                  <a:pt x="17" y="22"/>
                </a:cubicBezTo>
                <a:cubicBezTo>
                  <a:pt x="17" y="23"/>
                  <a:pt x="18" y="23"/>
                  <a:pt x="19" y="23"/>
                </a:cubicBezTo>
                <a:cubicBezTo>
                  <a:pt x="19" y="25"/>
                  <a:pt x="19" y="25"/>
                  <a:pt x="19" y="25"/>
                </a:cubicBezTo>
                <a:cubicBezTo>
                  <a:pt x="16" y="28"/>
                  <a:pt x="16" y="28"/>
                  <a:pt x="16" y="28"/>
                </a:cubicBezTo>
                <a:cubicBezTo>
                  <a:pt x="18" y="30"/>
                  <a:pt x="18" y="30"/>
                  <a:pt x="18" y="30"/>
                </a:cubicBezTo>
                <a:cubicBezTo>
                  <a:pt x="19" y="28"/>
                  <a:pt x="19" y="28"/>
                  <a:pt x="19" y="28"/>
                </a:cubicBezTo>
                <a:cubicBezTo>
                  <a:pt x="19" y="30"/>
                  <a:pt x="19" y="30"/>
                  <a:pt x="19" y="30"/>
                </a:cubicBezTo>
                <a:cubicBezTo>
                  <a:pt x="14" y="35"/>
                  <a:pt x="14" y="35"/>
                  <a:pt x="14" y="35"/>
                </a:cubicBezTo>
                <a:cubicBezTo>
                  <a:pt x="16" y="36"/>
                  <a:pt x="16" y="36"/>
                  <a:pt x="16" y="36"/>
                </a:cubicBezTo>
                <a:cubicBezTo>
                  <a:pt x="19" y="33"/>
                  <a:pt x="19" y="33"/>
                  <a:pt x="19" y="33"/>
                </a:cubicBezTo>
                <a:cubicBezTo>
                  <a:pt x="19" y="37"/>
                  <a:pt x="19" y="37"/>
                  <a:pt x="19" y="37"/>
                </a:cubicBezTo>
                <a:cubicBezTo>
                  <a:pt x="21" y="37"/>
                  <a:pt x="21" y="37"/>
                  <a:pt x="21" y="37"/>
                </a:cubicBezTo>
                <a:cubicBezTo>
                  <a:pt x="21" y="33"/>
                  <a:pt x="21" y="33"/>
                  <a:pt x="21" y="33"/>
                </a:cubicBezTo>
                <a:cubicBezTo>
                  <a:pt x="25" y="36"/>
                  <a:pt x="25" y="36"/>
                  <a:pt x="25" y="36"/>
                </a:cubicBezTo>
                <a:cubicBezTo>
                  <a:pt x="26" y="35"/>
                  <a:pt x="26" y="35"/>
                  <a:pt x="26" y="35"/>
                </a:cubicBezTo>
                <a:cubicBezTo>
                  <a:pt x="21" y="30"/>
                  <a:pt x="21" y="30"/>
                  <a:pt x="21" y="30"/>
                </a:cubicBezTo>
                <a:cubicBezTo>
                  <a:pt x="21" y="28"/>
                  <a:pt x="21" y="28"/>
                  <a:pt x="21" y="28"/>
                </a:cubicBezTo>
                <a:cubicBezTo>
                  <a:pt x="23" y="30"/>
                  <a:pt x="23" y="30"/>
                  <a:pt x="23" y="30"/>
                </a:cubicBezTo>
                <a:cubicBezTo>
                  <a:pt x="24" y="28"/>
                  <a:pt x="24" y="28"/>
                  <a:pt x="24" y="28"/>
                </a:cubicBezTo>
                <a:cubicBezTo>
                  <a:pt x="21" y="25"/>
                  <a:pt x="21" y="25"/>
                  <a:pt x="21" y="25"/>
                </a:cubicBezTo>
                <a:cubicBezTo>
                  <a:pt x="21" y="23"/>
                  <a:pt x="21" y="23"/>
                  <a:pt x="21" y="23"/>
                </a:cubicBezTo>
                <a:cubicBezTo>
                  <a:pt x="22" y="23"/>
                  <a:pt x="23" y="23"/>
                  <a:pt x="24" y="22"/>
                </a:cubicBezTo>
                <a:cubicBezTo>
                  <a:pt x="25" y="24"/>
                  <a:pt x="25" y="24"/>
                  <a:pt x="25" y="24"/>
                </a:cubicBezTo>
                <a:cubicBezTo>
                  <a:pt x="25" y="28"/>
                  <a:pt x="25" y="28"/>
                  <a:pt x="25" y="28"/>
                </a:cubicBezTo>
                <a:cubicBezTo>
                  <a:pt x="27" y="28"/>
                  <a:pt x="27" y="28"/>
                  <a:pt x="27" y="28"/>
                </a:cubicBezTo>
                <a:cubicBezTo>
                  <a:pt x="27" y="26"/>
                  <a:pt x="27" y="26"/>
                  <a:pt x="27" y="26"/>
                </a:cubicBezTo>
                <a:cubicBezTo>
                  <a:pt x="28" y="27"/>
                  <a:pt x="28" y="27"/>
                  <a:pt x="28" y="27"/>
                </a:cubicBezTo>
                <a:cubicBezTo>
                  <a:pt x="28" y="34"/>
                  <a:pt x="28" y="34"/>
                  <a:pt x="28" y="34"/>
                </a:cubicBezTo>
                <a:cubicBezTo>
                  <a:pt x="31" y="34"/>
                  <a:pt x="31" y="34"/>
                  <a:pt x="31" y="34"/>
                </a:cubicBezTo>
                <a:cubicBezTo>
                  <a:pt x="31" y="29"/>
                  <a:pt x="31" y="29"/>
                  <a:pt x="31" y="29"/>
                </a:cubicBezTo>
                <a:cubicBezTo>
                  <a:pt x="34" y="32"/>
                  <a:pt x="34" y="32"/>
                  <a:pt x="34" y="32"/>
                </a:cubicBezTo>
                <a:cubicBezTo>
                  <a:pt x="35" y="30"/>
                  <a:pt x="35" y="30"/>
                  <a:pt x="35" y="30"/>
                </a:cubicBezTo>
                <a:cubicBezTo>
                  <a:pt x="32" y="27"/>
                  <a:pt x="32" y="27"/>
                  <a:pt x="32" y="27"/>
                </a:cubicBezTo>
                <a:cubicBezTo>
                  <a:pt x="37" y="27"/>
                  <a:pt x="37" y="27"/>
                  <a:pt x="37" y="27"/>
                </a:cubicBezTo>
                <a:cubicBezTo>
                  <a:pt x="37" y="25"/>
                  <a:pt x="37" y="25"/>
                  <a:pt x="37" y="25"/>
                </a:cubicBezTo>
                <a:cubicBezTo>
                  <a:pt x="30" y="25"/>
                  <a:pt x="30" y="25"/>
                  <a:pt x="30" y="25"/>
                </a:cubicBezTo>
                <a:cubicBezTo>
                  <a:pt x="29" y="24"/>
                  <a:pt x="29" y="24"/>
                  <a:pt x="29" y="24"/>
                </a:cubicBezTo>
                <a:cubicBezTo>
                  <a:pt x="31" y="24"/>
                  <a:pt x="31" y="24"/>
                  <a:pt x="31" y="24"/>
                </a:cubicBezTo>
                <a:cubicBezTo>
                  <a:pt x="31" y="22"/>
                  <a:pt x="31" y="22"/>
                  <a:pt x="31" y="22"/>
                </a:cubicBezTo>
                <a:cubicBezTo>
                  <a:pt x="27" y="22"/>
                  <a:pt x="27" y="22"/>
                  <a:pt x="27" y="22"/>
                </a:cubicBezTo>
                <a:cubicBezTo>
                  <a:pt x="25" y="21"/>
                  <a:pt x="25" y="21"/>
                  <a:pt x="25" y="21"/>
                </a:cubicBezTo>
                <a:cubicBezTo>
                  <a:pt x="26" y="20"/>
                  <a:pt x="26" y="19"/>
                  <a:pt x="26" y="18"/>
                </a:cubicBezTo>
                <a:cubicBezTo>
                  <a:pt x="28" y="18"/>
                  <a:pt x="28" y="18"/>
                  <a:pt x="28" y="18"/>
                </a:cubicBezTo>
                <a:cubicBezTo>
                  <a:pt x="31" y="21"/>
                  <a:pt x="31" y="21"/>
                  <a:pt x="31" y="21"/>
                </a:cubicBezTo>
                <a:cubicBezTo>
                  <a:pt x="33" y="19"/>
                  <a:pt x="33" y="19"/>
                  <a:pt x="33" y="19"/>
                </a:cubicBezTo>
                <a:cubicBezTo>
                  <a:pt x="32" y="18"/>
                  <a:pt x="32" y="18"/>
                  <a:pt x="32" y="18"/>
                </a:cubicBezTo>
                <a:cubicBezTo>
                  <a:pt x="33" y="18"/>
                  <a:pt x="33" y="18"/>
                  <a:pt x="33" y="18"/>
                </a:cubicBezTo>
                <a:cubicBezTo>
                  <a:pt x="38" y="23"/>
                  <a:pt x="38" y="23"/>
                  <a:pt x="38" y="23"/>
                </a:cubicBezTo>
                <a:cubicBezTo>
                  <a:pt x="40" y="22"/>
                  <a:pt x="40" y="22"/>
                  <a:pt x="40" y="22"/>
                </a:cubicBezTo>
                <a:cubicBezTo>
                  <a:pt x="36" y="18"/>
                  <a:pt x="36" y="18"/>
                  <a:pt x="36" y="18"/>
                </a:cubicBezTo>
                <a:cubicBezTo>
                  <a:pt x="39" y="18"/>
                  <a:pt x="39" y="18"/>
                  <a:pt x="39" y="18"/>
                </a:cubicBezTo>
                <a:cubicBezTo>
                  <a:pt x="37" y="17"/>
                  <a:pt x="36" y="16"/>
                  <a:pt x="34" y="15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91" name="Freeform: Shape 117"/>
          <p:cNvSpPr>
            <a:spLocks/>
          </p:cNvSpPr>
          <p:nvPr/>
        </p:nvSpPr>
        <p:spPr bwMode="auto">
          <a:xfrm>
            <a:off x="5223740" y="1629813"/>
            <a:ext cx="115189" cy="113963"/>
          </a:xfrm>
          <a:custGeom>
            <a:avLst/>
            <a:gdLst>
              <a:gd name="T0" fmla="*/ 25 w 26"/>
              <a:gd name="T1" fmla="*/ 10 h 26"/>
              <a:gd name="T2" fmla="*/ 20 w 26"/>
              <a:gd name="T3" fmla="*/ 12 h 26"/>
              <a:gd name="T4" fmla="*/ 18 w 26"/>
              <a:gd name="T5" fmla="*/ 12 h 26"/>
              <a:gd name="T6" fmla="*/ 17 w 26"/>
              <a:gd name="T7" fmla="*/ 10 h 26"/>
              <a:gd name="T8" fmla="*/ 18 w 26"/>
              <a:gd name="T9" fmla="*/ 8 h 26"/>
              <a:gd name="T10" fmla="*/ 24 w 26"/>
              <a:gd name="T11" fmla="*/ 6 h 26"/>
              <a:gd name="T12" fmla="*/ 21 w 26"/>
              <a:gd name="T13" fmla="*/ 3 h 26"/>
              <a:gd name="T14" fmla="*/ 18 w 26"/>
              <a:gd name="T15" fmla="*/ 2 h 26"/>
              <a:gd name="T16" fmla="*/ 17 w 26"/>
              <a:gd name="T17" fmla="*/ 6 h 26"/>
              <a:gd name="T18" fmla="*/ 15 w 26"/>
              <a:gd name="T19" fmla="*/ 10 h 26"/>
              <a:gd name="T20" fmla="*/ 15 w 26"/>
              <a:gd name="T21" fmla="*/ 6 h 26"/>
              <a:gd name="T22" fmla="*/ 13 w 26"/>
              <a:gd name="T23" fmla="*/ 5 h 26"/>
              <a:gd name="T24" fmla="*/ 13 w 26"/>
              <a:gd name="T25" fmla="*/ 3 h 26"/>
              <a:gd name="T26" fmla="*/ 12 w 26"/>
              <a:gd name="T27" fmla="*/ 3 h 26"/>
              <a:gd name="T28" fmla="*/ 12 w 26"/>
              <a:gd name="T29" fmla="*/ 5 h 26"/>
              <a:gd name="T30" fmla="*/ 10 w 26"/>
              <a:gd name="T31" fmla="*/ 6 h 26"/>
              <a:gd name="T32" fmla="*/ 10 w 26"/>
              <a:gd name="T33" fmla="*/ 10 h 26"/>
              <a:gd name="T34" fmla="*/ 8 w 26"/>
              <a:gd name="T35" fmla="*/ 6 h 26"/>
              <a:gd name="T36" fmla="*/ 7 w 26"/>
              <a:gd name="T37" fmla="*/ 2 h 26"/>
              <a:gd name="T38" fmla="*/ 4 w 26"/>
              <a:gd name="T39" fmla="*/ 3 h 26"/>
              <a:gd name="T40" fmla="*/ 2 w 26"/>
              <a:gd name="T41" fmla="*/ 6 h 26"/>
              <a:gd name="T42" fmla="*/ 7 w 26"/>
              <a:gd name="T43" fmla="*/ 8 h 26"/>
              <a:gd name="T44" fmla="*/ 8 w 26"/>
              <a:gd name="T45" fmla="*/ 10 h 26"/>
              <a:gd name="T46" fmla="*/ 7 w 26"/>
              <a:gd name="T47" fmla="*/ 12 h 26"/>
              <a:gd name="T48" fmla="*/ 5 w 26"/>
              <a:gd name="T49" fmla="*/ 12 h 26"/>
              <a:gd name="T50" fmla="*/ 0 w 26"/>
              <a:gd name="T51" fmla="*/ 10 h 26"/>
              <a:gd name="T52" fmla="*/ 0 w 26"/>
              <a:gd name="T53" fmla="*/ 14 h 26"/>
              <a:gd name="T54" fmla="*/ 1 w 26"/>
              <a:gd name="T55" fmla="*/ 17 h 26"/>
              <a:gd name="T56" fmla="*/ 4 w 26"/>
              <a:gd name="T57" fmla="*/ 15 h 26"/>
              <a:gd name="T58" fmla="*/ 9 w 26"/>
              <a:gd name="T59" fmla="*/ 14 h 26"/>
              <a:gd name="T60" fmla="*/ 6 w 26"/>
              <a:gd name="T61" fmla="*/ 16 h 26"/>
              <a:gd name="T62" fmla="*/ 6 w 26"/>
              <a:gd name="T63" fmla="*/ 18 h 26"/>
              <a:gd name="T64" fmla="*/ 5 w 26"/>
              <a:gd name="T65" fmla="*/ 20 h 26"/>
              <a:gd name="T66" fmla="*/ 6 w 26"/>
              <a:gd name="T67" fmla="*/ 21 h 26"/>
              <a:gd name="T68" fmla="*/ 7 w 26"/>
              <a:gd name="T69" fmla="*/ 19 h 26"/>
              <a:gd name="T70" fmla="*/ 9 w 26"/>
              <a:gd name="T71" fmla="*/ 20 h 26"/>
              <a:gd name="T72" fmla="*/ 12 w 26"/>
              <a:gd name="T73" fmla="*/ 17 h 26"/>
              <a:gd name="T74" fmla="*/ 11 w 26"/>
              <a:gd name="T75" fmla="*/ 21 h 26"/>
              <a:gd name="T76" fmla="*/ 9 w 26"/>
              <a:gd name="T77" fmla="*/ 25 h 26"/>
              <a:gd name="T78" fmla="*/ 12 w 26"/>
              <a:gd name="T79" fmla="*/ 26 h 26"/>
              <a:gd name="T80" fmla="*/ 16 w 26"/>
              <a:gd name="T81" fmla="*/ 26 h 26"/>
              <a:gd name="T82" fmla="*/ 13 w 26"/>
              <a:gd name="T83" fmla="*/ 20 h 26"/>
              <a:gd name="T84" fmla="*/ 13 w 26"/>
              <a:gd name="T85" fmla="*/ 18 h 26"/>
              <a:gd name="T86" fmla="*/ 16 w 26"/>
              <a:gd name="T87" fmla="*/ 17 h 26"/>
              <a:gd name="T88" fmla="*/ 17 w 26"/>
              <a:gd name="T89" fmla="*/ 19 h 26"/>
              <a:gd name="T90" fmla="*/ 19 w 26"/>
              <a:gd name="T91" fmla="*/ 24 h 26"/>
              <a:gd name="T92" fmla="*/ 22 w 26"/>
              <a:gd name="T93" fmla="*/ 22 h 26"/>
              <a:gd name="T94" fmla="*/ 24 w 26"/>
              <a:gd name="T95" fmla="*/ 18 h 26"/>
              <a:gd name="T96" fmla="*/ 19 w 26"/>
              <a:gd name="T97" fmla="*/ 18 h 26"/>
              <a:gd name="T98" fmla="*/ 16 w 26"/>
              <a:gd name="T99" fmla="*/ 15 h 26"/>
              <a:gd name="T100" fmla="*/ 20 w 26"/>
              <a:gd name="T101" fmla="*/ 16 h 26"/>
              <a:gd name="T102" fmla="*/ 21 w 26"/>
              <a:gd name="T103" fmla="*/ 14 h 26"/>
              <a:gd name="T104" fmla="*/ 23 w 26"/>
              <a:gd name="T105" fmla="*/ 14 h 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26" h="26">
                <a:moveTo>
                  <a:pt x="26" y="12"/>
                </a:moveTo>
                <a:cubicBezTo>
                  <a:pt x="23" y="12"/>
                  <a:pt x="23" y="12"/>
                  <a:pt x="23" y="12"/>
                </a:cubicBezTo>
                <a:cubicBezTo>
                  <a:pt x="25" y="10"/>
                  <a:pt x="25" y="10"/>
                  <a:pt x="25" y="10"/>
                </a:cubicBezTo>
                <a:cubicBezTo>
                  <a:pt x="24" y="9"/>
                  <a:pt x="24" y="9"/>
                  <a:pt x="24" y="9"/>
                </a:cubicBezTo>
                <a:cubicBezTo>
                  <a:pt x="21" y="12"/>
                  <a:pt x="21" y="12"/>
                  <a:pt x="21" y="12"/>
                </a:cubicBezTo>
                <a:cubicBezTo>
                  <a:pt x="20" y="12"/>
                  <a:pt x="20" y="12"/>
                  <a:pt x="20" y="12"/>
                </a:cubicBezTo>
                <a:cubicBezTo>
                  <a:pt x="21" y="12"/>
                  <a:pt x="21" y="12"/>
                  <a:pt x="21" y="12"/>
                </a:cubicBezTo>
                <a:cubicBezTo>
                  <a:pt x="20" y="11"/>
                  <a:pt x="20" y="11"/>
                  <a:pt x="20" y="11"/>
                </a:cubicBezTo>
                <a:cubicBezTo>
                  <a:pt x="18" y="12"/>
                  <a:pt x="18" y="12"/>
                  <a:pt x="18" y="12"/>
                </a:cubicBezTo>
                <a:cubicBezTo>
                  <a:pt x="17" y="12"/>
                  <a:pt x="17" y="12"/>
                  <a:pt x="17" y="12"/>
                </a:cubicBezTo>
                <a:cubicBezTo>
                  <a:pt x="16" y="12"/>
                  <a:pt x="16" y="11"/>
                  <a:pt x="16" y="11"/>
                </a:cubicBezTo>
                <a:cubicBezTo>
                  <a:pt x="17" y="10"/>
                  <a:pt x="17" y="10"/>
                  <a:pt x="17" y="10"/>
                </a:cubicBezTo>
                <a:cubicBezTo>
                  <a:pt x="19" y="10"/>
                  <a:pt x="19" y="10"/>
                  <a:pt x="19" y="10"/>
                </a:cubicBezTo>
                <a:cubicBezTo>
                  <a:pt x="19" y="8"/>
                  <a:pt x="19" y="8"/>
                  <a:pt x="19" y="8"/>
                </a:cubicBezTo>
                <a:cubicBezTo>
                  <a:pt x="18" y="8"/>
                  <a:pt x="18" y="8"/>
                  <a:pt x="18" y="8"/>
                </a:cubicBezTo>
                <a:cubicBezTo>
                  <a:pt x="19" y="8"/>
                  <a:pt x="19" y="8"/>
                  <a:pt x="19" y="8"/>
                </a:cubicBezTo>
                <a:cubicBezTo>
                  <a:pt x="24" y="8"/>
                  <a:pt x="24" y="8"/>
                  <a:pt x="24" y="8"/>
                </a:cubicBezTo>
                <a:cubicBezTo>
                  <a:pt x="24" y="6"/>
                  <a:pt x="24" y="6"/>
                  <a:pt x="24" y="6"/>
                </a:cubicBezTo>
                <a:cubicBezTo>
                  <a:pt x="20" y="6"/>
                  <a:pt x="20" y="6"/>
                  <a:pt x="20" y="6"/>
                </a:cubicBezTo>
                <a:cubicBezTo>
                  <a:pt x="22" y="4"/>
                  <a:pt x="22" y="4"/>
                  <a:pt x="22" y="4"/>
                </a:cubicBezTo>
                <a:cubicBezTo>
                  <a:pt x="21" y="3"/>
                  <a:pt x="21" y="3"/>
                  <a:pt x="21" y="3"/>
                </a:cubicBezTo>
                <a:cubicBezTo>
                  <a:pt x="19" y="5"/>
                  <a:pt x="19" y="5"/>
                  <a:pt x="19" y="5"/>
                </a:cubicBezTo>
                <a:cubicBezTo>
                  <a:pt x="19" y="2"/>
                  <a:pt x="19" y="2"/>
                  <a:pt x="19" y="2"/>
                </a:cubicBezTo>
                <a:cubicBezTo>
                  <a:pt x="18" y="2"/>
                  <a:pt x="18" y="2"/>
                  <a:pt x="18" y="2"/>
                </a:cubicBezTo>
                <a:cubicBezTo>
                  <a:pt x="18" y="7"/>
                  <a:pt x="18" y="7"/>
                  <a:pt x="18" y="7"/>
                </a:cubicBezTo>
                <a:cubicBezTo>
                  <a:pt x="17" y="7"/>
                  <a:pt x="17" y="7"/>
                  <a:pt x="17" y="7"/>
                </a:cubicBezTo>
                <a:cubicBezTo>
                  <a:pt x="17" y="6"/>
                  <a:pt x="17" y="6"/>
                  <a:pt x="17" y="6"/>
                </a:cubicBezTo>
                <a:cubicBezTo>
                  <a:pt x="16" y="6"/>
                  <a:pt x="16" y="6"/>
                  <a:pt x="16" y="6"/>
                </a:cubicBezTo>
                <a:cubicBezTo>
                  <a:pt x="16" y="9"/>
                  <a:pt x="16" y="9"/>
                  <a:pt x="16" y="9"/>
                </a:cubicBezTo>
                <a:cubicBezTo>
                  <a:pt x="15" y="10"/>
                  <a:pt x="15" y="10"/>
                  <a:pt x="15" y="10"/>
                </a:cubicBezTo>
                <a:cubicBezTo>
                  <a:pt x="14" y="10"/>
                  <a:pt x="14" y="9"/>
                  <a:pt x="13" y="9"/>
                </a:cubicBezTo>
                <a:cubicBezTo>
                  <a:pt x="13" y="8"/>
                  <a:pt x="13" y="8"/>
                  <a:pt x="13" y="8"/>
                </a:cubicBezTo>
                <a:cubicBezTo>
                  <a:pt x="15" y="6"/>
                  <a:pt x="15" y="6"/>
                  <a:pt x="15" y="6"/>
                </a:cubicBezTo>
                <a:cubicBezTo>
                  <a:pt x="14" y="5"/>
                  <a:pt x="14" y="5"/>
                  <a:pt x="14" y="5"/>
                </a:cubicBezTo>
                <a:cubicBezTo>
                  <a:pt x="13" y="6"/>
                  <a:pt x="13" y="6"/>
                  <a:pt x="13" y="6"/>
                </a:cubicBezTo>
                <a:cubicBezTo>
                  <a:pt x="13" y="5"/>
                  <a:pt x="13" y="5"/>
                  <a:pt x="13" y="5"/>
                </a:cubicBezTo>
                <a:cubicBezTo>
                  <a:pt x="17" y="2"/>
                  <a:pt x="17" y="2"/>
                  <a:pt x="17" y="2"/>
                </a:cubicBezTo>
                <a:cubicBezTo>
                  <a:pt x="16" y="1"/>
                  <a:pt x="16" y="1"/>
                  <a:pt x="16" y="1"/>
                </a:cubicBezTo>
                <a:cubicBezTo>
                  <a:pt x="13" y="3"/>
                  <a:pt x="13" y="3"/>
                  <a:pt x="13" y="3"/>
                </a:cubicBezTo>
                <a:cubicBezTo>
                  <a:pt x="13" y="0"/>
                  <a:pt x="13" y="0"/>
                  <a:pt x="13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12" y="3"/>
                  <a:pt x="12" y="3"/>
                  <a:pt x="12" y="3"/>
                </a:cubicBezTo>
                <a:cubicBezTo>
                  <a:pt x="10" y="1"/>
                  <a:pt x="10" y="1"/>
                  <a:pt x="10" y="1"/>
                </a:cubicBezTo>
                <a:cubicBezTo>
                  <a:pt x="9" y="2"/>
                  <a:pt x="9" y="2"/>
                  <a:pt x="9" y="2"/>
                </a:cubicBezTo>
                <a:cubicBezTo>
                  <a:pt x="12" y="5"/>
                  <a:pt x="12" y="5"/>
                  <a:pt x="12" y="5"/>
                </a:cubicBezTo>
                <a:cubicBezTo>
                  <a:pt x="12" y="6"/>
                  <a:pt x="12" y="6"/>
                  <a:pt x="12" y="6"/>
                </a:cubicBezTo>
                <a:cubicBezTo>
                  <a:pt x="11" y="5"/>
                  <a:pt x="11" y="5"/>
                  <a:pt x="11" y="5"/>
                </a:cubicBezTo>
                <a:cubicBezTo>
                  <a:pt x="10" y="6"/>
                  <a:pt x="10" y="6"/>
                  <a:pt x="10" y="6"/>
                </a:cubicBezTo>
                <a:cubicBezTo>
                  <a:pt x="12" y="8"/>
                  <a:pt x="12" y="8"/>
                  <a:pt x="12" y="8"/>
                </a:cubicBezTo>
                <a:cubicBezTo>
                  <a:pt x="12" y="9"/>
                  <a:pt x="12" y="9"/>
                  <a:pt x="12" y="9"/>
                </a:cubicBezTo>
                <a:cubicBezTo>
                  <a:pt x="11" y="9"/>
                  <a:pt x="11" y="10"/>
                  <a:pt x="10" y="10"/>
                </a:cubicBezTo>
                <a:cubicBezTo>
                  <a:pt x="9" y="9"/>
                  <a:pt x="9" y="9"/>
                  <a:pt x="9" y="9"/>
                </a:cubicBezTo>
                <a:cubicBezTo>
                  <a:pt x="9" y="6"/>
                  <a:pt x="9" y="6"/>
                  <a:pt x="9" y="6"/>
                </a:cubicBezTo>
                <a:cubicBezTo>
                  <a:pt x="8" y="6"/>
                  <a:pt x="8" y="6"/>
                  <a:pt x="8" y="6"/>
                </a:cubicBezTo>
                <a:cubicBezTo>
                  <a:pt x="8" y="7"/>
                  <a:pt x="8" y="7"/>
                  <a:pt x="8" y="7"/>
                </a:cubicBezTo>
                <a:cubicBezTo>
                  <a:pt x="7" y="7"/>
                  <a:pt x="7" y="7"/>
                  <a:pt x="7" y="7"/>
                </a:cubicBezTo>
                <a:cubicBezTo>
                  <a:pt x="7" y="2"/>
                  <a:pt x="7" y="2"/>
                  <a:pt x="7" y="2"/>
                </a:cubicBezTo>
                <a:cubicBezTo>
                  <a:pt x="6" y="2"/>
                  <a:pt x="6" y="2"/>
                  <a:pt x="6" y="2"/>
                </a:cubicBezTo>
                <a:cubicBezTo>
                  <a:pt x="6" y="5"/>
                  <a:pt x="6" y="5"/>
                  <a:pt x="6" y="5"/>
                </a:cubicBezTo>
                <a:cubicBezTo>
                  <a:pt x="4" y="3"/>
                  <a:pt x="4" y="3"/>
                  <a:pt x="4" y="3"/>
                </a:cubicBezTo>
                <a:cubicBezTo>
                  <a:pt x="3" y="4"/>
                  <a:pt x="3" y="4"/>
                  <a:pt x="3" y="4"/>
                </a:cubicBezTo>
                <a:cubicBezTo>
                  <a:pt x="5" y="6"/>
                  <a:pt x="5" y="6"/>
                  <a:pt x="5" y="6"/>
                </a:cubicBezTo>
                <a:cubicBezTo>
                  <a:pt x="2" y="6"/>
                  <a:pt x="2" y="6"/>
                  <a:pt x="2" y="6"/>
                </a:cubicBezTo>
                <a:cubicBezTo>
                  <a:pt x="2" y="8"/>
                  <a:pt x="2" y="8"/>
                  <a:pt x="2" y="8"/>
                </a:cubicBezTo>
                <a:cubicBezTo>
                  <a:pt x="6" y="8"/>
                  <a:pt x="6" y="8"/>
                  <a:pt x="6" y="8"/>
                </a:cubicBezTo>
                <a:cubicBezTo>
                  <a:pt x="7" y="8"/>
                  <a:pt x="7" y="8"/>
                  <a:pt x="7" y="8"/>
                </a:cubicBezTo>
                <a:cubicBezTo>
                  <a:pt x="6" y="8"/>
                  <a:pt x="6" y="8"/>
                  <a:pt x="6" y="8"/>
                </a:cubicBezTo>
                <a:cubicBezTo>
                  <a:pt x="6" y="10"/>
                  <a:pt x="6" y="10"/>
                  <a:pt x="6" y="10"/>
                </a:cubicBezTo>
                <a:cubicBezTo>
                  <a:pt x="8" y="10"/>
                  <a:pt x="8" y="10"/>
                  <a:pt x="8" y="10"/>
                </a:cubicBezTo>
                <a:cubicBezTo>
                  <a:pt x="9" y="11"/>
                  <a:pt x="9" y="11"/>
                  <a:pt x="9" y="11"/>
                </a:cubicBezTo>
                <a:cubicBezTo>
                  <a:pt x="9" y="11"/>
                  <a:pt x="9" y="12"/>
                  <a:pt x="9" y="12"/>
                </a:cubicBezTo>
                <a:cubicBezTo>
                  <a:pt x="7" y="12"/>
                  <a:pt x="7" y="12"/>
                  <a:pt x="7" y="12"/>
                </a:cubicBezTo>
                <a:cubicBezTo>
                  <a:pt x="5" y="11"/>
                  <a:pt x="5" y="11"/>
                  <a:pt x="5" y="11"/>
                </a:cubicBezTo>
                <a:cubicBezTo>
                  <a:pt x="4" y="12"/>
                  <a:pt x="4" y="12"/>
                  <a:pt x="4" y="12"/>
                </a:cubicBezTo>
                <a:cubicBezTo>
                  <a:pt x="5" y="12"/>
                  <a:pt x="5" y="12"/>
                  <a:pt x="5" y="12"/>
                </a:cubicBezTo>
                <a:cubicBezTo>
                  <a:pt x="4" y="12"/>
                  <a:pt x="4" y="12"/>
                  <a:pt x="4" y="12"/>
                </a:cubicBezTo>
                <a:cubicBezTo>
                  <a:pt x="1" y="9"/>
                  <a:pt x="1" y="9"/>
                  <a:pt x="1" y="9"/>
                </a:cubicBezTo>
                <a:cubicBezTo>
                  <a:pt x="0" y="10"/>
                  <a:pt x="0" y="10"/>
                  <a:pt x="0" y="10"/>
                </a:cubicBezTo>
                <a:cubicBezTo>
                  <a:pt x="2" y="12"/>
                  <a:pt x="2" y="12"/>
                  <a:pt x="2" y="12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14"/>
                  <a:pt x="0" y="14"/>
                  <a:pt x="0" y="14"/>
                </a:cubicBezTo>
                <a:cubicBezTo>
                  <a:pt x="2" y="14"/>
                  <a:pt x="2" y="14"/>
                  <a:pt x="2" y="14"/>
                </a:cubicBezTo>
                <a:cubicBezTo>
                  <a:pt x="0" y="16"/>
                  <a:pt x="0" y="16"/>
                  <a:pt x="0" y="16"/>
                </a:cubicBezTo>
                <a:cubicBezTo>
                  <a:pt x="1" y="17"/>
                  <a:pt x="1" y="17"/>
                  <a:pt x="1" y="17"/>
                </a:cubicBezTo>
                <a:cubicBezTo>
                  <a:pt x="4" y="14"/>
                  <a:pt x="4" y="14"/>
                  <a:pt x="4" y="14"/>
                </a:cubicBezTo>
                <a:cubicBezTo>
                  <a:pt x="5" y="14"/>
                  <a:pt x="5" y="14"/>
                  <a:pt x="5" y="14"/>
                </a:cubicBezTo>
                <a:cubicBezTo>
                  <a:pt x="4" y="15"/>
                  <a:pt x="4" y="15"/>
                  <a:pt x="4" y="15"/>
                </a:cubicBezTo>
                <a:cubicBezTo>
                  <a:pt x="5" y="16"/>
                  <a:pt x="5" y="16"/>
                  <a:pt x="5" y="16"/>
                </a:cubicBezTo>
                <a:cubicBezTo>
                  <a:pt x="7" y="14"/>
                  <a:pt x="7" y="14"/>
                  <a:pt x="7" y="14"/>
                </a:cubicBezTo>
                <a:cubicBezTo>
                  <a:pt x="9" y="14"/>
                  <a:pt x="9" y="14"/>
                  <a:pt x="9" y="14"/>
                </a:cubicBezTo>
                <a:cubicBezTo>
                  <a:pt x="9" y="14"/>
                  <a:pt x="9" y="15"/>
                  <a:pt x="9" y="15"/>
                </a:cubicBezTo>
                <a:cubicBezTo>
                  <a:pt x="8" y="16"/>
                  <a:pt x="8" y="16"/>
                  <a:pt x="8" y="16"/>
                </a:cubicBezTo>
                <a:cubicBezTo>
                  <a:pt x="6" y="16"/>
                  <a:pt x="6" y="16"/>
                  <a:pt x="6" y="16"/>
                </a:cubicBezTo>
                <a:cubicBezTo>
                  <a:pt x="6" y="18"/>
                  <a:pt x="6" y="18"/>
                  <a:pt x="6" y="18"/>
                </a:cubicBezTo>
                <a:cubicBezTo>
                  <a:pt x="7" y="18"/>
                  <a:pt x="7" y="18"/>
                  <a:pt x="7" y="18"/>
                </a:cubicBezTo>
                <a:cubicBezTo>
                  <a:pt x="6" y="18"/>
                  <a:pt x="6" y="18"/>
                  <a:pt x="6" y="18"/>
                </a:cubicBezTo>
                <a:cubicBezTo>
                  <a:pt x="2" y="18"/>
                  <a:pt x="2" y="18"/>
                  <a:pt x="2" y="18"/>
                </a:cubicBezTo>
                <a:cubicBezTo>
                  <a:pt x="2" y="20"/>
                  <a:pt x="2" y="20"/>
                  <a:pt x="2" y="20"/>
                </a:cubicBezTo>
                <a:cubicBezTo>
                  <a:pt x="5" y="20"/>
                  <a:pt x="5" y="20"/>
                  <a:pt x="5" y="20"/>
                </a:cubicBezTo>
                <a:cubicBezTo>
                  <a:pt x="3" y="22"/>
                  <a:pt x="3" y="22"/>
                  <a:pt x="3" y="22"/>
                </a:cubicBezTo>
                <a:cubicBezTo>
                  <a:pt x="4" y="23"/>
                  <a:pt x="4" y="23"/>
                  <a:pt x="4" y="23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4"/>
                  <a:pt x="6" y="24"/>
                  <a:pt x="6" y="24"/>
                </a:cubicBezTo>
                <a:cubicBezTo>
                  <a:pt x="7" y="24"/>
                  <a:pt x="7" y="24"/>
                  <a:pt x="7" y="24"/>
                </a:cubicBezTo>
                <a:cubicBezTo>
                  <a:pt x="7" y="19"/>
                  <a:pt x="7" y="19"/>
                  <a:pt x="7" y="19"/>
                </a:cubicBezTo>
                <a:cubicBezTo>
                  <a:pt x="8" y="19"/>
                  <a:pt x="8" y="19"/>
                  <a:pt x="8" y="19"/>
                </a:cubicBezTo>
                <a:cubicBezTo>
                  <a:pt x="8" y="20"/>
                  <a:pt x="8" y="20"/>
                  <a:pt x="8" y="20"/>
                </a:cubicBezTo>
                <a:cubicBezTo>
                  <a:pt x="9" y="20"/>
                  <a:pt x="9" y="20"/>
                  <a:pt x="9" y="20"/>
                </a:cubicBezTo>
                <a:cubicBezTo>
                  <a:pt x="9" y="17"/>
                  <a:pt x="9" y="17"/>
                  <a:pt x="9" y="17"/>
                </a:cubicBezTo>
                <a:cubicBezTo>
                  <a:pt x="10" y="16"/>
                  <a:pt x="10" y="16"/>
                  <a:pt x="10" y="16"/>
                </a:cubicBezTo>
                <a:cubicBezTo>
                  <a:pt x="11" y="17"/>
                  <a:pt x="11" y="17"/>
                  <a:pt x="12" y="17"/>
                </a:cubicBezTo>
                <a:cubicBezTo>
                  <a:pt x="12" y="18"/>
                  <a:pt x="12" y="18"/>
                  <a:pt x="12" y="18"/>
                </a:cubicBezTo>
                <a:cubicBezTo>
                  <a:pt x="10" y="20"/>
                  <a:pt x="10" y="20"/>
                  <a:pt x="10" y="20"/>
                </a:cubicBezTo>
                <a:cubicBezTo>
                  <a:pt x="11" y="21"/>
                  <a:pt x="11" y="21"/>
                  <a:pt x="11" y="21"/>
                </a:cubicBezTo>
                <a:cubicBezTo>
                  <a:pt x="12" y="20"/>
                  <a:pt x="12" y="20"/>
                  <a:pt x="12" y="20"/>
                </a:cubicBezTo>
                <a:cubicBezTo>
                  <a:pt x="12" y="21"/>
                  <a:pt x="12" y="21"/>
                  <a:pt x="12" y="21"/>
                </a:cubicBezTo>
                <a:cubicBezTo>
                  <a:pt x="9" y="25"/>
                  <a:pt x="9" y="25"/>
                  <a:pt x="9" y="25"/>
                </a:cubicBezTo>
                <a:cubicBezTo>
                  <a:pt x="10" y="26"/>
                  <a:pt x="10" y="26"/>
                  <a:pt x="10" y="26"/>
                </a:cubicBezTo>
                <a:cubicBezTo>
                  <a:pt x="12" y="23"/>
                  <a:pt x="12" y="23"/>
                  <a:pt x="12" y="23"/>
                </a:cubicBezTo>
                <a:cubicBezTo>
                  <a:pt x="12" y="26"/>
                  <a:pt x="12" y="26"/>
                  <a:pt x="12" y="26"/>
                </a:cubicBezTo>
                <a:cubicBezTo>
                  <a:pt x="13" y="26"/>
                  <a:pt x="13" y="26"/>
                  <a:pt x="13" y="26"/>
                </a:cubicBezTo>
                <a:cubicBezTo>
                  <a:pt x="13" y="23"/>
                  <a:pt x="13" y="23"/>
                  <a:pt x="13" y="23"/>
                </a:cubicBezTo>
                <a:cubicBezTo>
                  <a:pt x="16" y="26"/>
                  <a:pt x="16" y="26"/>
                  <a:pt x="16" y="26"/>
                </a:cubicBezTo>
                <a:cubicBezTo>
                  <a:pt x="17" y="25"/>
                  <a:pt x="17" y="25"/>
                  <a:pt x="17" y="25"/>
                </a:cubicBezTo>
                <a:cubicBezTo>
                  <a:pt x="13" y="21"/>
                  <a:pt x="13" y="21"/>
                  <a:pt x="13" y="21"/>
                </a:cubicBezTo>
                <a:cubicBezTo>
                  <a:pt x="13" y="20"/>
                  <a:pt x="13" y="20"/>
                  <a:pt x="13" y="20"/>
                </a:cubicBezTo>
                <a:cubicBezTo>
                  <a:pt x="14" y="21"/>
                  <a:pt x="14" y="21"/>
                  <a:pt x="14" y="21"/>
                </a:cubicBezTo>
                <a:cubicBezTo>
                  <a:pt x="15" y="20"/>
                  <a:pt x="15" y="20"/>
                  <a:pt x="15" y="20"/>
                </a:cubicBezTo>
                <a:cubicBezTo>
                  <a:pt x="13" y="18"/>
                  <a:pt x="13" y="18"/>
                  <a:pt x="13" y="18"/>
                </a:cubicBezTo>
                <a:cubicBezTo>
                  <a:pt x="13" y="17"/>
                  <a:pt x="13" y="17"/>
                  <a:pt x="13" y="17"/>
                </a:cubicBezTo>
                <a:cubicBezTo>
                  <a:pt x="14" y="17"/>
                  <a:pt x="14" y="17"/>
                  <a:pt x="15" y="16"/>
                </a:cubicBezTo>
                <a:cubicBezTo>
                  <a:pt x="16" y="17"/>
                  <a:pt x="16" y="17"/>
                  <a:pt x="16" y="17"/>
                </a:cubicBezTo>
                <a:cubicBezTo>
                  <a:pt x="16" y="20"/>
                  <a:pt x="16" y="20"/>
                  <a:pt x="16" y="20"/>
                </a:cubicBezTo>
                <a:cubicBezTo>
                  <a:pt x="17" y="20"/>
                  <a:pt x="17" y="20"/>
                  <a:pt x="17" y="20"/>
                </a:cubicBezTo>
                <a:cubicBezTo>
                  <a:pt x="17" y="19"/>
                  <a:pt x="17" y="19"/>
                  <a:pt x="17" y="19"/>
                </a:cubicBezTo>
                <a:cubicBezTo>
                  <a:pt x="18" y="19"/>
                  <a:pt x="18" y="19"/>
                  <a:pt x="18" y="19"/>
                </a:cubicBezTo>
                <a:cubicBezTo>
                  <a:pt x="18" y="24"/>
                  <a:pt x="18" y="24"/>
                  <a:pt x="18" y="24"/>
                </a:cubicBezTo>
                <a:cubicBezTo>
                  <a:pt x="19" y="24"/>
                  <a:pt x="19" y="24"/>
                  <a:pt x="19" y="24"/>
                </a:cubicBezTo>
                <a:cubicBezTo>
                  <a:pt x="19" y="21"/>
                  <a:pt x="19" y="21"/>
                  <a:pt x="19" y="21"/>
                </a:cubicBezTo>
                <a:cubicBezTo>
                  <a:pt x="21" y="23"/>
                  <a:pt x="21" y="23"/>
                  <a:pt x="21" y="23"/>
                </a:cubicBezTo>
                <a:cubicBezTo>
                  <a:pt x="22" y="22"/>
                  <a:pt x="22" y="22"/>
                  <a:pt x="22" y="22"/>
                </a:cubicBezTo>
                <a:cubicBezTo>
                  <a:pt x="20" y="20"/>
                  <a:pt x="20" y="20"/>
                  <a:pt x="20" y="20"/>
                </a:cubicBezTo>
                <a:cubicBezTo>
                  <a:pt x="24" y="20"/>
                  <a:pt x="24" y="20"/>
                  <a:pt x="24" y="20"/>
                </a:cubicBezTo>
                <a:cubicBezTo>
                  <a:pt x="24" y="18"/>
                  <a:pt x="24" y="18"/>
                  <a:pt x="24" y="18"/>
                </a:cubicBezTo>
                <a:cubicBezTo>
                  <a:pt x="19" y="18"/>
                  <a:pt x="19" y="18"/>
                  <a:pt x="19" y="18"/>
                </a:cubicBezTo>
                <a:cubicBezTo>
                  <a:pt x="18" y="18"/>
                  <a:pt x="18" y="18"/>
                  <a:pt x="18" y="18"/>
                </a:cubicBezTo>
                <a:cubicBezTo>
                  <a:pt x="19" y="18"/>
                  <a:pt x="19" y="18"/>
                  <a:pt x="19" y="18"/>
                </a:cubicBezTo>
                <a:cubicBezTo>
                  <a:pt x="19" y="16"/>
                  <a:pt x="19" y="16"/>
                  <a:pt x="19" y="16"/>
                </a:cubicBezTo>
                <a:cubicBezTo>
                  <a:pt x="17" y="16"/>
                  <a:pt x="17" y="16"/>
                  <a:pt x="17" y="16"/>
                </a:cubicBezTo>
                <a:cubicBezTo>
                  <a:pt x="16" y="15"/>
                  <a:pt x="16" y="15"/>
                  <a:pt x="16" y="15"/>
                </a:cubicBezTo>
                <a:cubicBezTo>
                  <a:pt x="16" y="15"/>
                  <a:pt x="16" y="14"/>
                  <a:pt x="17" y="14"/>
                </a:cubicBezTo>
                <a:cubicBezTo>
                  <a:pt x="18" y="14"/>
                  <a:pt x="18" y="14"/>
                  <a:pt x="18" y="14"/>
                </a:cubicBezTo>
                <a:cubicBezTo>
                  <a:pt x="20" y="16"/>
                  <a:pt x="20" y="16"/>
                  <a:pt x="20" y="16"/>
                </a:cubicBezTo>
                <a:cubicBezTo>
                  <a:pt x="21" y="15"/>
                  <a:pt x="21" y="15"/>
                  <a:pt x="21" y="15"/>
                </a:cubicBezTo>
                <a:cubicBezTo>
                  <a:pt x="20" y="14"/>
                  <a:pt x="20" y="14"/>
                  <a:pt x="20" y="14"/>
                </a:cubicBezTo>
                <a:cubicBezTo>
                  <a:pt x="21" y="14"/>
                  <a:pt x="21" y="14"/>
                  <a:pt x="21" y="14"/>
                </a:cubicBezTo>
                <a:cubicBezTo>
                  <a:pt x="24" y="17"/>
                  <a:pt x="24" y="17"/>
                  <a:pt x="24" y="17"/>
                </a:cubicBezTo>
                <a:cubicBezTo>
                  <a:pt x="25" y="16"/>
                  <a:pt x="25" y="16"/>
                  <a:pt x="25" y="16"/>
                </a:cubicBezTo>
                <a:cubicBezTo>
                  <a:pt x="23" y="14"/>
                  <a:pt x="23" y="14"/>
                  <a:pt x="23" y="14"/>
                </a:cubicBezTo>
                <a:cubicBezTo>
                  <a:pt x="26" y="14"/>
                  <a:pt x="26" y="14"/>
                  <a:pt x="26" y="14"/>
                </a:cubicBezTo>
                <a:lnTo>
                  <a:pt x="26" y="12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92" name="Freeform: Shape 118"/>
          <p:cNvSpPr>
            <a:spLocks/>
          </p:cNvSpPr>
          <p:nvPr/>
        </p:nvSpPr>
        <p:spPr bwMode="auto">
          <a:xfrm>
            <a:off x="6658699" y="4138240"/>
            <a:ext cx="278169" cy="136021"/>
          </a:xfrm>
          <a:custGeom>
            <a:avLst/>
            <a:gdLst>
              <a:gd name="T0" fmla="*/ 54 w 63"/>
              <a:gd name="T1" fmla="*/ 22 h 31"/>
              <a:gd name="T2" fmla="*/ 63 w 63"/>
              <a:gd name="T3" fmla="*/ 11 h 31"/>
              <a:gd name="T4" fmla="*/ 54 w 63"/>
              <a:gd name="T5" fmla="*/ 0 h 31"/>
              <a:gd name="T6" fmla="*/ 54 w 63"/>
              <a:gd name="T7" fmla="*/ 5 h 31"/>
              <a:gd name="T8" fmla="*/ 58 w 63"/>
              <a:gd name="T9" fmla="*/ 11 h 31"/>
              <a:gd name="T10" fmla="*/ 54 w 63"/>
              <a:gd name="T11" fmla="*/ 17 h 31"/>
              <a:gd name="T12" fmla="*/ 54 w 63"/>
              <a:gd name="T13" fmla="*/ 22 h 31"/>
              <a:gd name="T14" fmla="*/ 26 w 63"/>
              <a:gd name="T15" fmla="*/ 31 h 31"/>
              <a:gd name="T16" fmla="*/ 47 w 63"/>
              <a:gd name="T17" fmla="*/ 21 h 31"/>
              <a:gd name="T18" fmla="*/ 52 w 63"/>
              <a:gd name="T19" fmla="*/ 22 h 31"/>
              <a:gd name="T20" fmla="*/ 54 w 63"/>
              <a:gd name="T21" fmla="*/ 22 h 31"/>
              <a:gd name="T22" fmla="*/ 54 w 63"/>
              <a:gd name="T23" fmla="*/ 17 h 31"/>
              <a:gd name="T24" fmla="*/ 52 w 63"/>
              <a:gd name="T25" fmla="*/ 17 h 31"/>
              <a:gd name="T26" fmla="*/ 50 w 63"/>
              <a:gd name="T27" fmla="*/ 17 h 31"/>
              <a:gd name="T28" fmla="*/ 53 w 63"/>
              <a:gd name="T29" fmla="*/ 5 h 31"/>
              <a:gd name="T30" fmla="*/ 53 w 63"/>
              <a:gd name="T31" fmla="*/ 5 h 31"/>
              <a:gd name="T32" fmla="*/ 53 w 63"/>
              <a:gd name="T33" fmla="*/ 5 h 31"/>
              <a:gd name="T34" fmla="*/ 54 w 63"/>
              <a:gd name="T35" fmla="*/ 5 h 31"/>
              <a:gd name="T36" fmla="*/ 54 w 63"/>
              <a:gd name="T37" fmla="*/ 0 h 31"/>
              <a:gd name="T38" fmla="*/ 52 w 63"/>
              <a:gd name="T39" fmla="*/ 0 h 31"/>
              <a:gd name="T40" fmla="*/ 52 w 63"/>
              <a:gd name="T41" fmla="*/ 0 h 31"/>
              <a:gd name="T42" fmla="*/ 0 w 63"/>
              <a:gd name="T43" fmla="*/ 0 h 31"/>
              <a:gd name="T44" fmla="*/ 0 w 63"/>
              <a:gd name="T45" fmla="*/ 5 h 31"/>
              <a:gd name="T46" fmla="*/ 26 w 63"/>
              <a:gd name="T47" fmla="*/ 31 h 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63" h="31">
                <a:moveTo>
                  <a:pt x="54" y="22"/>
                </a:moveTo>
                <a:cubicBezTo>
                  <a:pt x="59" y="21"/>
                  <a:pt x="63" y="16"/>
                  <a:pt x="63" y="11"/>
                </a:cubicBezTo>
                <a:cubicBezTo>
                  <a:pt x="63" y="5"/>
                  <a:pt x="59" y="1"/>
                  <a:pt x="54" y="0"/>
                </a:cubicBezTo>
                <a:cubicBezTo>
                  <a:pt x="54" y="5"/>
                  <a:pt x="54" y="5"/>
                  <a:pt x="54" y="5"/>
                </a:cubicBezTo>
                <a:cubicBezTo>
                  <a:pt x="56" y="6"/>
                  <a:pt x="58" y="8"/>
                  <a:pt x="58" y="11"/>
                </a:cubicBezTo>
                <a:cubicBezTo>
                  <a:pt x="58" y="14"/>
                  <a:pt x="56" y="16"/>
                  <a:pt x="54" y="17"/>
                </a:cubicBezTo>
                <a:lnTo>
                  <a:pt x="54" y="22"/>
                </a:lnTo>
                <a:close/>
                <a:moveTo>
                  <a:pt x="26" y="31"/>
                </a:moveTo>
                <a:cubicBezTo>
                  <a:pt x="35" y="31"/>
                  <a:pt x="42" y="27"/>
                  <a:pt x="47" y="21"/>
                </a:cubicBezTo>
                <a:cubicBezTo>
                  <a:pt x="49" y="22"/>
                  <a:pt x="50" y="22"/>
                  <a:pt x="52" y="22"/>
                </a:cubicBezTo>
                <a:cubicBezTo>
                  <a:pt x="53" y="22"/>
                  <a:pt x="53" y="22"/>
                  <a:pt x="54" y="22"/>
                </a:cubicBezTo>
                <a:cubicBezTo>
                  <a:pt x="54" y="17"/>
                  <a:pt x="54" y="17"/>
                  <a:pt x="54" y="17"/>
                </a:cubicBezTo>
                <a:cubicBezTo>
                  <a:pt x="53" y="17"/>
                  <a:pt x="53" y="17"/>
                  <a:pt x="52" y="17"/>
                </a:cubicBezTo>
                <a:cubicBezTo>
                  <a:pt x="51" y="17"/>
                  <a:pt x="50" y="17"/>
                  <a:pt x="50" y="17"/>
                </a:cubicBezTo>
                <a:cubicBezTo>
                  <a:pt x="52" y="13"/>
                  <a:pt x="53" y="9"/>
                  <a:pt x="53" y="5"/>
                </a:cubicBezTo>
                <a:cubicBezTo>
                  <a:pt x="53" y="5"/>
                  <a:pt x="53" y="5"/>
                  <a:pt x="53" y="5"/>
                </a:cubicBezTo>
                <a:cubicBezTo>
                  <a:pt x="53" y="5"/>
                  <a:pt x="53" y="5"/>
                  <a:pt x="53" y="5"/>
                </a:cubicBezTo>
                <a:cubicBezTo>
                  <a:pt x="53" y="5"/>
                  <a:pt x="54" y="5"/>
                  <a:pt x="54" y="5"/>
                </a:cubicBezTo>
                <a:cubicBezTo>
                  <a:pt x="54" y="0"/>
                  <a:pt x="54" y="0"/>
                  <a:pt x="54" y="0"/>
                </a:cubicBezTo>
                <a:cubicBezTo>
                  <a:pt x="54" y="0"/>
                  <a:pt x="53" y="0"/>
                  <a:pt x="52" y="0"/>
                </a:cubicBezTo>
                <a:cubicBezTo>
                  <a:pt x="52" y="0"/>
                  <a:pt x="52" y="0"/>
                  <a:pt x="5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"/>
                  <a:pt x="0" y="3"/>
                  <a:pt x="0" y="5"/>
                </a:cubicBezTo>
                <a:cubicBezTo>
                  <a:pt x="0" y="19"/>
                  <a:pt x="12" y="31"/>
                  <a:pt x="26" y="31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93" name="Rectangle 119"/>
          <p:cNvSpPr>
            <a:spLocks/>
          </p:cNvSpPr>
          <p:nvPr/>
        </p:nvSpPr>
        <p:spPr bwMode="auto">
          <a:xfrm>
            <a:off x="6658699" y="4287742"/>
            <a:ext cx="251210" cy="2205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94" name="Freeform: Shape 120"/>
          <p:cNvSpPr>
            <a:spLocks/>
          </p:cNvSpPr>
          <p:nvPr/>
        </p:nvSpPr>
        <p:spPr bwMode="auto">
          <a:xfrm>
            <a:off x="6716293" y="4075744"/>
            <a:ext cx="44115" cy="52693"/>
          </a:xfrm>
          <a:custGeom>
            <a:avLst/>
            <a:gdLst>
              <a:gd name="T0" fmla="*/ 3 w 10"/>
              <a:gd name="T1" fmla="*/ 6 h 12"/>
              <a:gd name="T2" fmla="*/ 5 w 10"/>
              <a:gd name="T3" fmla="*/ 11 h 12"/>
              <a:gd name="T4" fmla="*/ 9 w 10"/>
              <a:gd name="T5" fmla="*/ 2 h 12"/>
              <a:gd name="T6" fmla="*/ 9 w 10"/>
              <a:gd name="T7" fmla="*/ 0 h 12"/>
              <a:gd name="T8" fmla="*/ 3 w 10"/>
              <a:gd name="T9" fmla="*/ 1 h 12"/>
              <a:gd name="T10" fmla="*/ 3 w 10"/>
              <a:gd name="T11" fmla="*/ 6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" h="12">
                <a:moveTo>
                  <a:pt x="3" y="6"/>
                </a:moveTo>
                <a:cubicBezTo>
                  <a:pt x="0" y="7"/>
                  <a:pt x="2" y="12"/>
                  <a:pt x="5" y="11"/>
                </a:cubicBezTo>
                <a:cubicBezTo>
                  <a:pt x="9" y="9"/>
                  <a:pt x="10" y="5"/>
                  <a:pt x="9" y="2"/>
                </a:cubicBezTo>
                <a:cubicBezTo>
                  <a:pt x="9" y="1"/>
                  <a:pt x="9" y="1"/>
                  <a:pt x="9" y="0"/>
                </a:cubicBezTo>
                <a:cubicBezTo>
                  <a:pt x="7" y="1"/>
                  <a:pt x="5" y="1"/>
                  <a:pt x="3" y="1"/>
                </a:cubicBezTo>
                <a:cubicBezTo>
                  <a:pt x="4" y="3"/>
                  <a:pt x="5" y="5"/>
                  <a:pt x="3" y="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95" name="Freeform: Shape 121"/>
          <p:cNvSpPr>
            <a:spLocks/>
          </p:cNvSpPr>
          <p:nvPr/>
        </p:nvSpPr>
        <p:spPr bwMode="auto">
          <a:xfrm>
            <a:off x="6782466" y="4062265"/>
            <a:ext cx="44115" cy="66172"/>
          </a:xfrm>
          <a:custGeom>
            <a:avLst/>
            <a:gdLst>
              <a:gd name="T0" fmla="*/ 3 w 10"/>
              <a:gd name="T1" fmla="*/ 9 h 15"/>
              <a:gd name="T2" fmla="*/ 5 w 10"/>
              <a:gd name="T3" fmla="*/ 14 h 15"/>
              <a:gd name="T4" fmla="*/ 9 w 10"/>
              <a:gd name="T5" fmla="*/ 5 h 15"/>
              <a:gd name="T6" fmla="*/ 7 w 10"/>
              <a:gd name="T7" fmla="*/ 0 h 15"/>
              <a:gd name="T8" fmla="*/ 2 w 10"/>
              <a:gd name="T9" fmla="*/ 1 h 15"/>
              <a:gd name="T10" fmla="*/ 3 w 10"/>
              <a:gd name="T11" fmla="*/ 9 h 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" h="15">
                <a:moveTo>
                  <a:pt x="3" y="9"/>
                </a:moveTo>
                <a:cubicBezTo>
                  <a:pt x="0" y="10"/>
                  <a:pt x="2" y="15"/>
                  <a:pt x="5" y="14"/>
                </a:cubicBezTo>
                <a:cubicBezTo>
                  <a:pt x="9" y="12"/>
                  <a:pt x="10" y="8"/>
                  <a:pt x="9" y="5"/>
                </a:cubicBezTo>
                <a:cubicBezTo>
                  <a:pt x="9" y="3"/>
                  <a:pt x="8" y="2"/>
                  <a:pt x="7" y="0"/>
                </a:cubicBezTo>
                <a:cubicBezTo>
                  <a:pt x="5" y="1"/>
                  <a:pt x="3" y="1"/>
                  <a:pt x="2" y="1"/>
                </a:cubicBezTo>
                <a:cubicBezTo>
                  <a:pt x="3" y="4"/>
                  <a:pt x="5" y="8"/>
                  <a:pt x="3" y="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96" name="Freeform: Shape 122"/>
          <p:cNvSpPr>
            <a:spLocks/>
          </p:cNvSpPr>
          <p:nvPr/>
        </p:nvSpPr>
        <p:spPr bwMode="auto">
          <a:xfrm>
            <a:off x="7669664" y="3621115"/>
            <a:ext cx="75976" cy="35537"/>
          </a:xfrm>
          <a:custGeom>
            <a:avLst/>
            <a:gdLst>
              <a:gd name="T0" fmla="*/ 0 w 62"/>
              <a:gd name="T1" fmla="*/ 18 h 29"/>
              <a:gd name="T2" fmla="*/ 22 w 62"/>
              <a:gd name="T3" fmla="*/ 29 h 29"/>
              <a:gd name="T4" fmla="*/ 62 w 62"/>
              <a:gd name="T5" fmla="*/ 29 h 29"/>
              <a:gd name="T6" fmla="*/ 7 w 62"/>
              <a:gd name="T7" fmla="*/ 0 h 29"/>
              <a:gd name="T8" fmla="*/ 0 w 62"/>
              <a:gd name="T9" fmla="*/ 18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2" h="29">
                <a:moveTo>
                  <a:pt x="0" y="18"/>
                </a:moveTo>
                <a:lnTo>
                  <a:pt x="22" y="29"/>
                </a:lnTo>
                <a:lnTo>
                  <a:pt x="62" y="29"/>
                </a:lnTo>
                <a:lnTo>
                  <a:pt x="7" y="0"/>
                </a:lnTo>
                <a:lnTo>
                  <a:pt x="0" y="1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97" name="Freeform: Shape 123"/>
          <p:cNvSpPr>
            <a:spLocks/>
          </p:cNvSpPr>
          <p:nvPr/>
        </p:nvSpPr>
        <p:spPr bwMode="auto">
          <a:xfrm>
            <a:off x="7669664" y="3660328"/>
            <a:ext cx="186263" cy="93131"/>
          </a:xfrm>
          <a:custGeom>
            <a:avLst/>
            <a:gdLst>
              <a:gd name="T0" fmla="*/ 62 w 152"/>
              <a:gd name="T1" fmla="*/ 76 h 76"/>
              <a:gd name="T2" fmla="*/ 123 w 152"/>
              <a:gd name="T3" fmla="*/ 76 h 76"/>
              <a:gd name="T4" fmla="*/ 123 w 152"/>
              <a:gd name="T5" fmla="*/ 62 h 76"/>
              <a:gd name="T6" fmla="*/ 152 w 152"/>
              <a:gd name="T7" fmla="*/ 62 h 76"/>
              <a:gd name="T8" fmla="*/ 152 w 152"/>
              <a:gd name="T9" fmla="*/ 15 h 76"/>
              <a:gd name="T10" fmla="*/ 123 w 152"/>
              <a:gd name="T11" fmla="*/ 15 h 76"/>
              <a:gd name="T12" fmla="*/ 123 w 152"/>
              <a:gd name="T13" fmla="*/ 0 h 76"/>
              <a:gd name="T14" fmla="*/ 69 w 152"/>
              <a:gd name="T15" fmla="*/ 0 h 76"/>
              <a:gd name="T16" fmla="*/ 62 w 152"/>
              <a:gd name="T17" fmla="*/ 0 h 76"/>
              <a:gd name="T18" fmla="*/ 62 w 152"/>
              <a:gd name="T19" fmla="*/ 29 h 76"/>
              <a:gd name="T20" fmla="*/ 90 w 152"/>
              <a:gd name="T21" fmla="*/ 29 h 76"/>
              <a:gd name="T22" fmla="*/ 90 w 152"/>
              <a:gd name="T23" fmla="*/ 47 h 76"/>
              <a:gd name="T24" fmla="*/ 62 w 152"/>
              <a:gd name="T25" fmla="*/ 47 h 76"/>
              <a:gd name="T26" fmla="*/ 62 w 152"/>
              <a:gd name="T27" fmla="*/ 76 h 76"/>
              <a:gd name="T28" fmla="*/ 0 w 152"/>
              <a:gd name="T29" fmla="*/ 76 h 76"/>
              <a:gd name="T30" fmla="*/ 62 w 152"/>
              <a:gd name="T31" fmla="*/ 76 h 76"/>
              <a:gd name="T32" fmla="*/ 62 w 152"/>
              <a:gd name="T33" fmla="*/ 47 h 76"/>
              <a:gd name="T34" fmla="*/ 29 w 152"/>
              <a:gd name="T35" fmla="*/ 47 h 76"/>
              <a:gd name="T36" fmla="*/ 29 w 152"/>
              <a:gd name="T37" fmla="*/ 29 h 76"/>
              <a:gd name="T38" fmla="*/ 29 w 152"/>
              <a:gd name="T39" fmla="*/ 29 h 76"/>
              <a:gd name="T40" fmla="*/ 62 w 152"/>
              <a:gd name="T41" fmla="*/ 29 h 76"/>
              <a:gd name="T42" fmla="*/ 62 w 152"/>
              <a:gd name="T43" fmla="*/ 0 h 76"/>
              <a:gd name="T44" fmla="*/ 33 w 152"/>
              <a:gd name="T45" fmla="*/ 0 h 76"/>
              <a:gd name="T46" fmla="*/ 0 w 152"/>
              <a:gd name="T47" fmla="*/ 0 h 76"/>
              <a:gd name="T48" fmla="*/ 0 w 152"/>
              <a:gd name="T49" fmla="*/ 76 h 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52" h="76">
                <a:moveTo>
                  <a:pt x="62" y="76"/>
                </a:moveTo>
                <a:lnTo>
                  <a:pt x="123" y="76"/>
                </a:lnTo>
                <a:lnTo>
                  <a:pt x="123" y="62"/>
                </a:lnTo>
                <a:lnTo>
                  <a:pt x="152" y="62"/>
                </a:lnTo>
                <a:lnTo>
                  <a:pt x="152" y="15"/>
                </a:lnTo>
                <a:lnTo>
                  <a:pt x="123" y="15"/>
                </a:lnTo>
                <a:lnTo>
                  <a:pt x="123" y="0"/>
                </a:lnTo>
                <a:lnTo>
                  <a:pt x="69" y="0"/>
                </a:lnTo>
                <a:lnTo>
                  <a:pt x="62" y="0"/>
                </a:lnTo>
                <a:lnTo>
                  <a:pt x="62" y="29"/>
                </a:lnTo>
                <a:lnTo>
                  <a:pt x="90" y="29"/>
                </a:lnTo>
                <a:lnTo>
                  <a:pt x="90" y="47"/>
                </a:lnTo>
                <a:lnTo>
                  <a:pt x="62" y="47"/>
                </a:lnTo>
                <a:lnTo>
                  <a:pt x="62" y="76"/>
                </a:lnTo>
                <a:close/>
                <a:moveTo>
                  <a:pt x="0" y="76"/>
                </a:moveTo>
                <a:lnTo>
                  <a:pt x="62" y="76"/>
                </a:lnTo>
                <a:lnTo>
                  <a:pt x="62" y="47"/>
                </a:lnTo>
                <a:lnTo>
                  <a:pt x="29" y="47"/>
                </a:lnTo>
                <a:lnTo>
                  <a:pt x="29" y="29"/>
                </a:lnTo>
                <a:lnTo>
                  <a:pt x="29" y="29"/>
                </a:lnTo>
                <a:lnTo>
                  <a:pt x="62" y="29"/>
                </a:lnTo>
                <a:lnTo>
                  <a:pt x="62" y="0"/>
                </a:lnTo>
                <a:lnTo>
                  <a:pt x="33" y="0"/>
                </a:lnTo>
                <a:lnTo>
                  <a:pt x="0" y="0"/>
                </a:lnTo>
                <a:lnTo>
                  <a:pt x="0" y="7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98" name="Freeform: Shape 124"/>
          <p:cNvSpPr>
            <a:spLocks/>
          </p:cNvSpPr>
          <p:nvPr/>
        </p:nvSpPr>
        <p:spPr bwMode="auto">
          <a:xfrm>
            <a:off x="6958925" y="1192340"/>
            <a:ext cx="115189" cy="118865"/>
          </a:xfrm>
          <a:custGeom>
            <a:avLst/>
            <a:gdLst>
              <a:gd name="T0" fmla="*/ 23 w 26"/>
              <a:gd name="T1" fmla="*/ 19 h 27"/>
              <a:gd name="T2" fmla="*/ 25 w 26"/>
              <a:gd name="T3" fmla="*/ 20 h 27"/>
              <a:gd name="T4" fmla="*/ 22 w 26"/>
              <a:gd name="T5" fmla="*/ 24 h 27"/>
              <a:gd name="T6" fmla="*/ 20 w 26"/>
              <a:gd name="T7" fmla="*/ 22 h 27"/>
              <a:gd name="T8" fmla="*/ 17 w 26"/>
              <a:gd name="T9" fmla="*/ 24 h 27"/>
              <a:gd name="T10" fmla="*/ 17 w 26"/>
              <a:gd name="T11" fmla="*/ 26 h 27"/>
              <a:gd name="T12" fmla="*/ 13 w 26"/>
              <a:gd name="T13" fmla="*/ 27 h 27"/>
              <a:gd name="T14" fmla="*/ 13 w 26"/>
              <a:gd name="T15" fmla="*/ 21 h 27"/>
              <a:gd name="T16" fmla="*/ 19 w 26"/>
              <a:gd name="T17" fmla="*/ 18 h 27"/>
              <a:gd name="T18" fmla="*/ 18 w 26"/>
              <a:gd name="T19" fmla="*/ 8 h 27"/>
              <a:gd name="T20" fmla="*/ 18 w 26"/>
              <a:gd name="T21" fmla="*/ 8 h 27"/>
              <a:gd name="T22" fmla="*/ 15 w 26"/>
              <a:gd name="T23" fmla="*/ 6 h 27"/>
              <a:gd name="T24" fmla="*/ 13 w 26"/>
              <a:gd name="T25" fmla="*/ 6 h 27"/>
              <a:gd name="T26" fmla="*/ 13 w 26"/>
              <a:gd name="T27" fmla="*/ 0 h 27"/>
              <a:gd name="T28" fmla="*/ 14 w 26"/>
              <a:gd name="T29" fmla="*/ 0 h 27"/>
              <a:gd name="T30" fmla="*/ 15 w 26"/>
              <a:gd name="T31" fmla="*/ 2 h 27"/>
              <a:gd name="T32" fmla="*/ 18 w 26"/>
              <a:gd name="T33" fmla="*/ 3 h 27"/>
              <a:gd name="T34" fmla="*/ 20 w 26"/>
              <a:gd name="T35" fmla="*/ 2 h 27"/>
              <a:gd name="T36" fmla="*/ 23 w 26"/>
              <a:gd name="T37" fmla="*/ 5 h 27"/>
              <a:gd name="T38" fmla="*/ 22 w 26"/>
              <a:gd name="T39" fmla="*/ 7 h 27"/>
              <a:gd name="T40" fmla="*/ 24 w 26"/>
              <a:gd name="T41" fmla="*/ 10 h 27"/>
              <a:gd name="T42" fmla="*/ 26 w 26"/>
              <a:gd name="T43" fmla="*/ 10 h 27"/>
              <a:gd name="T44" fmla="*/ 26 w 26"/>
              <a:gd name="T45" fmla="*/ 15 h 27"/>
              <a:gd name="T46" fmla="*/ 24 w 26"/>
              <a:gd name="T47" fmla="*/ 15 h 27"/>
              <a:gd name="T48" fmla="*/ 23 w 26"/>
              <a:gd name="T49" fmla="*/ 19 h 27"/>
              <a:gd name="T50" fmla="*/ 13 w 26"/>
              <a:gd name="T51" fmla="*/ 27 h 27"/>
              <a:gd name="T52" fmla="*/ 12 w 26"/>
              <a:gd name="T53" fmla="*/ 27 h 27"/>
              <a:gd name="T54" fmla="*/ 12 w 26"/>
              <a:gd name="T55" fmla="*/ 25 h 27"/>
              <a:gd name="T56" fmla="*/ 8 w 26"/>
              <a:gd name="T57" fmla="*/ 24 h 27"/>
              <a:gd name="T58" fmla="*/ 7 w 26"/>
              <a:gd name="T59" fmla="*/ 25 h 27"/>
              <a:gd name="T60" fmla="*/ 3 w 26"/>
              <a:gd name="T61" fmla="*/ 22 h 27"/>
              <a:gd name="T62" fmla="*/ 4 w 26"/>
              <a:gd name="T63" fmla="*/ 20 h 27"/>
              <a:gd name="T64" fmla="*/ 2 w 26"/>
              <a:gd name="T65" fmla="*/ 17 h 27"/>
              <a:gd name="T66" fmla="*/ 0 w 26"/>
              <a:gd name="T67" fmla="*/ 17 h 27"/>
              <a:gd name="T68" fmla="*/ 0 w 26"/>
              <a:gd name="T69" fmla="*/ 12 h 27"/>
              <a:gd name="T70" fmla="*/ 2 w 26"/>
              <a:gd name="T71" fmla="*/ 12 h 27"/>
              <a:gd name="T72" fmla="*/ 3 w 26"/>
              <a:gd name="T73" fmla="*/ 8 h 27"/>
              <a:gd name="T74" fmla="*/ 2 w 26"/>
              <a:gd name="T75" fmla="*/ 7 h 27"/>
              <a:gd name="T76" fmla="*/ 5 w 26"/>
              <a:gd name="T77" fmla="*/ 3 h 27"/>
              <a:gd name="T78" fmla="*/ 6 w 26"/>
              <a:gd name="T79" fmla="*/ 4 h 27"/>
              <a:gd name="T80" fmla="*/ 10 w 26"/>
              <a:gd name="T81" fmla="*/ 3 h 27"/>
              <a:gd name="T82" fmla="*/ 10 w 26"/>
              <a:gd name="T83" fmla="*/ 1 h 27"/>
              <a:gd name="T84" fmla="*/ 13 w 26"/>
              <a:gd name="T85" fmla="*/ 0 h 27"/>
              <a:gd name="T86" fmla="*/ 13 w 26"/>
              <a:gd name="T87" fmla="*/ 6 h 27"/>
              <a:gd name="T88" fmla="*/ 7 w 26"/>
              <a:gd name="T89" fmla="*/ 9 h 27"/>
              <a:gd name="T90" fmla="*/ 8 w 26"/>
              <a:gd name="T91" fmla="*/ 19 h 27"/>
              <a:gd name="T92" fmla="*/ 11 w 26"/>
              <a:gd name="T93" fmla="*/ 21 h 27"/>
              <a:gd name="T94" fmla="*/ 13 w 26"/>
              <a:gd name="T95" fmla="*/ 21 h 27"/>
              <a:gd name="T96" fmla="*/ 13 w 26"/>
              <a:gd name="T97" fmla="*/ 27 h 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26" h="27">
                <a:moveTo>
                  <a:pt x="23" y="19"/>
                </a:moveTo>
                <a:cubicBezTo>
                  <a:pt x="25" y="20"/>
                  <a:pt x="25" y="20"/>
                  <a:pt x="25" y="20"/>
                </a:cubicBezTo>
                <a:cubicBezTo>
                  <a:pt x="22" y="24"/>
                  <a:pt x="22" y="24"/>
                  <a:pt x="22" y="24"/>
                </a:cubicBezTo>
                <a:cubicBezTo>
                  <a:pt x="20" y="22"/>
                  <a:pt x="20" y="22"/>
                  <a:pt x="20" y="22"/>
                </a:cubicBezTo>
                <a:cubicBezTo>
                  <a:pt x="19" y="23"/>
                  <a:pt x="18" y="24"/>
                  <a:pt x="17" y="24"/>
                </a:cubicBezTo>
                <a:cubicBezTo>
                  <a:pt x="17" y="26"/>
                  <a:pt x="17" y="26"/>
                  <a:pt x="17" y="26"/>
                </a:cubicBezTo>
                <a:cubicBezTo>
                  <a:pt x="13" y="27"/>
                  <a:pt x="13" y="27"/>
                  <a:pt x="13" y="27"/>
                </a:cubicBezTo>
                <a:cubicBezTo>
                  <a:pt x="13" y="21"/>
                  <a:pt x="13" y="21"/>
                  <a:pt x="13" y="21"/>
                </a:cubicBezTo>
                <a:cubicBezTo>
                  <a:pt x="15" y="21"/>
                  <a:pt x="17" y="20"/>
                  <a:pt x="19" y="18"/>
                </a:cubicBezTo>
                <a:cubicBezTo>
                  <a:pt x="22" y="15"/>
                  <a:pt x="21" y="10"/>
                  <a:pt x="18" y="8"/>
                </a:cubicBezTo>
                <a:cubicBezTo>
                  <a:pt x="18" y="8"/>
                  <a:pt x="18" y="8"/>
                  <a:pt x="18" y="8"/>
                </a:cubicBezTo>
                <a:cubicBezTo>
                  <a:pt x="17" y="7"/>
                  <a:pt x="16" y="7"/>
                  <a:pt x="15" y="6"/>
                </a:cubicBezTo>
                <a:cubicBezTo>
                  <a:pt x="15" y="6"/>
                  <a:pt x="14" y="6"/>
                  <a:pt x="13" y="6"/>
                </a:cubicBezTo>
                <a:cubicBezTo>
                  <a:pt x="13" y="0"/>
                  <a:pt x="13" y="0"/>
                  <a:pt x="13" y="0"/>
                </a:cubicBezTo>
                <a:cubicBezTo>
                  <a:pt x="14" y="0"/>
                  <a:pt x="14" y="0"/>
                  <a:pt x="14" y="0"/>
                </a:cubicBezTo>
                <a:cubicBezTo>
                  <a:pt x="15" y="2"/>
                  <a:pt x="15" y="2"/>
                  <a:pt x="15" y="2"/>
                </a:cubicBezTo>
                <a:cubicBezTo>
                  <a:pt x="16" y="2"/>
                  <a:pt x="17" y="3"/>
                  <a:pt x="18" y="3"/>
                </a:cubicBezTo>
                <a:cubicBezTo>
                  <a:pt x="20" y="2"/>
                  <a:pt x="20" y="2"/>
                  <a:pt x="20" y="2"/>
                </a:cubicBezTo>
                <a:cubicBezTo>
                  <a:pt x="23" y="5"/>
                  <a:pt x="23" y="5"/>
                  <a:pt x="23" y="5"/>
                </a:cubicBezTo>
                <a:cubicBezTo>
                  <a:pt x="22" y="7"/>
                  <a:pt x="22" y="7"/>
                  <a:pt x="22" y="7"/>
                </a:cubicBezTo>
                <a:cubicBezTo>
                  <a:pt x="23" y="8"/>
                  <a:pt x="24" y="9"/>
                  <a:pt x="24" y="10"/>
                </a:cubicBezTo>
                <a:cubicBezTo>
                  <a:pt x="26" y="10"/>
                  <a:pt x="26" y="10"/>
                  <a:pt x="26" y="10"/>
                </a:cubicBezTo>
                <a:cubicBezTo>
                  <a:pt x="26" y="15"/>
                  <a:pt x="26" y="15"/>
                  <a:pt x="26" y="15"/>
                </a:cubicBezTo>
                <a:cubicBezTo>
                  <a:pt x="24" y="15"/>
                  <a:pt x="24" y="15"/>
                  <a:pt x="24" y="15"/>
                </a:cubicBezTo>
                <a:cubicBezTo>
                  <a:pt x="24" y="16"/>
                  <a:pt x="24" y="18"/>
                  <a:pt x="23" y="19"/>
                </a:cubicBezTo>
                <a:close/>
                <a:moveTo>
                  <a:pt x="13" y="27"/>
                </a:moveTo>
                <a:cubicBezTo>
                  <a:pt x="12" y="27"/>
                  <a:pt x="12" y="27"/>
                  <a:pt x="12" y="27"/>
                </a:cubicBezTo>
                <a:cubicBezTo>
                  <a:pt x="12" y="25"/>
                  <a:pt x="12" y="25"/>
                  <a:pt x="12" y="25"/>
                </a:cubicBezTo>
                <a:cubicBezTo>
                  <a:pt x="10" y="25"/>
                  <a:pt x="9" y="24"/>
                  <a:pt x="8" y="24"/>
                </a:cubicBezTo>
                <a:cubicBezTo>
                  <a:pt x="7" y="25"/>
                  <a:pt x="7" y="25"/>
                  <a:pt x="7" y="25"/>
                </a:cubicBezTo>
                <a:cubicBezTo>
                  <a:pt x="3" y="22"/>
                  <a:pt x="3" y="22"/>
                  <a:pt x="3" y="22"/>
                </a:cubicBezTo>
                <a:cubicBezTo>
                  <a:pt x="4" y="20"/>
                  <a:pt x="4" y="20"/>
                  <a:pt x="4" y="20"/>
                </a:cubicBezTo>
                <a:cubicBezTo>
                  <a:pt x="3" y="19"/>
                  <a:pt x="3" y="18"/>
                  <a:pt x="2" y="17"/>
                </a:cubicBezTo>
                <a:cubicBezTo>
                  <a:pt x="0" y="17"/>
                  <a:pt x="0" y="17"/>
                  <a:pt x="0" y="17"/>
                </a:cubicBezTo>
                <a:cubicBezTo>
                  <a:pt x="0" y="12"/>
                  <a:pt x="0" y="12"/>
                  <a:pt x="0" y="12"/>
                </a:cubicBezTo>
                <a:cubicBezTo>
                  <a:pt x="2" y="12"/>
                  <a:pt x="2" y="12"/>
                  <a:pt x="2" y="12"/>
                </a:cubicBezTo>
                <a:cubicBezTo>
                  <a:pt x="2" y="11"/>
                  <a:pt x="2" y="9"/>
                  <a:pt x="3" y="8"/>
                </a:cubicBezTo>
                <a:cubicBezTo>
                  <a:pt x="2" y="7"/>
                  <a:pt x="2" y="7"/>
                  <a:pt x="2" y="7"/>
                </a:cubicBezTo>
                <a:cubicBezTo>
                  <a:pt x="5" y="3"/>
                  <a:pt x="5" y="3"/>
                  <a:pt x="5" y="3"/>
                </a:cubicBezTo>
                <a:cubicBezTo>
                  <a:pt x="6" y="4"/>
                  <a:pt x="6" y="4"/>
                  <a:pt x="6" y="4"/>
                </a:cubicBezTo>
                <a:cubicBezTo>
                  <a:pt x="7" y="4"/>
                  <a:pt x="8" y="3"/>
                  <a:pt x="10" y="3"/>
                </a:cubicBezTo>
                <a:cubicBezTo>
                  <a:pt x="10" y="1"/>
                  <a:pt x="10" y="1"/>
                  <a:pt x="10" y="1"/>
                </a:cubicBezTo>
                <a:cubicBezTo>
                  <a:pt x="13" y="0"/>
                  <a:pt x="13" y="0"/>
                  <a:pt x="13" y="0"/>
                </a:cubicBezTo>
                <a:cubicBezTo>
                  <a:pt x="13" y="6"/>
                  <a:pt x="13" y="6"/>
                  <a:pt x="13" y="6"/>
                </a:cubicBezTo>
                <a:cubicBezTo>
                  <a:pt x="11" y="6"/>
                  <a:pt x="9" y="7"/>
                  <a:pt x="7" y="9"/>
                </a:cubicBezTo>
                <a:cubicBezTo>
                  <a:pt x="5" y="12"/>
                  <a:pt x="5" y="17"/>
                  <a:pt x="8" y="19"/>
                </a:cubicBezTo>
                <a:cubicBezTo>
                  <a:pt x="9" y="20"/>
                  <a:pt x="10" y="20"/>
                  <a:pt x="11" y="21"/>
                </a:cubicBezTo>
                <a:cubicBezTo>
                  <a:pt x="12" y="21"/>
                  <a:pt x="12" y="21"/>
                  <a:pt x="13" y="21"/>
                </a:cubicBezTo>
                <a:lnTo>
                  <a:pt x="13" y="27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99" name="Freeform: Shape 125"/>
          <p:cNvSpPr>
            <a:spLocks/>
          </p:cNvSpPr>
          <p:nvPr/>
        </p:nvSpPr>
        <p:spPr bwMode="auto">
          <a:xfrm>
            <a:off x="7325323" y="1390858"/>
            <a:ext cx="137246" cy="101709"/>
          </a:xfrm>
          <a:custGeom>
            <a:avLst/>
            <a:gdLst>
              <a:gd name="T0" fmla="*/ 16 w 31"/>
              <a:gd name="T1" fmla="*/ 0 h 23"/>
              <a:gd name="T2" fmla="*/ 0 w 31"/>
              <a:gd name="T3" fmla="*/ 15 h 23"/>
              <a:gd name="T4" fmla="*/ 2 w 31"/>
              <a:gd name="T5" fmla="*/ 23 h 23"/>
              <a:gd name="T6" fmla="*/ 2 w 31"/>
              <a:gd name="T7" fmla="*/ 19 h 23"/>
              <a:gd name="T8" fmla="*/ 3 w 31"/>
              <a:gd name="T9" fmla="*/ 17 h 23"/>
              <a:gd name="T10" fmla="*/ 3 w 31"/>
              <a:gd name="T11" fmla="*/ 15 h 23"/>
              <a:gd name="T12" fmla="*/ 16 w 31"/>
              <a:gd name="T13" fmla="*/ 3 h 23"/>
              <a:gd name="T14" fmla="*/ 28 w 31"/>
              <a:gd name="T15" fmla="*/ 15 h 23"/>
              <a:gd name="T16" fmla="*/ 28 w 31"/>
              <a:gd name="T17" fmla="*/ 17 h 23"/>
              <a:gd name="T18" fmla="*/ 29 w 31"/>
              <a:gd name="T19" fmla="*/ 19 h 23"/>
              <a:gd name="T20" fmla="*/ 29 w 31"/>
              <a:gd name="T21" fmla="*/ 23 h 23"/>
              <a:gd name="T22" fmla="*/ 31 w 31"/>
              <a:gd name="T23" fmla="*/ 15 h 23"/>
              <a:gd name="T24" fmla="*/ 16 w 31"/>
              <a:gd name="T25" fmla="*/ 0 h 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1" h="23">
                <a:moveTo>
                  <a:pt x="16" y="0"/>
                </a:moveTo>
                <a:cubicBezTo>
                  <a:pt x="7" y="0"/>
                  <a:pt x="0" y="7"/>
                  <a:pt x="0" y="15"/>
                </a:cubicBezTo>
                <a:cubicBezTo>
                  <a:pt x="0" y="18"/>
                  <a:pt x="1" y="21"/>
                  <a:pt x="2" y="23"/>
                </a:cubicBezTo>
                <a:cubicBezTo>
                  <a:pt x="2" y="19"/>
                  <a:pt x="2" y="19"/>
                  <a:pt x="2" y="19"/>
                </a:cubicBezTo>
                <a:cubicBezTo>
                  <a:pt x="2" y="18"/>
                  <a:pt x="3" y="17"/>
                  <a:pt x="3" y="17"/>
                </a:cubicBezTo>
                <a:cubicBezTo>
                  <a:pt x="3" y="16"/>
                  <a:pt x="3" y="16"/>
                  <a:pt x="3" y="15"/>
                </a:cubicBezTo>
                <a:cubicBezTo>
                  <a:pt x="3" y="8"/>
                  <a:pt x="9" y="3"/>
                  <a:pt x="16" y="3"/>
                </a:cubicBezTo>
                <a:cubicBezTo>
                  <a:pt x="23" y="3"/>
                  <a:pt x="28" y="8"/>
                  <a:pt x="28" y="15"/>
                </a:cubicBezTo>
                <a:cubicBezTo>
                  <a:pt x="28" y="16"/>
                  <a:pt x="28" y="16"/>
                  <a:pt x="28" y="17"/>
                </a:cubicBezTo>
                <a:cubicBezTo>
                  <a:pt x="29" y="17"/>
                  <a:pt x="29" y="18"/>
                  <a:pt x="29" y="19"/>
                </a:cubicBezTo>
                <a:cubicBezTo>
                  <a:pt x="29" y="23"/>
                  <a:pt x="29" y="23"/>
                  <a:pt x="29" y="23"/>
                </a:cubicBezTo>
                <a:cubicBezTo>
                  <a:pt x="30" y="21"/>
                  <a:pt x="31" y="18"/>
                  <a:pt x="31" y="15"/>
                </a:cubicBezTo>
                <a:cubicBezTo>
                  <a:pt x="31" y="7"/>
                  <a:pt x="24" y="0"/>
                  <a:pt x="16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00" name="Freeform: Shape 126"/>
          <p:cNvSpPr>
            <a:spLocks/>
          </p:cNvSpPr>
          <p:nvPr/>
        </p:nvSpPr>
        <p:spPr bwMode="auto">
          <a:xfrm>
            <a:off x="7338803" y="1461932"/>
            <a:ext cx="30635" cy="52693"/>
          </a:xfrm>
          <a:custGeom>
            <a:avLst/>
            <a:gdLst>
              <a:gd name="T0" fmla="*/ 0 w 7"/>
              <a:gd name="T1" fmla="*/ 2 h 12"/>
              <a:gd name="T2" fmla="*/ 0 w 7"/>
              <a:gd name="T3" fmla="*/ 3 h 12"/>
              <a:gd name="T4" fmla="*/ 0 w 7"/>
              <a:gd name="T5" fmla="*/ 7 h 12"/>
              <a:gd name="T6" fmla="*/ 0 w 7"/>
              <a:gd name="T7" fmla="*/ 8 h 12"/>
              <a:gd name="T8" fmla="*/ 5 w 7"/>
              <a:gd name="T9" fmla="*/ 12 h 12"/>
              <a:gd name="T10" fmla="*/ 7 w 7"/>
              <a:gd name="T11" fmla="*/ 12 h 12"/>
              <a:gd name="T12" fmla="*/ 7 w 7"/>
              <a:gd name="T13" fmla="*/ 0 h 12"/>
              <a:gd name="T14" fmla="*/ 5 w 7"/>
              <a:gd name="T15" fmla="*/ 0 h 12"/>
              <a:gd name="T16" fmla="*/ 0 w 7"/>
              <a:gd name="T17" fmla="*/ 2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" h="12">
                <a:moveTo>
                  <a:pt x="0" y="2"/>
                </a:moveTo>
                <a:cubicBezTo>
                  <a:pt x="0" y="2"/>
                  <a:pt x="0" y="2"/>
                  <a:pt x="0" y="3"/>
                </a:cubicBezTo>
                <a:cubicBezTo>
                  <a:pt x="0" y="7"/>
                  <a:pt x="0" y="7"/>
                  <a:pt x="0" y="7"/>
                </a:cubicBezTo>
                <a:cubicBezTo>
                  <a:pt x="0" y="8"/>
                  <a:pt x="0" y="8"/>
                  <a:pt x="0" y="8"/>
                </a:cubicBezTo>
                <a:cubicBezTo>
                  <a:pt x="0" y="10"/>
                  <a:pt x="2" y="12"/>
                  <a:pt x="5" y="12"/>
                </a:cubicBezTo>
                <a:cubicBezTo>
                  <a:pt x="7" y="12"/>
                  <a:pt x="7" y="12"/>
                  <a:pt x="7" y="12"/>
                </a:cubicBezTo>
                <a:cubicBezTo>
                  <a:pt x="7" y="0"/>
                  <a:pt x="7" y="0"/>
                  <a:pt x="7" y="0"/>
                </a:cubicBezTo>
                <a:cubicBezTo>
                  <a:pt x="5" y="0"/>
                  <a:pt x="5" y="0"/>
                  <a:pt x="5" y="0"/>
                </a:cubicBezTo>
                <a:cubicBezTo>
                  <a:pt x="3" y="0"/>
                  <a:pt x="1" y="1"/>
                  <a:pt x="0" y="2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01" name="Freeform: Shape 127"/>
          <p:cNvSpPr>
            <a:spLocks/>
          </p:cNvSpPr>
          <p:nvPr/>
        </p:nvSpPr>
        <p:spPr bwMode="auto">
          <a:xfrm>
            <a:off x="7418455" y="1461932"/>
            <a:ext cx="30635" cy="52693"/>
          </a:xfrm>
          <a:custGeom>
            <a:avLst/>
            <a:gdLst>
              <a:gd name="T0" fmla="*/ 7 w 7"/>
              <a:gd name="T1" fmla="*/ 8 h 12"/>
              <a:gd name="T2" fmla="*/ 7 w 7"/>
              <a:gd name="T3" fmla="*/ 7 h 12"/>
              <a:gd name="T4" fmla="*/ 7 w 7"/>
              <a:gd name="T5" fmla="*/ 3 h 12"/>
              <a:gd name="T6" fmla="*/ 7 w 7"/>
              <a:gd name="T7" fmla="*/ 2 h 12"/>
              <a:gd name="T8" fmla="*/ 2 w 7"/>
              <a:gd name="T9" fmla="*/ 0 h 12"/>
              <a:gd name="T10" fmla="*/ 0 w 7"/>
              <a:gd name="T11" fmla="*/ 0 h 12"/>
              <a:gd name="T12" fmla="*/ 0 w 7"/>
              <a:gd name="T13" fmla="*/ 12 h 12"/>
              <a:gd name="T14" fmla="*/ 2 w 7"/>
              <a:gd name="T15" fmla="*/ 12 h 12"/>
              <a:gd name="T16" fmla="*/ 7 w 7"/>
              <a:gd name="T17" fmla="*/ 8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" h="12">
                <a:moveTo>
                  <a:pt x="7" y="8"/>
                </a:moveTo>
                <a:cubicBezTo>
                  <a:pt x="7" y="7"/>
                  <a:pt x="7" y="7"/>
                  <a:pt x="7" y="7"/>
                </a:cubicBezTo>
                <a:cubicBezTo>
                  <a:pt x="7" y="3"/>
                  <a:pt x="7" y="3"/>
                  <a:pt x="7" y="3"/>
                </a:cubicBezTo>
                <a:cubicBezTo>
                  <a:pt x="7" y="3"/>
                  <a:pt x="7" y="2"/>
                  <a:pt x="7" y="2"/>
                </a:cubicBezTo>
                <a:cubicBezTo>
                  <a:pt x="7" y="1"/>
                  <a:pt x="5" y="0"/>
                  <a:pt x="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2"/>
                  <a:pt x="0" y="12"/>
                  <a:pt x="0" y="12"/>
                </a:cubicBezTo>
                <a:cubicBezTo>
                  <a:pt x="2" y="12"/>
                  <a:pt x="2" y="12"/>
                  <a:pt x="2" y="12"/>
                </a:cubicBezTo>
                <a:cubicBezTo>
                  <a:pt x="5" y="12"/>
                  <a:pt x="7" y="10"/>
                  <a:pt x="7" y="8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02" name="Freeform: Shape 128"/>
          <p:cNvSpPr>
            <a:spLocks/>
          </p:cNvSpPr>
          <p:nvPr/>
        </p:nvSpPr>
        <p:spPr bwMode="auto">
          <a:xfrm>
            <a:off x="7881661" y="3037816"/>
            <a:ext cx="186263" cy="137246"/>
          </a:xfrm>
          <a:custGeom>
            <a:avLst/>
            <a:gdLst>
              <a:gd name="T0" fmla="*/ 28 w 42"/>
              <a:gd name="T1" fmla="*/ 31 h 31"/>
              <a:gd name="T2" fmla="*/ 42 w 42"/>
              <a:gd name="T3" fmla="*/ 31 h 31"/>
              <a:gd name="T4" fmla="*/ 42 w 42"/>
              <a:gd name="T5" fmla="*/ 0 h 31"/>
              <a:gd name="T6" fmla="*/ 28 w 42"/>
              <a:gd name="T7" fmla="*/ 0 h 31"/>
              <a:gd name="T8" fmla="*/ 28 w 42"/>
              <a:gd name="T9" fmla="*/ 13 h 31"/>
              <a:gd name="T10" fmla="*/ 38 w 42"/>
              <a:gd name="T11" fmla="*/ 27 h 31"/>
              <a:gd name="T12" fmla="*/ 28 w 42"/>
              <a:gd name="T13" fmla="*/ 27 h 31"/>
              <a:gd name="T14" fmla="*/ 28 w 42"/>
              <a:gd name="T15" fmla="*/ 31 h 31"/>
              <a:gd name="T16" fmla="*/ 19 w 42"/>
              <a:gd name="T17" fmla="*/ 31 h 31"/>
              <a:gd name="T18" fmla="*/ 28 w 42"/>
              <a:gd name="T19" fmla="*/ 31 h 31"/>
              <a:gd name="T20" fmla="*/ 28 w 42"/>
              <a:gd name="T21" fmla="*/ 27 h 31"/>
              <a:gd name="T22" fmla="*/ 22 w 42"/>
              <a:gd name="T23" fmla="*/ 27 h 31"/>
              <a:gd name="T24" fmla="*/ 21 w 42"/>
              <a:gd name="T25" fmla="*/ 26 h 31"/>
              <a:gd name="T26" fmla="*/ 19 w 42"/>
              <a:gd name="T27" fmla="*/ 23 h 31"/>
              <a:gd name="T28" fmla="*/ 19 w 42"/>
              <a:gd name="T29" fmla="*/ 25 h 31"/>
              <a:gd name="T30" fmla="*/ 20 w 42"/>
              <a:gd name="T31" fmla="*/ 27 h 31"/>
              <a:gd name="T32" fmla="*/ 19 w 42"/>
              <a:gd name="T33" fmla="*/ 27 h 31"/>
              <a:gd name="T34" fmla="*/ 19 w 42"/>
              <a:gd name="T35" fmla="*/ 31 h 31"/>
              <a:gd name="T36" fmla="*/ 28 w 42"/>
              <a:gd name="T37" fmla="*/ 0 h 31"/>
              <a:gd name="T38" fmla="*/ 19 w 42"/>
              <a:gd name="T39" fmla="*/ 0 h 31"/>
              <a:gd name="T40" fmla="*/ 19 w 42"/>
              <a:gd name="T41" fmla="*/ 20 h 31"/>
              <a:gd name="T42" fmla="*/ 26 w 42"/>
              <a:gd name="T43" fmla="*/ 10 h 31"/>
              <a:gd name="T44" fmla="*/ 26 w 42"/>
              <a:gd name="T45" fmla="*/ 10 h 31"/>
              <a:gd name="T46" fmla="*/ 28 w 42"/>
              <a:gd name="T47" fmla="*/ 13 h 31"/>
              <a:gd name="T48" fmla="*/ 28 w 42"/>
              <a:gd name="T49" fmla="*/ 0 h 31"/>
              <a:gd name="T50" fmla="*/ 12 w 42"/>
              <a:gd name="T51" fmla="*/ 31 h 31"/>
              <a:gd name="T52" fmla="*/ 19 w 42"/>
              <a:gd name="T53" fmla="*/ 31 h 31"/>
              <a:gd name="T54" fmla="*/ 19 w 42"/>
              <a:gd name="T55" fmla="*/ 27 h 31"/>
              <a:gd name="T56" fmla="*/ 14 w 42"/>
              <a:gd name="T57" fmla="*/ 27 h 31"/>
              <a:gd name="T58" fmla="*/ 12 w 42"/>
              <a:gd name="T59" fmla="*/ 27 h 31"/>
              <a:gd name="T60" fmla="*/ 12 w 42"/>
              <a:gd name="T61" fmla="*/ 31 h 31"/>
              <a:gd name="T62" fmla="*/ 19 w 42"/>
              <a:gd name="T63" fmla="*/ 0 h 31"/>
              <a:gd name="T64" fmla="*/ 12 w 42"/>
              <a:gd name="T65" fmla="*/ 0 h 31"/>
              <a:gd name="T66" fmla="*/ 12 w 42"/>
              <a:gd name="T67" fmla="*/ 6 h 31"/>
              <a:gd name="T68" fmla="*/ 13 w 42"/>
              <a:gd name="T69" fmla="*/ 8 h 31"/>
              <a:gd name="T70" fmla="*/ 12 w 42"/>
              <a:gd name="T71" fmla="*/ 10 h 31"/>
              <a:gd name="T72" fmla="*/ 12 w 42"/>
              <a:gd name="T73" fmla="*/ 16 h 31"/>
              <a:gd name="T74" fmla="*/ 12 w 42"/>
              <a:gd name="T75" fmla="*/ 16 h 31"/>
              <a:gd name="T76" fmla="*/ 17 w 42"/>
              <a:gd name="T77" fmla="*/ 23 h 31"/>
              <a:gd name="T78" fmla="*/ 19 w 42"/>
              <a:gd name="T79" fmla="*/ 25 h 31"/>
              <a:gd name="T80" fmla="*/ 19 w 42"/>
              <a:gd name="T81" fmla="*/ 23 h 31"/>
              <a:gd name="T82" fmla="*/ 18 w 42"/>
              <a:gd name="T83" fmla="*/ 22 h 31"/>
              <a:gd name="T84" fmla="*/ 19 w 42"/>
              <a:gd name="T85" fmla="*/ 20 h 31"/>
              <a:gd name="T86" fmla="*/ 19 w 42"/>
              <a:gd name="T87" fmla="*/ 0 h 31"/>
              <a:gd name="T88" fmla="*/ 0 w 42"/>
              <a:gd name="T89" fmla="*/ 31 h 31"/>
              <a:gd name="T90" fmla="*/ 12 w 42"/>
              <a:gd name="T91" fmla="*/ 31 h 31"/>
              <a:gd name="T92" fmla="*/ 12 w 42"/>
              <a:gd name="T93" fmla="*/ 27 h 31"/>
              <a:gd name="T94" fmla="*/ 4 w 42"/>
              <a:gd name="T95" fmla="*/ 27 h 31"/>
              <a:gd name="T96" fmla="*/ 4 w 42"/>
              <a:gd name="T97" fmla="*/ 27 h 31"/>
              <a:gd name="T98" fmla="*/ 12 w 42"/>
              <a:gd name="T99" fmla="*/ 16 h 31"/>
              <a:gd name="T100" fmla="*/ 12 w 42"/>
              <a:gd name="T101" fmla="*/ 10 h 31"/>
              <a:gd name="T102" fmla="*/ 10 w 42"/>
              <a:gd name="T103" fmla="*/ 11 h 31"/>
              <a:gd name="T104" fmla="*/ 6 w 42"/>
              <a:gd name="T105" fmla="*/ 8 h 31"/>
              <a:gd name="T106" fmla="*/ 10 w 42"/>
              <a:gd name="T107" fmla="*/ 4 h 31"/>
              <a:gd name="T108" fmla="*/ 10 w 42"/>
              <a:gd name="T109" fmla="*/ 4 h 31"/>
              <a:gd name="T110" fmla="*/ 12 w 42"/>
              <a:gd name="T111" fmla="*/ 6 h 31"/>
              <a:gd name="T112" fmla="*/ 12 w 42"/>
              <a:gd name="T113" fmla="*/ 0 h 31"/>
              <a:gd name="T114" fmla="*/ 0 w 42"/>
              <a:gd name="T115" fmla="*/ 0 h 31"/>
              <a:gd name="T116" fmla="*/ 0 w 42"/>
              <a:gd name="T117" fmla="*/ 31 h 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2" h="31">
                <a:moveTo>
                  <a:pt x="28" y="31"/>
                </a:moveTo>
                <a:cubicBezTo>
                  <a:pt x="42" y="31"/>
                  <a:pt x="42" y="31"/>
                  <a:pt x="42" y="31"/>
                </a:cubicBezTo>
                <a:cubicBezTo>
                  <a:pt x="42" y="0"/>
                  <a:pt x="42" y="0"/>
                  <a:pt x="42" y="0"/>
                </a:cubicBezTo>
                <a:cubicBezTo>
                  <a:pt x="28" y="0"/>
                  <a:pt x="28" y="0"/>
                  <a:pt x="28" y="0"/>
                </a:cubicBezTo>
                <a:cubicBezTo>
                  <a:pt x="28" y="13"/>
                  <a:pt x="28" y="13"/>
                  <a:pt x="28" y="13"/>
                </a:cubicBezTo>
                <a:cubicBezTo>
                  <a:pt x="38" y="27"/>
                  <a:pt x="38" y="27"/>
                  <a:pt x="38" y="27"/>
                </a:cubicBezTo>
                <a:cubicBezTo>
                  <a:pt x="28" y="27"/>
                  <a:pt x="28" y="27"/>
                  <a:pt x="28" y="27"/>
                </a:cubicBezTo>
                <a:lnTo>
                  <a:pt x="28" y="31"/>
                </a:lnTo>
                <a:close/>
                <a:moveTo>
                  <a:pt x="19" y="31"/>
                </a:moveTo>
                <a:cubicBezTo>
                  <a:pt x="28" y="31"/>
                  <a:pt x="28" y="31"/>
                  <a:pt x="28" y="31"/>
                </a:cubicBezTo>
                <a:cubicBezTo>
                  <a:pt x="28" y="27"/>
                  <a:pt x="28" y="27"/>
                  <a:pt x="28" y="27"/>
                </a:cubicBezTo>
                <a:cubicBezTo>
                  <a:pt x="22" y="27"/>
                  <a:pt x="22" y="27"/>
                  <a:pt x="22" y="27"/>
                </a:cubicBezTo>
                <a:cubicBezTo>
                  <a:pt x="21" y="26"/>
                  <a:pt x="21" y="26"/>
                  <a:pt x="21" y="26"/>
                </a:cubicBezTo>
                <a:cubicBezTo>
                  <a:pt x="19" y="23"/>
                  <a:pt x="19" y="23"/>
                  <a:pt x="19" y="23"/>
                </a:cubicBezTo>
                <a:cubicBezTo>
                  <a:pt x="19" y="25"/>
                  <a:pt x="19" y="25"/>
                  <a:pt x="19" y="25"/>
                </a:cubicBezTo>
                <a:cubicBezTo>
                  <a:pt x="20" y="27"/>
                  <a:pt x="20" y="27"/>
                  <a:pt x="20" y="27"/>
                </a:cubicBezTo>
                <a:cubicBezTo>
                  <a:pt x="19" y="27"/>
                  <a:pt x="19" y="27"/>
                  <a:pt x="19" y="27"/>
                </a:cubicBezTo>
                <a:cubicBezTo>
                  <a:pt x="19" y="31"/>
                  <a:pt x="19" y="31"/>
                  <a:pt x="19" y="31"/>
                </a:cubicBezTo>
                <a:close/>
                <a:moveTo>
                  <a:pt x="28" y="0"/>
                </a:moveTo>
                <a:cubicBezTo>
                  <a:pt x="19" y="0"/>
                  <a:pt x="19" y="0"/>
                  <a:pt x="19" y="0"/>
                </a:cubicBezTo>
                <a:cubicBezTo>
                  <a:pt x="19" y="20"/>
                  <a:pt x="19" y="20"/>
                  <a:pt x="19" y="20"/>
                </a:cubicBezTo>
                <a:cubicBezTo>
                  <a:pt x="26" y="10"/>
                  <a:pt x="26" y="10"/>
                  <a:pt x="26" y="10"/>
                </a:cubicBezTo>
                <a:cubicBezTo>
                  <a:pt x="26" y="10"/>
                  <a:pt x="26" y="10"/>
                  <a:pt x="26" y="10"/>
                </a:cubicBezTo>
                <a:cubicBezTo>
                  <a:pt x="28" y="13"/>
                  <a:pt x="28" y="13"/>
                  <a:pt x="28" y="13"/>
                </a:cubicBezTo>
                <a:lnTo>
                  <a:pt x="28" y="0"/>
                </a:lnTo>
                <a:close/>
                <a:moveTo>
                  <a:pt x="12" y="31"/>
                </a:moveTo>
                <a:cubicBezTo>
                  <a:pt x="19" y="31"/>
                  <a:pt x="19" y="31"/>
                  <a:pt x="19" y="31"/>
                </a:cubicBezTo>
                <a:cubicBezTo>
                  <a:pt x="19" y="27"/>
                  <a:pt x="19" y="27"/>
                  <a:pt x="19" y="27"/>
                </a:cubicBezTo>
                <a:cubicBezTo>
                  <a:pt x="14" y="27"/>
                  <a:pt x="14" y="27"/>
                  <a:pt x="14" y="27"/>
                </a:cubicBezTo>
                <a:cubicBezTo>
                  <a:pt x="12" y="27"/>
                  <a:pt x="12" y="27"/>
                  <a:pt x="12" y="27"/>
                </a:cubicBezTo>
                <a:cubicBezTo>
                  <a:pt x="12" y="31"/>
                  <a:pt x="12" y="31"/>
                  <a:pt x="12" y="31"/>
                </a:cubicBezTo>
                <a:close/>
                <a:moveTo>
                  <a:pt x="19" y="0"/>
                </a:moveTo>
                <a:cubicBezTo>
                  <a:pt x="12" y="0"/>
                  <a:pt x="12" y="0"/>
                  <a:pt x="12" y="0"/>
                </a:cubicBezTo>
                <a:cubicBezTo>
                  <a:pt x="12" y="6"/>
                  <a:pt x="12" y="6"/>
                  <a:pt x="12" y="6"/>
                </a:cubicBezTo>
                <a:cubicBezTo>
                  <a:pt x="13" y="6"/>
                  <a:pt x="13" y="7"/>
                  <a:pt x="13" y="8"/>
                </a:cubicBezTo>
                <a:cubicBezTo>
                  <a:pt x="13" y="8"/>
                  <a:pt x="13" y="9"/>
                  <a:pt x="12" y="10"/>
                </a:cubicBezTo>
                <a:cubicBezTo>
                  <a:pt x="12" y="16"/>
                  <a:pt x="12" y="16"/>
                  <a:pt x="12" y="16"/>
                </a:cubicBezTo>
                <a:cubicBezTo>
                  <a:pt x="12" y="16"/>
                  <a:pt x="12" y="16"/>
                  <a:pt x="12" y="16"/>
                </a:cubicBezTo>
                <a:cubicBezTo>
                  <a:pt x="17" y="23"/>
                  <a:pt x="17" y="23"/>
                  <a:pt x="17" y="23"/>
                </a:cubicBezTo>
                <a:cubicBezTo>
                  <a:pt x="19" y="25"/>
                  <a:pt x="19" y="25"/>
                  <a:pt x="19" y="25"/>
                </a:cubicBezTo>
                <a:cubicBezTo>
                  <a:pt x="19" y="23"/>
                  <a:pt x="19" y="23"/>
                  <a:pt x="19" y="23"/>
                </a:cubicBezTo>
                <a:cubicBezTo>
                  <a:pt x="18" y="22"/>
                  <a:pt x="18" y="22"/>
                  <a:pt x="18" y="22"/>
                </a:cubicBezTo>
                <a:cubicBezTo>
                  <a:pt x="19" y="20"/>
                  <a:pt x="19" y="20"/>
                  <a:pt x="19" y="20"/>
                </a:cubicBezTo>
                <a:lnTo>
                  <a:pt x="19" y="0"/>
                </a:lnTo>
                <a:close/>
                <a:moveTo>
                  <a:pt x="0" y="31"/>
                </a:moveTo>
                <a:cubicBezTo>
                  <a:pt x="12" y="31"/>
                  <a:pt x="12" y="31"/>
                  <a:pt x="12" y="31"/>
                </a:cubicBezTo>
                <a:cubicBezTo>
                  <a:pt x="12" y="27"/>
                  <a:pt x="12" y="27"/>
                  <a:pt x="12" y="27"/>
                </a:cubicBezTo>
                <a:cubicBezTo>
                  <a:pt x="4" y="27"/>
                  <a:pt x="4" y="27"/>
                  <a:pt x="4" y="27"/>
                </a:cubicBezTo>
                <a:cubicBezTo>
                  <a:pt x="4" y="27"/>
                  <a:pt x="4" y="27"/>
                  <a:pt x="4" y="27"/>
                </a:cubicBezTo>
                <a:cubicBezTo>
                  <a:pt x="12" y="16"/>
                  <a:pt x="12" y="16"/>
                  <a:pt x="12" y="16"/>
                </a:cubicBezTo>
                <a:cubicBezTo>
                  <a:pt x="12" y="10"/>
                  <a:pt x="12" y="10"/>
                  <a:pt x="12" y="10"/>
                </a:cubicBezTo>
                <a:cubicBezTo>
                  <a:pt x="12" y="10"/>
                  <a:pt x="11" y="11"/>
                  <a:pt x="10" y="11"/>
                </a:cubicBezTo>
                <a:cubicBezTo>
                  <a:pt x="8" y="11"/>
                  <a:pt x="6" y="9"/>
                  <a:pt x="6" y="8"/>
                </a:cubicBezTo>
                <a:cubicBezTo>
                  <a:pt x="6" y="6"/>
                  <a:pt x="8" y="4"/>
                  <a:pt x="10" y="4"/>
                </a:cubicBezTo>
                <a:cubicBezTo>
                  <a:pt x="10" y="4"/>
                  <a:pt x="10" y="4"/>
                  <a:pt x="10" y="4"/>
                </a:cubicBezTo>
                <a:cubicBezTo>
                  <a:pt x="11" y="4"/>
                  <a:pt x="12" y="5"/>
                  <a:pt x="12" y="6"/>
                </a:cubicBezTo>
                <a:cubicBezTo>
                  <a:pt x="12" y="0"/>
                  <a:pt x="12" y="0"/>
                  <a:pt x="12" y="0"/>
                </a:cubicBezTo>
                <a:cubicBezTo>
                  <a:pt x="0" y="0"/>
                  <a:pt x="0" y="0"/>
                  <a:pt x="0" y="0"/>
                </a:cubicBezTo>
                <a:lnTo>
                  <a:pt x="0" y="3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03" name="Freeform: Shape 129"/>
          <p:cNvSpPr>
            <a:spLocks/>
          </p:cNvSpPr>
          <p:nvPr/>
        </p:nvSpPr>
        <p:spPr bwMode="auto">
          <a:xfrm>
            <a:off x="7661086" y="2048906"/>
            <a:ext cx="93131" cy="115189"/>
          </a:xfrm>
          <a:custGeom>
            <a:avLst/>
            <a:gdLst>
              <a:gd name="T0" fmla="*/ 3 w 21"/>
              <a:gd name="T1" fmla="*/ 23 h 26"/>
              <a:gd name="T2" fmla="*/ 3 w 21"/>
              <a:gd name="T3" fmla="*/ 22 h 26"/>
              <a:gd name="T4" fmla="*/ 3 w 21"/>
              <a:gd name="T5" fmla="*/ 22 h 26"/>
              <a:gd name="T6" fmla="*/ 3 w 21"/>
              <a:gd name="T7" fmla="*/ 6 h 26"/>
              <a:gd name="T8" fmla="*/ 18 w 21"/>
              <a:gd name="T9" fmla="*/ 6 h 26"/>
              <a:gd name="T10" fmla="*/ 18 w 21"/>
              <a:gd name="T11" fmla="*/ 17 h 26"/>
              <a:gd name="T12" fmla="*/ 17 w 21"/>
              <a:gd name="T13" fmla="*/ 17 h 26"/>
              <a:gd name="T14" fmla="*/ 12 w 21"/>
              <a:gd name="T15" fmla="*/ 22 h 26"/>
              <a:gd name="T16" fmla="*/ 17 w 21"/>
              <a:gd name="T17" fmla="*/ 26 h 26"/>
              <a:gd name="T18" fmla="*/ 21 w 21"/>
              <a:gd name="T19" fmla="*/ 22 h 26"/>
              <a:gd name="T20" fmla="*/ 21 w 21"/>
              <a:gd name="T21" fmla="*/ 22 h 26"/>
              <a:gd name="T22" fmla="*/ 21 w 21"/>
              <a:gd name="T23" fmla="*/ 22 h 26"/>
              <a:gd name="T24" fmla="*/ 21 w 21"/>
              <a:gd name="T25" fmla="*/ 6 h 26"/>
              <a:gd name="T26" fmla="*/ 21 w 21"/>
              <a:gd name="T27" fmla="*/ 0 h 26"/>
              <a:gd name="T28" fmla="*/ 18 w 21"/>
              <a:gd name="T29" fmla="*/ 0 h 26"/>
              <a:gd name="T30" fmla="*/ 3 w 21"/>
              <a:gd name="T31" fmla="*/ 0 h 26"/>
              <a:gd name="T32" fmla="*/ 0 w 21"/>
              <a:gd name="T33" fmla="*/ 0 h 26"/>
              <a:gd name="T34" fmla="*/ 0 w 21"/>
              <a:gd name="T35" fmla="*/ 6 h 26"/>
              <a:gd name="T36" fmla="*/ 0 w 21"/>
              <a:gd name="T37" fmla="*/ 17 h 26"/>
              <a:gd name="T38" fmla="*/ 0 w 21"/>
              <a:gd name="T39" fmla="*/ 17 h 26"/>
              <a:gd name="T40" fmla="*/ 3 w 21"/>
              <a:gd name="T41" fmla="*/ 23 h 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1" h="26">
                <a:moveTo>
                  <a:pt x="3" y="23"/>
                </a:moveTo>
                <a:cubicBezTo>
                  <a:pt x="3" y="22"/>
                  <a:pt x="3" y="22"/>
                  <a:pt x="3" y="22"/>
                </a:cubicBezTo>
                <a:cubicBezTo>
                  <a:pt x="3" y="22"/>
                  <a:pt x="3" y="22"/>
                  <a:pt x="3" y="22"/>
                </a:cubicBezTo>
                <a:cubicBezTo>
                  <a:pt x="3" y="6"/>
                  <a:pt x="3" y="6"/>
                  <a:pt x="3" y="6"/>
                </a:cubicBezTo>
                <a:cubicBezTo>
                  <a:pt x="18" y="6"/>
                  <a:pt x="18" y="6"/>
                  <a:pt x="18" y="6"/>
                </a:cubicBezTo>
                <a:cubicBezTo>
                  <a:pt x="18" y="17"/>
                  <a:pt x="18" y="17"/>
                  <a:pt x="18" y="17"/>
                </a:cubicBezTo>
                <a:cubicBezTo>
                  <a:pt x="18" y="17"/>
                  <a:pt x="17" y="17"/>
                  <a:pt x="17" y="17"/>
                </a:cubicBezTo>
                <a:cubicBezTo>
                  <a:pt x="14" y="17"/>
                  <a:pt x="12" y="19"/>
                  <a:pt x="12" y="22"/>
                </a:cubicBezTo>
                <a:cubicBezTo>
                  <a:pt x="12" y="24"/>
                  <a:pt x="14" y="26"/>
                  <a:pt x="17" y="26"/>
                </a:cubicBezTo>
                <a:cubicBezTo>
                  <a:pt x="19" y="26"/>
                  <a:pt x="21" y="24"/>
                  <a:pt x="21" y="22"/>
                </a:cubicBezTo>
                <a:cubicBezTo>
                  <a:pt x="21" y="22"/>
                  <a:pt x="21" y="22"/>
                  <a:pt x="21" y="22"/>
                </a:cubicBezTo>
                <a:cubicBezTo>
                  <a:pt x="21" y="22"/>
                  <a:pt x="21" y="22"/>
                  <a:pt x="21" y="22"/>
                </a:cubicBezTo>
                <a:cubicBezTo>
                  <a:pt x="21" y="6"/>
                  <a:pt x="21" y="6"/>
                  <a:pt x="21" y="6"/>
                </a:cubicBezTo>
                <a:cubicBezTo>
                  <a:pt x="21" y="0"/>
                  <a:pt x="21" y="0"/>
                  <a:pt x="21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3" y="0"/>
                  <a:pt x="3" y="0"/>
                  <a:pt x="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6"/>
                  <a:pt x="0" y="6"/>
                  <a:pt x="0" y="6"/>
                </a:cubicBezTo>
                <a:cubicBezTo>
                  <a:pt x="0" y="17"/>
                  <a:pt x="0" y="17"/>
                  <a:pt x="0" y="17"/>
                </a:cubicBezTo>
                <a:cubicBezTo>
                  <a:pt x="0" y="17"/>
                  <a:pt x="0" y="17"/>
                  <a:pt x="0" y="17"/>
                </a:cubicBezTo>
                <a:cubicBezTo>
                  <a:pt x="1" y="19"/>
                  <a:pt x="2" y="21"/>
                  <a:pt x="3" y="23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5" name="Freeform: Shape 61"/>
          <p:cNvSpPr>
            <a:spLocks/>
          </p:cNvSpPr>
          <p:nvPr/>
        </p:nvSpPr>
        <p:spPr bwMode="auto">
          <a:xfrm>
            <a:off x="5133489" y="1398039"/>
            <a:ext cx="2829064" cy="2829064"/>
          </a:xfrm>
          <a:custGeom>
            <a:avLst/>
            <a:gdLst>
              <a:gd name="T0" fmla="*/ 315 w 630"/>
              <a:gd name="T1" fmla="*/ 19 h 630"/>
              <a:gd name="T2" fmla="*/ 611 w 630"/>
              <a:gd name="T3" fmla="*/ 315 h 630"/>
              <a:gd name="T4" fmla="*/ 315 w 630"/>
              <a:gd name="T5" fmla="*/ 611 h 630"/>
              <a:gd name="T6" fmla="*/ 315 w 630"/>
              <a:gd name="T7" fmla="*/ 630 h 630"/>
              <a:gd name="T8" fmla="*/ 630 w 630"/>
              <a:gd name="T9" fmla="*/ 315 h 630"/>
              <a:gd name="T10" fmla="*/ 315 w 630"/>
              <a:gd name="T11" fmla="*/ 0 h 630"/>
              <a:gd name="T12" fmla="*/ 315 w 630"/>
              <a:gd name="T13" fmla="*/ 19 h 630"/>
              <a:gd name="T14" fmla="*/ 315 w 630"/>
              <a:gd name="T15" fmla="*/ 611 h 630"/>
              <a:gd name="T16" fmla="*/ 19 w 630"/>
              <a:gd name="T17" fmla="*/ 315 h 630"/>
              <a:gd name="T18" fmla="*/ 315 w 630"/>
              <a:gd name="T19" fmla="*/ 19 h 630"/>
              <a:gd name="T20" fmla="*/ 315 w 630"/>
              <a:gd name="T21" fmla="*/ 0 h 630"/>
              <a:gd name="T22" fmla="*/ 0 w 630"/>
              <a:gd name="T23" fmla="*/ 315 h 630"/>
              <a:gd name="T24" fmla="*/ 315 w 630"/>
              <a:gd name="T25" fmla="*/ 630 h 630"/>
              <a:gd name="T26" fmla="*/ 315 w 630"/>
              <a:gd name="T27" fmla="*/ 611 h 6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630" h="630">
                <a:moveTo>
                  <a:pt x="315" y="19"/>
                </a:moveTo>
                <a:cubicBezTo>
                  <a:pt x="479" y="19"/>
                  <a:pt x="611" y="152"/>
                  <a:pt x="611" y="315"/>
                </a:cubicBezTo>
                <a:cubicBezTo>
                  <a:pt x="611" y="479"/>
                  <a:pt x="479" y="611"/>
                  <a:pt x="315" y="611"/>
                </a:cubicBezTo>
                <a:cubicBezTo>
                  <a:pt x="315" y="630"/>
                  <a:pt x="315" y="630"/>
                  <a:pt x="315" y="630"/>
                </a:cubicBezTo>
                <a:cubicBezTo>
                  <a:pt x="489" y="630"/>
                  <a:pt x="630" y="489"/>
                  <a:pt x="630" y="315"/>
                </a:cubicBezTo>
                <a:cubicBezTo>
                  <a:pt x="630" y="141"/>
                  <a:pt x="489" y="0"/>
                  <a:pt x="315" y="0"/>
                </a:cubicBezTo>
                <a:lnTo>
                  <a:pt x="315" y="19"/>
                </a:lnTo>
                <a:close/>
                <a:moveTo>
                  <a:pt x="315" y="611"/>
                </a:moveTo>
                <a:cubicBezTo>
                  <a:pt x="152" y="611"/>
                  <a:pt x="19" y="479"/>
                  <a:pt x="19" y="315"/>
                </a:cubicBezTo>
                <a:cubicBezTo>
                  <a:pt x="19" y="152"/>
                  <a:pt x="152" y="19"/>
                  <a:pt x="315" y="19"/>
                </a:cubicBezTo>
                <a:cubicBezTo>
                  <a:pt x="315" y="0"/>
                  <a:pt x="315" y="0"/>
                  <a:pt x="315" y="0"/>
                </a:cubicBezTo>
                <a:cubicBezTo>
                  <a:pt x="141" y="0"/>
                  <a:pt x="0" y="141"/>
                  <a:pt x="0" y="315"/>
                </a:cubicBezTo>
                <a:cubicBezTo>
                  <a:pt x="0" y="489"/>
                  <a:pt x="141" y="630"/>
                  <a:pt x="315" y="630"/>
                </a:cubicBezTo>
                <a:lnTo>
                  <a:pt x="315" y="611"/>
                </a:lnTo>
                <a:close/>
              </a:path>
            </a:pathLst>
          </a:custGeom>
          <a:solidFill>
            <a:schemeClr val="bg1">
              <a:lumMod val="95000"/>
              <a:alpha val="61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6" name="Freeform: Shape 62"/>
          <p:cNvSpPr>
            <a:spLocks/>
          </p:cNvSpPr>
          <p:nvPr/>
        </p:nvSpPr>
        <p:spPr bwMode="auto">
          <a:xfrm>
            <a:off x="7279851" y="3813089"/>
            <a:ext cx="1376883" cy="1342086"/>
          </a:xfrm>
          <a:custGeom>
            <a:avLst/>
            <a:gdLst>
              <a:gd name="connsiteX0" fmla="*/ 246478 w 1376883"/>
              <a:gd name="connsiteY0" fmla="*/ 0 h 1342086"/>
              <a:gd name="connsiteX1" fmla="*/ 1376883 w 1376883"/>
              <a:gd name="connsiteY1" fmla="*/ 1342086 h 1342086"/>
              <a:gd name="connsiteX2" fmla="*/ 964218 w 1376883"/>
              <a:gd name="connsiteY2" fmla="*/ 1342086 h 1342086"/>
              <a:gd name="connsiteX3" fmla="*/ 0 w 1376883"/>
              <a:gd name="connsiteY3" fmla="*/ 201522 h 1342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76883" h="1342086">
                <a:moveTo>
                  <a:pt x="246478" y="0"/>
                </a:moveTo>
                <a:lnTo>
                  <a:pt x="1376883" y="1342086"/>
                </a:lnTo>
                <a:lnTo>
                  <a:pt x="964218" y="1342086"/>
                </a:lnTo>
                <a:lnTo>
                  <a:pt x="0" y="201522"/>
                </a:lnTo>
                <a:close/>
              </a:path>
            </a:pathLst>
          </a:custGeom>
          <a:solidFill>
            <a:srgbClr val="071E8E"/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7" name="Freeform: Shape 63"/>
          <p:cNvSpPr>
            <a:spLocks/>
          </p:cNvSpPr>
          <p:nvPr/>
        </p:nvSpPr>
        <p:spPr bwMode="auto">
          <a:xfrm>
            <a:off x="7194590" y="3713878"/>
            <a:ext cx="466602" cy="430948"/>
          </a:xfrm>
          <a:custGeom>
            <a:avLst/>
            <a:gdLst>
              <a:gd name="T0" fmla="*/ 79 w 104"/>
              <a:gd name="T1" fmla="*/ 0 h 96"/>
              <a:gd name="T2" fmla="*/ 0 w 104"/>
              <a:gd name="T3" fmla="*/ 65 h 96"/>
              <a:gd name="T4" fmla="*/ 25 w 104"/>
              <a:gd name="T5" fmla="*/ 96 h 96"/>
              <a:gd name="T6" fmla="*/ 104 w 104"/>
              <a:gd name="T7" fmla="*/ 31 h 96"/>
              <a:gd name="T8" fmla="*/ 79 w 104"/>
              <a:gd name="T9" fmla="*/ 0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4" h="96">
                <a:moveTo>
                  <a:pt x="79" y="0"/>
                </a:moveTo>
                <a:cubicBezTo>
                  <a:pt x="0" y="65"/>
                  <a:pt x="0" y="65"/>
                  <a:pt x="0" y="65"/>
                </a:cubicBezTo>
                <a:cubicBezTo>
                  <a:pt x="25" y="96"/>
                  <a:pt x="25" y="96"/>
                  <a:pt x="25" y="96"/>
                </a:cubicBezTo>
                <a:cubicBezTo>
                  <a:pt x="63" y="85"/>
                  <a:pt x="89" y="63"/>
                  <a:pt x="104" y="31"/>
                </a:cubicBezTo>
                <a:lnTo>
                  <a:pt x="79" y="0"/>
                </a:lnTo>
                <a:close/>
              </a:path>
            </a:pathLst>
          </a:custGeom>
          <a:solidFill>
            <a:srgbClr val="071F93"/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8" name="Freeform: Shape 64"/>
          <p:cNvSpPr>
            <a:spLocks/>
          </p:cNvSpPr>
          <p:nvPr/>
        </p:nvSpPr>
        <p:spPr bwMode="auto">
          <a:xfrm>
            <a:off x="4860032" y="1376219"/>
            <a:ext cx="3260012" cy="2853867"/>
          </a:xfrm>
          <a:custGeom>
            <a:avLst/>
            <a:gdLst>
              <a:gd name="T0" fmla="*/ 363 w 726"/>
              <a:gd name="T1" fmla="*/ 636 h 636"/>
              <a:gd name="T2" fmla="*/ 516 w 726"/>
              <a:gd name="T3" fmla="*/ 597 h 636"/>
              <a:gd name="T4" fmla="*/ 642 w 726"/>
              <a:gd name="T5" fmla="*/ 166 h 636"/>
              <a:gd name="T6" fmla="*/ 363 w 726"/>
              <a:gd name="T7" fmla="*/ 0 h 636"/>
              <a:gd name="T8" fmla="*/ 363 w 726"/>
              <a:gd name="T9" fmla="*/ 18 h 636"/>
              <a:gd name="T10" fmla="*/ 627 w 726"/>
              <a:gd name="T11" fmla="*/ 174 h 636"/>
              <a:gd name="T12" fmla="*/ 507 w 726"/>
              <a:gd name="T13" fmla="*/ 582 h 636"/>
              <a:gd name="T14" fmla="*/ 363 w 726"/>
              <a:gd name="T15" fmla="*/ 618 h 636"/>
              <a:gd name="T16" fmla="*/ 363 w 726"/>
              <a:gd name="T17" fmla="*/ 636 h 636"/>
              <a:gd name="T18" fmla="*/ 211 w 726"/>
              <a:gd name="T19" fmla="*/ 39 h 636"/>
              <a:gd name="T20" fmla="*/ 84 w 726"/>
              <a:gd name="T21" fmla="*/ 471 h 636"/>
              <a:gd name="T22" fmla="*/ 363 w 726"/>
              <a:gd name="T23" fmla="*/ 636 h 636"/>
              <a:gd name="T24" fmla="*/ 363 w 726"/>
              <a:gd name="T25" fmla="*/ 618 h 636"/>
              <a:gd name="T26" fmla="*/ 100 w 726"/>
              <a:gd name="T27" fmla="*/ 462 h 636"/>
              <a:gd name="T28" fmla="*/ 219 w 726"/>
              <a:gd name="T29" fmla="*/ 55 h 636"/>
              <a:gd name="T30" fmla="*/ 363 w 726"/>
              <a:gd name="T31" fmla="*/ 18 h 636"/>
              <a:gd name="T32" fmla="*/ 363 w 726"/>
              <a:gd name="T33" fmla="*/ 0 h 636"/>
              <a:gd name="T34" fmla="*/ 211 w 726"/>
              <a:gd name="T35" fmla="*/ 39 h 6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26" h="636">
                <a:moveTo>
                  <a:pt x="363" y="636"/>
                </a:moveTo>
                <a:cubicBezTo>
                  <a:pt x="415" y="636"/>
                  <a:pt x="467" y="623"/>
                  <a:pt x="516" y="597"/>
                </a:cubicBezTo>
                <a:cubicBezTo>
                  <a:pt x="670" y="513"/>
                  <a:pt x="726" y="320"/>
                  <a:pt x="642" y="166"/>
                </a:cubicBezTo>
                <a:cubicBezTo>
                  <a:pt x="584" y="60"/>
                  <a:pt x="476" y="0"/>
                  <a:pt x="363" y="0"/>
                </a:cubicBezTo>
                <a:cubicBezTo>
                  <a:pt x="363" y="18"/>
                  <a:pt x="363" y="18"/>
                  <a:pt x="363" y="18"/>
                </a:cubicBezTo>
                <a:cubicBezTo>
                  <a:pt x="469" y="18"/>
                  <a:pt x="572" y="74"/>
                  <a:pt x="627" y="174"/>
                </a:cubicBezTo>
                <a:cubicBezTo>
                  <a:pt x="706" y="320"/>
                  <a:pt x="653" y="502"/>
                  <a:pt x="507" y="582"/>
                </a:cubicBezTo>
                <a:cubicBezTo>
                  <a:pt x="462" y="607"/>
                  <a:pt x="412" y="619"/>
                  <a:pt x="363" y="618"/>
                </a:cubicBezTo>
                <a:lnTo>
                  <a:pt x="363" y="636"/>
                </a:lnTo>
                <a:close/>
                <a:moveTo>
                  <a:pt x="211" y="39"/>
                </a:moveTo>
                <a:cubicBezTo>
                  <a:pt x="57" y="124"/>
                  <a:pt x="0" y="317"/>
                  <a:pt x="84" y="471"/>
                </a:cubicBezTo>
                <a:cubicBezTo>
                  <a:pt x="142" y="576"/>
                  <a:pt x="251" y="636"/>
                  <a:pt x="363" y="636"/>
                </a:cubicBezTo>
                <a:cubicBezTo>
                  <a:pt x="363" y="618"/>
                  <a:pt x="363" y="618"/>
                  <a:pt x="363" y="618"/>
                </a:cubicBezTo>
                <a:cubicBezTo>
                  <a:pt x="257" y="618"/>
                  <a:pt x="154" y="562"/>
                  <a:pt x="100" y="462"/>
                </a:cubicBezTo>
                <a:cubicBezTo>
                  <a:pt x="20" y="317"/>
                  <a:pt x="74" y="134"/>
                  <a:pt x="219" y="55"/>
                </a:cubicBezTo>
                <a:cubicBezTo>
                  <a:pt x="265" y="30"/>
                  <a:pt x="315" y="18"/>
                  <a:pt x="363" y="18"/>
                </a:cubicBezTo>
                <a:cubicBezTo>
                  <a:pt x="363" y="0"/>
                  <a:pt x="363" y="0"/>
                  <a:pt x="363" y="0"/>
                </a:cubicBezTo>
                <a:cubicBezTo>
                  <a:pt x="312" y="0"/>
                  <a:pt x="259" y="13"/>
                  <a:pt x="211" y="39"/>
                </a:cubicBezTo>
                <a:close/>
              </a:path>
            </a:pathLst>
          </a:custGeom>
          <a:solidFill>
            <a:srgbClr val="071E8E"/>
          </a:solidFill>
          <a:ln>
            <a:noFill/>
          </a:ln>
          <a:extLst>
            <a:ext uri="{91240B29-F687-4f45-9708-019B960494DF}">
              <a14:hiddenLine xmlns:a14="http://schemas.microsoft.com/office/drawing/2010/main" xmlns:p14="http://schemas.microsoft.com/office/powerpoint/2010/main" xmlns:lc="http://schemas.openxmlformats.org/drawingml/2006/lockedCanvas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8" name="TextBox 22"/>
          <p:cNvSpPr txBox="1"/>
          <p:nvPr/>
        </p:nvSpPr>
        <p:spPr>
          <a:xfrm>
            <a:off x="5968642" y="2475708"/>
            <a:ext cx="1057275" cy="577081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ctr"/>
            <a:r>
              <a:rPr lang="zh-CN" altLang="en-US" sz="4400" b="1" dirty="0">
                <a:solidFill>
                  <a:srgbClr val="071F93"/>
                </a:solidFill>
              </a:rPr>
              <a:t>目录</a:t>
            </a:r>
          </a:p>
        </p:txBody>
      </p:sp>
      <p:sp>
        <p:nvSpPr>
          <p:cNvPr id="29" name="TextBox 23"/>
          <p:cNvSpPr txBox="1"/>
          <p:nvPr/>
        </p:nvSpPr>
        <p:spPr>
          <a:xfrm>
            <a:off x="5968642" y="2998960"/>
            <a:ext cx="1057275" cy="230833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ctr"/>
            <a:r>
              <a:rPr lang="en-US" altLang="zh-CN" sz="1400" b="1">
                <a:solidFill>
                  <a:schemeClr val="tx2">
                    <a:lumMod val="75000"/>
                  </a:schemeClr>
                </a:solidFill>
              </a:rPr>
              <a:t>CONTENT</a:t>
            </a:r>
          </a:p>
        </p:txBody>
      </p:sp>
      <p:sp>
        <p:nvSpPr>
          <p:cNvPr id="8" name="Diamond 284"/>
          <p:cNvSpPr/>
          <p:nvPr/>
        </p:nvSpPr>
        <p:spPr>
          <a:xfrm>
            <a:off x="865854" y="3479286"/>
            <a:ext cx="468262" cy="468262"/>
          </a:xfrm>
          <a:prstGeom prst="diamond">
            <a:avLst/>
          </a:prstGeom>
          <a:solidFill>
            <a:srgbClr val="071E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rmAutofit fontScale="92500" lnSpcReduction="10000"/>
          </a:bodyPr>
          <a:lstStyle/>
          <a:p>
            <a:pPr algn="ctr"/>
            <a:r>
              <a:rPr lang="en-US" altLang="zh-CN">
                <a:solidFill>
                  <a:schemeClr val="bg1"/>
                </a:solidFill>
                <a:latin typeface="Impact" panose="020B0806030902050204" pitchFamily="34" charset="0"/>
              </a:rPr>
              <a:t>05</a:t>
            </a:r>
          </a:p>
        </p:txBody>
      </p:sp>
      <p:sp>
        <p:nvSpPr>
          <p:cNvPr id="26" name="TextBox 302"/>
          <p:cNvSpPr txBox="1"/>
          <p:nvPr/>
        </p:nvSpPr>
        <p:spPr>
          <a:xfrm>
            <a:off x="1220577" y="3502205"/>
            <a:ext cx="2971931" cy="182148"/>
          </a:xfrm>
          <a:prstGeom prst="rect">
            <a:avLst/>
          </a:prstGeom>
          <a:noFill/>
        </p:spPr>
        <p:txBody>
          <a:bodyPr wrap="none" lIns="360000" tIns="0" rIns="0" bIns="0" anchor="b" anchorCtr="0">
            <a:normAutofit fontScale="85000" lnSpcReduction="20000"/>
          </a:bodyPr>
          <a:lstStyle/>
          <a:p>
            <a:r>
              <a:rPr lang="zh-CN" altLang="en-US" sz="1600" b="1" dirty="0">
                <a:solidFill>
                  <a:srgbClr val="08229D"/>
                </a:solidFill>
              </a:rPr>
              <a:t>同题讨论</a:t>
            </a:r>
          </a:p>
        </p:txBody>
      </p:sp>
      <p:sp>
        <p:nvSpPr>
          <p:cNvPr id="27" name="TextBox 303"/>
          <p:cNvSpPr txBox="1">
            <a:spLocks/>
          </p:cNvSpPr>
          <p:nvPr/>
        </p:nvSpPr>
        <p:spPr>
          <a:xfrm>
            <a:off x="1220577" y="3684353"/>
            <a:ext cx="2971931" cy="240276"/>
          </a:xfrm>
          <a:prstGeom prst="rect">
            <a:avLst/>
          </a:prstGeom>
        </p:spPr>
        <p:txBody>
          <a:bodyPr vert="horz" wrap="square" lIns="360000" tIns="0" rIns="0" bIns="0" anchor="ctr" anchorCtr="0">
            <a:normAutofit fontScale="77500" lnSpcReduction="20000"/>
          </a:bodyPr>
          <a:lstStyle/>
          <a:p>
            <a:pPr algn="l">
              <a:lnSpc>
                <a:spcPct val="120000"/>
              </a:lnSpc>
            </a:pPr>
            <a:r>
              <a:rPr lang="zh-CN" altLang="en-US" sz="1050">
                <a:solidFill>
                  <a:schemeClr val="dk1">
                    <a:lumMod val="100000"/>
                  </a:schemeClr>
                </a:solidFill>
              </a:rPr>
              <a:t>此部分内容作为文字排版占位显示 （建议使用主题字体）</a:t>
            </a:r>
          </a:p>
        </p:txBody>
      </p:sp>
      <p:sp>
        <p:nvSpPr>
          <p:cNvPr id="10" name="Diamond 286"/>
          <p:cNvSpPr/>
          <p:nvPr/>
        </p:nvSpPr>
        <p:spPr>
          <a:xfrm>
            <a:off x="869933" y="2820354"/>
            <a:ext cx="468262" cy="468262"/>
          </a:xfrm>
          <a:prstGeom prst="diamond">
            <a:avLst/>
          </a:prstGeom>
          <a:solidFill>
            <a:srgbClr val="071F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rmAutofit fontScale="92500" lnSpcReduction="10000"/>
          </a:bodyPr>
          <a:lstStyle/>
          <a:p>
            <a:pPr algn="ctr"/>
            <a:r>
              <a:rPr lang="en-US" altLang="zh-CN">
                <a:solidFill>
                  <a:schemeClr val="bg1"/>
                </a:solidFill>
                <a:latin typeface="Impact" panose="020B0806030902050204" pitchFamily="34" charset="0"/>
              </a:rPr>
              <a:t>04</a:t>
            </a:r>
          </a:p>
        </p:txBody>
      </p:sp>
      <p:sp>
        <p:nvSpPr>
          <p:cNvPr id="24" name="TextBox 300"/>
          <p:cNvSpPr txBox="1"/>
          <p:nvPr/>
        </p:nvSpPr>
        <p:spPr>
          <a:xfrm>
            <a:off x="1220577" y="2843273"/>
            <a:ext cx="2971931" cy="182148"/>
          </a:xfrm>
          <a:prstGeom prst="rect">
            <a:avLst/>
          </a:prstGeom>
          <a:noFill/>
        </p:spPr>
        <p:txBody>
          <a:bodyPr wrap="none" lIns="360000" tIns="0" rIns="0" bIns="0" anchor="b" anchorCtr="0">
            <a:normAutofit fontScale="85000" lnSpcReduction="20000"/>
          </a:bodyPr>
          <a:lstStyle/>
          <a:p>
            <a:r>
              <a:rPr lang="zh-CN" altLang="en-US" sz="1600" b="1" dirty="0">
                <a:solidFill>
                  <a:srgbClr val="071F93"/>
                </a:solidFill>
              </a:rPr>
              <a:t>研究结果</a:t>
            </a:r>
          </a:p>
        </p:txBody>
      </p:sp>
      <p:sp>
        <p:nvSpPr>
          <p:cNvPr id="25" name="TextBox 301"/>
          <p:cNvSpPr txBox="1">
            <a:spLocks/>
          </p:cNvSpPr>
          <p:nvPr/>
        </p:nvSpPr>
        <p:spPr>
          <a:xfrm>
            <a:off x="1220577" y="3025421"/>
            <a:ext cx="2971931" cy="240276"/>
          </a:xfrm>
          <a:prstGeom prst="rect">
            <a:avLst/>
          </a:prstGeom>
        </p:spPr>
        <p:txBody>
          <a:bodyPr vert="horz" wrap="square" lIns="360000" tIns="0" rIns="0" bIns="0" anchor="ctr" anchorCtr="0">
            <a:normAutofit fontScale="77500" lnSpcReduction="20000"/>
          </a:bodyPr>
          <a:lstStyle/>
          <a:p>
            <a:pPr algn="l">
              <a:lnSpc>
                <a:spcPct val="120000"/>
              </a:lnSpc>
            </a:pPr>
            <a:r>
              <a:rPr lang="zh-CN" altLang="en-US" sz="1050" dirty="0">
                <a:solidFill>
                  <a:schemeClr val="dk1">
                    <a:lumMod val="100000"/>
                  </a:schemeClr>
                </a:solidFill>
              </a:rPr>
              <a:t>此部分内容作为文字排版占位显示 （建议使用主题字体）</a:t>
            </a:r>
          </a:p>
        </p:txBody>
      </p:sp>
      <p:sp>
        <p:nvSpPr>
          <p:cNvPr id="12" name="Diamond 288"/>
          <p:cNvSpPr/>
          <p:nvPr/>
        </p:nvSpPr>
        <p:spPr>
          <a:xfrm>
            <a:off x="869933" y="2161422"/>
            <a:ext cx="468262" cy="468262"/>
          </a:xfrm>
          <a:prstGeom prst="diamond">
            <a:avLst/>
          </a:prstGeom>
          <a:solidFill>
            <a:srgbClr val="071E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rmAutofit fontScale="92500" lnSpcReduction="10000"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Impact" panose="020B0806030902050204" pitchFamily="34" charset="0"/>
              </a:rPr>
              <a:t>03</a:t>
            </a:r>
          </a:p>
        </p:txBody>
      </p:sp>
      <p:sp>
        <p:nvSpPr>
          <p:cNvPr id="22" name="TextBox 298"/>
          <p:cNvSpPr txBox="1"/>
          <p:nvPr/>
        </p:nvSpPr>
        <p:spPr>
          <a:xfrm>
            <a:off x="1220577" y="2184341"/>
            <a:ext cx="2971931" cy="182148"/>
          </a:xfrm>
          <a:prstGeom prst="rect">
            <a:avLst/>
          </a:prstGeom>
          <a:noFill/>
        </p:spPr>
        <p:txBody>
          <a:bodyPr wrap="none" lIns="360000" tIns="0" rIns="0" bIns="0" anchor="b" anchorCtr="0">
            <a:normAutofit fontScale="85000" lnSpcReduction="20000"/>
          </a:bodyPr>
          <a:lstStyle/>
          <a:p>
            <a:r>
              <a:rPr lang="zh-CN" altLang="en-US" sz="1600" b="1" dirty="0">
                <a:solidFill>
                  <a:srgbClr val="08229D"/>
                </a:solidFill>
              </a:rPr>
              <a:t>研究方法</a:t>
            </a:r>
          </a:p>
        </p:txBody>
      </p:sp>
      <p:sp>
        <p:nvSpPr>
          <p:cNvPr id="23" name="TextBox 299"/>
          <p:cNvSpPr txBox="1">
            <a:spLocks/>
          </p:cNvSpPr>
          <p:nvPr/>
        </p:nvSpPr>
        <p:spPr>
          <a:xfrm>
            <a:off x="1220577" y="2366489"/>
            <a:ext cx="2971931" cy="240276"/>
          </a:xfrm>
          <a:prstGeom prst="rect">
            <a:avLst/>
          </a:prstGeom>
        </p:spPr>
        <p:txBody>
          <a:bodyPr vert="horz" wrap="square" lIns="360000" tIns="0" rIns="0" bIns="0" anchor="ctr" anchorCtr="0">
            <a:normAutofit fontScale="77500" lnSpcReduction="20000"/>
          </a:bodyPr>
          <a:lstStyle/>
          <a:p>
            <a:pPr algn="l">
              <a:lnSpc>
                <a:spcPct val="120000"/>
              </a:lnSpc>
            </a:pPr>
            <a:r>
              <a:rPr lang="zh-CN" altLang="en-US" sz="1050">
                <a:solidFill>
                  <a:schemeClr val="dk1">
                    <a:lumMod val="100000"/>
                  </a:schemeClr>
                </a:solidFill>
              </a:rPr>
              <a:t>此部分内容作为文字排版占位显示 （建议使用主题字体）</a:t>
            </a:r>
          </a:p>
        </p:txBody>
      </p:sp>
      <p:sp>
        <p:nvSpPr>
          <p:cNvPr id="14" name="Diamond 290"/>
          <p:cNvSpPr/>
          <p:nvPr/>
        </p:nvSpPr>
        <p:spPr>
          <a:xfrm>
            <a:off x="869933" y="1502490"/>
            <a:ext cx="468262" cy="468262"/>
          </a:xfrm>
          <a:prstGeom prst="diamond">
            <a:avLst/>
          </a:prstGeom>
          <a:solidFill>
            <a:srgbClr val="071F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rmAutofit fontScale="92500" lnSpcReduction="10000"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Impact" panose="020B0806030902050204" pitchFamily="34" charset="0"/>
              </a:rPr>
              <a:t>02</a:t>
            </a:r>
          </a:p>
        </p:txBody>
      </p:sp>
      <p:sp>
        <p:nvSpPr>
          <p:cNvPr id="20" name="TextBox 296"/>
          <p:cNvSpPr txBox="1"/>
          <p:nvPr/>
        </p:nvSpPr>
        <p:spPr>
          <a:xfrm>
            <a:off x="1220577" y="1525409"/>
            <a:ext cx="2971931" cy="182148"/>
          </a:xfrm>
          <a:prstGeom prst="rect">
            <a:avLst/>
          </a:prstGeom>
          <a:noFill/>
        </p:spPr>
        <p:txBody>
          <a:bodyPr wrap="none" lIns="360000" tIns="0" rIns="0" bIns="0" anchor="b" anchorCtr="0">
            <a:normAutofit fontScale="85000" lnSpcReduction="20000"/>
          </a:bodyPr>
          <a:lstStyle/>
          <a:p>
            <a:r>
              <a:rPr lang="zh-CN" altLang="en-US" sz="1600" b="1" dirty="0">
                <a:solidFill>
                  <a:srgbClr val="071F93"/>
                </a:solidFill>
              </a:rPr>
              <a:t>研究背景</a:t>
            </a:r>
          </a:p>
        </p:txBody>
      </p:sp>
      <p:sp>
        <p:nvSpPr>
          <p:cNvPr id="21" name="TextBox 297"/>
          <p:cNvSpPr txBox="1">
            <a:spLocks/>
          </p:cNvSpPr>
          <p:nvPr/>
        </p:nvSpPr>
        <p:spPr>
          <a:xfrm>
            <a:off x="1220577" y="1707557"/>
            <a:ext cx="2971931" cy="240276"/>
          </a:xfrm>
          <a:prstGeom prst="rect">
            <a:avLst/>
          </a:prstGeom>
        </p:spPr>
        <p:txBody>
          <a:bodyPr vert="horz" wrap="square" lIns="360000" tIns="0" rIns="0" bIns="0" anchor="ctr" anchorCtr="0">
            <a:normAutofit fontScale="77500" lnSpcReduction="20000"/>
          </a:bodyPr>
          <a:lstStyle/>
          <a:p>
            <a:pPr algn="l">
              <a:lnSpc>
                <a:spcPct val="120000"/>
              </a:lnSpc>
            </a:pPr>
            <a:r>
              <a:rPr lang="zh-CN" altLang="en-US" sz="1050">
                <a:solidFill>
                  <a:schemeClr val="dk1">
                    <a:lumMod val="100000"/>
                  </a:schemeClr>
                </a:solidFill>
              </a:rPr>
              <a:t>此部分内容作为文字排版占位显示 （建议使用主题字体）</a:t>
            </a:r>
          </a:p>
        </p:txBody>
      </p:sp>
      <p:sp>
        <p:nvSpPr>
          <p:cNvPr id="16" name="Diamond 292"/>
          <p:cNvSpPr/>
          <p:nvPr/>
        </p:nvSpPr>
        <p:spPr>
          <a:xfrm>
            <a:off x="869935" y="843558"/>
            <a:ext cx="468262" cy="468262"/>
          </a:xfrm>
          <a:prstGeom prst="diamond">
            <a:avLst/>
          </a:prstGeom>
          <a:solidFill>
            <a:srgbClr val="071E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rmAutofit fontScale="92500" lnSpcReduction="10000"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Impact" panose="020B0806030902050204" pitchFamily="34" charset="0"/>
              </a:rPr>
              <a:t>01</a:t>
            </a:r>
          </a:p>
        </p:txBody>
      </p:sp>
      <p:sp>
        <p:nvSpPr>
          <p:cNvPr id="18" name="TextBox 294"/>
          <p:cNvSpPr txBox="1"/>
          <p:nvPr/>
        </p:nvSpPr>
        <p:spPr>
          <a:xfrm>
            <a:off x="1220577" y="866477"/>
            <a:ext cx="2971931" cy="182148"/>
          </a:xfrm>
          <a:prstGeom prst="rect">
            <a:avLst/>
          </a:prstGeom>
          <a:noFill/>
        </p:spPr>
        <p:txBody>
          <a:bodyPr wrap="none" lIns="360000" tIns="0" rIns="0" bIns="0" anchor="b" anchorCtr="0">
            <a:normAutofit fontScale="85000" lnSpcReduction="20000"/>
          </a:bodyPr>
          <a:lstStyle/>
          <a:p>
            <a:r>
              <a:rPr lang="zh-CN" altLang="en-US" sz="1600" b="1" dirty="0">
                <a:solidFill>
                  <a:srgbClr val="08229D"/>
                </a:solidFill>
              </a:rPr>
              <a:t>论文绪论</a:t>
            </a:r>
          </a:p>
        </p:txBody>
      </p:sp>
      <p:sp>
        <p:nvSpPr>
          <p:cNvPr id="19" name="TextBox 295"/>
          <p:cNvSpPr txBox="1">
            <a:spLocks/>
          </p:cNvSpPr>
          <p:nvPr/>
        </p:nvSpPr>
        <p:spPr>
          <a:xfrm>
            <a:off x="1220577" y="1048625"/>
            <a:ext cx="2971931" cy="240276"/>
          </a:xfrm>
          <a:prstGeom prst="rect">
            <a:avLst/>
          </a:prstGeom>
        </p:spPr>
        <p:txBody>
          <a:bodyPr vert="horz" wrap="square" lIns="360000" tIns="0" rIns="0" bIns="0" anchor="ctr" anchorCtr="0">
            <a:normAutofit fontScale="77500" lnSpcReduction="20000"/>
          </a:bodyPr>
          <a:lstStyle/>
          <a:p>
            <a:pPr algn="l">
              <a:lnSpc>
                <a:spcPct val="120000"/>
              </a:lnSpc>
            </a:pPr>
            <a:r>
              <a:rPr lang="zh-CN" altLang="en-US" sz="1050" dirty="0">
                <a:solidFill>
                  <a:schemeClr val="dk1">
                    <a:lumMod val="100000"/>
                  </a:schemeClr>
                </a:solidFill>
              </a:rPr>
              <a:t>此部分内容作为文字排版占位显示 （建议使用主题字体）</a:t>
            </a:r>
          </a:p>
        </p:txBody>
      </p:sp>
      <p:sp>
        <p:nvSpPr>
          <p:cNvPr id="257" name="Diamond 284"/>
          <p:cNvSpPr/>
          <p:nvPr/>
        </p:nvSpPr>
        <p:spPr>
          <a:xfrm>
            <a:off x="865854" y="4113327"/>
            <a:ext cx="468262" cy="468262"/>
          </a:xfrm>
          <a:prstGeom prst="diamond">
            <a:avLst/>
          </a:prstGeom>
          <a:solidFill>
            <a:srgbClr val="071F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rmAutofit fontScale="92500" lnSpcReduction="10000"/>
          </a:bodyPr>
          <a:lstStyle/>
          <a:p>
            <a:pPr algn="ctr"/>
            <a:r>
              <a:rPr lang="en-US" altLang="zh-CN">
                <a:solidFill>
                  <a:schemeClr val="bg1"/>
                </a:solidFill>
                <a:latin typeface="Impact" panose="020B0806030902050204" pitchFamily="34" charset="0"/>
              </a:rPr>
              <a:t>05</a:t>
            </a:r>
          </a:p>
        </p:txBody>
      </p:sp>
      <p:sp>
        <p:nvSpPr>
          <p:cNvPr id="259" name="TextBox 302"/>
          <p:cNvSpPr txBox="1"/>
          <p:nvPr/>
        </p:nvSpPr>
        <p:spPr>
          <a:xfrm>
            <a:off x="1220577" y="4136246"/>
            <a:ext cx="2971931" cy="182148"/>
          </a:xfrm>
          <a:prstGeom prst="rect">
            <a:avLst/>
          </a:prstGeom>
          <a:noFill/>
        </p:spPr>
        <p:txBody>
          <a:bodyPr wrap="none" lIns="360000" tIns="0" rIns="0" bIns="0" anchor="b" anchorCtr="0">
            <a:normAutofit fontScale="85000" lnSpcReduction="20000"/>
          </a:bodyPr>
          <a:lstStyle/>
          <a:p>
            <a:r>
              <a:rPr lang="zh-CN" altLang="en-US" sz="1600" b="1" dirty="0">
                <a:solidFill>
                  <a:srgbClr val="071F93"/>
                </a:solidFill>
              </a:rPr>
              <a:t>论文总结</a:t>
            </a:r>
          </a:p>
        </p:txBody>
      </p:sp>
      <p:sp>
        <p:nvSpPr>
          <p:cNvPr id="260" name="TextBox 303"/>
          <p:cNvSpPr txBox="1">
            <a:spLocks/>
          </p:cNvSpPr>
          <p:nvPr/>
        </p:nvSpPr>
        <p:spPr>
          <a:xfrm>
            <a:off x="1220577" y="4318394"/>
            <a:ext cx="2971931" cy="240276"/>
          </a:xfrm>
          <a:prstGeom prst="rect">
            <a:avLst/>
          </a:prstGeom>
        </p:spPr>
        <p:txBody>
          <a:bodyPr vert="horz" wrap="square" lIns="360000" tIns="0" rIns="0" bIns="0" anchor="ctr" anchorCtr="0">
            <a:normAutofit fontScale="77500" lnSpcReduction="20000"/>
          </a:bodyPr>
          <a:lstStyle/>
          <a:p>
            <a:pPr algn="l">
              <a:lnSpc>
                <a:spcPct val="120000"/>
              </a:lnSpc>
            </a:pPr>
            <a:r>
              <a:rPr lang="zh-CN" altLang="en-US" sz="1050">
                <a:solidFill>
                  <a:schemeClr val="dk1">
                    <a:lumMod val="100000"/>
                  </a:schemeClr>
                </a:solidFill>
              </a:rPr>
              <a:t>此部分内容作为文字排版占位显示 （建议使用主题字体）</a:t>
            </a:r>
          </a:p>
        </p:txBody>
      </p:sp>
    </p:spTree>
    <p:extLst>
      <p:ext uri="{BB962C8B-B14F-4D97-AF65-F5344CB8AC3E}">
        <p14:creationId xmlns:p14="http://schemas.microsoft.com/office/powerpoint/2010/main" val="1752507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122-吉林大学-img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2647" y="-1314692"/>
            <a:ext cx="9154760" cy="5721725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-7279" y="2116274"/>
            <a:ext cx="9679759" cy="3163632"/>
            <a:chOff x="0" y="2639824"/>
            <a:chExt cx="12906345" cy="3722876"/>
          </a:xfrm>
        </p:grpSpPr>
        <p:sp>
          <p:nvSpPr>
            <p:cNvPr id="11" name="任意多边形 10"/>
            <p:cNvSpPr/>
            <p:nvPr/>
          </p:nvSpPr>
          <p:spPr>
            <a:xfrm flipH="1">
              <a:off x="0" y="2639824"/>
              <a:ext cx="12211050" cy="3524250"/>
            </a:xfrm>
            <a:custGeom>
              <a:avLst/>
              <a:gdLst>
                <a:gd name="connsiteX0" fmla="*/ 19050 w 12192000"/>
                <a:gd name="connsiteY0" fmla="*/ 76200 h 3524250"/>
                <a:gd name="connsiteX1" fmla="*/ 7543800 w 12192000"/>
                <a:gd name="connsiteY1" fmla="*/ 1200150 h 3524250"/>
                <a:gd name="connsiteX2" fmla="*/ 12192000 w 12192000"/>
                <a:gd name="connsiteY2" fmla="*/ 0 h 3524250"/>
                <a:gd name="connsiteX3" fmla="*/ 12172950 w 12192000"/>
                <a:gd name="connsiteY3" fmla="*/ 3524250 h 3524250"/>
                <a:gd name="connsiteX4" fmla="*/ 0 w 12192000"/>
                <a:gd name="connsiteY4" fmla="*/ 3505200 h 3524250"/>
                <a:gd name="connsiteX5" fmla="*/ 19050 w 12192000"/>
                <a:gd name="connsiteY5" fmla="*/ 76200 h 3524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3524250">
                  <a:moveTo>
                    <a:pt x="19050" y="76200"/>
                  </a:moveTo>
                  <a:cubicBezTo>
                    <a:pt x="2767012" y="644525"/>
                    <a:pt x="5514975" y="1212850"/>
                    <a:pt x="7543800" y="1200150"/>
                  </a:cubicBezTo>
                  <a:cubicBezTo>
                    <a:pt x="9572625" y="1187450"/>
                    <a:pt x="10882312" y="593725"/>
                    <a:pt x="12192000" y="0"/>
                  </a:cubicBezTo>
                  <a:lnTo>
                    <a:pt x="12172950" y="3524250"/>
                  </a:lnTo>
                  <a:lnTo>
                    <a:pt x="0" y="3505200"/>
                  </a:lnTo>
                  <a:lnTo>
                    <a:pt x="19050" y="76200"/>
                  </a:lnTo>
                  <a:close/>
                </a:path>
              </a:pathLst>
            </a:custGeom>
            <a:solidFill>
              <a:srgbClr val="0824A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0" name="任意多边形 9"/>
            <p:cNvSpPr/>
            <p:nvPr/>
          </p:nvSpPr>
          <p:spPr>
            <a:xfrm flipH="1">
              <a:off x="0" y="2838450"/>
              <a:ext cx="12906345" cy="3524250"/>
            </a:xfrm>
            <a:custGeom>
              <a:avLst/>
              <a:gdLst>
                <a:gd name="connsiteX0" fmla="*/ 19050 w 12192000"/>
                <a:gd name="connsiteY0" fmla="*/ 76200 h 3524250"/>
                <a:gd name="connsiteX1" fmla="*/ 7543800 w 12192000"/>
                <a:gd name="connsiteY1" fmla="*/ 1200150 h 3524250"/>
                <a:gd name="connsiteX2" fmla="*/ 12192000 w 12192000"/>
                <a:gd name="connsiteY2" fmla="*/ 0 h 3524250"/>
                <a:gd name="connsiteX3" fmla="*/ 12172950 w 12192000"/>
                <a:gd name="connsiteY3" fmla="*/ 3524250 h 3524250"/>
                <a:gd name="connsiteX4" fmla="*/ 0 w 12192000"/>
                <a:gd name="connsiteY4" fmla="*/ 3505200 h 3524250"/>
                <a:gd name="connsiteX5" fmla="*/ 19050 w 12192000"/>
                <a:gd name="connsiteY5" fmla="*/ 76200 h 3524250"/>
                <a:gd name="connsiteX0" fmla="*/ 19050 w 12192000"/>
                <a:gd name="connsiteY0" fmla="*/ 146845 h 3594895"/>
                <a:gd name="connsiteX1" fmla="*/ 2757941 w 12192000"/>
                <a:gd name="connsiteY1" fmla="*/ 691140 h 3594895"/>
                <a:gd name="connsiteX2" fmla="*/ 7543800 w 12192000"/>
                <a:gd name="connsiteY2" fmla="*/ 1270795 h 3594895"/>
                <a:gd name="connsiteX3" fmla="*/ 12192000 w 12192000"/>
                <a:gd name="connsiteY3" fmla="*/ 70645 h 3594895"/>
                <a:gd name="connsiteX4" fmla="*/ 12172950 w 12192000"/>
                <a:gd name="connsiteY4" fmla="*/ 3594895 h 3594895"/>
                <a:gd name="connsiteX5" fmla="*/ 0 w 12192000"/>
                <a:gd name="connsiteY5" fmla="*/ 3575845 h 3594895"/>
                <a:gd name="connsiteX6" fmla="*/ 19050 w 12192000"/>
                <a:gd name="connsiteY6" fmla="*/ 146845 h 3594895"/>
                <a:gd name="connsiteX0" fmla="*/ 19050 w 12192000"/>
                <a:gd name="connsiteY0" fmla="*/ 76200 h 3524250"/>
                <a:gd name="connsiteX1" fmla="*/ 2757941 w 12192000"/>
                <a:gd name="connsiteY1" fmla="*/ 620495 h 3524250"/>
                <a:gd name="connsiteX2" fmla="*/ 7543800 w 12192000"/>
                <a:gd name="connsiteY2" fmla="*/ 1200150 h 3524250"/>
                <a:gd name="connsiteX3" fmla="*/ 12192000 w 12192000"/>
                <a:gd name="connsiteY3" fmla="*/ 0 h 3524250"/>
                <a:gd name="connsiteX4" fmla="*/ 12172950 w 12192000"/>
                <a:gd name="connsiteY4" fmla="*/ 3524250 h 3524250"/>
                <a:gd name="connsiteX5" fmla="*/ 0 w 12192000"/>
                <a:gd name="connsiteY5" fmla="*/ 3505200 h 3524250"/>
                <a:gd name="connsiteX6" fmla="*/ 19050 w 12192000"/>
                <a:gd name="connsiteY6" fmla="*/ 76200 h 3524250"/>
                <a:gd name="connsiteX0" fmla="*/ 0 w 12886210"/>
                <a:gd name="connsiteY0" fmla="*/ 2447925 h 3524250"/>
                <a:gd name="connsiteX1" fmla="*/ 3452151 w 12886210"/>
                <a:gd name="connsiteY1" fmla="*/ 620495 h 3524250"/>
                <a:gd name="connsiteX2" fmla="*/ 8238010 w 12886210"/>
                <a:gd name="connsiteY2" fmla="*/ 1200150 h 3524250"/>
                <a:gd name="connsiteX3" fmla="*/ 12886210 w 12886210"/>
                <a:gd name="connsiteY3" fmla="*/ 0 h 3524250"/>
                <a:gd name="connsiteX4" fmla="*/ 12867160 w 12886210"/>
                <a:gd name="connsiteY4" fmla="*/ 3524250 h 3524250"/>
                <a:gd name="connsiteX5" fmla="*/ 694210 w 12886210"/>
                <a:gd name="connsiteY5" fmla="*/ 3505200 h 3524250"/>
                <a:gd name="connsiteX6" fmla="*/ 0 w 12886210"/>
                <a:gd name="connsiteY6" fmla="*/ 2447925 h 3524250"/>
                <a:gd name="connsiteX0" fmla="*/ 0 w 12886210"/>
                <a:gd name="connsiteY0" fmla="*/ 2447925 h 3524250"/>
                <a:gd name="connsiteX1" fmla="*/ 3452151 w 12886210"/>
                <a:gd name="connsiteY1" fmla="*/ 620495 h 3524250"/>
                <a:gd name="connsiteX2" fmla="*/ 8238010 w 12886210"/>
                <a:gd name="connsiteY2" fmla="*/ 1200150 h 3524250"/>
                <a:gd name="connsiteX3" fmla="*/ 12886210 w 12886210"/>
                <a:gd name="connsiteY3" fmla="*/ 0 h 3524250"/>
                <a:gd name="connsiteX4" fmla="*/ 12867160 w 12886210"/>
                <a:gd name="connsiteY4" fmla="*/ 3524250 h 3524250"/>
                <a:gd name="connsiteX5" fmla="*/ 694210 w 12886210"/>
                <a:gd name="connsiteY5" fmla="*/ 3505200 h 3524250"/>
                <a:gd name="connsiteX6" fmla="*/ 0 w 12886210"/>
                <a:gd name="connsiteY6" fmla="*/ 2447925 h 3524250"/>
                <a:gd name="connsiteX0" fmla="*/ 0 w 12886210"/>
                <a:gd name="connsiteY0" fmla="*/ 2447925 h 3524250"/>
                <a:gd name="connsiteX1" fmla="*/ 3452151 w 12886210"/>
                <a:gd name="connsiteY1" fmla="*/ 620495 h 3524250"/>
                <a:gd name="connsiteX2" fmla="*/ 8238010 w 12886210"/>
                <a:gd name="connsiteY2" fmla="*/ 1200150 h 3524250"/>
                <a:gd name="connsiteX3" fmla="*/ 12886210 w 12886210"/>
                <a:gd name="connsiteY3" fmla="*/ 0 h 3524250"/>
                <a:gd name="connsiteX4" fmla="*/ 12867160 w 12886210"/>
                <a:gd name="connsiteY4" fmla="*/ 3524250 h 3524250"/>
                <a:gd name="connsiteX5" fmla="*/ 694210 w 12886210"/>
                <a:gd name="connsiteY5" fmla="*/ 3505200 h 3524250"/>
                <a:gd name="connsiteX6" fmla="*/ 0 w 12886210"/>
                <a:gd name="connsiteY6" fmla="*/ 2447925 h 3524250"/>
                <a:gd name="connsiteX0" fmla="*/ 0 w 12886210"/>
                <a:gd name="connsiteY0" fmla="*/ 2447925 h 3524250"/>
                <a:gd name="connsiteX1" fmla="*/ 3442641 w 12886210"/>
                <a:gd name="connsiteY1" fmla="*/ 782420 h 3524250"/>
                <a:gd name="connsiteX2" fmla="*/ 8238010 w 12886210"/>
                <a:gd name="connsiteY2" fmla="*/ 1200150 h 3524250"/>
                <a:gd name="connsiteX3" fmla="*/ 12886210 w 12886210"/>
                <a:gd name="connsiteY3" fmla="*/ 0 h 3524250"/>
                <a:gd name="connsiteX4" fmla="*/ 12867160 w 12886210"/>
                <a:gd name="connsiteY4" fmla="*/ 3524250 h 3524250"/>
                <a:gd name="connsiteX5" fmla="*/ 694210 w 12886210"/>
                <a:gd name="connsiteY5" fmla="*/ 3505200 h 3524250"/>
                <a:gd name="connsiteX6" fmla="*/ 0 w 12886210"/>
                <a:gd name="connsiteY6" fmla="*/ 2447925 h 3524250"/>
                <a:gd name="connsiteX0" fmla="*/ 0 w 12886210"/>
                <a:gd name="connsiteY0" fmla="*/ 2447925 h 3524250"/>
                <a:gd name="connsiteX1" fmla="*/ 3442641 w 12886210"/>
                <a:gd name="connsiteY1" fmla="*/ 782420 h 3524250"/>
                <a:gd name="connsiteX2" fmla="*/ 8238010 w 12886210"/>
                <a:gd name="connsiteY2" fmla="*/ 1200150 h 3524250"/>
                <a:gd name="connsiteX3" fmla="*/ 12886210 w 12886210"/>
                <a:gd name="connsiteY3" fmla="*/ 0 h 3524250"/>
                <a:gd name="connsiteX4" fmla="*/ 12867160 w 12886210"/>
                <a:gd name="connsiteY4" fmla="*/ 3524250 h 3524250"/>
                <a:gd name="connsiteX5" fmla="*/ 694210 w 12886210"/>
                <a:gd name="connsiteY5" fmla="*/ 3505200 h 3524250"/>
                <a:gd name="connsiteX6" fmla="*/ 0 w 12886210"/>
                <a:gd name="connsiteY6" fmla="*/ 2447925 h 3524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886210" h="3524250">
                  <a:moveTo>
                    <a:pt x="0" y="2447925"/>
                  </a:moveTo>
                  <a:cubicBezTo>
                    <a:pt x="459657" y="1967141"/>
                    <a:pt x="1760560" y="709395"/>
                    <a:pt x="3442641" y="782420"/>
                  </a:cubicBezTo>
                  <a:cubicBezTo>
                    <a:pt x="4722127" y="868145"/>
                    <a:pt x="6664082" y="1330553"/>
                    <a:pt x="8238010" y="1200150"/>
                  </a:cubicBezTo>
                  <a:cubicBezTo>
                    <a:pt x="9811938" y="1069747"/>
                    <a:pt x="11576522" y="593725"/>
                    <a:pt x="12886210" y="0"/>
                  </a:cubicBezTo>
                  <a:lnTo>
                    <a:pt x="12867160" y="3524250"/>
                  </a:lnTo>
                  <a:lnTo>
                    <a:pt x="694210" y="3505200"/>
                  </a:lnTo>
                  <a:lnTo>
                    <a:pt x="0" y="244792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19" name="矩形 18"/>
          <p:cNvSpPr/>
          <p:nvPr/>
        </p:nvSpPr>
        <p:spPr>
          <a:xfrm>
            <a:off x="1940623" y="3534185"/>
            <a:ext cx="581446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400" b="1" kern="10" dirty="0">
                <a:solidFill>
                  <a:srgbClr val="05176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 论文绪论</a:t>
            </a:r>
            <a:r>
              <a:rPr lang="zh-CN" altLang="en-US" sz="4400" b="1" kern="10" dirty="0">
                <a:solidFill>
                  <a:srgbClr val="05176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</a:p>
        </p:txBody>
      </p:sp>
      <p:sp>
        <p:nvSpPr>
          <p:cNvPr id="20" name="WordArt 5"/>
          <p:cNvSpPr>
            <a:spLocks noChangeArrowheads="1" noChangeShapeType="1"/>
          </p:cNvSpPr>
          <p:nvPr/>
        </p:nvSpPr>
        <p:spPr bwMode="auto">
          <a:xfrm>
            <a:off x="3053665" y="4447018"/>
            <a:ext cx="3916669" cy="405366"/>
          </a:xfrm>
          <a:prstGeom prst="rect">
            <a:avLst/>
          </a:prstGeom>
        </p:spPr>
        <p:txBody>
          <a:bodyPr wrap="none" fromWordArt="1"/>
          <a:lstStyle/>
          <a:p>
            <a:pPr algn="ctr"/>
            <a:r>
              <a:rPr lang="en-US" altLang="zh-CN" sz="2100" kern="10" dirty="0">
                <a:solidFill>
                  <a:srgbClr val="05176B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Measurement of horizontal angle</a:t>
            </a:r>
            <a:endParaRPr lang="zh-CN" altLang="en-US" sz="2100" kern="10" dirty="0">
              <a:solidFill>
                <a:srgbClr val="00406E"/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0803C2BA-C6B3-578A-61A5-6B71E34C6477}"/>
              </a:ext>
            </a:extLst>
          </p:cNvPr>
          <p:cNvGrpSpPr/>
          <p:nvPr/>
        </p:nvGrpSpPr>
        <p:grpSpPr>
          <a:xfrm>
            <a:off x="1375722" y="2165865"/>
            <a:ext cx="1705800" cy="1705800"/>
            <a:chOff x="1441054" y="2119509"/>
            <a:chExt cx="1705800" cy="1705800"/>
          </a:xfrm>
        </p:grpSpPr>
        <p:sp>
          <p:nvSpPr>
            <p:cNvPr id="22" name="white base">
              <a:extLst>
                <a:ext uri="{FF2B5EF4-FFF2-40B4-BE49-F238E27FC236}">
                  <a16:creationId xmlns:a16="http://schemas.microsoft.com/office/drawing/2014/main" id="{D34E6250-632F-99E8-177E-4D7B0D268CA5}"/>
                </a:ext>
              </a:extLst>
            </p:cNvPr>
            <p:cNvSpPr/>
            <p:nvPr/>
          </p:nvSpPr>
          <p:spPr>
            <a:xfrm>
              <a:off x="1454240" y="2133600"/>
              <a:ext cx="1677600" cy="167761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4" name="Picture 23" descr="122-吉林大学-logo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41054" y="2119509"/>
              <a:ext cx="1705800" cy="1705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96391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split orient="vert"/>
      </p:transition>
    </mc:Choice>
    <mc:Fallback xmlns="">
      <p:transition spd="slow" advClick="0" advTm="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IconShape">
            <a:extLst>
              <a:ext uri="{FF2B5EF4-FFF2-40B4-BE49-F238E27FC236}">
                <a16:creationId xmlns:a16="http://schemas.microsoft.com/office/drawing/2014/main" id="{45A8C87F-CC16-4CFF-B278-5F7C812604E2}"/>
              </a:ext>
            </a:extLst>
          </p:cNvPr>
          <p:cNvSpPr>
            <a:spLocks/>
          </p:cNvSpPr>
          <p:nvPr/>
        </p:nvSpPr>
        <p:spPr bwMode="auto">
          <a:xfrm>
            <a:off x="4451555" y="2667672"/>
            <a:ext cx="340679" cy="993905"/>
          </a:xfrm>
          <a:custGeom>
            <a:avLst/>
            <a:gdLst>
              <a:gd name="connsiteX0" fmla="*/ 193004 w 386007"/>
              <a:gd name="connsiteY0" fmla="*/ 283308 h 1126148"/>
              <a:gd name="connsiteX1" fmla="*/ 386007 w 386007"/>
              <a:gd name="connsiteY1" fmla="*/ 422377 h 1126148"/>
              <a:gd name="connsiteX2" fmla="*/ 386007 w 386007"/>
              <a:gd name="connsiteY2" fmla="*/ 692086 h 1126148"/>
              <a:gd name="connsiteX3" fmla="*/ 386007 w 386007"/>
              <a:gd name="connsiteY3" fmla="*/ 763727 h 1126148"/>
              <a:gd name="connsiteX4" fmla="*/ 348246 w 386007"/>
              <a:gd name="connsiteY4" fmla="*/ 801655 h 1126148"/>
              <a:gd name="connsiteX5" fmla="*/ 306288 w 386007"/>
              <a:gd name="connsiteY5" fmla="*/ 763727 h 1126148"/>
              <a:gd name="connsiteX6" fmla="*/ 306288 w 386007"/>
              <a:gd name="connsiteY6" fmla="*/ 502447 h 1126148"/>
              <a:gd name="connsiteX7" fmla="*/ 281114 w 386007"/>
              <a:gd name="connsiteY7" fmla="*/ 502447 h 1126148"/>
              <a:gd name="connsiteX8" fmla="*/ 281114 w 386007"/>
              <a:gd name="connsiteY8" fmla="*/ 1088220 h 1126148"/>
              <a:gd name="connsiteX9" fmla="*/ 243352 w 386007"/>
              <a:gd name="connsiteY9" fmla="*/ 1126148 h 1126148"/>
              <a:gd name="connsiteX10" fmla="*/ 205591 w 386007"/>
              <a:gd name="connsiteY10" fmla="*/ 1088220 h 1126148"/>
              <a:gd name="connsiteX11" fmla="*/ 205591 w 386007"/>
              <a:gd name="connsiteY11" fmla="*/ 721585 h 1126148"/>
              <a:gd name="connsiteX12" fmla="*/ 180416 w 386007"/>
              <a:gd name="connsiteY12" fmla="*/ 721585 h 1126148"/>
              <a:gd name="connsiteX13" fmla="*/ 180416 w 386007"/>
              <a:gd name="connsiteY13" fmla="*/ 1088220 h 1126148"/>
              <a:gd name="connsiteX14" fmla="*/ 142655 w 386007"/>
              <a:gd name="connsiteY14" fmla="*/ 1126148 h 1126148"/>
              <a:gd name="connsiteX15" fmla="*/ 104893 w 386007"/>
              <a:gd name="connsiteY15" fmla="*/ 1088220 h 1126148"/>
              <a:gd name="connsiteX16" fmla="*/ 104893 w 386007"/>
              <a:gd name="connsiteY16" fmla="*/ 502447 h 1126148"/>
              <a:gd name="connsiteX17" fmla="*/ 79719 w 386007"/>
              <a:gd name="connsiteY17" fmla="*/ 502447 h 1126148"/>
              <a:gd name="connsiteX18" fmla="*/ 79719 w 386007"/>
              <a:gd name="connsiteY18" fmla="*/ 763727 h 1126148"/>
              <a:gd name="connsiteX19" fmla="*/ 37762 w 386007"/>
              <a:gd name="connsiteY19" fmla="*/ 801655 h 1126148"/>
              <a:gd name="connsiteX20" fmla="*/ 0 w 386007"/>
              <a:gd name="connsiteY20" fmla="*/ 763727 h 1126148"/>
              <a:gd name="connsiteX21" fmla="*/ 0 w 386007"/>
              <a:gd name="connsiteY21" fmla="*/ 692086 h 1126148"/>
              <a:gd name="connsiteX22" fmla="*/ 0 w 386007"/>
              <a:gd name="connsiteY22" fmla="*/ 422377 h 1126148"/>
              <a:gd name="connsiteX23" fmla="*/ 193004 w 386007"/>
              <a:gd name="connsiteY23" fmla="*/ 283308 h 1126148"/>
              <a:gd name="connsiteX24" fmla="*/ 193890 w 386007"/>
              <a:gd name="connsiteY24" fmla="*/ 0 h 1126148"/>
              <a:gd name="connsiteX25" fmla="*/ 336429 w 386007"/>
              <a:gd name="connsiteY25" fmla="*/ 42316 h 1126148"/>
              <a:gd name="connsiteX26" fmla="*/ 277736 w 386007"/>
              <a:gd name="connsiteY26" fmla="*/ 59242 h 1126148"/>
              <a:gd name="connsiteX27" fmla="*/ 277736 w 386007"/>
              <a:gd name="connsiteY27" fmla="*/ 110022 h 1126148"/>
              <a:gd name="connsiteX28" fmla="*/ 269352 w 386007"/>
              <a:gd name="connsiteY28" fmla="*/ 101559 h 1126148"/>
              <a:gd name="connsiteX29" fmla="*/ 286121 w 386007"/>
              <a:gd name="connsiteY29" fmla="*/ 156569 h 1126148"/>
              <a:gd name="connsiteX30" fmla="*/ 193890 w 386007"/>
              <a:gd name="connsiteY30" fmla="*/ 249665 h 1126148"/>
              <a:gd name="connsiteX31" fmla="*/ 101658 w 386007"/>
              <a:gd name="connsiteY31" fmla="*/ 156569 h 1126148"/>
              <a:gd name="connsiteX32" fmla="*/ 118427 w 386007"/>
              <a:gd name="connsiteY32" fmla="*/ 101559 h 1126148"/>
              <a:gd name="connsiteX33" fmla="*/ 110043 w 386007"/>
              <a:gd name="connsiteY33" fmla="*/ 110022 h 1126148"/>
              <a:gd name="connsiteX34" fmla="*/ 110043 w 386007"/>
              <a:gd name="connsiteY34" fmla="*/ 59242 h 1126148"/>
              <a:gd name="connsiteX35" fmla="*/ 72312 w 386007"/>
              <a:gd name="connsiteY35" fmla="*/ 46548 h 1126148"/>
              <a:gd name="connsiteX36" fmla="*/ 72312 w 386007"/>
              <a:gd name="connsiteY36" fmla="*/ 114253 h 1126148"/>
              <a:gd name="connsiteX37" fmla="*/ 76504 w 386007"/>
              <a:gd name="connsiteY37" fmla="*/ 122717 h 1126148"/>
              <a:gd name="connsiteX38" fmla="*/ 76504 w 386007"/>
              <a:gd name="connsiteY38" fmla="*/ 139643 h 1126148"/>
              <a:gd name="connsiteX39" fmla="*/ 68119 w 386007"/>
              <a:gd name="connsiteY39" fmla="*/ 139643 h 1126148"/>
              <a:gd name="connsiteX40" fmla="*/ 63927 w 386007"/>
              <a:gd name="connsiteY40" fmla="*/ 139643 h 1126148"/>
              <a:gd name="connsiteX41" fmla="*/ 63927 w 386007"/>
              <a:gd name="connsiteY41" fmla="*/ 122717 h 1126148"/>
              <a:gd name="connsiteX42" fmla="*/ 68119 w 386007"/>
              <a:gd name="connsiteY42" fmla="*/ 114253 h 1126148"/>
              <a:gd name="connsiteX43" fmla="*/ 68119 w 386007"/>
              <a:gd name="connsiteY43" fmla="*/ 46548 h 1126148"/>
              <a:gd name="connsiteX44" fmla="*/ 51350 w 386007"/>
              <a:gd name="connsiteY44" fmla="*/ 42316 h 1126148"/>
              <a:gd name="connsiteX45" fmla="*/ 193890 w 386007"/>
              <a:gd name="connsiteY45" fmla="*/ 0 h 1126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386007" h="1126148">
                <a:moveTo>
                  <a:pt x="193004" y="283308"/>
                </a:moveTo>
                <a:cubicBezTo>
                  <a:pt x="297897" y="283308"/>
                  <a:pt x="381811" y="317022"/>
                  <a:pt x="386007" y="422377"/>
                </a:cubicBezTo>
                <a:cubicBezTo>
                  <a:pt x="386007" y="422377"/>
                  <a:pt x="386007" y="422377"/>
                  <a:pt x="386007" y="692086"/>
                </a:cubicBezTo>
                <a:cubicBezTo>
                  <a:pt x="386007" y="692086"/>
                  <a:pt x="386007" y="692086"/>
                  <a:pt x="386007" y="763727"/>
                </a:cubicBezTo>
                <a:cubicBezTo>
                  <a:pt x="386007" y="784798"/>
                  <a:pt x="369224" y="801655"/>
                  <a:pt x="348246" y="801655"/>
                </a:cubicBezTo>
                <a:cubicBezTo>
                  <a:pt x="323071" y="801655"/>
                  <a:pt x="306288" y="784798"/>
                  <a:pt x="306288" y="763727"/>
                </a:cubicBezTo>
                <a:cubicBezTo>
                  <a:pt x="306288" y="763727"/>
                  <a:pt x="306288" y="763727"/>
                  <a:pt x="306288" y="502447"/>
                </a:cubicBezTo>
                <a:cubicBezTo>
                  <a:pt x="306288" y="502447"/>
                  <a:pt x="306288" y="502447"/>
                  <a:pt x="281114" y="502447"/>
                </a:cubicBezTo>
                <a:cubicBezTo>
                  <a:pt x="281114" y="502447"/>
                  <a:pt x="281114" y="502447"/>
                  <a:pt x="281114" y="1088220"/>
                </a:cubicBezTo>
                <a:cubicBezTo>
                  <a:pt x="281114" y="1109291"/>
                  <a:pt x="264331" y="1126148"/>
                  <a:pt x="243352" y="1126148"/>
                </a:cubicBezTo>
                <a:cubicBezTo>
                  <a:pt x="222374" y="1126148"/>
                  <a:pt x="205591" y="1109291"/>
                  <a:pt x="205591" y="1088220"/>
                </a:cubicBezTo>
                <a:cubicBezTo>
                  <a:pt x="205591" y="1088220"/>
                  <a:pt x="205591" y="1088220"/>
                  <a:pt x="205591" y="721585"/>
                </a:cubicBezTo>
                <a:cubicBezTo>
                  <a:pt x="205591" y="721585"/>
                  <a:pt x="205591" y="721585"/>
                  <a:pt x="180416" y="721585"/>
                </a:cubicBezTo>
                <a:cubicBezTo>
                  <a:pt x="180416" y="721585"/>
                  <a:pt x="180416" y="721585"/>
                  <a:pt x="180416" y="1088220"/>
                </a:cubicBezTo>
                <a:cubicBezTo>
                  <a:pt x="180416" y="1109291"/>
                  <a:pt x="163633" y="1126148"/>
                  <a:pt x="142655" y="1126148"/>
                </a:cubicBezTo>
                <a:cubicBezTo>
                  <a:pt x="121676" y="1126148"/>
                  <a:pt x="104893" y="1109291"/>
                  <a:pt x="104893" y="1088220"/>
                </a:cubicBezTo>
                <a:cubicBezTo>
                  <a:pt x="104893" y="1088220"/>
                  <a:pt x="104893" y="1088220"/>
                  <a:pt x="104893" y="502447"/>
                </a:cubicBezTo>
                <a:cubicBezTo>
                  <a:pt x="104893" y="502447"/>
                  <a:pt x="104893" y="502447"/>
                  <a:pt x="79719" y="502447"/>
                </a:cubicBezTo>
                <a:cubicBezTo>
                  <a:pt x="79719" y="502447"/>
                  <a:pt x="79719" y="502447"/>
                  <a:pt x="79719" y="763727"/>
                </a:cubicBezTo>
                <a:cubicBezTo>
                  <a:pt x="79719" y="784798"/>
                  <a:pt x="58740" y="801655"/>
                  <a:pt x="37762" y="801655"/>
                </a:cubicBezTo>
                <a:cubicBezTo>
                  <a:pt x="16783" y="801655"/>
                  <a:pt x="0" y="784798"/>
                  <a:pt x="0" y="763727"/>
                </a:cubicBezTo>
                <a:cubicBezTo>
                  <a:pt x="0" y="763727"/>
                  <a:pt x="0" y="763727"/>
                  <a:pt x="0" y="692086"/>
                </a:cubicBezTo>
                <a:cubicBezTo>
                  <a:pt x="0" y="692086"/>
                  <a:pt x="0" y="692086"/>
                  <a:pt x="0" y="422377"/>
                </a:cubicBezTo>
                <a:cubicBezTo>
                  <a:pt x="4196" y="317022"/>
                  <a:pt x="88110" y="283308"/>
                  <a:pt x="193004" y="283308"/>
                </a:cubicBezTo>
                <a:close/>
                <a:moveTo>
                  <a:pt x="193890" y="0"/>
                </a:moveTo>
                <a:cubicBezTo>
                  <a:pt x="193890" y="0"/>
                  <a:pt x="193890" y="0"/>
                  <a:pt x="336429" y="42316"/>
                </a:cubicBezTo>
                <a:cubicBezTo>
                  <a:pt x="336429" y="42316"/>
                  <a:pt x="336429" y="42316"/>
                  <a:pt x="277736" y="59242"/>
                </a:cubicBezTo>
                <a:cubicBezTo>
                  <a:pt x="277736" y="59242"/>
                  <a:pt x="277736" y="59242"/>
                  <a:pt x="277736" y="110022"/>
                </a:cubicBezTo>
                <a:cubicBezTo>
                  <a:pt x="277736" y="105790"/>
                  <a:pt x="273544" y="105790"/>
                  <a:pt x="269352" y="101559"/>
                </a:cubicBezTo>
                <a:cubicBezTo>
                  <a:pt x="277736" y="114253"/>
                  <a:pt x="286121" y="135411"/>
                  <a:pt x="286121" y="156569"/>
                </a:cubicBezTo>
                <a:cubicBezTo>
                  <a:pt x="286121" y="207349"/>
                  <a:pt x="244198" y="249665"/>
                  <a:pt x="193890" y="249665"/>
                </a:cubicBezTo>
                <a:cubicBezTo>
                  <a:pt x="143582" y="249665"/>
                  <a:pt x="101658" y="207349"/>
                  <a:pt x="101658" y="156569"/>
                </a:cubicBezTo>
                <a:cubicBezTo>
                  <a:pt x="101658" y="135411"/>
                  <a:pt x="110043" y="114253"/>
                  <a:pt x="118427" y="101559"/>
                </a:cubicBezTo>
                <a:cubicBezTo>
                  <a:pt x="114235" y="105790"/>
                  <a:pt x="110043" y="105790"/>
                  <a:pt x="110043" y="110022"/>
                </a:cubicBezTo>
                <a:cubicBezTo>
                  <a:pt x="110043" y="110022"/>
                  <a:pt x="110043" y="110022"/>
                  <a:pt x="110043" y="59242"/>
                </a:cubicBezTo>
                <a:cubicBezTo>
                  <a:pt x="110043" y="59242"/>
                  <a:pt x="110043" y="59242"/>
                  <a:pt x="72312" y="46548"/>
                </a:cubicBezTo>
                <a:cubicBezTo>
                  <a:pt x="72312" y="46548"/>
                  <a:pt x="72312" y="46548"/>
                  <a:pt x="72312" y="114253"/>
                </a:cubicBezTo>
                <a:cubicBezTo>
                  <a:pt x="72312" y="114253"/>
                  <a:pt x="76504" y="118485"/>
                  <a:pt x="76504" y="122717"/>
                </a:cubicBezTo>
                <a:cubicBezTo>
                  <a:pt x="76504" y="122717"/>
                  <a:pt x="76504" y="122717"/>
                  <a:pt x="76504" y="139643"/>
                </a:cubicBezTo>
                <a:cubicBezTo>
                  <a:pt x="76504" y="139643"/>
                  <a:pt x="72312" y="139643"/>
                  <a:pt x="68119" y="139643"/>
                </a:cubicBezTo>
                <a:cubicBezTo>
                  <a:pt x="63927" y="139643"/>
                  <a:pt x="63927" y="139643"/>
                  <a:pt x="63927" y="139643"/>
                </a:cubicBezTo>
                <a:cubicBezTo>
                  <a:pt x="63927" y="139643"/>
                  <a:pt x="63927" y="139643"/>
                  <a:pt x="63927" y="122717"/>
                </a:cubicBezTo>
                <a:cubicBezTo>
                  <a:pt x="63927" y="118485"/>
                  <a:pt x="63927" y="114253"/>
                  <a:pt x="68119" y="114253"/>
                </a:cubicBezTo>
                <a:lnTo>
                  <a:pt x="68119" y="46548"/>
                </a:lnTo>
                <a:cubicBezTo>
                  <a:pt x="68119" y="46548"/>
                  <a:pt x="68119" y="46548"/>
                  <a:pt x="51350" y="42316"/>
                </a:cubicBezTo>
                <a:cubicBezTo>
                  <a:pt x="51350" y="42316"/>
                  <a:pt x="51350" y="42316"/>
                  <a:pt x="193890" y="0"/>
                </a:cubicBezTo>
                <a:close/>
              </a:path>
            </a:pathLst>
          </a:custGeom>
          <a:solidFill>
            <a:srgbClr val="071E8E"/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8" name="IconShape">
            <a:extLst>
              <a:ext uri="{FF2B5EF4-FFF2-40B4-BE49-F238E27FC236}">
                <a16:creationId xmlns:a16="http://schemas.microsoft.com/office/drawing/2014/main" id="{157B40AB-A363-4C65-8507-95CD8279CD21}"/>
              </a:ext>
            </a:extLst>
          </p:cNvPr>
          <p:cNvSpPr>
            <a:spLocks/>
          </p:cNvSpPr>
          <p:nvPr/>
        </p:nvSpPr>
        <p:spPr bwMode="auto">
          <a:xfrm>
            <a:off x="4962572" y="2667672"/>
            <a:ext cx="340679" cy="993905"/>
          </a:xfrm>
          <a:custGeom>
            <a:avLst/>
            <a:gdLst>
              <a:gd name="connsiteX0" fmla="*/ 193004 w 386007"/>
              <a:gd name="connsiteY0" fmla="*/ 283308 h 1126148"/>
              <a:gd name="connsiteX1" fmla="*/ 386007 w 386007"/>
              <a:gd name="connsiteY1" fmla="*/ 422377 h 1126148"/>
              <a:gd name="connsiteX2" fmla="*/ 386007 w 386007"/>
              <a:gd name="connsiteY2" fmla="*/ 692086 h 1126148"/>
              <a:gd name="connsiteX3" fmla="*/ 386007 w 386007"/>
              <a:gd name="connsiteY3" fmla="*/ 763727 h 1126148"/>
              <a:gd name="connsiteX4" fmla="*/ 348246 w 386007"/>
              <a:gd name="connsiteY4" fmla="*/ 801655 h 1126148"/>
              <a:gd name="connsiteX5" fmla="*/ 310484 w 386007"/>
              <a:gd name="connsiteY5" fmla="*/ 763727 h 1126148"/>
              <a:gd name="connsiteX6" fmla="*/ 310484 w 386007"/>
              <a:gd name="connsiteY6" fmla="*/ 502447 h 1126148"/>
              <a:gd name="connsiteX7" fmla="*/ 285310 w 386007"/>
              <a:gd name="connsiteY7" fmla="*/ 502447 h 1126148"/>
              <a:gd name="connsiteX8" fmla="*/ 285310 w 386007"/>
              <a:gd name="connsiteY8" fmla="*/ 1088220 h 1126148"/>
              <a:gd name="connsiteX9" fmla="*/ 243352 w 386007"/>
              <a:gd name="connsiteY9" fmla="*/ 1126148 h 1126148"/>
              <a:gd name="connsiteX10" fmla="*/ 205591 w 386007"/>
              <a:gd name="connsiteY10" fmla="*/ 1088220 h 1126148"/>
              <a:gd name="connsiteX11" fmla="*/ 205591 w 386007"/>
              <a:gd name="connsiteY11" fmla="*/ 721585 h 1126148"/>
              <a:gd name="connsiteX12" fmla="*/ 180416 w 386007"/>
              <a:gd name="connsiteY12" fmla="*/ 721585 h 1126148"/>
              <a:gd name="connsiteX13" fmla="*/ 180416 w 386007"/>
              <a:gd name="connsiteY13" fmla="*/ 1088220 h 1126148"/>
              <a:gd name="connsiteX14" fmla="*/ 142655 w 386007"/>
              <a:gd name="connsiteY14" fmla="*/ 1126148 h 1126148"/>
              <a:gd name="connsiteX15" fmla="*/ 104893 w 386007"/>
              <a:gd name="connsiteY15" fmla="*/ 1088220 h 1126148"/>
              <a:gd name="connsiteX16" fmla="*/ 104893 w 386007"/>
              <a:gd name="connsiteY16" fmla="*/ 502447 h 1126148"/>
              <a:gd name="connsiteX17" fmla="*/ 79719 w 386007"/>
              <a:gd name="connsiteY17" fmla="*/ 502447 h 1126148"/>
              <a:gd name="connsiteX18" fmla="*/ 79719 w 386007"/>
              <a:gd name="connsiteY18" fmla="*/ 763727 h 1126148"/>
              <a:gd name="connsiteX19" fmla="*/ 41957 w 386007"/>
              <a:gd name="connsiteY19" fmla="*/ 801655 h 1126148"/>
              <a:gd name="connsiteX20" fmla="*/ 0 w 386007"/>
              <a:gd name="connsiteY20" fmla="*/ 763727 h 1126148"/>
              <a:gd name="connsiteX21" fmla="*/ 0 w 386007"/>
              <a:gd name="connsiteY21" fmla="*/ 692086 h 1126148"/>
              <a:gd name="connsiteX22" fmla="*/ 0 w 386007"/>
              <a:gd name="connsiteY22" fmla="*/ 422377 h 1126148"/>
              <a:gd name="connsiteX23" fmla="*/ 193004 w 386007"/>
              <a:gd name="connsiteY23" fmla="*/ 283308 h 1126148"/>
              <a:gd name="connsiteX24" fmla="*/ 192119 w 386007"/>
              <a:gd name="connsiteY24" fmla="*/ 0 h 1126148"/>
              <a:gd name="connsiteX25" fmla="*/ 334658 w 386007"/>
              <a:gd name="connsiteY25" fmla="*/ 42316 h 1126148"/>
              <a:gd name="connsiteX26" fmla="*/ 275965 w 386007"/>
              <a:gd name="connsiteY26" fmla="*/ 59242 h 1126148"/>
              <a:gd name="connsiteX27" fmla="*/ 275965 w 386007"/>
              <a:gd name="connsiteY27" fmla="*/ 110022 h 1126148"/>
              <a:gd name="connsiteX28" fmla="*/ 267581 w 386007"/>
              <a:gd name="connsiteY28" fmla="*/ 101559 h 1126148"/>
              <a:gd name="connsiteX29" fmla="*/ 284350 w 386007"/>
              <a:gd name="connsiteY29" fmla="*/ 156569 h 1126148"/>
              <a:gd name="connsiteX30" fmla="*/ 192119 w 386007"/>
              <a:gd name="connsiteY30" fmla="*/ 249665 h 1126148"/>
              <a:gd name="connsiteX31" fmla="*/ 99887 w 386007"/>
              <a:gd name="connsiteY31" fmla="*/ 156569 h 1126148"/>
              <a:gd name="connsiteX32" fmla="*/ 120849 w 386007"/>
              <a:gd name="connsiteY32" fmla="*/ 101559 h 1126148"/>
              <a:gd name="connsiteX33" fmla="*/ 112464 w 386007"/>
              <a:gd name="connsiteY33" fmla="*/ 110022 h 1126148"/>
              <a:gd name="connsiteX34" fmla="*/ 112464 w 386007"/>
              <a:gd name="connsiteY34" fmla="*/ 59242 h 1126148"/>
              <a:gd name="connsiteX35" fmla="*/ 70541 w 386007"/>
              <a:gd name="connsiteY35" fmla="*/ 46548 h 1126148"/>
              <a:gd name="connsiteX36" fmla="*/ 70541 w 386007"/>
              <a:gd name="connsiteY36" fmla="*/ 114253 h 1126148"/>
              <a:gd name="connsiteX37" fmla="*/ 74733 w 386007"/>
              <a:gd name="connsiteY37" fmla="*/ 122717 h 1126148"/>
              <a:gd name="connsiteX38" fmla="*/ 74733 w 386007"/>
              <a:gd name="connsiteY38" fmla="*/ 139643 h 1126148"/>
              <a:gd name="connsiteX39" fmla="*/ 66348 w 386007"/>
              <a:gd name="connsiteY39" fmla="*/ 139643 h 1126148"/>
              <a:gd name="connsiteX40" fmla="*/ 62156 w 386007"/>
              <a:gd name="connsiteY40" fmla="*/ 139643 h 1126148"/>
              <a:gd name="connsiteX41" fmla="*/ 62156 w 386007"/>
              <a:gd name="connsiteY41" fmla="*/ 122717 h 1126148"/>
              <a:gd name="connsiteX42" fmla="*/ 66348 w 386007"/>
              <a:gd name="connsiteY42" fmla="*/ 114253 h 1126148"/>
              <a:gd name="connsiteX43" fmla="*/ 66348 w 386007"/>
              <a:gd name="connsiteY43" fmla="*/ 46548 h 1126148"/>
              <a:gd name="connsiteX44" fmla="*/ 49579 w 386007"/>
              <a:gd name="connsiteY44" fmla="*/ 42316 h 1126148"/>
              <a:gd name="connsiteX45" fmla="*/ 192119 w 386007"/>
              <a:gd name="connsiteY45" fmla="*/ 0 h 1126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386007" h="1126148">
                <a:moveTo>
                  <a:pt x="193004" y="283308"/>
                </a:moveTo>
                <a:cubicBezTo>
                  <a:pt x="297897" y="283308"/>
                  <a:pt x="386007" y="317022"/>
                  <a:pt x="386007" y="422377"/>
                </a:cubicBezTo>
                <a:cubicBezTo>
                  <a:pt x="386007" y="422377"/>
                  <a:pt x="386007" y="422377"/>
                  <a:pt x="386007" y="692086"/>
                </a:cubicBezTo>
                <a:cubicBezTo>
                  <a:pt x="386007" y="692086"/>
                  <a:pt x="386007" y="692086"/>
                  <a:pt x="386007" y="763727"/>
                </a:cubicBezTo>
                <a:cubicBezTo>
                  <a:pt x="386007" y="784798"/>
                  <a:pt x="369224" y="801655"/>
                  <a:pt x="348246" y="801655"/>
                </a:cubicBezTo>
                <a:cubicBezTo>
                  <a:pt x="327267" y="801655"/>
                  <a:pt x="310484" y="784798"/>
                  <a:pt x="310484" y="763727"/>
                </a:cubicBezTo>
                <a:cubicBezTo>
                  <a:pt x="310484" y="763727"/>
                  <a:pt x="310484" y="763727"/>
                  <a:pt x="310484" y="502447"/>
                </a:cubicBezTo>
                <a:cubicBezTo>
                  <a:pt x="310484" y="502447"/>
                  <a:pt x="310484" y="502447"/>
                  <a:pt x="285310" y="502447"/>
                </a:cubicBezTo>
                <a:cubicBezTo>
                  <a:pt x="285310" y="502447"/>
                  <a:pt x="285310" y="502447"/>
                  <a:pt x="285310" y="1088220"/>
                </a:cubicBezTo>
                <a:cubicBezTo>
                  <a:pt x="285310" y="1109291"/>
                  <a:pt x="264331" y="1126148"/>
                  <a:pt x="243352" y="1126148"/>
                </a:cubicBezTo>
                <a:cubicBezTo>
                  <a:pt x="222374" y="1126148"/>
                  <a:pt x="205591" y="1109291"/>
                  <a:pt x="205591" y="1088220"/>
                </a:cubicBezTo>
                <a:cubicBezTo>
                  <a:pt x="205591" y="1088220"/>
                  <a:pt x="205591" y="1088220"/>
                  <a:pt x="205591" y="721585"/>
                </a:cubicBezTo>
                <a:cubicBezTo>
                  <a:pt x="205591" y="721585"/>
                  <a:pt x="205591" y="721585"/>
                  <a:pt x="180416" y="721585"/>
                </a:cubicBezTo>
                <a:cubicBezTo>
                  <a:pt x="180416" y="721585"/>
                  <a:pt x="180416" y="721585"/>
                  <a:pt x="180416" y="1088220"/>
                </a:cubicBezTo>
                <a:cubicBezTo>
                  <a:pt x="180416" y="1109291"/>
                  <a:pt x="163634" y="1126148"/>
                  <a:pt x="142655" y="1126148"/>
                </a:cubicBezTo>
                <a:cubicBezTo>
                  <a:pt x="121676" y="1126148"/>
                  <a:pt x="104893" y="1109291"/>
                  <a:pt x="104893" y="1088220"/>
                </a:cubicBezTo>
                <a:cubicBezTo>
                  <a:pt x="104893" y="1088220"/>
                  <a:pt x="104893" y="1088220"/>
                  <a:pt x="104893" y="502447"/>
                </a:cubicBezTo>
                <a:cubicBezTo>
                  <a:pt x="104893" y="502447"/>
                  <a:pt x="104893" y="502447"/>
                  <a:pt x="79719" y="502447"/>
                </a:cubicBezTo>
                <a:cubicBezTo>
                  <a:pt x="79719" y="502447"/>
                  <a:pt x="79719" y="502447"/>
                  <a:pt x="79719" y="763727"/>
                </a:cubicBezTo>
                <a:cubicBezTo>
                  <a:pt x="79719" y="784798"/>
                  <a:pt x="62936" y="801655"/>
                  <a:pt x="41957" y="801655"/>
                </a:cubicBezTo>
                <a:cubicBezTo>
                  <a:pt x="20979" y="801655"/>
                  <a:pt x="0" y="784798"/>
                  <a:pt x="0" y="763727"/>
                </a:cubicBezTo>
                <a:cubicBezTo>
                  <a:pt x="0" y="763727"/>
                  <a:pt x="0" y="763727"/>
                  <a:pt x="0" y="692086"/>
                </a:cubicBezTo>
                <a:cubicBezTo>
                  <a:pt x="0" y="692086"/>
                  <a:pt x="0" y="692086"/>
                  <a:pt x="0" y="422377"/>
                </a:cubicBezTo>
                <a:cubicBezTo>
                  <a:pt x="4196" y="317022"/>
                  <a:pt x="88110" y="283308"/>
                  <a:pt x="193004" y="283308"/>
                </a:cubicBezTo>
                <a:close/>
                <a:moveTo>
                  <a:pt x="192119" y="0"/>
                </a:moveTo>
                <a:cubicBezTo>
                  <a:pt x="192119" y="0"/>
                  <a:pt x="192119" y="0"/>
                  <a:pt x="334658" y="42316"/>
                </a:cubicBezTo>
                <a:cubicBezTo>
                  <a:pt x="334658" y="42316"/>
                  <a:pt x="334658" y="42316"/>
                  <a:pt x="275965" y="59242"/>
                </a:cubicBezTo>
                <a:cubicBezTo>
                  <a:pt x="275965" y="59242"/>
                  <a:pt x="275965" y="59242"/>
                  <a:pt x="275965" y="110022"/>
                </a:cubicBezTo>
                <a:cubicBezTo>
                  <a:pt x="275965" y="105790"/>
                  <a:pt x="271773" y="105790"/>
                  <a:pt x="267581" y="101559"/>
                </a:cubicBezTo>
                <a:cubicBezTo>
                  <a:pt x="280158" y="114253"/>
                  <a:pt x="284350" y="135411"/>
                  <a:pt x="284350" y="156569"/>
                </a:cubicBezTo>
                <a:cubicBezTo>
                  <a:pt x="284350" y="207349"/>
                  <a:pt x="242427" y="249665"/>
                  <a:pt x="192119" y="249665"/>
                </a:cubicBezTo>
                <a:cubicBezTo>
                  <a:pt x="141811" y="249665"/>
                  <a:pt x="99887" y="207349"/>
                  <a:pt x="99887" y="156569"/>
                </a:cubicBezTo>
                <a:cubicBezTo>
                  <a:pt x="99887" y="135411"/>
                  <a:pt x="108272" y="114253"/>
                  <a:pt x="120849" y="101559"/>
                </a:cubicBezTo>
                <a:cubicBezTo>
                  <a:pt x="112464" y="105790"/>
                  <a:pt x="112464" y="105790"/>
                  <a:pt x="112464" y="110022"/>
                </a:cubicBezTo>
                <a:cubicBezTo>
                  <a:pt x="112464" y="110022"/>
                  <a:pt x="112464" y="110022"/>
                  <a:pt x="112464" y="59242"/>
                </a:cubicBezTo>
                <a:cubicBezTo>
                  <a:pt x="112464" y="59242"/>
                  <a:pt x="112464" y="59242"/>
                  <a:pt x="70541" y="46548"/>
                </a:cubicBezTo>
                <a:cubicBezTo>
                  <a:pt x="70541" y="46548"/>
                  <a:pt x="70541" y="46548"/>
                  <a:pt x="70541" y="114253"/>
                </a:cubicBezTo>
                <a:cubicBezTo>
                  <a:pt x="74733" y="114253"/>
                  <a:pt x="74733" y="118485"/>
                  <a:pt x="74733" y="122717"/>
                </a:cubicBezTo>
                <a:cubicBezTo>
                  <a:pt x="74733" y="122717"/>
                  <a:pt x="74733" y="122717"/>
                  <a:pt x="74733" y="139643"/>
                </a:cubicBezTo>
                <a:cubicBezTo>
                  <a:pt x="74733" y="139643"/>
                  <a:pt x="70541" y="139643"/>
                  <a:pt x="66348" y="139643"/>
                </a:cubicBezTo>
                <a:cubicBezTo>
                  <a:pt x="66348" y="139643"/>
                  <a:pt x="62156" y="139643"/>
                  <a:pt x="62156" y="139643"/>
                </a:cubicBezTo>
                <a:cubicBezTo>
                  <a:pt x="62156" y="139643"/>
                  <a:pt x="62156" y="139643"/>
                  <a:pt x="62156" y="122717"/>
                </a:cubicBezTo>
                <a:cubicBezTo>
                  <a:pt x="62156" y="118485"/>
                  <a:pt x="62156" y="114253"/>
                  <a:pt x="66348" y="114253"/>
                </a:cubicBezTo>
                <a:lnTo>
                  <a:pt x="66348" y="46548"/>
                </a:lnTo>
                <a:cubicBezTo>
                  <a:pt x="66348" y="46548"/>
                  <a:pt x="66348" y="46548"/>
                  <a:pt x="49579" y="42316"/>
                </a:cubicBezTo>
                <a:cubicBezTo>
                  <a:pt x="49579" y="42316"/>
                  <a:pt x="49579" y="42316"/>
                  <a:pt x="192119" y="0"/>
                </a:cubicBezTo>
                <a:close/>
              </a:path>
            </a:pathLst>
          </a:custGeom>
          <a:solidFill>
            <a:srgbClr val="071E8E"/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9" name="IconShape">
            <a:extLst>
              <a:ext uri="{FF2B5EF4-FFF2-40B4-BE49-F238E27FC236}">
                <a16:creationId xmlns:a16="http://schemas.microsoft.com/office/drawing/2014/main" id="{3717E878-7FE8-4B25-840D-EED18F242329}"/>
              </a:ext>
            </a:extLst>
          </p:cNvPr>
          <p:cNvSpPr>
            <a:spLocks/>
          </p:cNvSpPr>
          <p:nvPr/>
        </p:nvSpPr>
        <p:spPr bwMode="auto">
          <a:xfrm>
            <a:off x="5476715" y="2667672"/>
            <a:ext cx="335990" cy="993905"/>
          </a:xfrm>
          <a:custGeom>
            <a:avLst/>
            <a:gdLst>
              <a:gd name="connsiteX0" fmla="*/ 188256 w 380695"/>
              <a:gd name="connsiteY0" fmla="*/ 283308 h 1126148"/>
              <a:gd name="connsiteX1" fmla="*/ 380695 w 380695"/>
              <a:gd name="connsiteY1" fmla="*/ 422377 h 1126148"/>
              <a:gd name="connsiteX2" fmla="*/ 380695 w 380695"/>
              <a:gd name="connsiteY2" fmla="*/ 692086 h 1126148"/>
              <a:gd name="connsiteX3" fmla="*/ 380695 w 380695"/>
              <a:gd name="connsiteY3" fmla="*/ 763727 h 1126148"/>
              <a:gd name="connsiteX4" fmla="*/ 343044 w 380695"/>
              <a:gd name="connsiteY4" fmla="*/ 801655 h 1126148"/>
              <a:gd name="connsiteX5" fmla="*/ 305393 w 380695"/>
              <a:gd name="connsiteY5" fmla="*/ 763727 h 1126148"/>
              <a:gd name="connsiteX6" fmla="*/ 305393 w 380695"/>
              <a:gd name="connsiteY6" fmla="*/ 502447 h 1126148"/>
              <a:gd name="connsiteX7" fmla="*/ 280292 w 380695"/>
              <a:gd name="connsiteY7" fmla="*/ 502447 h 1126148"/>
              <a:gd name="connsiteX8" fmla="*/ 280292 w 380695"/>
              <a:gd name="connsiteY8" fmla="*/ 1088220 h 1126148"/>
              <a:gd name="connsiteX9" fmla="*/ 242641 w 380695"/>
              <a:gd name="connsiteY9" fmla="*/ 1126148 h 1126148"/>
              <a:gd name="connsiteX10" fmla="*/ 200806 w 380695"/>
              <a:gd name="connsiteY10" fmla="*/ 1088220 h 1126148"/>
              <a:gd name="connsiteX11" fmla="*/ 200806 w 380695"/>
              <a:gd name="connsiteY11" fmla="*/ 721585 h 1126148"/>
              <a:gd name="connsiteX12" fmla="*/ 175706 w 380695"/>
              <a:gd name="connsiteY12" fmla="*/ 721585 h 1126148"/>
              <a:gd name="connsiteX13" fmla="*/ 175706 w 380695"/>
              <a:gd name="connsiteY13" fmla="*/ 1088220 h 1126148"/>
              <a:gd name="connsiteX14" fmla="*/ 138054 w 380695"/>
              <a:gd name="connsiteY14" fmla="*/ 1126148 h 1126148"/>
              <a:gd name="connsiteX15" fmla="*/ 100403 w 380695"/>
              <a:gd name="connsiteY15" fmla="*/ 1088220 h 1126148"/>
              <a:gd name="connsiteX16" fmla="*/ 100403 w 380695"/>
              <a:gd name="connsiteY16" fmla="*/ 502447 h 1126148"/>
              <a:gd name="connsiteX17" fmla="*/ 75302 w 380695"/>
              <a:gd name="connsiteY17" fmla="*/ 502447 h 1126148"/>
              <a:gd name="connsiteX18" fmla="*/ 75302 w 380695"/>
              <a:gd name="connsiteY18" fmla="*/ 763727 h 1126148"/>
              <a:gd name="connsiteX19" fmla="*/ 37651 w 380695"/>
              <a:gd name="connsiteY19" fmla="*/ 801655 h 1126148"/>
              <a:gd name="connsiteX20" fmla="*/ 0 w 380695"/>
              <a:gd name="connsiteY20" fmla="*/ 763727 h 1126148"/>
              <a:gd name="connsiteX21" fmla="*/ 0 w 380695"/>
              <a:gd name="connsiteY21" fmla="*/ 692086 h 1126148"/>
              <a:gd name="connsiteX22" fmla="*/ 0 w 380695"/>
              <a:gd name="connsiteY22" fmla="*/ 422377 h 1126148"/>
              <a:gd name="connsiteX23" fmla="*/ 188256 w 380695"/>
              <a:gd name="connsiteY23" fmla="*/ 283308 h 1126148"/>
              <a:gd name="connsiteX24" fmla="*/ 188257 w 380695"/>
              <a:gd name="connsiteY24" fmla="*/ 0 h 1126148"/>
              <a:gd name="connsiteX25" fmla="*/ 334658 w 380695"/>
              <a:gd name="connsiteY25" fmla="*/ 42316 h 1126148"/>
              <a:gd name="connsiteX26" fmla="*/ 271915 w 380695"/>
              <a:gd name="connsiteY26" fmla="*/ 59242 h 1126148"/>
              <a:gd name="connsiteX27" fmla="*/ 271915 w 380695"/>
              <a:gd name="connsiteY27" fmla="*/ 110022 h 1126148"/>
              <a:gd name="connsiteX28" fmla="*/ 263549 w 380695"/>
              <a:gd name="connsiteY28" fmla="*/ 101559 h 1126148"/>
              <a:gd name="connsiteX29" fmla="*/ 280280 w 380695"/>
              <a:gd name="connsiteY29" fmla="*/ 156569 h 1126148"/>
              <a:gd name="connsiteX30" fmla="*/ 188257 w 380695"/>
              <a:gd name="connsiteY30" fmla="*/ 249665 h 1126148"/>
              <a:gd name="connsiteX31" fmla="*/ 96233 w 380695"/>
              <a:gd name="connsiteY31" fmla="*/ 156569 h 1126148"/>
              <a:gd name="connsiteX32" fmla="*/ 117147 w 380695"/>
              <a:gd name="connsiteY32" fmla="*/ 101559 h 1126148"/>
              <a:gd name="connsiteX33" fmla="*/ 108782 w 380695"/>
              <a:gd name="connsiteY33" fmla="*/ 110022 h 1126148"/>
              <a:gd name="connsiteX34" fmla="*/ 108782 w 380695"/>
              <a:gd name="connsiteY34" fmla="*/ 59242 h 1126148"/>
              <a:gd name="connsiteX35" fmla="*/ 66953 w 380695"/>
              <a:gd name="connsiteY35" fmla="*/ 46548 h 1126148"/>
              <a:gd name="connsiteX36" fmla="*/ 66953 w 380695"/>
              <a:gd name="connsiteY36" fmla="*/ 114253 h 1126148"/>
              <a:gd name="connsiteX37" fmla="*/ 71136 w 380695"/>
              <a:gd name="connsiteY37" fmla="*/ 122717 h 1126148"/>
              <a:gd name="connsiteX38" fmla="*/ 71136 w 380695"/>
              <a:gd name="connsiteY38" fmla="*/ 139643 h 1126148"/>
              <a:gd name="connsiteX39" fmla="*/ 66953 w 380695"/>
              <a:gd name="connsiteY39" fmla="*/ 139643 h 1126148"/>
              <a:gd name="connsiteX40" fmla="*/ 58587 w 380695"/>
              <a:gd name="connsiteY40" fmla="*/ 139643 h 1126148"/>
              <a:gd name="connsiteX41" fmla="*/ 58587 w 380695"/>
              <a:gd name="connsiteY41" fmla="*/ 122717 h 1126148"/>
              <a:gd name="connsiteX42" fmla="*/ 62770 w 380695"/>
              <a:gd name="connsiteY42" fmla="*/ 114253 h 1126148"/>
              <a:gd name="connsiteX43" fmla="*/ 62770 w 380695"/>
              <a:gd name="connsiteY43" fmla="*/ 46548 h 1126148"/>
              <a:gd name="connsiteX44" fmla="*/ 46038 w 380695"/>
              <a:gd name="connsiteY44" fmla="*/ 42316 h 1126148"/>
              <a:gd name="connsiteX45" fmla="*/ 188257 w 380695"/>
              <a:gd name="connsiteY45" fmla="*/ 0 h 1126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380695" h="1126148">
                <a:moveTo>
                  <a:pt x="188256" y="283308"/>
                </a:moveTo>
                <a:cubicBezTo>
                  <a:pt x="292842" y="283308"/>
                  <a:pt x="380695" y="317022"/>
                  <a:pt x="380695" y="422377"/>
                </a:cubicBezTo>
                <a:cubicBezTo>
                  <a:pt x="380695" y="422377"/>
                  <a:pt x="380695" y="422377"/>
                  <a:pt x="380695" y="692086"/>
                </a:cubicBezTo>
                <a:cubicBezTo>
                  <a:pt x="380695" y="692086"/>
                  <a:pt x="380695" y="692086"/>
                  <a:pt x="380695" y="763727"/>
                </a:cubicBezTo>
                <a:cubicBezTo>
                  <a:pt x="380695" y="784798"/>
                  <a:pt x="363961" y="801655"/>
                  <a:pt x="343044" y="801655"/>
                </a:cubicBezTo>
                <a:cubicBezTo>
                  <a:pt x="322127" y="801655"/>
                  <a:pt x="305393" y="784798"/>
                  <a:pt x="305393" y="763727"/>
                </a:cubicBezTo>
                <a:cubicBezTo>
                  <a:pt x="305393" y="763727"/>
                  <a:pt x="305393" y="763727"/>
                  <a:pt x="305393" y="502447"/>
                </a:cubicBezTo>
                <a:cubicBezTo>
                  <a:pt x="305393" y="502447"/>
                  <a:pt x="305393" y="502447"/>
                  <a:pt x="280292" y="502447"/>
                </a:cubicBezTo>
                <a:cubicBezTo>
                  <a:pt x="280292" y="502447"/>
                  <a:pt x="280292" y="502447"/>
                  <a:pt x="280292" y="1088220"/>
                </a:cubicBezTo>
                <a:cubicBezTo>
                  <a:pt x="280292" y="1109291"/>
                  <a:pt x="263558" y="1126148"/>
                  <a:pt x="242641" y="1126148"/>
                </a:cubicBezTo>
                <a:cubicBezTo>
                  <a:pt x="217540" y="1126148"/>
                  <a:pt x="200806" y="1109291"/>
                  <a:pt x="200806" y="1088220"/>
                </a:cubicBezTo>
                <a:cubicBezTo>
                  <a:pt x="200806" y="1088220"/>
                  <a:pt x="200806" y="1088220"/>
                  <a:pt x="200806" y="721585"/>
                </a:cubicBezTo>
                <a:cubicBezTo>
                  <a:pt x="200806" y="721585"/>
                  <a:pt x="200806" y="721585"/>
                  <a:pt x="175706" y="721585"/>
                </a:cubicBezTo>
                <a:cubicBezTo>
                  <a:pt x="175706" y="721585"/>
                  <a:pt x="175706" y="721585"/>
                  <a:pt x="175706" y="1088220"/>
                </a:cubicBezTo>
                <a:cubicBezTo>
                  <a:pt x="175706" y="1109291"/>
                  <a:pt x="158972" y="1126148"/>
                  <a:pt x="138054" y="1126148"/>
                </a:cubicBezTo>
                <a:cubicBezTo>
                  <a:pt x="117137" y="1126148"/>
                  <a:pt x="100403" y="1109291"/>
                  <a:pt x="100403" y="1088220"/>
                </a:cubicBezTo>
                <a:cubicBezTo>
                  <a:pt x="100403" y="1088220"/>
                  <a:pt x="100403" y="1088220"/>
                  <a:pt x="100403" y="502447"/>
                </a:cubicBezTo>
                <a:cubicBezTo>
                  <a:pt x="100403" y="502447"/>
                  <a:pt x="100403" y="502447"/>
                  <a:pt x="75302" y="502447"/>
                </a:cubicBezTo>
                <a:cubicBezTo>
                  <a:pt x="75302" y="502447"/>
                  <a:pt x="75302" y="502447"/>
                  <a:pt x="75302" y="763727"/>
                </a:cubicBezTo>
                <a:cubicBezTo>
                  <a:pt x="75302" y="784798"/>
                  <a:pt x="58569" y="801655"/>
                  <a:pt x="37651" y="801655"/>
                </a:cubicBezTo>
                <a:cubicBezTo>
                  <a:pt x="16734" y="801655"/>
                  <a:pt x="0" y="784798"/>
                  <a:pt x="0" y="763727"/>
                </a:cubicBezTo>
                <a:cubicBezTo>
                  <a:pt x="0" y="763727"/>
                  <a:pt x="0" y="763727"/>
                  <a:pt x="0" y="692086"/>
                </a:cubicBezTo>
                <a:cubicBezTo>
                  <a:pt x="0" y="692086"/>
                  <a:pt x="0" y="692086"/>
                  <a:pt x="0" y="422377"/>
                </a:cubicBezTo>
                <a:cubicBezTo>
                  <a:pt x="0" y="317022"/>
                  <a:pt x="83669" y="283308"/>
                  <a:pt x="188256" y="283308"/>
                </a:cubicBezTo>
                <a:close/>
                <a:moveTo>
                  <a:pt x="188257" y="0"/>
                </a:moveTo>
                <a:cubicBezTo>
                  <a:pt x="188257" y="0"/>
                  <a:pt x="188257" y="0"/>
                  <a:pt x="334658" y="42316"/>
                </a:cubicBezTo>
                <a:cubicBezTo>
                  <a:pt x="334658" y="42316"/>
                  <a:pt x="334658" y="42316"/>
                  <a:pt x="271915" y="59242"/>
                </a:cubicBezTo>
                <a:cubicBezTo>
                  <a:pt x="271915" y="59242"/>
                  <a:pt x="271915" y="59242"/>
                  <a:pt x="271915" y="110022"/>
                </a:cubicBezTo>
                <a:cubicBezTo>
                  <a:pt x="271915" y="105790"/>
                  <a:pt x="267732" y="105790"/>
                  <a:pt x="263549" y="101559"/>
                </a:cubicBezTo>
                <a:cubicBezTo>
                  <a:pt x="276098" y="114253"/>
                  <a:pt x="280280" y="135411"/>
                  <a:pt x="280280" y="156569"/>
                </a:cubicBezTo>
                <a:cubicBezTo>
                  <a:pt x="280280" y="207349"/>
                  <a:pt x="242634" y="249665"/>
                  <a:pt x="188257" y="249665"/>
                </a:cubicBezTo>
                <a:cubicBezTo>
                  <a:pt x="138062" y="249665"/>
                  <a:pt x="96233" y="207349"/>
                  <a:pt x="96233" y="156569"/>
                </a:cubicBezTo>
                <a:cubicBezTo>
                  <a:pt x="96233" y="135411"/>
                  <a:pt x="104599" y="114253"/>
                  <a:pt x="117147" y="101559"/>
                </a:cubicBezTo>
                <a:cubicBezTo>
                  <a:pt x="112965" y="105790"/>
                  <a:pt x="108782" y="105790"/>
                  <a:pt x="108782" y="110022"/>
                </a:cubicBezTo>
                <a:cubicBezTo>
                  <a:pt x="108782" y="110022"/>
                  <a:pt x="108782" y="110022"/>
                  <a:pt x="108782" y="59242"/>
                </a:cubicBezTo>
                <a:cubicBezTo>
                  <a:pt x="108782" y="59242"/>
                  <a:pt x="108782" y="59242"/>
                  <a:pt x="66953" y="46548"/>
                </a:cubicBezTo>
                <a:cubicBezTo>
                  <a:pt x="66953" y="46548"/>
                  <a:pt x="66953" y="46548"/>
                  <a:pt x="66953" y="114253"/>
                </a:cubicBezTo>
                <a:cubicBezTo>
                  <a:pt x="71136" y="114253"/>
                  <a:pt x="71136" y="118485"/>
                  <a:pt x="71136" y="122717"/>
                </a:cubicBezTo>
                <a:cubicBezTo>
                  <a:pt x="71136" y="122717"/>
                  <a:pt x="71136" y="122717"/>
                  <a:pt x="71136" y="139643"/>
                </a:cubicBezTo>
                <a:cubicBezTo>
                  <a:pt x="71136" y="139643"/>
                  <a:pt x="66953" y="139643"/>
                  <a:pt x="66953" y="139643"/>
                </a:cubicBezTo>
                <a:cubicBezTo>
                  <a:pt x="62770" y="139643"/>
                  <a:pt x="58587" y="139643"/>
                  <a:pt x="58587" y="139643"/>
                </a:cubicBezTo>
                <a:cubicBezTo>
                  <a:pt x="58587" y="139643"/>
                  <a:pt x="58587" y="139643"/>
                  <a:pt x="58587" y="122717"/>
                </a:cubicBezTo>
                <a:cubicBezTo>
                  <a:pt x="58587" y="118485"/>
                  <a:pt x="58587" y="114253"/>
                  <a:pt x="62770" y="114253"/>
                </a:cubicBezTo>
                <a:lnTo>
                  <a:pt x="62770" y="46548"/>
                </a:lnTo>
                <a:cubicBezTo>
                  <a:pt x="62770" y="46548"/>
                  <a:pt x="62770" y="46548"/>
                  <a:pt x="46038" y="42316"/>
                </a:cubicBezTo>
                <a:cubicBezTo>
                  <a:pt x="46038" y="42316"/>
                  <a:pt x="46038" y="42316"/>
                  <a:pt x="188257" y="0"/>
                </a:cubicBezTo>
                <a:close/>
              </a:path>
            </a:pathLst>
          </a:custGeom>
          <a:solidFill>
            <a:srgbClr val="071E8E"/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0" name="IconShape">
            <a:extLst>
              <a:ext uri="{FF2B5EF4-FFF2-40B4-BE49-F238E27FC236}">
                <a16:creationId xmlns:a16="http://schemas.microsoft.com/office/drawing/2014/main" id="{511645A3-C7AA-437D-BFEB-637FE71D3A9F}"/>
              </a:ext>
            </a:extLst>
          </p:cNvPr>
          <p:cNvSpPr>
            <a:spLocks/>
          </p:cNvSpPr>
          <p:nvPr/>
        </p:nvSpPr>
        <p:spPr bwMode="auto">
          <a:xfrm>
            <a:off x="5986169" y="2667671"/>
            <a:ext cx="337553" cy="993905"/>
          </a:xfrm>
          <a:custGeom>
            <a:avLst/>
            <a:gdLst>
              <a:gd name="connsiteX0" fmla="*/ 193334 w 382465"/>
              <a:gd name="connsiteY0" fmla="*/ 283308 h 1126148"/>
              <a:gd name="connsiteX1" fmla="*/ 382465 w 382465"/>
              <a:gd name="connsiteY1" fmla="*/ 422377 h 1126148"/>
              <a:gd name="connsiteX2" fmla="*/ 382465 w 382465"/>
              <a:gd name="connsiteY2" fmla="*/ 692086 h 1126148"/>
              <a:gd name="connsiteX3" fmla="*/ 382465 w 382465"/>
              <a:gd name="connsiteY3" fmla="*/ 763727 h 1126148"/>
              <a:gd name="connsiteX4" fmla="*/ 344639 w 382465"/>
              <a:gd name="connsiteY4" fmla="*/ 801655 h 1126148"/>
              <a:gd name="connsiteX5" fmla="*/ 306813 w 382465"/>
              <a:gd name="connsiteY5" fmla="*/ 763727 h 1126148"/>
              <a:gd name="connsiteX6" fmla="*/ 306813 w 382465"/>
              <a:gd name="connsiteY6" fmla="*/ 502447 h 1126148"/>
              <a:gd name="connsiteX7" fmla="*/ 281595 w 382465"/>
              <a:gd name="connsiteY7" fmla="*/ 502447 h 1126148"/>
              <a:gd name="connsiteX8" fmla="*/ 281595 w 382465"/>
              <a:gd name="connsiteY8" fmla="*/ 1088220 h 1126148"/>
              <a:gd name="connsiteX9" fmla="*/ 243769 w 382465"/>
              <a:gd name="connsiteY9" fmla="*/ 1126148 h 1126148"/>
              <a:gd name="connsiteX10" fmla="*/ 205943 w 382465"/>
              <a:gd name="connsiteY10" fmla="*/ 1088220 h 1126148"/>
              <a:gd name="connsiteX11" fmla="*/ 205943 w 382465"/>
              <a:gd name="connsiteY11" fmla="*/ 721585 h 1126148"/>
              <a:gd name="connsiteX12" fmla="*/ 180725 w 382465"/>
              <a:gd name="connsiteY12" fmla="*/ 721585 h 1126148"/>
              <a:gd name="connsiteX13" fmla="*/ 180725 w 382465"/>
              <a:gd name="connsiteY13" fmla="*/ 1088220 h 1126148"/>
              <a:gd name="connsiteX14" fmla="*/ 138696 w 382465"/>
              <a:gd name="connsiteY14" fmla="*/ 1126148 h 1126148"/>
              <a:gd name="connsiteX15" fmla="*/ 100870 w 382465"/>
              <a:gd name="connsiteY15" fmla="*/ 1088220 h 1126148"/>
              <a:gd name="connsiteX16" fmla="*/ 100870 w 382465"/>
              <a:gd name="connsiteY16" fmla="*/ 502447 h 1126148"/>
              <a:gd name="connsiteX17" fmla="*/ 75653 w 382465"/>
              <a:gd name="connsiteY17" fmla="*/ 502447 h 1126148"/>
              <a:gd name="connsiteX18" fmla="*/ 75653 w 382465"/>
              <a:gd name="connsiteY18" fmla="*/ 763727 h 1126148"/>
              <a:gd name="connsiteX19" fmla="*/ 37826 w 382465"/>
              <a:gd name="connsiteY19" fmla="*/ 801655 h 1126148"/>
              <a:gd name="connsiteX20" fmla="*/ 0 w 382465"/>
              <a:gd name="connsiteY20" fmla="*/ 763727 h 1126148"/>
              <a:gd name="connsiteX21" fmla="*/ 0 w 382465"/>
              <a:gd name="connsiteY21" fmla="*/ 692086 h 1126148"/>
              <a:gd name="connsiteX22" fmla="*/ 0 w 382465"/>
              <a:gd name="connsiteY22" fmla="*/ 422377 h 1126148"/>
              <a:gd name="connsiteX23" fmla="*/ 193334 w 382465"/>
              <a:gd name="connsiteY23" fmla="*/ 283308 h 1126148"/>
              <a:gd name="connsiteX24" fmla="*/ 193337 w 382465"/>
              <a:gd name="connsiteY24" fmla="*/ 0 h 1126148"/>
              <a:gd name="connsiteX25" fmla="*/ 336428 w 382465"/>
              <a:gd name="connsiteY25" fmla="*/ 42316 h 1126148"/>
              <a:gd name="connsiteX26" fmla="*/ 273300 w 382465"/>
              <a:gd name="connsiteY26" fmla="*/ 59243 h 1126148"/>
              <a:gd name="connsiteX27" fmla="*/ 273300 w 382465"/>
              <a:gd name="connsiteY27" fmla="*/ 110022 h 1126148"/>
              <a:gd name="connsiteX28" fmla="*/ 264883 w 382465"/>
              <a:gd name="connsiteY28" fmla="*/ 101559 h 1126148"/>
              <a:gd name="connsiteX29" fmla="*/ 285926 w 382465"/>
              <a:gd name="connsiteY29" fmla="*/ 156570 h 1126148"/>
              <a:gd name="connsiteX30" fmla="*/ 193337 w 382465"/>
              <a:gd name="connsiteY30" fmla="*/ 249665 h 1126148"/>
              <a:gd name="connsiteX31" fmla="*/ 100749 w 382465"/>
              <a:gd name="connsiteY31" fmla="*/ 156570 h 1126148"/>
              <a:gd name="connsiteX32" fmla="*/ 117583 w 382465"/>
              <a:gd name="connsiteY32" fmla="*/ 101559 h 1126148"/>
              <a:gd name="connsiteX33" fmla="*/ 109166 w 382465"/>
              <a:gd name="connsiteY33" fmla="*/ 110022 h 1126148"/>
              <a:gd name="connsiteX34" fmla="*/ 109166 w 382465"/>
              <a:gd name="connsiteY34" fmla="*/ 59243 h 1126148"/>
              <a:gd name="connsiteX35" fmla="*/ 71289 w 382465"/>
              <a:gd name="connsiteY35" fmla="*/ 46548 h 1126148"/>
              <a:gd name="connsiteX36" fmla="*/ 71289 w 382465"/>
              <a:gd name="connsiteY36" fmla="*/ 114254 h 1126148"/>
              <a:gd name="connsiteX37" fmla="*/ 71289 w 382465"/>
              <a:gd name="connsiteY37" fmla="*/ 122717 h 1126148"/>
              <a:gd name="connsiteX38" fmla="*/ 71289 w 382465"/>
              <a:gd name="connsiteY38" fmla="*/ 139643 h 1126148"/>
              <a:gd name="connsiteX39" fmla="*/ 67081 w 382465"/>
              <a:gd name="connsiteY39" fmla="*/ 139643 h 1126148"/>
              <a:gd name="connsiteX40" fmla="*/ 58664 w 382465"/>
              <a:gd name="connsiteY40" fmla="*/ 139643 h 1126148"/>
              <a:gd name="connsiteX41" fmla="*/ 58664 w 382465"/>
              <a:gd name="connsiteY41" fmla="*/ 122717 h 1126148"/>
              <a:gd name="connsiteX42" fmla="*/ 62872 w 382465"/>
              <a:gd name="connsiteY42" fmla="*/ 114254 h 1126148"/>
              <a:gd name="connsiteX43" fmla="*/ 62872 w 382465"/>
              <a:gd name="connsiteY43" fmla="*/ 46548 h 1126148"/>
              <a:gd name="connsiteX44" fmla="*/ 46038 w 382465"/>
              <a:gd name="connsiteY44" fmla="*/ 42316 h 1126148"/>
              <a:gd name="connsiteX45" fmla="*/ 193337 w 382465"/>
              <a:gd name="connsiteY45" fmla="*/ 0 h 1126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382465" h="1126148">
                <a:moveTo>
                  <a:pt x="193334" y="283308"/>
                </a:moveTo>
                <a:cubicBezTo>
                  <a:pt x="298407" y="283308"/>
                  <a:pt x="382465" y="317022"/>
                  <a:pt x="382465" y="422377"/>
                </a:cubicBezTo>
                <a:cubicBezTo>
                  <a:pt x="382465" y="422377"/>
                  <a:pt x="382465" y="422377"/>
                  <a:pt x="382465" y="692086"/>
                </a:cubicBezTo>
                <a:cubicBezTo>
                  <a:pt x="382465" y="692086"/>
                  <a:pt x="382465" y="692086"/>
                  <a:pt x="382465" y="763727"/>
                </a:cubicBezTo>
                <a:cubicBezTo>
                  <a:pt x="382465" y="784798"/>
                  <a:pt x="365653" y="801655"/>
                  <a:pt x="344639" y="801655"/>
                </a:cubicBezTo>
                <a:cubicBezTo>
                  <a:pt x="323624" y="801655"/>
                  <a:pt x="306813" y="784798"/>
                  <a:pt x="306813" y="763727"/>
                </a:cubicBezTo>
                <a:cubicBezTo>
                  <a:pt x="306813" y="763727"/>
                  <a:pt x="306813" y="763727"/>
                  <a:pt x="306813" y="502447"/>
                </a:cubicBezTo>
                <a:cubicBezTo>
                  <a:pt x="306813" y="502447"/>
                  <a:pt x="306813" y="502447"/>
                  <a:pt x="281595" y="502447"/>
                </a:cubicBezTo>
                <a:cubicBezTo>
                  <a:pt x="281595" y="502447"/>
                  <a:pt x="281595" y="502447"/>
                  <a:pt x="281595" y="1088220"/>
                </a:cubicBezTo>
                <a:cubicBezTo>
                  <a:pt x="281595" y="1109291"/>
                  <a:pt x="264784" y="1126148"/>
                  <a:pt x="243769" y="1126148"/>
                </a:cubicBezTo>
                <a:cubicBezTo>
                  <a:pt x="222754" y="1126148"/>
                  <a:pt x="205943" y="1109291"/>
                  <a:pt x="205943" y="1088220"/>
                </a:cubicBezTo>
                <a:cubicBezTo>
                  <a:pt x="205943" y="1088220"/>
                  <a:pt x="205943" y="1088220"/>
                  <a:pt x="205943" y="721585"/>
                </a:cubicBezTo>
                <a:cubicBezTo>
                  <a:pt x="205943" y="721585"/>
                  <a:pt x="205943" y="721585"/>
                  <a:pt x="180725" y="721585"/>
                </a:cubicBezTo>
                <a:cubicBezTo>
                  <a:pt x="180725" y="721585"/>
                  <a:pt x="180725" y="721585"/>
                  <a:pt x="180725" y="1088220"/>
                </a:cubicBezTo>
                <a:cubicBezTo>
                  <a:pt x="180725" y="1109291"/>
                  <a:pt x="163914" y="1126148"/>
                  <a:pt x="138696" y="1126148"/>
                </a:cubicBezTo>
                <a:cubicBezTo>
                  <a:pt x="117682" y="1126148"/>
                  <a:pt x="100870" y="1109291"/>
                  <a:pt x="100870" y="1088220"/>
                </a:cubicBezTo>
                <a:cubicBezTo>
                  <a:pt x="100870" y="1088220"/>
                  <a:pt x="100870" y="1088220"/>
                  <a:pt x="100870" y="502447"/>
                </a:cubicBezTo>
                <a:cubicBezTo>
                  <a:pt x="100870" y="502447"/>
                  <a:pt x="100870" y="502447"/>
                  <a:pt x="75653" y="502447"/>
                </a:cubicBezTo>
                <a:cubicBezTo>
                  <a:pt x="75653" y="502447"/>
                  <a:pt x="75653" y="502447"/>
                  <a:pt x="75653" y="763727"/>
                </a:cubicBezTo>
                <a:cubicBezTo>
                  <a:pt x="75653" y="784798"/>
                  <a:pt x="58841" y="801655"/>
                  <a:pt x="37826" y="801655"/>
                </a:cubicBezTo>
                <a:cubicBezTo>
                  <a:pt x="16812" y="801655"/>
                  <a:pt x="0" y="784798"/>
                  <a:pt x="0" y="763727"/>
                </a:cubicBezTo>
                <a:cubicBezTo>
                  <a:pt x="0" y="763727"/>
                  <a:pt x="0" y="763727"/>
                  <a:pt x="0" y="692086"/>
                </a:cubicBezTo>
                <a:cubicBezTo>
                  <a:pt x="0" y="692086"/>
                  <a:pt x="0" y="692086"/>
                  <a:pt x="0" y="422377"/>
                </a:cubicBezTo>
                <a:cubicBezTo>
                  <a:pt x="0" y="317022"/>
                  <a:pt x="88261" y="283308"/>
                  <a:pt x="193334" y="283308"/>
                </a:cubicBezTo>
                <a:close/>
                <a:moveTo>
                  <a:pt x="193337" y="0"/>
                </a:moveTo>
                <a:cubicBezTo>
                  <a:pt x="193337" y="0"/>
                  <a:pt x="193337" y="0"/>
                  <a:pt x="336428" y="42316"/>
                </a:cubicBezTo>
                <a:cubicBezTo>
                  <a:pt x="336428" y="42316"/>
                  <a:pt x="336428" y="42316"/>
                  <a:pt x="273300" y="59243"/>
                </a:cubicBezTo>
                <a:cubicBezTo>
                  <a:pt x="273300" y="59243"/>
                  <a:pt x="273300" y="59243"/>
                  <a:pt x="273300" y="110022"/>
                </a:cubicBezTo>
                <a:cubicBezTo>
                  <a:pt x="273300" y="105790"/>
                  <a:pt x="269091" y="105790"/>
                  <a:pt x="264883" y="101559"/>
                </a:cubicBezTo>
                <a:cubicBezTo>
                  <a:pt x="277508" y="114254"/>
                  <a:pt x="285926" y="135412"/>
                  <a:pt x="285926" y="156570"/>
                </a:cubicBezTo>
                <a:cubicBezTo>
                  <a:pt x="285926" y="207349"/>
                  <a:pt x="243840" y="249665"/>
                  <a:pt x="193337" y="249665"/>
                </a:cubicBezTo>
                <a:cubicBezTo>
                  <a:pt x="138626" y="249665"/>
                  <a:pt x="100749" y="207349"/>
                  <a:pt x="100749" y="156570"/>
                </a:cubicBezTo>
                <a:cubicBezTo>
                  <a:pt x="100749" y="135412"/>
                  <a:pt x="104958" y="114254"/>
                  <a:pt x="117583" y="101559"/>
                </a:cubicBezTo>
                <a:cubicBezTo>
                  <a:pt x="113375" y="105790"/>
                  <a:pt x="109166" y="105790"/>
                  <a:pt x="109166" y="110022"/>
                </a:cubicBezTo>
                <a:cubicBezTo>
                  <a:pt x="109166" y="110022"/>
                  <a:pt x="109166" y="110022"/>
                  <a:pt x="109166" y="59243"/>
                </a:cubicBezTo>
                <a:cubicBezTo>
                  <a:pt x="109166" y="59243"/>
                  <a:pt x="109166" y="59243"/>
                  <a:pt x="71289" y="46548"/>
                </a:cubicBezTo>
                <a:cubicBezTo>
                  <a:pt x="71289" y="46548"/>
                  <a:pt x="71289" y="46548"/>
                  <a:pt x="71289" y="114254"/>
                </a:cubicBezTo>
                <a:cubicBezTo>
                  <a:pt x="71289" y="114254"/>
                  <a:pt x="71289" y="118485"/>
                  <a:pt x="71289" y="122717"/>
                </a:cubicBezTo>
                <a:cubicBezTo>
                  <a:pt x="71289" y="122717"/>
                  <a:pt x="71289" y="122717"/>
                  <a:pt x="71289" y="139643"/>
                </a:cubicBezTo>
                <a:cubicBezTo>
                  <a:pt x="71289" y="139643"/>
                  <a:pt x="71289" y="139643"/>
                  <a:pt x="67081" y="139643"/>
                </a:cubicBezTo>
                <a:cubicBezTo>
                  <a:pt x="62872" y="139643"/>
                  <a:pt x="58664" y="139643"/>
                  <a:pt x="58664" y="139643"/>
                </a:cubicBezTo>
                <a:cubicBezTo>
                  <a:pt x="58664" y="139643"/>
                  <a:pt x="58664" y="139643"/>
                  <a:pt x="58664" y="122717"/>
                </a:cubicBezTo>
                <a:cubicBezTo>
                  <a:pt x="58664" y="118485"/>
                  <a:pt x="62872" y="114254"/>
                  <a:pt x="62872" y="114254"/>
                </a:cubicBezTo>
                <a:lnTo>
                  <a:pt x="62872" y="46548"/>
                </a:lnTo>
                <a:cubicBezTo>
                  <a:pt x="62872" y="46548"/>
                  <a:pt x="62872" y="46548"/>
                  <a:pt x="46038" y="42316"/>
                </a:cubicBezTo>
                <a:cubicBezTo>
                  <a:pt x="46038" y="42316"/>
                  <a:pt x="46038" y="42316"/>
                  <a:pt x="193337" y="0"/>
                </a:cubicBezTo>
                <a:close/>
              </a:path>
            </a:pathLst>
          </a:custGeom>
          <a:solidFill>
            <a:srgbClr val="071E8E"/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3" name="IconShape">
            <a:extLst>
              <a:ext uri="{FF2B5EF4-FFF2-40B4-BE49-F238E27FC236}">
                <a16:creationId xmlns:a16="http://schemas.microsoft.com/office/drawing/2014/main" id="{CCC7C492-5007-443B-BEE8-97E932B338FB}"/>
              </a:ext>
            </a:extLst>
          </p:cNvPr>
          <p:cNvSpPr>
            <a:spLocks/>
          </p:cNvSpPr>
          <p:nvPr/>
        </p:nvSpPr>
        <p:spPr bwMode="auto">
          <a:xfrm>
            <a:off x="6497186" y="2667671"/>
            <a:ext cx="339116" cy="993905"/>
          </a:xfrm>
          <a:custGeom>
            <a:avLst/>
            <a:gdLst>
              <a:gd name="connsiteX0" fmla="*/ 192118 w 384236"/>
              <a:gd name="connsiteY0" fmla="*/ 283308 h 1126148"/>
              <a:gd name="connsiteX1" fmla="*/ 384236 w 384236"/>
              <a:gd name="connsiteY1" fmla="*/ 422377 h 1126148"/>
              <a:gd name="connsiteX2" fmla="*/ 384236 w 384236"/>
              <a:gd name="connsiteY2" fmla="*/ 692086 h 1126148"/>
              <a:gd name="connsiteX3" fmla="*/ 384236 w 384236"/>
              <a:gd name="connsiteY3" fmla="*/ 763727 h 1126148"/>
              <a:gd name="connsiteX4" fmla="*/ 342471 w 384236"/>
              <a:gd name="connsiteY4" fmla="*/ 801655 h 1126148"/>
              <a:gd name="connsiteX5" fmla="*/ 304883 w 384236"/>
              <a:gd name="connsiteY5" fmla="*/ 763727 h 1126148"/>
              <a:gd name="connsiteX6" fmla="*/ 304883 w 384236"/>
              <a:gd name="connsiteY6" fmla="*/ 502447 h 1126148"/>
              <a:gd name="connsiteX7" fmla="*/ 279824 w 384236"/>
              <a:gd name="connsiteY7" fmla="*/ 502447 h 1126148"/>
              <a:gd name="connsiteX8" fmla="*/ 279824 w 384236"/>
              <a:gd name="connsiteY8" fmla="*/ 1088220 h 1126148"/>
              <a:gd name="connsiteX9" fmla="*/ 242236 w 384236"/>
              <a:gd name="connsiteY9" fmla="*/ 1126148 h 1126148"/>
              <a:gd name="connsiteX10" fmla="*/ 204648 w 384236"/>
              <a:gd name="connsiteY10" fmla="*/ 1088220 h 1126148"/>
              <a:gd name="connsiteX11" fmla="*/ 204648 w 384236"/>
              <a:gd name="connsiteY11" fmla="*/ 721585 h 1126148"/>
              <a:gd name="connsiteX12" fmla="*/ 179589 w 384236"/>
              <a:gd name="connsiteY12" fmla="*/ 721585 h 1126148"/>
              <a:gd name="connsiteX13" fmla="*/ 179589 w 384236"/>
              <a:gd name="connsiteY13" fmla="*/ 1088220 h 1126148"/>
              <a:gd name="connsiteX14" fmla="*/ 142001 w 384236"/>
              <a:gd name="connsiteY14" fmla="*/ 1126148 h 1126148"/>
              <a:gd name="connsiteX15" fmla="*/ 100236 w 384236"/>
              <a:gd name="connsiteY15" fmla="*/ 1088220 h 1126148"/>
              <a:gd name="connsiteX16" fmla="*/ 100236 w 384236"/>
              <a:gd name="connsiteY16" fmla="*/ 502447 h 1126148"/>
              <a:gd name="connsiteX17" fmla="*/ 79353 w 384236"/>
              <a:gd name="connsiteY17" fmla="*/ 502447 h 1126148"/>
              <a:gd name="connsiteX18" fmla="*/ 79353 w 384236"/>
              <a:gd name="connsiteY18" fmla="*/ 763727 h 1126148"/>
              <a:gd name="connsiteX19" fmla="*/ 37588 w 384236"/>
              <a:gd name="connsiteY19" fmla="*/ 801655 h 1126148"/>
              <a:gd name="connsiteX20" fmla="*/ 0 w 384236"/>
              <a:gd name="connsiteY20" fmla="*/ 763727 h 1126148"/>
              <a:gd name="connsiteX21" fmla="*/ 0 w 384236"/>
              <a:gd name="connsiteY21" fmla="*/ 692086 h 1126148"/>
              <a:gd name="connsiteX22" fmla="*/ 0 w 384236"/>
              <a:gd name="connsiteY22" fmla="*/ 422377 h 1126148"/>
              <a:gd name="connsiteX23" fmla="*/ 192118 w 384236"/>
              <a:gd name="connsiteY23" fmla="*/ 283308 h 1126148"/>
              <a:gd name="connsiteX24" fmla="*/ 192119 w 384236"/>
              <a:gd name="connsiteY24" fmla="*/ 0 h 1126148"/>
              <a:gd name="connsiteX25" fmla="*/ 334658 w 384236"/>
              <a:gd name="connsiteY25" fmla="*/ 42316 h 1126148"/>
              <a:gd name="connsiteX26" fmla="*/ 271773 w 384236"/>
              <a:gd name="connsiteY26" fmla="*/ 59243 h 1126148"/>
              <a:gd name="connsiteX27" fmla="*/ 271773 w 384236"/>
              <a:gd name="connsiteY27" fmla="*/ 110022 h 1126148"/>
              <a:gd name="connsiteX28" fmla="*/ 263388 w 384236"/>
              <a:gd name="connsiteY28" fmla="*/ 101559 h 1126148"/>
              <a:gd name="connsiteX29" fmla="*/ 284350 w 384236"/>
              <a:gd name="connsiteY29" fmla="*/ 156570 h 1126148"/>
              <a:gd name="connsiteX30" fmla="*/ 192119 w 384236"/>
              <a:gd name="connsiteY30" fmla="*/ 249665 h 1126148"/>
              <a:gd name="connsiteX31" fmla="*/ 99887 w 384236"/>
              <a:gd name="connsiteY31" fmla="*/ 156570 h 1126148"/>
              <a:gd name="connsiteX32" fmla="*/ 116657 w 384236"/>
              <a:gd name="connsiteY32" fmla="*/ 101559 h 1126148"/>
              <a:gd name="connsiteX33" fmla="*/ 108272 w 384236"/>
              <a:gd name="connsiteY33" fmla="*/ 110022 h 1126148"/>
              <a:gd name="connsiteX34" fmla="*/ 108272 w 384236"/>
              <a:gd name="connsiteY34" fmla="*/ 59243 h 1126148"/>
              <a:gd name="connsiteX35" fmla="*/ 70541 w 384236"/>
              <a:gd name="connsiteY35" fmla="*/ 46548 h 1126148"/>
              <a:gd name="connsiteX36" fmla="*/ 70541 w 384236"/>
              <a:gd name="connsiteY36" fmla="*/ 114254 h 1126148"/>
              <a:gd name="connsiteX37" fmla="*/ 74733 w 384236"/>
              <a:gd name="connsiteY37" fmla="*/ 122717 h 1126148"/>
              <a:gd name="connsiteX38" fmla="*/ 74733 w 384236"/>
              <a:gd name="connsiteY38" fmla="*/ 139643 h 1126148"/>
              <a:gd name="connsiteX39" fmla="*/ 66349 w 384236"/>
              <a:gd name="connsiteY39" fmla="*/ 139643 h 1126148"/>
              <a:gd name="connsiteX40" fmla="*/ 62156 w 384236"/>
              <a:gd name="connsiteY40" fmla="*/ 139643 h 1126148"/>
              <a:gd name="connsiteX41" fmla="*/ 62156 w 384236"/>
              <a:gd name="connsiteY41" fmla="*/ 122717 h 1126148"/>
              <a:gd name="connsiteX42" fmla="*/ 62156 w 384236"/>
              <a:gd name="connsiteY42" fmla="*/ 114254 h 1126148"/>
              <a:gd name="connsiteX43" fmla="*/ 62156 w 384236"/>
              <a:gd name="connsiteY43" fmla="*/ 46548 h 1126148"/>
              <a:gd name="connsiteX44" fmla="*/ 49579 w 384236"/>
              <a:gd name="connsiteY44" fmla="*/ 42316 h 1126148"/>
              <a:gd name="connsiteX45" fmla="*/ 192119 w 384236"/>
              <a:gd name="connsiteY45" fmla="*/ 0 h 1126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384236" h="1126148">
                <a:moveTo>
                  <a:pt x="192118" y="283308"/>
                </a:moveTo>
                <a:cubicBezTo>
                  <a:pt x="296530" y="283308"/>
                  <a:pt x="380060" y="317022"/>
                  <a:pt x="384236" y="422377"/>
                </a:cubicBezTo>
                <a:cubicBezTo>
                  <a:pt x="384236" y="422377"/>
                  <a:pt x="384236" y="422377"/>
                  <a:pt x="384236" y="692086"/>
                </a:cubicBezTo>
                <a:cubicBezTo>
                  <a:pt x="384236" y="692086"/>
                  <a:pt x="384236" y="692086"/>
                  <a:pt x="384236" y="763727"/>
                </a:cubicBezTo>
                <a:cubicBezTo>
                  <a:pt x="384236" y="784798"/>
                  <a:pt x="367530" y="801655"/>
                  <a:pt x="342471" y="801655"/>
                </a:cubicBezTo>
                <a:cubicBezTo>
                  <a:pt x="321589" y="801655"/>
                  <a:pt x="304883" y="784798"/>
                  <a:pt x="304883" y="763727"/>
                </a:cubicBezTo>
                <a:cubicBezTo>
                  <a:pt x="304883" y="763727"/>
                  <a:pt x="304883" y="763727"/>
                  <a:pt x="304883" y="502447"/>
                </a:cubicBezTo>
                <a:cubicBezTo>
                  <a:pt x="304883" y="502447"/>
                  <a:pt x="304883" y="502447"/>
                  <a:pt x="279824" y="502447"/>
                </a:cubicBezTo>
                <a:cubicBezTo>
                  <a:pt x="279824" y="502447"/>
                  <a:pt x="279824" y="502447"/>
                  <a:pt x="279824" y="1088220"/>
                </a:cubicBezTo>
                <a:cubicBezTo>
                  <a:pt x="279824" y="1109291"/>
                  <a:pt x="263118" y="1126148"/>
                  <a:pt x="242236" y="1126148"/>
                </a:cubicBezTo>
                <a:cubicBezTo>
                  <a:pt x="221354" y="1126148"/>
                  <a:pt x="204648" y="1109291"/>
                  <a:pt x="204648" y="1088220"/>
                </a:cubicBezTo>
                <a:cubicBezTo>
                  <a:pt x="204648" y="1088220"/>
                  <a:pt x="204648" y="1088220"/>
                  <a:pt x="204648" y="721585"/>
                </a:cubicBezTo>
                <a:cubicBezTo>
                  <a:pt x="204648" y="721585"/>
                  <a:pt x="204648" y="721585"/>
                  <a:pt x="179589" y="721585"/>
                </a:cubicBezTo>
                <a:cubicBezTo>
                  <a:pt x="179589" y="721585"/>
                  <a:pt x="179589" y="721585"/>
                  <a:pt x="179589" y="1088220"/>
                </a:cubicBezTo>
                <a:cubicBezTo>
                  <a:pt x="179589" y="1109291"/>
                  <a:pt x="162883" y="1126148"/>
                  <a:pt x="142001" y="1126148"/>
                </a:cubicBezTo>
                <a:cubicBezTo>
                  <a:pt x="121118" y="1126148"/>
                  <a:pt x="100236" y="1109291"/>
                  <a:pt x="100236" y="1088220"/>
                </a:cubicBezTo>
                <a:cubicBezTo>
                  <a:pt x="100236" y="1088220"/>
                  <a:pt x="100236" y="1088220"/>
                  <a:pt x="100236" y="502447"/>
                </a:cubicBezTo>
                <a:cubicBezTo>
                  <a:pt x="100236" y="502447"/>
                  <a:pt x="100236" y="502447"/>
                  <a:pt x="79353" y="502447"/>
                </a:cubicBezTo>
                <a:cubicBezTo>
                  <a:pt x="79353" y="502447"/>
                  <a:pt x="79353" y="502447"/>
                  <a:pt x="79353" y="763727"/>
                </a:cubicBezTo>
                <a:cubicBezTo>
                  <a:pt x="79353" y="784798"/>
                  <a:pt x="58471" y="801655"/>
                  <a:pt x="37588" y="801655"/>
                </a:cubicBezTo>
                <a:cubicBezTo>
                  <a:pt x="16706" y="801655"/>
                  <a:pt x="0" y="784798"/>
                  <a:pt x="0" y="763727"/>
                </a:cubicBezTo>
                <a:cubicBezTo>
                  <a:pt x="0" y="763727"/>
                  <a:pt x="0" y="763727"/>
                  <a:pt x="0" y="692086"/>
                </a:cubicBezTo>
                <a:cubicBezTo>
                  <a:pt x="0" y="692086"/>
                  <a:pt x="0" y="692086"/>
                  <a:pt x="0" y="422377"/>
                </a:cubicBezTo>
                <a:cubicBezTo>
                  <a:pt x="0" y="317022"/>
                  <a:pt x="87706" y="283308"/>
                  <a:pt x="192118" y="283308"/>
                </a:cubicBezTo>
                <a:close/>
                <a:moveTo>
                  <a:pt x="192119" y="0"/>
                </a:moveTo>
                <a:cubicBezTo>
                  <a:pt x="192119" y="0"/>
                  <a:pt x="192119" y="0"/>
                  <a:pt x="334658" y="42316"/>
                </a:cubicBezTo>
                <a:cubicBezTo>
                  <a:pt x="334658" y="42316"/>
                  <a:pt x="334658" y="42316"/>
                  <a:pt x="271773" y="59243"/>
                </a:cubicBezTo>
                <a:cubicBezTo>
                  <a:pt x="271773" y="59243"/>
                  <a:pt x="271773" y="59243"/>
                  <a:pt x="271773" y="110022"/>
                </a:cubicBezTo>
                <a:cubicBezTo>
                  <a:pt x="271773" y="105790"/>
                  <a:pt x="271773" y="105790"/>
                  <a:pt x="263388" y="101559"/>
                </a:cubicBezTo>
                <a:cubicBezTo>
                  <a:pt x="275966" y="114254"/>
                  <a:pt x="284350" y="135412"/>
                  <a:pt x="284350" y="156570"/>
                </a:cubicBezTo>
                <a:cubicBezTo>
                  <a:pt x="284350" y="207349"/>
                  <a:pt x="242427" y="249665"/>
                  <a:pt x="192119" y="249665"/>
                </a:cubicBezTo>
                <a:cubicBezTo>
                  <a:pt x="141811" y="249665"/>
                  <a:pt x="99887" y="207349"/>
                  <a:pt x="99887" y="156570"/>
                </a:cubicBezTo>
                <a:cubicBezTo>
                  <a:pt x="99887" y="135412"/>
                  <a:pt x="104080" y="114254"/>
                  <a:pt x="116657" y="101559"/>
                </a:cubicBezTo>
                <a:cubicBezTo>
                  <a:pt x="112464" y="105790"/>
                  <a:pt x="108272" y="105790"/>
                  <a:pt x="108272" y="110022"/>
                </a:cubicBezTo>
                <a:cubicBezTo>
                  <a:pt x="108272" y="110022"/>
                  <a:pt x="108272" y="110022"/>
                  <a:pt x="108272" y="59243"/>
                </a:cubicBezTo>
                <a:cubicBezTo>
                  <a:pt x="108272" y="59243"/>
                  <a:pt x="108272" y="59243"/>
                  <a:pt x="70541" y="46548"/>
                </a:cubicBezTo>
                <a:cubicBezTo>
                  <a:pt x="70541" y="46548"/>
                  <a:pt x="70541" y="46548"/>
                  <a:pt x="70541" y="114254"/>
                </a:cubicBezTo>
                <a:cubicBezTo>
                  <a:pt x="70541" y="114254"/>
                  <a:pt x="74733" y="118485"/>
                  <a:pt x="74733" y="122717"/>
                </a:cubicBezTo>
                <a:cubicBezTo>
                  <a:pt x="74733" y="122717"/>
                  <a:pt x="74733" y="122717"/>
                  <a:pt x="74733" y="139643"/>
                </a:cubicBezTo>
                <a:cubicBezTo>
                  <a:pt x="74733" y="139643"/>
                  <a:pt x="70541" y="139643"/>
                  <a:pt x="66349" y="139643"/>
                </a:cubicBezTo>
                <a:cubicBezTo>
                  <a:pt x="62156" y="139643"/>
                  <a:pt x="62156" y="139643"/>
                  <a:pt x="62156" y="139643"/>
                </a:cubicBezTo>
                <a:cubicBezTo>
                  <a:pt x="62156" y="139643"/>
                  <a:pt x="62156" y="139643"/>
                  <a:pt x="62156" y="122717"/>
                </a:cubicBezTo>
                <a:cubicBezTo>
                  <a:pt x="62156" y="118485"/>
                  <a:pt x="62156" y="114254"/>
                  <a:pt x="62156" y="114254"/>
                </a:cubicBezTo>
                <a:lnTo>
                  <a:pt x="62156" y="46548"/>
                </a:lnTo>
                <a:cubicBezTo>
                  <a:pt x="62156" y="46548"/>
                  <a:pt x="62156" y="46548"/>
                  <a:pt x="49579" y="42316"/>
                </a:cubicBezTo>
                <a:cubicBezTo>
                  <a:pt x="49579" y="42316"/>
                  <a:pt x="49579" y="42316"/>
                  <a:pt x="192119" y="0"/>
                </a:cubicBezTo>
                <a:close/>
              </a:path>
            </a:pathLst>
          </a:custGeom>
          <a:solidFill>
            <a:srgbClr val="071E8E"/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4" name="IconShape">
            <a:extLst>
              <a:ext uri="{FF2B5EF4-FFF2-40B4-BE49-F238E27FC236}">
                <a16:creationId xmlns:a16="http://schemas.microsoft.com/office/drawing/2014/main" id="{48B4E735-9982-4EA2-92E3-E4CD933B5AA2}"/>
              </a:ext>
            </a:extLst>
          </p:cNvPr>
          <p:cNvSpPr>
            <a:spLocks/>
          </p:cNvSpPr>
          <p:nvPr/>
        </p:nvSpPr>
        <p:spPr bwMode="auto">
          <a:xfrm>
            <a:off x="7006642" y="2667671"/>
            <a:ext cx="340679" cy="993905"/>
          </a:xfrm>
          <a:custGeom>
            <a:avLst/>
            <a:gdLst>
              <a:gd name="connsiteX0" fmla="*/ 193004 w 386007"/>
              <a:gd name="connsiteY0" fmla="*/ 283308 h 1126148"/>
              <a:gd name="connsiteX1" fmla="*/ 386007 w 386007"/>
              <a:gd name="connsiteY1" fmla="*/ 422377 h 1126148"/>
              <a:gd name="connsiteX2" fmla="*/ 386007 w 386007"/>
              <a:gd name="connsiteY2" fmla="*/ 692086 h 1126148"/>
              <a:gd name="connsiteX3" fmla="*/ 386007 w 386007"/>
              <a:gd name="connsiteY3" fmla="*/ 763727 h 1126148"/>
              <a:gd name="connsiteX4" fmla="*/ 348246 w 386007"/>
              <a:gd name="connsiteY4" fmla="*/ 801655 h 1126148"/>
              <a:gd name="connsiteX5" fmla="*/ 306288 w 386007"/>
              <a:gd name="connsiteY5" fmla="*/ 763727 h 1126148"/>
              <a:gd name="connsiteX6" fmla="*/ 306288 w 386007"/>
              <a:gd name="connsiteY6" fmla="*/ 502447 h 1126148"/>
              <a:gd name="connsiteX7" fmla="*/ 285310 w 386007"/>
              <a:gd name="connsiteY7" fmla="*/ 502447 h 1126148"/>
              <a:gd name="connsiteX8" fmla="*/ 285310 w 386007"/>
              <a:gd name="connsiteY8" fmla="*/ 1088220 h 1126148"/>
              <a:gd name="connsiteX9" fmla="*/ 243352 w 386007"/>
              <a:gd name="connsiteY9" fmla="*/ 1126148 h 1126148"/>
              <a:gd name="connsiteX10" fmla="*/ 205591 w 386007"/>
              <a:gd name="connsiteY10" fmla="*/ 1088220 h 1126148"/>
              <a:gd name="connsiteX11" fmla="*/ 205591 w 386007"/>
              <a:gd name="connsiteY11" fmla="*/ 721585 h 1126148"/>
              <a:gd name="connsiteX12" fmla="*/ 180417 w 386007"/>
              <a:gd name="connsiteY12" fmla="*/ 721585 h 1126148"/>
              <a:gd name="connsiteX13" fmla="*/ 180417 w 386007"/>
              <a:gd name="connsiteY13" fmla="*/ 1088220 h 1126148"/>
              <a:gd name="connsiteX14" fmla="*/ 142655 w 386007"/>
              <a:gd name="connsiteY14" fmla="*/ 1126148 h 1126148"/>
              <a:gd name="connsiteX15" fmla="*/ 104893 w 386007"/>
              <a:gd name="connsiteY15" fmla="*/ 1088220 h 1126148"/>
              <a:gd name="connsiteX16" fmla="*/ 104893 w 386007"/>
              <a:gd name="connsiteY16" fmla="*/ 502447 h 1126148"/>
              <a:gd name="connsiteX17" fmla="*/ 79719 w 386007"/>
              <a:gd name="connsiteY17" fmla="*/ 502447 h 1126148"/>
              <a:gd name="connsiteX18" fmla="*/ 79719 w 386007"/>
              <a:gd name="connsiteY18" fmla="*/ 763727 h 1126148"/>
              <a:gd name="connsiteX19" fmla="*/ 41957 w 386007"/>
              <a:gd name="connsiteY19" fmla="*/ 801655 h 1126148"/>
              <a:gd name="connsiteX20" fmla="*/ 0 w 386007"/>
              <a:gd name="connsiteY20" fmla="*/ 763727 h 1126148"/>
              <a:gd name="connsiteX21" fmla="*/ 0 w 386007"/>
              <a:gd name="connsiteY21" fmla="*/ 692086 h 1126148"/>
              <a:gd name="connsiteX22" fmla="*/ 0 w 386007"/>
              <a:gd name="connsiteY22" fmla="*/ 422377 h 1126148"/>
              <a:gd name="connsiteX23" fmla="*/ 193004 w 386007"/>
              <a:gd name="connsiteY23" fmla="*/ 283308 h 1126148"/>
              <a:gd name="connsiteX24" fmla="*/ 193889 w 386007"/>
              <a:gd name="connsiteY24" fmla="*/ 0 h 1126148"/>
              <a:gd name="connsiteX25" fmla="*/ 336428 w 386007"/>
              <a:gd name="connsiteY25" fmla="*/ 42316 h 1126148"/>
              <a:gd name="connsiteX26" fmla="*/ 277736 w 386007"/>
              <a:gd name="connsiteY26" fmla="*/ 59243 h 1126148"/>
              <a:gd name="connsiteX27" fmla="*/ 277736 w 386007"/>
              <a:gd name="connsiteY27" fmla="*/ 110022 h 1126148"/>
              <a:gd name="connsiteX28" fmla="*/ 269351 w 386007"/>
              <a:gd name="connsiteY28" fmla="*/ 101559 h 1126148"/>
              <a:gd name="connsiteX29" fmla="*/ 286120 w 386007"/>
              <a:gd name="connsiteY29" fmla="*/ 156570 h 1126148"/>
              <a:gd name="connsiteX30" fmla="*/ 193889 w 386007"/>
              <a:gd name="connsiteY30" fmla="*/ 249665 h 1126148"/>
              <a:gd name="connsiteX31" fmla="*/ 101657 w 386007"/>
              <a:gd name="connsiteY31" fmla="*/ 156570 h 1126148"/>
              <a:gd name="connsiteX32" fmla="*/ 118427 w 386007"/>
              <a:gd name="connsiteY32" fmla="*/ 101559 h 1126148"/>
              <a:gd name="connsiteX33" fmla="*/ 114234 w 386007"/>
              <a:gd name="connsiteY33" fmla="*/ 110022 h 1126148"/>
              <a:gd name="connsiteX34" fmla="*/ 114234 w 386007"/>
              <a:gd name="connsiteY34" fmla="*/ 59243 h 1126148"/>
              <a:gd name="connsiteX35" fmla="*/ 72311 w 386007"/>
              <a:gd name="connsiteY35" fmla="*/ 46548 h 1126148"/>
              <a:gd name="connsiteX36" fmla="*/ 72311 w 386007"/>
              <a:gd name="connsiteY36" fmla="*/ 114254 h 1126148"/>
              <a:gd name="connsiteX37" fmla="*/ 76503 w 386007"/>
              <a:gd name="connsiteY37" fmla="*/ 122717 h 1126148"/>
              <a:gd name="connsiteX38" fmla="*/ 76503 w 386007"/>
              <a:gd name="connsiteY38" fmla="*/ 139643 h 1126148"/>
              <a:gd name="connsiteX39" fmla="*/ 68119 w 386007"/>
              <a:gd name="connsiteY39" fmla="*/ 139643 h 1126148"/>
              <a:gd name="connsiteX40" fmla="*/ 63926 w 386007"/>
              <a:gd name="connsiteY40" fmla="*/ 139643 h 1126148"/>
              <a:gd name="connsiteX41" fmla="*/ 63926 w 386007"/>
              <a:gd name="connsiteY41" fmla="*/ 122717 h 1126148"/>
              <a:gd name="connsiteX42" fmla="*/ 68119 w 386007"/>
              <a:gd name="connsiteY42" fmla="*/ 114254 h 1126148"/>
              <a:gd name="connsiteX43" fmla="*/ 68119 w 386007"/>
              <a:gd name="connsiteY43" fmla="*/ 46548 h 1126148"/>
              <a:gd name="connsiteX44" fmla="*/ 51349 w 386007"/>
              <a:gd name="connsiteY44" fmla="*/ 42316 h 1126148"/>
              <a:gd name="connsiteX45" fmla="*/ 193889 w 386007"/>
              <a:gd name="connsiteY45" fmla="*/ 0 h 1126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386007" h="1126148">
                <a:moveTo>
                  <a:pt x="193004" y="283308"/>
                </a:moveTo>
                <a:cubicBezTo>
                  <a:pt x="297897" y="283308"/>
                  <a:pt x="386007" y="317022"/>
                  <a:pt x="386007" y="422377"/>
                </a:cubicBezTo>
                <a:cubicBezTo>
                  <a:pt x="386007" y="422377"/>
                  <a:pt x="386007" y="422377"/>
                  <a:pt x="386007" y="692086"/>
                </a:cubicBezTo>
                <a:cubicBezTo>
                  <a:pt x="386007" y="692086"/>
                  <a:pt x="386007" y="692086"/>
                  <a:pt x="386007" y="763727"/>
                </a:cubicBezTo>
                <a:cubicBezTo>
                  <a:pt x="386007" y="784798"/>
                  <a:pt x="369224" y="801655"/>
                  <a:pt x="348246" y="801655"/>
                </a:cubicBezTo>
                <a:cubicBezTo>
                  <a:pt x="327267" y="801655"/>
                  <a:pt x="306288" y="784798"/>
                  <a:pt x="306288" y="763727"/>
                </a:cubicBezTo>
                <a:cubicBezTo>
                  <a:pt x="306288" y="763727"/>
                  <a:pt x="306288" y="763727"/>
                  <a:pt x="306288" y="502447"/>
                </a:cubicBezTo>
                <a:cubicBezTo>
                  <a:pt x="306288" y="502447"/>
                  <a:pt x="306288" y="502447"/>
                  <a:pt x="285310" y="502447"/>
                </a:cubicBezTo>
                <a:cubicBezTo>
                  <a:pt x="285310" y="502447"/>
                  <a:pt x="285310" y="502447"/>
                  <a:pt x="285310" y="1088220"/>
                </a:cubicBezTo>
                <a:cubicBezTo>
                  <a:pt x="285310" y="1109291"/>
                  <a:pt x="264331" y="1126148"/>
                  <a:pt x="243352" y="1126148"/>
                </a:cubicBezTo>
                <a:cubicBezTo>
                  <a:pt x="222374" y="1126148"/>
                  <a:pt x="205591" y="1109291"/>
                  <a:pt x="205591" y="1088220"/>
                </a:cubicBezTo>
                <a:cubicBezTo>
                  <a:pt x="205591" y="1088220"/>
                  <a:pt x="205591" y="1088220"/>
                  <a:pt x="205591" y="721585"/>
                </a:cubicBezTo>
                <a:cubicBezTo>
                  <a:pt x="205591" y="721585"/>
                  <a:pt x="205591" y="721585"/>
                  <a:pt x="180417" y="721585"/>
                </a:cubicBezTo>
                <a:cubicBezTo>
                  <a:pt x="180417" y="721585"/>
                  <a:pt x="180417" y="721585"/>
                  <a:pt x="180417" y="1088220"/>
                </a:cubicBezTo>
                <a:cubicBezTo>
                  <a:pt x="180417" y="1109291"/>
                  <a:pt x="163634" y="1126148"/>
                  <a:pt x="142655" y="1126148"/>
                </a:cubicBezTo>
                <a:cubicBezTo>
                  <a:pt x="121676" y="1126148"/>
                  <a:pt x="104893" y="1109291"/>
                  <a:pt x="104893" y="1088220"/>
                </a:cubicBezTo>
                <a:cubicBezTo>
                  <a:pt x="104893" y="1088220"/>
                  <a:pt x="104893" y="1088220"/>
                  <a:pt x="104893" y="502447"/>
                </a:cubicBezTo>
                <a:cubicBezTo>
                  <a:pt x="104893" y="502447"/>
                  <a:pt x="104893" y="502447"/>
                  <a:pt x="79719" y="502447"/>
                </a:cubicBezTo>
                <a:cubicBezTo>
                  <a:pt x="79719" y="502447"/>
                  <a:pt x="79719" y="502447"/>
                  <a:pt x="79719" y="763727"/>
                </a:cubicBezTo>
                <a:cubicBezTo>
                  <a:pt x="79719" y="784798"/>
                  <a:pt x="62936" y="801655"/>
                  <a:pt x="41957" y="801655"/>
                </a:cubicBezTo>
                <a:cubicBezTo>
                  <a:pt x="16783" y="801655"/>
                  <a:pt x="0" y="784798"/>
                  <a:pt x="0" y="763727"/>
                </a:cubicBezTo>
                <a:cubicBezTo>
                  <a:pt x="0" y="763727"/>
                  <a:pt x="0" y="763727"/>
                  <a:pt x="0" y="692086"/>
                </a:cubicBezTo>
                <a:cubicBezTo>
                  <a:pt x="0" y="692086"/>
                  <a:pt x="0" y="692086"/>
                  <a:pt x="0" y="422377"/>
                </a:cubicBezTo>
                <a:cubicBezTo>
                  <a:pt x="4195" y="317022"/>
                  <a:pt x="88111" y="283308"/>
                  <a:pt x="193004" y="283308"/>
                </a:cubicBezTo>
                <a:close/>
                <a:moveTo>
                  <a:pt x="193889" y="0"/>
                </a:moveTo>
                <a:cubicBezTo>
                  <a:pt x="193889" y="0"/>
                  <a:pt x="193889" y="0"/>
                  <a:pt x="336428" y="42316"/>
                </a:cubicBezTo>
                <a:cubicBezTo>
                  <a:pt x="336428" y="42316"/>
                  <a:pt x="336428" y="42316"/>
                  <a:pt x="277736" y="59243"/>
                </a:cubicBezTo>
                <a:cubicBezTo>
                  <a:pt x="277736" y="59243"/>
                  <a:pt x="277736" y="59243"/>
                  <a:pt x="277736" y="110022"/>
                </a:cubicBezTo>
                <a:cubicBezTo>
                  <a:pt x="277736" y="105790"/>
                  <a:pt x="273543" y="105790"/>
                  <a:pt x="269351" y="101559"/>
                </a:cubicBezTo>
                <a:cubicBezTo>
                  <a:pt x="277736" y="114254"/>
                  <a:pt x="286120" y="135412"/>
                  <a:pt x="286120" y="156570"/>
                </a:cubicBezTo>
                <a:cubicBezTo>
                  <a:pt x="286120" y="207349"/>
                  <a:pt x="244197" y="249665"/>
                  <a:pt x="193889" y="249665"/>
                </a:cubicBezTo>
                <a:cubicBezTo>
                  <a:pt x="143581" y="249665"/>
                  <a:pt x="101657" y="207349"/>
                  <a:pt x="101657" y="156570"/>
                </a:cubicBezTo>
                <a:cubicBezTo>
                  <a:pt x="101657" y="135412"/>
                  <a:pt x="110042" y="114254"/>
                  <a:pt x="118427" y="101559"/>
                </a:cubicBezTo>
                <a:cubicBezTo>
                  <a:pt x="114234" y="105790"/>
                  <a:pt x="114234" y="105790"/>
                  <a:pt x="114234" y="110022"/>
                </a:cubicBezTo>
                <a:cubicBezTo>
                  <a:pt x="114234" y="110022"/>
                  <a:pt x="114234" y="110022"/>
                  <a:pt x="114234" y="59243"/>
                </a:cubicBezTo>
                <a:cubicBezTo>
                  <a:pt x="114234" y="59243"/>
                  <a:pt x="114234" y="59243"/>
                  <a:pt x="72311" y="46548"/>
                </a:cubicBezTo>
                <a:cubicBezTo>
                  <a:pt x="72311" y="46548"/>
                  <a:pt x="72311" y="46548"/>
                  <a:pt x="72311" y="114254"/>
                </a:cubicBezTo>
                <a:cubicBezTo>
                  <a:pt x="76503" y="114254"/>
                  <a:pt x="76503" y="118485"/>
                  <a:pt x="76503" y="122717"/>
                </a:cubicBezTo>
                <a:cubicBezTo>
                  <a:pt x="76503" y="122717"/>
                  <a:pt x="76503" y="122717"/>
                  <a:pt x="76503" y="139643"/>
                </a:cubicBezTo>
                <a:cubicBezTo>
                  <a:pt x="76503" y="139643"/>
                  <a:pt x="72311" y="139643"/>
                  <a:pt x="68119" y="139643"/>
                </a:cubicBezTo>
                <a:cubicBezTo>
                  <a:pt x="68119" y="139643"/>
                  <a:pt x="63926" y="139643"/>
                  <a:pt x="63926" y="139643"/>
                </a:cubicBezTo>
                <a:cubicBezTo>
                  <a:pt x="63926" y="139643"/>
                  <a:pt x="63926" y="139643"/>
                  <a:pt x="63926" y="122717"/>
                </a:cubicBezTo>
                <a:cubicBezTo>
                  <a:pt x="63926" y="118485"/>
                  <a:pt x="63926" y="114254"/>
                  <a:pt x="68119" y="114254"/>
                </a:cubicBezTo>
                <a:lnTo>
                  <a:pt x="68119" y="46548"/>
                </a:lnTo>
                <a:cubicBezTo>
                  <a:pt x="68119" y="46548"/>
                  <a:pt x="68119" y="46548"/>
                  <a:pt x="51349" y="42316"/>
                </a:cubicBezTo>
                <a:cubicBezTo>
                  <a:pt x="51349" y="42316"/>
                  <a:pt x="51349" y="42316"/>
                  <a:pt x="193889" y="0"/>
                </a:cubicBezTo>
                <a:close/>
              </a:path>
            </a:pathLst>
          </a:custGeom>
          <a:solidFill>
            <a:schemeClr val="lt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5" name="IconShape">
            <a:extLst>
              <a:ext uri="{FF2B5EF4-FFF2-40B4-BE49-F238E27FC236}">
                <a16:creationId xmlns:a16="http://schemas.microsoft.com/office/drawing/2014/main" id="{366B3FF2-1033-4B9A-B36A-3C9018A5C656}"/>
              </a:ext>
            </a:extLst>
          </p:cNvPr>
          <p:cNvSpPr>
            <a:spLocks/>
          </p:cNvSpPr>
          <p:nvPr/>
        </p:nvSpPr>
        <p:spPr bwMode="auto">
          <a:xfrm>
            <a:off x="7520784" y="2667671"/>
            <a:ext cx="337553" cy="993905"/>
          </a:xfrm>
          <a:custGeom>
            <a:avLst/>
            <a:gdLst>
              <a:gd name="connsiteX0" fmla="*/ 189131 w 382465"/>
              <a:gd name="connsiteY0" fmla="*/ 283308 h 1126148"/>
              <a:gd name="connsiteX1" fmla="*/ 382465 w 382465"/>
              <a:gd name="connsiteY1" fmla="*/ 422377 h 1126148"/>
              <a:gd name="connsiteX2" fmla="*/ 382465 w 382465"/>
              <a:gd name="connsiteY2" fmla="*/ 692086 h 1126148"/>
              <a:gd name="connsiteX3" fmla="*/ 382465 w 382465"/>
              <a:gd name="connsiteY3" fmla="*/ 763727 h 1126148"/>
              <a:gd name="connsiteX4" fmla="*/ 344639 w 382465"/>
              <a:gd name="connsiteY4" fmla="*/ 801655 h 1126148"/>
              <a:gd name="connsiteX5" fmla="*/ 306813 w 382465"/>
              <a:gd name="connsiteY5" fmla="*/ 763727 h 1126148"/>
              <a:gd name="connsiteX6" fmla="*/ 306813 w 382465"/>
              <a:gd name="connsiteY6" fmla="*/ 502447 h 1126148"/>
              <a:gd name="connsiteX7" fmla="*/ 281595 w 382465"/>
              <a:gd name="connsiteY7" fmla="*/ 502447 h 1126148"/>
              <a:gd name="connsiteX8" fmla="*/ 281595 w 382465"/>
              <a:gd name="connsiteY8" fmla="*/ 1088220 h 1126148"/>
              <a:gd name="connsiteX9" fmla="*/ 243769 w 382465"/>
              <a:gd name="connsiteY9" fmla="*/ 1126148 h 1126148"/>
              <a:gd name="connsiteX10" fmla="*/ 201740 w 382465"/>
              <a:gd name="connsiteY10" fmla="*/ 1088220 h 1126148"/>
              <a:gd name="connsiteX11" fmla="*/ 201740 w 382465"/>
              <a:gd name="connsiteY11" fmla="*/ 721585 h 1126148"/>
              <a:gd name="connsiteX12" fmla="*/ 176523 w 382465"/>
              <a:gd name="connsiteY12" fmla="*/ 721585 h 1126148"/>
              <a:gd name="connsiteX13" fmla="*/ 176523 w 382465"/>
              <a:gd name="connsiteY13" fmla="*/ 1088220 h 1126148"/>
              <a:gd name="connsiteX14" fmla="*/ 138696 w 382465"/>
              <a:gd name="connsiteY14" fmla="*/ 1126148 h 1126148"/>
              <a:gd name="connsiteX15" fmla="*/ 100870 w 382465"/>
              <a:gd name="connsiteY15" fmla="*/ 1088220 h 1126148"/>
              <a:gd name="connsiteX16" fmla="*/ 100870 w 382465"/>
              <a:gd name="connsiteY16" fmla="*/ 502447 h 1126148"/>
              <a:gd name="connsiteX17" fmla="*/ 75653 w 382465"/>
              <a:gd name="connsiteY17" fmla="*/ 502447 h 1126148"/>
              <a:gd name="connsiteX18" fmla="*/ 75653 w 382465"/>
              <a:gd name="connsiteY18" fmla="*/ 763727 h 1126148"/>
              <a:gd name="connsiteX19" fmla="*/ 37826 w 382465"/>
              <a:gd name="connsiteY19" fmla="*/ 801655 h 1126148"/>
              <a:gd name="connsiteX20" fmla="*/ 0 w 382465"/>
              <a:gd name="connsiteY20" fmla="*/ 763727 h 1126148"/>
              <a:gd name="connsiteX21" fmla="*/ 0 w 382465"/>
              <a:gd name="connsiteY21" fmla="*/ 692086 h 1126148"/>
              <a:gd name="connsiteX22" fmla="*/ 0 w 382465"/>
              <a:gd name="connsiteY22" fmla="*/ 422377 h 1126148"/>
              <a:gd name="connsiteX23" fmla="*/ 189131 w 382465"/>
              <a:gd name="connsiteY23" fmla="*/ 283308 h 1126148"/>
              <a:gd name="connsiteX24" fmla="*/ 188577 w 382465"/>
              <a:gd name="connsiteY24" fmla="*/ 0 h 1126148"/>
              <a:gd name="connsiteX25" fmla="*/ 331116 w 382465"/>
              <a:gd name="connsiteY25" fmla="*/ 42316 h 1126148"/>
              <a:gd name="connsiteX26" fmla="*/ 272424 w 382465"/>
              <a:gd name="connsiteY26" fmla="*/ 59243 h 1126148"/>
              <a:gd name="connsiteX27" fmla="*/ 272424 w 382465"/>
              <a:gd name="connsiteY27" fmla="*/ 110022 h 1126148"/>
              <a:gd name="connsiteX28" fmla="*/ 264039 w 382465"/>
              <a:gd name="connsiteY28" fmla="*/ 101559 h 1126148"/>
              <a:gd name="connsiteX29" fmla="*/ 280808 w 382465"/>
              <a:gd name="connsiteY29" fmla="*/ 156570 h 1126148"/>
              <a:gd name="connsiteX30" fmla="*/ 188577 w 382465"/>
              <a:gd name="connsiteY30" fmla="*/ 249665 h 1126148"/>
              <a:gd name="connsiteX31" fmla="*/ 96345 w 382465"/>
              <a:gd name="connsiteY31" fmla="*/ 156570 h 1126148"/>
              <a:gd name="connsiteX32" fmla="*/ 117307 w 382465"/>
              <a:gd name="connsiteY32" fmla="*/ 101559 h 1126148"/>
              <a:gd name="connsiteX33" fmla="*/ 108922 w 382465"/>
              <a:gd name="connsiteY33" fmla="*/ 110022 h 1126148"/>
              <a:gd name="connsiteX34" fmla="*/ 108922 w 382465"/>
              <a:gd name="connsiteY34" fmla="*/ 59243 h 1126148"/>
              <a:gd name="connsiteX35" fmla="*/ 66999 w 382465"/>
              <a:gd name="connsiteY35" fmla="*/ 46548 h 1126148"/>
              <a:gd name="connsiteX36" fmla="*/ 66999 w 382465"/>
              <a:gd name="connsiteY36" fmla="*/ 114254 h 1126148"/>
              <a:gd name="connsiteX37" fmla="*/ 71191 w 382465"/>
              <a:gd name="connsiteY37" fmla="*/ 122717 h 1126148"/>
              <a:gd name="connsiteX38" fmla="*/ 71191 w 382465"/>
              <a:gd name="connsiteY38" fmla="*/ 139643 h 1126148"/>
              <a:gd name="connsiteX39" fmla="*/ 66999 w 382465"/>
              <a:gd name="connsiteY39" fmla="*/ 139643 h 1126148"/>
              <a:gd name="connsiteX40" fmla="*/ 58614 w 382465"/>
              <a:gd name="connsiteY40" fmla="*/ 139643 h 1126148"/>
              <a:gd name="connsiteX41" fmla="*/ 58614 w 382465"/>
              <a:gd name="connsiteY41" fmla="*/ 122717 h 1126148"/>
              <a:gd name="connsiteX42" fmla="*/ 62807 w 382465"/>
              <a:gd name="connsiteY42" fmla="*/ 114254 h 1126148"/>
              <a:gd name="connsiteX43" fmla="*/ 62807 w 382465"/>
              <a:gd name="connsiteY43" fmla="*/ 46548 h 1126148"/>
              <a:gd name="connsiteX44" fmla="*/ 46037 w 382465"/>
              <a:gd name="connsiteY44" fmla="*/ 42316 h 1126148"/>
              <a:gd name="connsiteX45" fmla="*/ 188577 w 382465"/>
              <a:gd name="connsiteY45" fmla="*/ 0 h 1126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382465" h="1126148">
                <a:moveTo>
                  <a:pt x="189131" y="283308"/>
                </a:moveTo>
                <a:cubicBezTo>
                  <a:pt x="294204" y="283308"/>
                  <a:pt x="382465" y="317022"/>
                  <a:pt x="382465" y="422377"/>
                </a:cubicBezTo>
                <a:cubicBezTo>
                  <a:pt x="382465" y="422377"/>
                  <a:pt x="382465" y="422377"/>
                  <a:pt x="382465" y="692086"/>
                </a:cubicBezTo>
                <a:cubicBezTo>
                  <a:pt x="382465" y="692086"/>
                  <a:pt x="382465" y="692086"/>
                  <a:pt x="382465" y="763727"/>
                </a:cubicBezTo>
                <a:cubicBezTo>
                  <a:pt x="382465" y="784798"/>
                  <a:pt x="365654" y="801655"/>
                  <a:pt x="344639" y="801655"/>
                </a:cubicBezTo>
                <a:cubicBezTo>
                  <a:pt x="323624" y="801655"/>
                  <a:pt x="306813" y="784798"/>
                  <a:pt x="306813" y="763727"/>
                </a:cubicBezTo>
                <a:cubicBezTo>
                  <a:pt x="306813" y="763727"/>
                  <a:pt x="306813" y="763727"/>
                  <a:pt x="306813" y="502447"/>
                </a:cubicBezTo>
                <a:cubicBezTo>
                  <a:pt x="306813" y="502447"/>
                  <a:pt x="306813" y="502447"/>
                  <a:pt x="281595" y="502447"/>
                </a:cubicBezTo>
                <a:cubicBezTo>
                  <a:pt x="281595" y="502447"/>
                  <a:pt x="281595" y="502447"/>
                  <a:pt x="281595" y="1088220"/>
                </a:cubicBezTo>
                <a:cubicBezTo>
                  <a:pt x="281595" y="1109291"/>
                  <a:pt x="264784" y="1126148"/>
                  <a:pt x="243769" y="1126148"/>
                </a:cubicBezTo>
                <a:cubicBezTo>
                  <a:pt x="218552" y="1126148"/>
                  <a:pt x="201740" y="1109291"/>
                  <a:pt x="201740" y="1088220"/>
                </a:cubicBezTo>
                <a:cubicBezTo>
                  <a:pt x="201740" y="1088220"/>
                  <a:pt x="201740" y="1088220"/>
                  <a:pt x="201740" y="721585"/>
                </a:cubicBezTo>
                <a:cubicBezTo>
                  <a:pt x="201740" y="721585"/>
                  <a:pt x="201740" y="721585"/>
                  <a:pt x="176523" y="721585"/>
                </a:cubicBezTo>
                <a:cubicBezTo>
                  <a:pt x="176523" y="721585"/>
                  <a:pt x="176523" y="721585"/>
                  <a:pt x="176523" y="1088220"/>
                </a:cubicBezTo>
                <a:cubicBezTo>
                  <a:pt x="176523" y="1109291"/>
                  <a:pt x="159711" y="1126148"/>
                  <a:pt x="138696" y="1126148"/>
                </a:cubicBezTo>
                <a:cubicBezTo>
                  <a:pt x="117682" y="1126148"/>
                  <a:pt x="100870" y="1109291"/>
                  <a:pt x="100870" y="1088220"/>
                </a:cubicBezTo>
                <a:cubicBezTo>
                  <a:pt x="100870" y="1088220"/>
                  <a:pt x="100870" y="1088220"/>
                  <a:pt x="100870" y="502447"/>
                </a:cubicBezTo>
                <a:cubicBezTo>
                  <a:pt x="100870" y="502447"/>
                  <a:pt x="100870" y="502447"/>
                  <a:pt x="75653" y="502447"/>
                </a:cubicBezTo>
                <a:cubicBezTo>
                  <a:pt x="75653" y="502447"/>
                  <a:pt x="75653" y="502447"/>
                  <a:pt x="75653" y="763727"/>
                </a:cubicBezTo>
                <a:cubicBezTo>
                  <a:pt x="75653" y="784798"/>
                  <a:pt x="58841" y="801655"/>
                  <a:pt x="37826" y="801655"/>
                </a:cubicBezTo>
                <a:cubicBezTo>
                  <a:pt x="16811" y="801655"/>
                  <a:pt x="0" y="784798"/>
                  <a:pt x="0" y="763727"/>
                </a:cubicBezTo>
                <a:cubicBezTo>
                  <a:pt x="0" y="763727"/>
                  <a:pt x="0" y="763727"/>
                  <a:pt x="0" y="692086"/>
                </a:cubicBezTo>
                <a:cubicBezTo>
                  <a:pt x="0" y="692086"/>
                  <a:pt x="0" y="692086"/>
                  <a:pt x="0" y="422377"/>
                </a:cubicBezTo>
                <a:cubicBezTo>
                  <a:pt x="0" y="317022"/>
                  <a:pt x="84058" y="283308"/>
                  <a:pt x="189131" y="283308"/>
                </a:cubicBezTo>
                <a:close/>
                <a:moveTo>
                  <a:pt x="188577" y="0"/>
                </a:moveTo>
                <a:cubicBezTo>
                  <a:pt x="188577" y="0"/>
                  <a:pt x="188577" y="0"/>
                  <a:pt x="331116" y="42316"/>
                </a:cubicBezTo>
                <a:cubicBezTo>
                  <a:pt x="331116" y="42316"/>
                  <a:pt x="331116" y="42316"/>
                  <a:pt x="272424" y="59243"/>
                </a:cubicBezTo>
                <a:cubicBezTo>
                  <a:pt x="272424" y="59243"/>
                  <a:pt x="272424" y="59243"/>
                  <a:pt x="272424" y="110022"/>
                </a:cubicBezTo>
                <a:cubicBezTo>
                  <a:pt x="272424" y="105790"/>
                  <a:pt x="268231" y="105790"/>
                  <a:pt x="264039" y="101559"/>
                </a:cubicBezTo>
                <a:cubicBezTo>
                  <a:pt x="276616" y="114254"/>
                  <a:pt x="280808" y="135412"/>
                  <a:pt x="280808" y="156570"/>
                </a:cubicBezTo>
                <a:cubicBezTo>
                  <a:pt x="280808" y="207349"/>
                  <a:pt x="238885" y="249665"/>
                  <a:pt x="188577" y="249665"/>
                </a:cubicBezTo>
                <a:cubicBezTo>
                  <a:pt x="138269" y="249665"/>
                  <a:pt x="96345" y="207349"/>
                  <a:pt x="96345" y="156570"/>
                </a:cubicBezTo>
                <a:cubicBezTo>
                  <a:pt x="96345" y="135412"/>
                  <a:pt x="104730" y="114254"/>
                  <a:pt x="117307" y="101559"/>
                </a:cubicBezTo>
                <a:cubicBezTo>
                  <a:pt x="108922" y="105790"/>
                  <a:pt x="108922" y="105790"/>
                  <a:pt x="108922" y="110022"/>
                </a:cubicBezTo>
                <a:cubicBezTo>
                  <a:pt x="108922" y="110022"/>
                  <a:pt x="108922" y="110022"/>
                  <a:pt x="108922" y="59243"/>
                </a:cubicBezTo>
                <a:cubicBezTo>
                  <a:pt x="108922" y="59243"/>
                  <a:pt x="108922" y="59243"/>
                  <a:pt x="66999" y="46548"/>
                </a:cubicBezTo>
                <a:cubicBezTo>
                  <a:pt x="66999" y="46548"/>
                  <a:pt x="66999" y="46548"/>
                  <a:pt x="66999" y="114254"/>
                </a:cubicBezTo>
                <a:cubicBezTo>
                  <a:pt x="71191" y="114254"/>
                  <a:pt x="71191" y="118485"/>
                  <a:pt x="71191" y="122717"/>
                </a:cubicBezTo>
                <a:cubicBezTo>
                  <a:pt x="71191" y="122717"/>
                  <a:pt x="71191" y="122717"/>
                  <a:pt x="71191" y="139643"/>
                </a:cubicBezTo>
                <a:cubicBezTo>
                  <a:pt x="71191" y="139643"/>
                  <a:pt x="66999" y="139643"/>
                  <a:pt x="66999" y="139643"/>
                </a:cubicBezTo>
                <a:cubicBezTo>
                  <a:pt x="62807" y="139643"/>
                  <a:pt x="58614" y="139643"/>
                  <a:pt x="58614" y="139643"/>
                </a:cubicBezTo>
                <a:cubicBezTo>
                  <a:pt x="58614" y="139643"/>
                  <a:pt x="58614" y="139643"/>
                  <a:pt x="58614" y="122717"/>
                </a:cubicBezTo>
                <a:cubicBezTo>
                  <a:pt x="58614" y="118485"/>
                  <a:pt x="58614" y="114254"/>
                  <a:pt x="62807" y="114254"/>
                </a:cubicBezTo>
                <a:lnTo>
                  <a:pt x="62807" y="46548"/>
                </a:lnTo>
                <a:cubicBezTo>
                  <a:pt x="62807" y="46548"/>
                  <a:pt x="62807" y="46548"/>
                  <a:pt x="46037" y="42316"/>
                </a:cubicBezTo>
                <a:cubicBezTo>
                  <a:pt x="46037" y="42316"/>
                  <a:pt x="46037" y="42316"/>
                  <a:pt x="188577" y="0"/>
                </a:cubicBezTo>
                <a:close/>
              </a:path>
            </a:pathLst>
          </a:custGeom>
          <a:solidFill>
            <a:schemeClr val="lt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6" name="ValueShape"/>
          <p:cNvSpPr>
            <a:spLocks/>
          </p:cNvSpPr>
          <p:nvPr/>
        </p:nvSpPr>
        <p:spPr bwMode="auto">
          <a:xfrm>
            <a:off x="614197" y="1547272"/>
            <a:ext cx="3285776" cy="2213466"/>
          </a:xfrm>
          <a:custGeom>
            <a:avLst/>
            <a:gdLst>
              <a:gd name="connsiteX0" fmla="*/ 1882369 w 2480475"/>
              <a:gd name="connsiteY0" fmla="*/ 719905 h 1670975"/>
              <a:gd name="connsiteX1" fmla="*/ 1916338 w 2480475"/>
              <a:gd name="connsiteY1" fmla="*/ 762884 h 1670975"/>
              <a:gd name="connsiteX2" fmla="*/ 1916338 w 2480475"/>
              <a:gd name="connsiteY2" fmla="*/ 961606 h 1670975"/>
              <a:gd name="connsiteX3" fmla="*/ 1916338 w 2480475"/>
              <a:gd name="connsiteY3" fmla="*/ 1032800 h 1670975"/>
              <a:gd name="connsiteX4" fmla="*/ 1916338 w 2480475"/>
              <a:gd name="connsiteY4" fmla="*/ 1059520 h 1670975"/>
              <a:gd name="connsiteX5" fmla="*/ 1916338 w 2480475"/>
              <a:gd name="connsiteY5" fmla="*/ 1670975 h 1670975"/>
              <a:gd name="connsiteX6" fmla="*/ 565376 w 2480475"/>
              <a:gd name="connsiteY6" fmla="*/ 1670975 h 1670975"/>
              <a:gd name="connsiteX7" fmla="*/ 565376 w 2480475"/>
              <a:gd name="connsiteY7" fmla="*/ 1059520 h 1670975"/>
              <a:gd name="connsiteX8" fmla="*/ 565376 w 2480475"/>
              <a:gd name="connsiteY8" fmla="*/ 1054885 h 1670975"/>
              <a:gd name="connsiteX9" fmla="*/ 565376 w 2480475"/>
              <a:gd name="connsiteY9" fmla="*/ 1043877 h 1670975"/>
              <a:gd name="connsiteX10" fmla="*/ 565376 w 2480475"/>
              <a:gd name="connsiteY10" fmla="*/ 1032800 h 1670975"/>
              <a:gd name="connsiteX11" fmla="*/ 565376 w 2480475"/>
              <a:gd name="connsiteY11" fmla="*/ 1022440 h 1670975"/>
              <a:gd name="connsiteX12" fmla="*/ 565376 w 2480475"/>
              <a:gd name="connsiteY12" fmla="*/ 762884 h 1670975"/>
              <a:gd name="connsiteX13" fmla="*/ 619057 w 2480475"/>
              <a:gd name="connsiteY13" fmla="*/ 726928 h 1670975"/>
              <a:gd name="connsiteX14" fmla="*/ 967981 w 2480475"/>
              <a:gd name="connsiteY14" fmla="*/ 870751 h 1670975"/>
              <a:gd name="connsiteX15" fmla="*/ 1200597 w 2480475"/>
              <a:gd name="connsiteY15" fmla="*/ 969630 h 1670975"/>
              <a:gd name="connsiteX16" fmla="*/ 1281118 w 2480475"/>
              <a:gd name="connsiteY16" fmla="*/ 969630 h 1670975"/>
              <a:gd name="connsiteX17" fmla="*/ 1862658 w 2480475"/>
              <a:gd name="connsiteY17" fmla="*/ 726928 h 1670975"/>
              <a:gd name="connsiteX18" fmla="*/ 1882369 w 2480475"/>
              <a:gd name="connsiteY18" fmla="*/ 719905 h 1670975"/>
              <a:gd name="connsiteX19" fmla="*/ 1237501 w 2480475"/>
              <a:gd name="connsiteY19" fmla="*/ 0 h 1670975"/>
              <a:gd name="connsiteX20" fmla="*/ 1272184 w 2480475"/>
              <a:gd name="connsiteY20" fmla="*/ 6747 h 1670975"/>
              <a:gd name="connsiteX21" fmla="*/ 1701799 w 2480475"/>
              <a:gd name="connsiteY21" fmla="*/ 132689 h 1670975"/>
              <a:gd name="connsiteX22" fmla="*/ 2453625 w 2480475"/>
              <a:gd name="connsiteY22" fmla="*/ 357585 h 1670975"/>
              <a:gd name="connsiteX23" fmla="*/ 2453625 w 2480475"/>
              <a:gd name="connsiteY23" fmla="*/ 429551 h 1670975"/>
              <a:gd name="connsiteX24" fmla="*/ 1281134 w 2480475"/>
              <a:gd name="connsiteY24" fmla="*/ 924322 h 1670975"/>
              <a:gd name="connsiteX25" fmla="*/ 1200581 w 2480475"/>
              <a:gd name="connsiteY25" fmla="*/ 924322 h 1670975"/>
              <a:gd name="connsiteX26" fmla="*/ 994724 w 2480475"/>
              <a:gd name="connsiteY26" fmla="*/ 843360 h 1670975"/>
              <a:gd name="connsiteX27" fmla="*/ 332401 w 2480475"/>
              <a:gd name="connsiteY27" fmla="*/ 564489 h 1670975"/>
              <a:gd name="connsiteX28" fmla="*/ 296600 w 2480475"/>
              <a:gd name="connsiteY28" fmla="*/ 582481 h 1670975"/>
              <a:gd name="connsiteX29" fmla="*/ 296600 w 2480475"/>
              <a:gd name="connsiteY29" fmla="*/ 843360 h 1670975"/>
              <a:gd name="connsiteX30" fmla="*/ 296600 w 2480475"/>
              <a:gd name="connsiteY30" fmla="*/ 852356 h 1670975"/>
              <a:gd name="connsiteX31" fmla="*/ 314500 w 2480475"/>
              <a:gd name="connsiteY31" fmla="*/ 852356 h 1670975"/>
              <a:gd name="connsiteX32" fmla="*/ 350302 w 2480475"/>
              <a:gd name="connsiteY32" fmla="*/ 888339 h 1670975"/>
              <a:gd name="connsiteX33" fmla="*/ 341351 w 2480475"/>
              <a:gd name="connsiteY33" fmla="*/ 942314 h 1670975"/>
              <a:gd name="connsiteX34" fmla="*/ 341351 w 2480475"/>
              <a:gd name="connsiteY34" fmla="*/ 951310 h 1670975"/>
              <a:gd name="connsiteX35" fmla="*/ 341351 w 2480475"/>
              <a:gd name="connsiteY35" fmla="*/ 978297 h 1670975"/>
              <a:gd name="connsiteX36" fmla="*/ 341351 w 2480475"/>
              <a:gd name="connsiteY36" fmla="*/ 987293 h 1670975"/>
              <a:gd name="connsiteX37" fmla="*/ 323451 w 2480475"/>
              <a:gd name="connsiteY37" fmla="*/ 1383110 h 1670975"/>
              <a:gd name="connsiteX38" fmla="*/ 314500 w 2480475"/>
              <a:gd name="connsiteY38" fmla="*/ 1383110 h 1670975"/>
              <a:gd name="connsiteX39" fmla="*/ 323451 w 2480475"/>
              <a:gd name="connsiteY39" fmla="*/ 1347127 h 1670975"/>
              <a:gd name="connsiteX40" fmla="*/ 305550 w 2480475"/>
              <a:gd name="connsiteY40" fmla="*/ 1338131 h 1670975"/>
              <a:gd name="connsiteX41" fmla="*/ 269749 w 2480475"/>
              <a:gd name="connsiteY41" fmla="*/ 1419093 h 1670975"/>
              <a:gd name="connsiteX42" fmla="*/ 260798 w 2480475"/>
              <a:gd name="connsiteY42" fmla="*/ 1419093 h 1670975"/>
              <a:gd name="connsiteX43" fmla="*/ 251848 w 2480475"/>
              <a:gd name="connsiteY43" fmla="*/ 1338131 h 1670975"/>
              <a:gd name="connsiteX44" fmla="*/ 242898 w 2480475"/>
              <a:gd name="connsiteY44" fmla="*/ 1320139 h 1670975"/>
              <a:gd name="connsiteX45" fmla="*/ 233948 w 2480475"/>
              <a:gd name="connsiteY45" fmla="*/ 1374114 h 1670975"/>
              <a:gd name="connsiteX46" fmla="*/ 224997 w 2480475"/>
              <a:gd name="connsiteY46" fmla="*/ 1338131 h 1670975"/>
              <a:gd name="connsiteX47" fmla="*/ 216047 w 2480475"/>
              <a:gd name="connsiteY47" fmla="*/ 1347127 h 1670975"/>
              <a:gd name="connsiteX48" fmla="*/ 216047 w 2480475"/>
              <a:gd name="connsiteY48" fmla="*/ 1383110 h 1670975"/>
              <a:gd name="connsiteX49" fmla="*/ 207097 w 2480475"/>
              <a:gd name="connsiteY49" fmla="*/ 1392106 h 1670975"/>
              <a:gd name="connsiteX50" fmla="*/ 198146 w 2480475"/>
              <a:gd name="connsiteY50" fmla="*/ 978297 h 1670975"/>
              <a:gd name="connsiteX51" fmla="*/ 198146 w 2480475"/>
              <a:gd name="connsiteY51" fmla="*/ 942314 h 1670975"/>
              <a:gd name="connsiteX52" fmla="*/ 198146 w 2480475"/>
              <a:gd name="connsiteY52" fmla="*/ 933318 h 1670975"/>
              <a:gd name="connsiteX53" fmla="*/ 189196 w 2480475"/>
              <a:gd name="connsiteY53" fmla="*/ 888339 h 1670975"/>
              <a:gd name="connsiteX54" fmla="*/ 233948 w 2480475"/>
              <a:gd name="connsiteY54" fmla="*/ 843360 h 1670975"/>
              <a:gd name="connsiteX55" fmla="*/ 242898 w 2480475"/>
              <a:gd name="connsiteY55" fmla="*/ 843360 h 1670975"/>
              <a:gd name="connsiteX56" fmla="*/ 251848 w 2480475"/>
              <a:gd name="connsiteY56" fmla="*/ 834364 h 1670975"/>
              <a:gd name="connsiteX57" fmla="*/ 251848 w 2480475"/>
              <a:gd name="connsiteY57" fmla="*/ 537501 h 1670975"/>
              <a:gd name="connsiteX58" fmla="*/ 233948 w 2480475"/>
              <a:gd name="connsiteY58" fmla="*/ 519510 h 1670975"/>
              <a:gd name="connsiteX59" fmla="*/ 19140 w 2480475"/>
              <a:gd name="connsiteY59" fmla="*/ 429551 h 1670975"/>
              <a:gd name="connsiteX60" fmla="*/ 28090 w 2480475"/>
              <a:gd name="connsiteY60" fmla="*/ 357585 h 1670975"/>
              <a:gd name="connsiteX61" fmla="*/ 1209532 w 2480475"/>
              <a:gd name="connsiteY61" fmla="*/ 6747 h 1670975"/>
              <a:gd name="connsiteX62" fmla="*/ 1237501 w 2480475"/>
              <a:gd name="connsiteY62" fmla="*/ 0 h 1670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2480475" h="1670975">
                <a:moveTo>
                  <a:pt x="1882369" y="719905"/>
                </a:moveTo>
                <a:cubicBezTo>
                  <a:pt x="1901241" y="719063"/>
                  <a:pt x="1916338" y="735917"/>
                  <a:pt x="1916338" y="762884"/>
                </a:cubicBezTo>
                <a:cubicBezTo>
                  <a:pt x="1916338" y="762884"/>
                  <a:pt x="1916338" y="762884"/>
                  <a:pt x="1916338" y="961606"/>
                </a:cubicBezTo>
                <a:lnTo>
                  <a:pt x="1916338" y="1032800"/>
                </a:lnTo>
                <a:lnTo>
                  <a:pt x="1916338" y="1059520"/>
                </a:lnTo>
                <a:lnTo>
                  <a:pt x="1916338" y="1670975"/>
                </a:lnTo>
                <a:lnTo>
                  <a:pt x="565376" y="1670975"/>
                </a:lnTo>
                <a:lnTo>
                  <a:pt x="565376" y="1059520"/>
                </a:lnTo>
                <a:lnTo>
                  <a:pt x="565376" y="1054885"/>
                </a:lnTo>
                <a:lnTo>
                  <a:pt x="565376" y="1043877"/>
                </a:lnTo>
                <a:lnTo>
                  <a:pt x="565376" y="1032800"/>
                </a:lnTo>
                <a:lnTo>
                  <a:pt x="565376" y="1022440"/>
                </a:lnTo>
                <a:cubicBezTo>
                  <a:pt x="565376" y="985360"/>
                  <a:pt x="565376" y="911202"/>
                  <a:pt x="565376" y="762884"/>
                </a:cubicBezTo>
                <a:cubicBezTo>
                  <a:pt x="565376" y="735917"/>
                  <a:pt x="592216" y="708950"/>
                  <a:pt x="619057" y="726928"/>
                </a:cubicBezTo>
                <a:cubicBezTo>
                  <a:pt x="619057" y="726928"/>
                  <a:pt x="619057" y="726928"/>
                  <a:pt x="967981" y="870751"/>
                </a:cubicBezTo>
                <a:cubicBezTo>
                  <a:pt x="967981" y="870751"/>
                  <a:pt x="967981" y="870751"/>
                  <a:pt x="1200597" y="969630"/>
                </a:cubicBezTo>
                <a:cubicBezTo>
                  <a:pt x="1227437" y="978619"/>
                  <a:pt x="1254277" y="978619"/>
                  <a:pt x="1281118" y="969630"/>
                </a:cubicBezTo>
                <a:cubicBezTo>
                  <a:pt x="1281118" y="969630"/>
                  <a:pt x="1281118" y="969630"/>
                  <a:pt x="1862658" y="726928"/>
                </a:cubicBezTo>
                <a:cubicBezTo>
                  <a:pt x="1869368" y="722433"/>
                  <a:pt x="1876078" y="720186"/>
                  <a:pt x="1882369" y="719905"/>
                </a:cubicBezTo>
                <a:close/>
                <a:moveTo>
                  <a:pt x="1237501" y="0"/>
                </a:moveTo>
                <a:cubicBezTo>
                  <a:pt x="1247570" y="0"/>
                  <a:pt x="1258758" y="2249"/>
                  <a:pt x="1272184" y="6747"/>
                </a:cubicBezTo>
                <a:cubicBezTo>
                  <a:pt x="1272184" y="6747"/>
                  <a:pt x="1272184" y="6747"/>
                  <a:pt x="1701799" y="132689"/>
                </a:cubicBezTo>
                <a:cubicBezTo>
                  <a:pt x="1701799" y="132689"/>
                  <a:pt x="1701799" y="132689"/>
                  <a:pt x="2453625" y="357585"/>
                </a:cubicBezTo>
                <a:cubicBezTo>
                  <a:pt x="2489426" y="366580"/>
                  <a:pt x="2489426" y="420555"/>
                  <a:pt x="2453625" y="429551"/>
                </a:cubicBezTo>
                <a:cubicBezTo>
                  <a:pt x="2453625" y="429551"/>
                  <a:pt x="2453625" y="429551"/>
                  <a:pt x="1281134" y="924322"/>
                </a:cubicBezTo>
                <a:cubicBezTo>
                  <a:pt x="1254283" y="933318"/>
                  <a:pt x="1227432" y="933318"/>
                  <a:pt x="1200581" y="924322"/>
                </a:cubicBezTo>
                <a:cubicBezTo>
                  <a:pt x="1200581" y="924322"/>
                  <a:pt x="1200581" y="924322"/>
                  <a:pt x="994724" y="843360"/>
                </a:cubicBezTo>
                <a:cubicBezTo>
                  <a:pt x="994724" y="843360"/>
                  <a:pt x="994724" y="843360"/>
                  <a:pt x="332401" y="564489"/>
                </a:cubicBezTo>
                <a:cubicBezTo>
                  <a:pt x="314500" y="555493"/>
                  <a:pt x="296600" y="564489"/>
                  <a:pt x="296600" y="582481"/>
                </a:cubicBezTo>
                <a:cubicBezTo>
                  <a:pt x="296600" y="582481"/>
                  <a:pt x="296600" y="582481"/>
                  <a:pt x="296600" y="843360"/>
                </a:cubicBezTo>
                <a:cubicBezTo>
                  <a:pt x="296600" y="843360"/>
                  <a:pt x="296600" y="843360"/>
                  <a:pt x="296600" y="852356"/>
                </a:cubicBezTo>
                <a:cubicBezTo>
                  <a:pt x="305550" y="852356"/>
                  <a:pt x="305550" y="852356"/>
                  <a:pt x="314500" y="852356"/>
                </a:cubicBezTo>
                <a:cubicBezTo>
                  <a:pt x="341351" y="834364"/>
                  <a:pt x="350302" y="870347"/>
                  <a:pt x="350302" y="888339"/>
                </a:cubicBezTo>
                <a:cubicBezTo>
                  <a:pt x="350302" y="906331"/>
                  <a:pt x="350302" y="924322"/>
                  <a:pt x="341351" y="942314"/>
                </a:cubicBezTo>
                <a:cubicBezTo>
                  <a:pt x="341351" y="942314"/>
                  <a:pt x="341351" y="951310"/>
                  <a:pt x="341351" y="951310"/>
                </a:cubicBezTo>
                <a:cubicBezTo>
                  <a:pt x="359252" y="951310"/>
                  <a:pt x="359252" y="978297"/>
                  <a:pt x="341351" y="978297"/>
                </a:cubicBezTo>
                <a:cubicBezTo>
                  <a:pt x="341351" y="978297"/>
                  <a:pt x="341351" y="987293"/>
                  <a:pt x="341351" y="987293"/>
                </a:cubicBezTo>
                <a:cubicBezTo>
                  <a:pt x="412954" y="1104239"/>
                  <a:pt x="439805" y="1284156"/>
                  <a:pt x="323451" y="1383110"/>
                </a:cubicBezTo>
                <a:cubicBezTo>
                  <a:pt x="323451" y="1392106"/>
                  <a:pt x="314500" y="1392106"/>
                  <a:pt x="314500" y="1383110"/>
                </a:cubicBezTo>
                <a:cubicBezTo>
                  <a:pt x="323451" y="1365118"/>
                  <a:pt x="323451" y="1356122"/>
                  <a:pt x="323451" y="1347127"/>
                </a:cubicBezTo>
                <a:cubicBezTo>
                  <a:pt x="332401" y="1293152"/>
                  <a:pt x="323451" y="1293152"/>
                  <a:pt x="305550" y="1338131"/>
                </a:cubicBezTo>
                <a:cubicBezTo>
                  <a:pt x="296600" y="1374114"/>
                  <a:pt x="287649" y="1401102"/>
                  <a:pt x="269749" y="1419093"/>
                </a:cubicBezTo>
                <a:cubicBezTo>
                  <a:pt x="269749" y="1428089"/>
                  <a:pt x="260798" y="1419093"/>
                  <a:pt x="260798" y="1419093"/>
                </a:cubicBezTo>
                <a:cubicBezTo>
                  <a:pt x="260798" y="1392106"/>
                  <a:pt x="260798" y="1365118"/>
                  <a:pt x="251848" y="1338131"/>
                </a:cubicBezTo>
                <a:cubicBezTo>
                  <a:pt x="251848" y="1275160"/>
                  <a:pt x="242898" y="1266164"/>
                  <a:pt x="242898" y="1320139"/>
                </a:cubicBezTo>
                <a:cubicBezTo>
                  <a:pt x="242898" y="1338131"/>
                  <a:pt x="233948" y="1356122"/>
                  <a:pt x="233948" y="1374114"/>
                </a:cubicBezTo>
                <a:cubicBezTo>
                  <a:pt x="224997" y="1356122"/>
                  <a:pt x="224997" y="1347127"/>
                  <a:pt x="224997" y="1338131"/>
                </a:cubicBezTo>
                <a:cubicBezTo>
                  <a:pt x="216047" y="1311143"/>
                  <a:pt x="207097" y="1311143"/>
                  <a:pt x="216047" y="1347127"/>
                </a:cubicBezTo>
                <a:cubicBezTo>
                  <a:pt x="216047" y="1356122"/>
                  <a:pt x="216047" y="1374114"/>
                  <a:pt x="216047" y="1383110"/>
                </a:cubicBezTo>
                <a:cubicBezTo>
                  <a:pt x="216047" y="1392106"/>
                  <a:pt x="216047" y="1392106"/>
                  <a:pt x="207097" y="1392106"/>
                </a:cubicBezTo>
                <a:cubicBezTo>
                  <a:pt x="99693" y="1293152"/>
                  <a:pt x="99693" y="1131227"/>
                  <a:pt x="198146" y="978297"/>
                </a:cubicBezTo>
                <a:cubicBezTo>
                  <a:pt x="171295" y="969301"/>
                  <a:pt x="180246" y="942314"/>
                  <a:pt x="198146" y="942314"/>
                </a:cubicBezTo>
                <a:cubicBezTo>
                  <a:pt x="198146" y="942314"/>
                  <a:pt x="198146" y="942314"/>
                  <a:pt x="198146" y="933318"/>
                </a:cubicBezTo>
                <a:cubicBezTo>
                  <a:pt x="198146" y="924322"/>
                  <a:pt x="189196" y="906331"/>
                  <a:pt x="189196" y="888339"/>
                </a:cubicBezTo>
                <a:cubicBezTo>
                  <a:pt x="189196" y="870347"/>
                  <a:pt x="198146" y="825368"/>
                  <a:pt x="233948" y="843360"/>
                </a:cubicBezTo>
                <a:cubicBezTo>
                  <a:pt x="233948" y="843360"/>
                  <a:pt x="233948" y="843360"/>
                  <a:pt x="242898" y="843360"/>
                </a:cubicBezTo>
                <a:cubicBezTo>
                  <a:pt x="242898" y="834364"/>
                  <a:pt x="251848" y="834364"/>
                  <a:pt x="251848" y="834364"/>
                </a:cubicBezTo>
                <a:cubicBezTo>
                  <a:pt x="251848" y="834364"/>
                  <a:pt x="251848" y="834364"/>
                  <a:pt x="251848" y="537501"/>
                </a:cubicBezTo>
                <a:cubicBezTo>
                  <a:pt x="251848" y="528506"/>
                  <a:pt x="242898" y="519510"/>
                  <a:pt x="233948" y="519510"/>
                </a:cubicBezTo>
                <a:cubicBezTo>
                  <a:pt x="233948" y="519510"/>
                  <a:pt x="233948" y="519510"/>
                  <a:pt x="19140" y="429551"/>
                </a:cubicBezTo>
                <a:cubicBezTo>
                  <a:pt x="-7711" y="420555"/>
                  <a:pt x="-7711" y="366580"/>
                  <a:pt x="28090" y="357585"/>
                </a:cubicBezTo>
                <a:cubicBezTo>
                  <a:pt x="28090" y="357585"/>
                  <a:pt x="28090" y="357585"/>
                  <a:pt x="1209532" y="6747"/>
                </a:cubicBezTo>
                <a:cubicBezTo>
                  <a:pt x="1218482" y="2249"/>
                  <a:pt x="1227432" y="0"/>
                  <a:pt x="1237501" y="0"/>
                </a:cubicBezTo>
                <a:close/>
              </a:path>
            </a:pathLst>
          </a:custGeom>
          <a:solidFill>
            <a:srgbClr val="071F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37" name="CustomText1"/>
          <p:cNvSpPr/>
          <p:nvPr/>
        </p:nvSpPr>
        <p:spPr>
          <a:xfrm>
            <a:off x="4393665" y="3824245"/>
            <a:ext cx="4645141" cy="280375"/>
          </a:xfrm>
          <a:prstGeom prst="rect">
            <a:avLst/>
          </a:prstGeom>
          <a:noFill/>
        </p:spPr>
        <p:txBody>
          <a:bodyPr wrap="none" lIns="0" tIns="0" rIns="0" bIns="0">
            <a:normAutofit lnSpcReduction="10000"/>
          </a:bodyPr>
          <a:lstStyle/>
          <a:p>
            <a:r>
              <a:rPr lang="en-US" altLang="zh-CN" sz="2000" dirty="0">
                <a:solidFill/>
              </a:rPr>
              <a:t>Supporting text here</a:t>
            </a:r>
          </a:p>
        </p:txBody>
      </p:sp>
      <p:cxnSp>
        <p:nvCxnSpPr>
          <p:cNvPr id="38" name="LineShape"/>
          <p:cNvCxnSpPr>
            <a:cxnSpLocks/>
          </p:cNvCxnSpPr>
          <p:nvPr/>
        </p:nvCxnSpPr>
        <p:spPr>
          <a:xfrm flipH="1">
            <a:off x="4413501" y="3766370"/>
            <a:ext cx="4412147" cy="0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9" name="LineShape"/>
          <p:cNvCxnSpPr>
            <a:cxnSpLocks/>
          </p:cNvCxnSpPr>
          <p:nvPr/>
        </p:nvCxnSpPr>
        <p:spPr>
          <a:xfrm flipH="1">
            <a:off x="4413500" y="2559043"/>
            <a:ext cx="4412148" cy="0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solid"/>
            <a:miter/>
            <a:headEnd type="none" w="med" len="med"/>
            <a:tailEnd type="none" w="med" len="med"/>
          </a:ln>
        </p:spPr>
      </p:cxnSp>
      <p:grpSp>
        <p:nvGrpSpPr>
          <p:cNvPr id="2" name="组合 1"/>
          <p:cNvGrpSpPr/>
          <p:nvPr/>
        </p:nvGrpSpPr>
        <p:grpSpPr>
          <a:xfrm>
            <a:off x="4496940" y="1452072"/>
            <a:ext cx="4658601" cy="885524"/>
            <a:chOff x="1073883" y="1452072"/>
            <a:chExt cx="4658601" cy="885524"/>
          </a:xfrm>
        </p:grpSpPr>
        <p:sp>
          <p:nvSpPr>
            <p:cNvPr id="40" name="CustomText1"/>
            <p:cNvSpPr/>
            <p:nvPr/>
          </p:nvSpPr>
          <p:spPr>
            <a:xfrm>
              <a:off x="2686490" y="2009465"/>
              <a:ext cx="3045993" cy="280576"/>
            </a:xfrm>
            <a:prstGeom prst="rect">
              <a:avLst/>
            </a:prstGeom>
            <a:noFill/>
          </p:spPr>
          <p:txBody>
            <a:bodyPr wrap="none" lIns="0" tIns="0" rIns="0" bIns="0">
              <a:normAutofit lnSpcReduction="10000"/>
            </a:bodyPr>
            <a:lstStyle/>
            <a:p>
              <a:r>
                <a:rPr lang="en-US" altLang="zh-CN" sz="2000">
                  <a:solidFill/>
                </a:rPr>
                <a:t>Supporting text here</a:t>
              </a:r>
              <a:endParaRPr lang="en-US" altLang="zh-CN" sz="2000" dirty="0"/>
            </a:p>
          </p:txBody>
        </p:sp>
        <p:sp>
          <p:nvSpPr>
            <p:cNvPr id="41" name="ValueText"/>
            <p:cNvSpPr txBox="1"/>
            <p:nvPr/>
          </p:nvSpPr>
          <p:spPr>
            <a:xfrm>
              <a:off x="1073883" y="1452072"/>
              <a:ext cx="1180699" cy="885524"/>
            </a:xfrm>
            <a:prstGeom prst="rect">
              <a:avLst/>
            </a:prstGeom>
            <a:noFill/>
          </p:spPr>
          <p:txBody>
            <a:bodyPr wrap="none" lIns="0" tIns="0" rIns="0" bIns="0">
              <a:prstTxWarp prst="textPlain">
                <a:avLst/>
              </a:prstTxWarp>
              <a:normAutofit/>
            </a:bodyPr>
            <a:lstStyle/>
            <a:p>
              <a:pPr algn="ctr"/>
              <a:r>
                <a:rPr lang="en-US">
                  <a:solidFill/>
                  <a:latin typeface="Impact" panose="020B0806030902050204" pitchFamily="34" charset="0"/>
                </a:rPr>
                <a:t>60%</a:t>
              </a:r>
            </a:p>
          </p:txBody>
        </p:sp>
        <p:sp>
          <p:nvSpPr>
            <p:cNvPr id="42" name="CustomText1"/>
            <p:cNvSpPr/>
            <p:nvPr/>
          </p:nvSpPr>
          <p:spPr>
            <a:xfrm>
              <a:off x="2674805" y="1592310"/>
              <a:ext cx="3057679" cy="342128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rmAutofit fontScale="62500" lnSpcReduction="20000"/>
            </a:bodyPr>
            <a:lstStyle/>
            <a:p>
              <a:r>
                <a:rPr lang="en-US" altLang="zh-CN" sz="4000" b="1">
                  <a:solidFill/>
                </a:rPr>
                <a:t>TEXT HERE</a:t>
              </a:r>
              <a:endParaRPr lang="en-US" altLang="zh-CN" sz="4000" b="1" dirty="0"/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A611FCE3-FBFE-D5F6-BC6A-CCAEEF5E96DF}"/>
              </a:ext>
            </a:extLst>
          </p:cNvPr>
          <p:cNvGrpSpPr/>
          <p:nvPr/>
        </p:nvGrpSpPr>
        <p:grpSpPr>
          <a:xfrm>
            <a:off x="2" y="62949"/>
            <a:ext cx="9145587" cy="514424"/>
            <a:chOff x="2" y="62949"/>
            <a:chExt cx="9145587" cy="514424"/>
          </a:xfrm>
        </p:grpSpPr>
        <p:pic>
          <p:nvPicPr>
            <p:cNvPr id="69" name="Picture 68" descr="122-吉林大学-logo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13973" y="62949"/>
              <a:ext cx="430096" cy="430096"/>
            </a:xfrm>
            <a:prstGeom prst="rect">
              <a:avLst/>
            </a:prstGeom>
          </p:spPr>
        </p:pic>
        <p:sp>
          <p:nvSpPr>
            <p:cNvPr id="20" name="任意多边形 7">
              <a:extLst>
                <a:ext uri="{FF2B5EF4-FFF2-40B4-BE49-F238E27FC236}">
                  <a16:creationId xmlns:a16="http://schemas.microsoft.com/office/drawing/2014/main" id="{A7A23478-9E8E-B9DE-B079-37AB991012AF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521636" y="555120"/>
              <a:ext cx="8623953" cy="22253"/>
            </a:xfrm>
            <a:custGeom>
              <a:avLst/>
              <a:gdLst>
                <a:gd name="connsiteX0" fmla="*/ 0 w 12125327"/>
                <a:gd name="connsiteY0" fmla="*/ 0 h 31282"/>
                <a:gd name="connsiteX1" fmla="*/ 12125327 w 12125327"/>
                <a:gd name="connsiteY1" fmla="*/ 0 h 31282"/>
                <a:gd name="connsiteX2" fmla="*/ 12125327 w 12125327"/>
                <a:gd name="connsiteY2" fmla="*/ 31282 h 31282"/>
                <a:gd name="connsiteX3" fmla="*/ 17139 w 12125327"/>
                <a:gd name="connsiteY3" fmla="*/ 31282 h 31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25327" h="31282">
                  <a:moveTo>
                    <a:pt x="0" y="0"/>
                  </a:moveTo>
                  <a:lnTo>
                    <a:pt x="12125327" y="0"/>
                  </a:lnTo>
                  <a:lnTo>
                    <a:pt x="12125327" y="31282"/>
                  </a:lnTo>
                  <a:lnTo>
                    <a:pt x="17139" y="3128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4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1" name="任意多边形 8">
              <a:extLst>
                <a:ext uri="{FF2B5EF4-FFF2-40B4-BE49-F238E27FC236}">
                  <a16:creationId xmlns:a16="http://schemas.microsoft.com/office/drawing/2014/main" id="{C9C7A318-656B-6AF1-D382-FC40B1173832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2" y="195486"/>
              <a:ext cx="410536" cy="381886"/>
            </a:xfrm>
            <a:custGeom>
              <a:avLst/>
              <a:gdLst>
                <a:gd name="connsiteX0" fmla="*/ 284734 w 577217"/>
                <a:gd name="connsiteY0" fmla="*/ 0 h 536832"/>
                <a:gd name="connsiteX1" fmla="*/ 577217 w 577217"/>
                <a:gd name="connsiteY1" fmla="*/ 536832 h 536832"/>
                <a:gd name="connsiteX2" fmla="*/ 0 w 577217"/>
                <a:gd name="connsiteY2" fmla="*/ 536832 h 536832"/>
                <a:gd name="connsiteX3" fmla="*/ 0 w 577217"/>
                <a:gd name="connsiteY3" fmla="*/ 184 h 536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7217" h="536832">
                  <a:moveTo>
                    <a:pt x="284734" y="0"/>
                  </a:moveTo>
                  <a:lnTo>
                    <a:pt x="577217" y="536832"/>
                  </a:lnTo>
                  <a:lnTo>
                    <a:pt x="0" y="536832"/>
                  </a:lnTo>
                  <a:lnTo>
                    <a:pt x="0" y="184"/>
                  </a:lnTo>
                  <a:close/>
                </a:path>
              </a:pathLst>
            </a:custGeom>
            <a:solidFill>
              <a:srgbClr val="071E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400" dirty="0">
                <a:solidFill>
                  <a:srgbClr val="7EC234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2" name="Title 1">
              <a:extLst>
                <a:ext uri="{FF2B5EF4-FFF2-40B4-BE49-F238E27FC236}">
                  <a16:creationId xmlns:a16="http://schemas.microsoft.com/office/drawing/2014/main" id="{DECF965C-2C44-B884-A381-98AE7CD4D629}"/>
                </a:ext>
              </a:extLst>
            </p:cNvPr>
            <p:cNvSpPr txBox="1">
              <a:spLocks/>
            </p:cNvSpPr>
            <p:nvPr/>
          </p:nvSpPr>
          <p:spPr>
            <a:xfrm>
              <a:off x="611560" y="175643"/>
              <a:ext cx="2129944" cy="379477"/>
            </a:xfrm>
            <a:prstGeom prst="rect">
              <a:avLst/>
            </a:prstGeom>
          </p:spPr>
          <p:txBody>
            <a:bodyPr lIns="0" rIns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3000" b="0" kern="1200">
                  <a:solidFill>
                    <a:schemeClr val="accent1"/>
                  </a:solidFill>
                  <a:latin typeface="U.S. 101" pitchFamily="2" charset="0"/>
                  <a:ea typeface="Roboto" pitchFamily="2" charset="0"/>
                  <a:cs typeface="Open Sans Light" panose="020B0306030504020204" pitchFamily="34" charset="0"/>
                </a:defRPr>
              </a:lvl1pPr>
            </a:lstStyle>
            <a:p>
              <a:pPr algn="l"/>
              <a:r>
                <a:rPr lang="zh-CN" altLang="en-US" sz="18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点击输入标题内容</a:t>
              </a:r>
              <a:endParaRPr lang="en-GB" altLang="zh-CN" sz="1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9110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" fill="hold">
                          <p:stCondLst>
                            <p:cond delay="indefinite"/>
                          </p:stCondLst>
                          <p:childTnLst>
                            <p:par>
                              <p:cTn id="1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" presetID="2" presetClass="entr" presetSubtype="1" fill="hold" nodeType="clickEffect" p14:presetBounceEnd="3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4000">
                                          <p:cBhvr additive="base">
                                            <p:cTn id="14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4000">
                                          <p:cBhvr additive="base">
                                            <p:cTn id="15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6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7" presetID="16" presetClass="entr" presetSubtype="2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inVertical)">
                                          <p:cBhvr>
                                            <p:cTn id="19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6" presetClass="entr" presetSubtype="2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inVertical)">
                                          <p:cBhvr>
                                            <p:cTn id="22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6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8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9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3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2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5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36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9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0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1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42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4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5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7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48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0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1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3" fill="hold">
                                <p:stCondLst>
                                  <p:cond delay="3500"/>
                                </p:stCondLst>
                                <p:childTnLst>
                                  <p:par>
                                    <p:cTn id="5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6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7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9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6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2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3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5" fill="hold">
                                <p:stCondLst>
                                  <p:cond delay="4500"/>
                                </p:stCondLst>
                                <p:childTnLst>
                                  <p:par>
                                    <p:cTn id="66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7" grpId="0" animBg="1"/>
          <p:bldP spid="28" grpId="0" animBg="1"/>
          <p:bldP spid="29" grpId="0" animBg="1"/>
          <p:bldP spid="30" grpId="0" animBg="1"/>
          <p:bldP spid="33" grpId="0" animBg="1"/>
          <p:bldP spid="34" grpId="0" animBg="1"/>
          <p:bldP spid="35" grpId="0" animBg="1"/>
          <p:bldP spid="36" grpId="0" animBg="1"/>
          <p:bldP spid="37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" fill="hold">
                          <p:stCondLst>
                            <p:cond delay="indefinite"/>
                          </p:stCondLst>
                          <p:childTnLst>
                            <p:par>
                              <p:cTn id="1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" presetID="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4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6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7" presetID="16" presetClass="entr" presetSubtype="2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inVertical)">
                                          <p:cBhvr>
                                            <p:cTn id="19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6" presetClass="entr" presetSubtype="2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inVertical)">
                                          <p:cBhvr>
                                            <p:cTn id="22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6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8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9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3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2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5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36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9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0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1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42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4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5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7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48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0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1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3" fill="hold">
                                <p:stCondLst>
                                  <p:cond delay="3500"/>
                                </p:stCondLst>
                                <p:childTnLst>
                                  <p:par>
                                    <p:cTn id="5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6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7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9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6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2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3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5" fill="hold">
                                <p:stCondLst>
                                  <p:cond delay="4500"/>
                                </p:stCondLst>
                                <p:childTnLst>
                                  <p:par>
                                    <p:cTn id="66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7" grpId="0" animBg="1"/>
          <p:bldP spid="28" grpId="0" animBg="1"/>
          <p:bldP spid="29" grpId="0" animBg="1"/>
          <p:bldP spid="30" grpId="0" animBg="1"/>
          <p:bldP spid="33" grpId="0" animBg="1"/>
          <p:bldP spid="34" grpId="0" animBg="1"/>
          <p:bldP spid="35" grpId="0" animBg="1"/>
          <p:bldP spid="36" grpId="0" animBg="1"/>
          <p:bldP spid="37" grpId="0"/>
        </p:bldLst>
      </p:timing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>
            <a:extLst>
              <a:ext uri="{FF2B5EF4-FFF2-40B4-BE49-F238E27FC236}">
                <a16:creationId xmlns:a16="http://schemas.microsoft.com/office/drawing/2014/main" id="{24CAB206-0D27-4CD8-80A7-CA492A73B5C6}"/>
              </a:ext>
            </a:extLst>
          </p:cNvPr>
          <p:cNvGrpSpPr/>
          <p:nvPr/>
        </p:nvGrpSpPr>
        <p:grpSpPr>
          <a:xfrm>
            <a:off x="539354" y="1347614"/>
            <a:ext cx="8065294" cy="2825819"/>
            <a:chOff x="539354" y="1347614"/>
            <a:chExt cx="8065294" cy="2825819"/>
          </a:xfrm>
        </p:grpSpPr>
        <p:pic>
          <p:nvPicPr>
            <p:cNvPr id="23" name="PA-图片 22-15044">
              <a:extLst>
                <a:ext uri="{FF2B5EF4-FFF2-40B4-BE49-F238E27FC236}">
                  <a16:creationId xmlns:a16="http://schemas.microsoft.com/office/drawing/2014/main" id="{6B3DF81F-6A20-46D2-8B4D-9E4F33D13F47}"/>
                </a:ext>
              </a:extLst>
            </p:cNvPr>
            <p:cNvPicPr>
              <a:picLocks/>
            </p:cNvPicPr>
            <p:nvPr>
              <p:custDataLst>
                <p:tags r:id="rId3"/>
              </p:custDataLst>
            </p:nvPr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111" t="3986" r="11111" b="3986"/>
            <a:stretch/>
          </p:blipFill>
          <p:spPr>
            <a:xfrm>
              <a:off x="539354" y="1347614"/>
              <a:ext cx="3930919" cy="2034815"/>
            </a:xfrm>
            <a:prstGeom prst="rect">
              <a:avLst/>
            </a:prstGeom>
            <a:blipFill dpi="0" rotWithShape="1"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</p:pic>
        <p:sp>
          <p:nvSpPr>
            <p:cNvPr id="14" name="Text Placeholder 2"/>
            <p:cNvSpPr txBox="1">
              <a:spLocks/>
            </p:cNvSpPr>
            <p:nvPr/>
          </p:nvSpPr>
          <p:spPr>
            <a:xfrm>
              <a:off x="539354" y="3480851"/>
              <a:ext cx="3930917" cy="692582"/>
            </a:xfrm>
            <a:prstGeom prst="rect">
              <a:avLst/>
            </a:prstGeom>
          </p:spPr>
          <p:txBody>
            <a:bodyPr/>
            <a:lstStyle>
              <a:lvl1pPr marL="0" indent="0" algn="ctr" defTabSz="914400" rtl="0" eaLnBrk="1" latinLnBrk="0" hangingPunct="1">
                <a:lnSpc>
                  <a:spcPct val="6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b="0" i="0" kern="1200">
                  <a:solidFill>
                    <a:schemeClr val="tx1"/>
                  </a:solidFill>
                  <a:latin typeface="SF UI Display Thin" charset="0"/>
                  <a:ea typeface="SF UI Display Thin" charset="0"/>
                  <a:cs typeface="SF UI Display Thin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  <a:spcBef>
                  <a:spcPts val="0"/>
                </a:spcBef>
              </a:pPr>
              <a:r>
                <a:rPr lang="zh-CN" altLang="en-US" sz="1200">
                  <a:solidFill/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endParaRPr lang="en-US" altLang="zh-CN" sz="1200">
                <a:latin typeface="+mn-lt"/>
                <a:ea typeface="+mn-ea"/>
                <a:cs typeface="+mn-ea"/>
                <a:sym typeface="+mn-lt"/>
              </a:endParaRPr>
            </a:p>
            <a:p>
              <a:pPr>
                <a:lnSpc>
                  <a:spcPct val="150000"/>
                </a:lnSpc>
                <a:spcBef>
                  <a:spcPts val="0"/>
                </a:spcBef>
              </a:pPr>
              <a:r>
                <a:rPr lang="zh-CN" altLang="en-US" sz="1200">
                  <a:latin typeface="+mn-lt"/>
                  <a:ea typeface="+mn-ea"/>
                  <a:cs typeface="+mn-ea"/>
                  <a:sym typeface="+mn-lt"/>
                </a:rPr>
                <a:t>（建议使用主题字体）如需更改请在（设置形状格式）</a:t>
              </a:r>
              <a:endParaRPr lang="en-US" altLang="zh-CN" sz="1200">
                <a:latin typeface="+mn-lt"/>
                <a:ea typeface="+mn-ea"/>
                <a:cs typeface="+mn-ea"/>
                <a:sym typeface="+mn-lt"/>
              </a:endParaRPr>
            </a:p>
            <a:p>
              <a:pPr>
                <a:lnSpc>
                  <a:spcPct val="150000"/>
                </a:lnSpc>
                <a:spcBef>
                  <a:spcPts val="0"/>
                </a:spcBef>
              </a:pPr>
              <a:r>
                <a:rPr lang="zh-CN" altLang="en-US" sz="1200">
                  <a:latin typeface="+mn-lt"/>
                  <a:ea typeface="+mn-ea"/>
                  <a:cs typeface="+mn-ea"/>
                  <a:sym typeface="+mn-lt"/>
                </a:rPr>
                <a:t>菜单下（文本选项）中调整</a:t>
              </a:r>
              <a:endParaRPr lang="en-US" sz="12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539354" y="2924487"/>
              <a:ext cx="3930918" cy="457944"/>
            </a:xfrm>
            <a:prstGeom prst="rect">
              <a:avLst/>
            </a:prstGeom>
            <a:solidFill>
              <a:srgbClr val="071E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>
                  <a:solidFill>
                    <a:schemeClr val="bg1"/>
                  </a:solidFill>
                  <a:cs typeface="+mn-ea"/>
                  <a:sym typeface="+mn-lt"/>
                </a:rPr>
                <a:t>标题文本预设</a:t>
              </a:r>
              <a:endParaRPr lang="id-ID" altLang="zh-CN" sz="20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pic>
          <p:nvPicPr>
            <p:cNvPr id="20" name="PA-图片 19-15927">
              <a:extLst>
                <a:ext uri="{FF2B5EF4-FFF2-40B4-BE49-F238E27FC236}">
                  <a16:creationId xmlns:a16="http://schemas.microsoft.com/office/drawing/2014/main" id="{E4823328-471D-44BE-91C9-ED7CBAA80FB4}"/>
                </a:ext>
              </a:extLst>
            </p:cNvPr>
            <p:cNvPicPr>
              <a:picLocks/>
            </p:cNvPicPr>
            <p:nvPr>
              <p:custDataLst>
                <p:tags r:id="rId4"/>
              </p:custDataLst>
            </p:nvPr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024" b="11024"/>
            <a:stretch/>
          </p:blipFill>
          <p:spPr>
            <a:xfrm>
              <a:off x="4673729" y="1347614"/>
              <a:ext cx="3930919" cy="2034815"/>
            </a:xfrm>
            <a:prstGeom prst="rect">
              <a:avLst/>
            </a:prstGeom>
            <a:blipFill dpi="0"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</p:pic>
        <p:sp>
          <p:nvSpPr>
            <p:cNvPr id="11" name="Text Placeholder 2"/>
            <p:cNvSpPr txBox="1">
              <a:spLocks/>
            </p:cNvSpPr>
            <p:nvPr/>
          </p:nvSpPr>
          <p:spPr>
            <a:xfrm>
              <a:off x="4673729" y="3480851"/>
              <a:ext cx="3930917" cy="692582"/>
            </a:xfrm>
            <a:prstGeom prst="rect">
              <a:avLst/>
            </a:prstGeom>
          </p:spPr>
          <p:txBody>
            <a:bodyPr/>
            <a:lstStyle>
              <a:lvl1pPr marL="0" indent="0" algn="ctr" defTabSz="914400" rtl="0" eaLnBrk="1" latinLnBrk="0" hangingPunct="1">
                <a:lnSpc>
                  <a:spcPct val="6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b="0" i="0" kern="1200">
                  <a:solidFill>
                    <a:schemeClr val="tx1"/>
                  </a:solidFill>
                  <a:latin typeface="SF UI Display Thin" charset="0"/>
                  <a:ea typeface="SF UI Display Thin" charset="0"/>
                  <a:cs typeface="SF UI Display Thin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  <a:spcBef>
                  <a:spcPts val="0"/>
                </a:spcBef>
              </a:pPr>
              <a:r>
                <a:rPr lang="zh-CN" altLang="en-US" sz="1200">
                  <a:solidFill/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endParaRPr lang="en-US" altLang="zh-CN" sz="1200">
                <a:latin typeface="+mn-lt"/>
                <a:ea typeface="+mn-ea"/>
                <a:cs typeface="+mn-ea"/>
                <a:sym typeface="+mn-lt"/>
              </a:endParaRPr>
            </a:p>
            <a:p>
              <a:pPr>
                <a:lnSpc>
                  <a:spcPct val="150000"/>
                </a:lnSpc>
                <a:spcBef>
                  <a:spcPts val="0"/>
                </a:spcBef>
              </a:pPr>
              <a:r>
                <a:rPr lang="zh-CN" altLang="en-US" sz="1200">
                  <a:latin typeface="+mn-lt"/>
                  <a:ea typeface="+mn-ea"/>
                  <a:cs typeface="+mn-ea"/>
                  <a:sym typeface="+mn-lt"/>
                </a:rPr>
                <a:t>（建议使用主题字体）如需更改请在（设置形状格式）</a:t>
              </a:r>
              <a:endParaRPr lang="en-US" altLang="zh-CN" sz="1200">
                <a:latin typeface="+mn-lt"/>
                <a:ea typeface="+mn-ea"/>
                <a:cs typeface="+mn-ea"/>
                <a:sym typeface="+mn-lt"/>
              </a:endParaRPr>
            </a:p>
            <a:p>
              <a:pPr>
                <a:lnSpc>
                  <a:spcPct val="150000"/>
                </a:lnSpc>
                <a:spcBef>
                  <a:spcPts val="0"/>
                </a:spcBef>
              </a:pPr>
              <a:r>
                <a:rPr lang="zh-CN" altLang="en-US" sz="1200">
                  <a:latin typeface="+mn-lt"/>
                  <a:ea typeface="+mn-ea"/>
                  <a:cs typeface="+mn-ea"/>
                  <a:sym typeface="+mn-lt"/>
                </a:rPr>
                <a:t>菜单下（文本选项）中调整</a:t>
              </a:r>
              <a:endParaRPr lang="en-US" sz="12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4673729" y="2924487"/>
              <a:ext cx="3930918" cy="457944"/>
            </a:xfrm>
            <a:prstGeom prst="rect">
              <a:avLst/>
            </a:prstGeom>
            <a:solidFill>
              <a:srgbClr val="071F9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>
                  <a:solidFill>
                    <a:schemeClr val="bg1"/>
                  </a:solidFill>
                  <a:cs typeface="+mn-ea"/>
                  <a:sym typeface="+mn-lt"/>
                </a:rPr>
                <a:t>标题文本预设</a:t>
              </a:r>
              <a:endParaRPr lang="id-ID" altLang="zh-CN" sz="20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D5C54527-87D8-C721-B23E-7715CA145D3F}"/>
              </a:ext>
            </a:extLst>
          </p:cNvPr>
          <p:cNvGrpSpPr/>
          <p:nvPr/>
        </p:nvGrpSpPr>
        <p:grpSpPr>
          <a:xfrm>
            <a:off x="2" y="62949"/>
            <a:ext cx="9145587" cy="514424"/>
            <a:chOff x="2" y="62949"/>
            <a:chExt cx="9145587" cy="514424"/>
          </a:xfrm>
        </p:grpSpPr>
        <p:pic>
          <p:nvPicPr>
            <p:cNvPr id="25" name="Picture 24" descr="122-吉林大学-logo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613973" y="62949"/>
              <a:ext cx="430096" cy="430096"/>
            </a:xfrm>
            <a:prstGeom prst="rect">
              <a:avLst/>
            </a:prstGeom>
          </p:spPr>
        </p:pic>
        <p:sp>
          <p:nvSpPr>
            <p:cNvPr id="19" name="任意多边形 7">
              <a:extLst>
                <a:ext uri="{FF2B5EF4-FFF2-40B4-BE49-F238E27FC236}">
                  <a16:creationId xmlns:a16="http://schemas.microsoft.com/office/drawing/2014/main" id="{0B38DCF6-C590-D503-FD47-913B6E669221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521636" y="555120"/>
              <a:ext cx="8623953" cy="22253"/>
            </a:xfrm>
            <a:custGeom>
              <a:avLst/>
              <a:gdLst>
                <a:gd name="connsiteX0" fmla="*/ 0 w 12125327"/>
                <a:gd name="connsiteY0" fmla="*/ 0 h 31282"/>
                <a:gd name="connsiteX1" fmla="*/ 12125327 w 12125327"/>
                <a:gd name="connsiteY1" fmla="*/ 0 h 31282"/>
                <a:gd name="connsiteX2" fmla="*/ 12125327 w 12125327"/>
                <a:gd name="connsiteY2" fmla="*/ 31282 h 31282"/>
                <a:gd name="connsiteX3" fmla="*/ 17139 w 12125327"/>
                <a:gd name="connsiteY3" fmla="*/ 31282 h 31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25327" h="31282">
                  <a:moveTo>
                    <a:pt x="0" y="0"/>
                  </a:moveTo>
                  <a:lnTo>
                    <a:pt x="12125327" y="0"/>
                  </a:lnTo>
                  <a:lnTo>
                    <a:pt x="12125327" y="31282"/>
                  </a:lnTo>
                  <a:lnTo>
                    <a:pt x="17139" y="3128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4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1" name="任意多边形 8">
              <a:extLst>
                <a:ext uri="{FF2B5EF4-FFF2-40B4-BE49-F238E27FC236}">
                  <a16:creationId xmlns:a16="http://schemas.microsoft.com/office/drawing/2014/main" id="{E3AF28F5-E32C-58C0-BA2B-03EBA0370226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2" y="195486"/>
              <a:ext cx="410536" cy="381886"/>
            </a:xfrm>
            <a:custGeom>
              <a:avLst/>
              <a:gdLst>
                <a:gd name="connsiteX0" fmla="*/ 284734 w 577217"/>
                <a:gd name="connsiteY0" fmla="*/ 0 h 536832"/>
                <a:gd name="connsiteX1" fmla="*/ 577217 w 577217"/>
                <a:gd name="connsiteY1" fmla="*/ 536832 h 536832"/>
                <a:gd name="connsiteX2" fmla="*/ 0 w 577217"/>
                <a:gd name="connsiteY2" fmla="*/ 536832 h 536832"/>
                <a:gd name="connsiteX3" fmla="*/ 0 w 577217"/>
                <a:gd name="connsiteY3" fmla="*/ 184 h 536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7217" h="536832">
                  <a:moveTo>
                    <a:pt x="284734" y="0"/>
                  </a:moveTo>
                  <a:lnTo>
                    <a:pt x="577217" y="536832"/>
                  </a:lnTo>
                  <a:lnTo>
                    <a:pt x="0" y="536832"/>
                  </a:lnTo>
                  <a:lnTo>
                    <a:pt x="0" y="184"/>
                  </a:lnTo>
                  <a:close/>
                </a:path>
              </a:pathLst>
            </a:custGeom>
            <a:solidFill>
              <a:srgbClr val="071E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400" dirty="0">
                <a:solidFill>
                  <a:srgbClr val="7EC234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2" name="Title 1">
              <a:extLst>
                <a:ext uri="{FF2B5EF4-FFF2-40B4-BE49-F238E27FC236}">
                  <a16:creationId xmlns:a16="http://schemas.microsoft.com/office/drawing/2014/main" id="{62060E0C-E160-7EEA-CA05-DC3B6EC1D4A9}"/>
                </a:ext>
              </a:extLst>
            </p:cNvPr>
            <p:cNvSpPr txBox="1">
              <a:spLocks/>
            </p:cNvSpPr>
            <p:nvPr/>
          </p:nvSpPr>
          <p:spPr>
            <a:xfrm>
              <a:off x="611560" y="175643"/>
              <a:ext cx="2129944" cy="379477"/>
            </a:xfrm>
            <a:prstGeom prst="rect">
              <a:avLst/>
            </a:prstGeom>
          </p:spPr>
          <p:txBody>
            <a:bodyPr lIns="0" rIns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3000" b="0" kern="1200">
                  <a:solidFill>
                    <a:schemeClr val="accent1"/>
                  </a:solidFill>
                  <a:latin typeface="U.S. 101" pitchFamily="2" charset="0"/>
                  <a:ea typeface="Roboto" pitchFamily="2" charset="0"/>
                  <a:cs typeface="Open Sans Light" panose="020B0306030504020204" pitchFamily="34" charset="0"/>
                </a:defRPr>
              </a:lvl1pPr>
            </a:lstStyle>
            <a:p>
              <a:pPr algn="l"/>
              <a:r>
                <a:rPr lang="zh-CN" altLang="en-US" sz="18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点击输入标题内容</a:t>
              </a:r>
              <a:endParaRPr lang="en-GB" altLang="zh-CN" sz="1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4112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168859" y="2924675"/>
            <a:ext cx="4134403" cy="1655124"/>
            <a:chOff x="-1674856" y="3042856"/>
            <a:chExt cx="7652550" cy="3063542"/>
          </a:xfrm>
        </p:grpSpPr>
        <p:sp>
          <p:nvSpPr>
            <p:cNvPr id="25" name="任意多边形: 形状 24"/>
            <p:cNvSpPr/>
            <p:nvPr/>
          </p:nvSpPr>
          <p:spPr>
            <a:xfrm>
              <a:off x="3631136" y="3319854"/>
              <a:ext cx="2346558" cy="2786543"/>
            </a:xfrm>
            <a:custGeom>
              <a:avLst/>
              <a:gdLst>
                <a:gd name="connsiteX0" fmla="*/ 192089 w 279400"/>
                <a:gd name="connsiteY0" fmla="*/ 300038 h 331788"/>
                <a:gd name="connsiteX1" fmla="*/ 242889 w 279400"/>
                <a:gd name="connsiteY1" fmla="*/ 300038 h 331788"/>
                <a:gd name="connsiteX2" fmla="*/ 242889 w 279400"/>
                <a:gd name="connsiteY2" fmla="*/ 311151 h 331788"/>
                <a:gd name="connsiteX3" fmla="*/ 192089 w 279400"/>
                <a:gd name="connsiteY3" fmla="*/ 311151 h 331788"/>
                <a:gd name="connsiteX4" fmla="*/ 128589 w 279400"/>
                <a:gd name="connsiteY4" fmla="*/ 300038 h 331788"/>
                <a:gd name="connsiteX5" fmla="*/ 180977 w 279400"/>
                <a:gd name="connsiteY5" fmla="*/ 300038 h 331788"/>
                <a:gd name="connsiteX6" fmla="*/ 180977 w 279400"/>
                <a:gd name="connsiteY6" fmla="*/ 311151 h 331788"/>
                <a:gd name="connsiteX7" fmla="*/ 128589 w 279400"/>
                <a:gd name="connsiteY7" fmla="*/ 311151 h 331788"/>
                <a:gd name="connsiteX8" fmla="*/ 36514 w 279400"/>
                <a:gd name="connsiteY8" fmla="*/ 300038 h 331788"/>
                <a:gd name="connsiteX9" fmla="*/ 87314 w 279400"/>
                <a:gd name="connsiteY9" fmla="*/ 300038 h 331788"/>
                <a:gd name="connsiteX10" fmla="*/ 87314 w 279400"/>
                <a:gd name="connsiteY10" fmla="*/ 311151 h 331788"/>
                <a:gd name="connsiteX11" fmla="*/ 36514 w 279400"/>
                <a:gd name="connsiteY11" fmla="*/ 311151 h 331788"/>
                <a:gd name="connsiteX12" fmla="*/ 114300 w 279400"/>
                <a:gd name="connsiteY12" fmla="*/ 290512 h 331788"/>
                <a:gd name="connsiteX13" fmla="*/ 114300 w 279400"/>
                <a:gd name="connsiteY13" fmla="*/ 320675 h 331788"/>
                <a:gd name="connsiteX14" fmla="*/ 258763 w 279400"/>
                <a:gd name="connsiteY14" fmla="*/ 320675 h 331788"/>
                <a:gd name="connsiteX15" fmla="*/ 258763 w 279400"/>
                <a:gd name="connsiteY15" fmla="*/ 290512 h 331788"/>
                <a:gd name="connsiteX16" fmla="*/ 20638 w 279400"/>
                <a:gd name="connsiteY16" fmla="*/ 290512 h 331788"/>
                <a:gd name="connsiteX17" fmla="*/ 20638 w 279400"/>
                <a:gd name="connsiteY17" fmla="*/ 320675 h 331788"/>
                <a:gd name="connsiteX18" fmla="*/ 103188 w 279400"/>
                <a:gd name="connsiteY18" fmla="*/ 320675 h 331788"/>
                <a:gd name="connsiteX19" fmla="*/ 103188 w 279400"/>
                <a:gd name="connsiteY19" fmla="*/ 290512 h 331788"/>
                <a:gd name="connsiteX20" fmla="*/ 222250 w 279400"/>
                <a:gd name="connsiteY20" fmla="*/ 254000 h 331788"/>
                <a:gd name="connsiteX21" fmla="*/ 242888 w 279400"/>
                <a:gd name="connsiteY21" fmla="*/ 254000 h 331788"/>
                <a:gd name="connsiteX22" fmla="*/ 242888 w 279400"/>
                <a:gd name="connsiteY22" fmla="*/ 263525 h 331788"/>
                <a:gd name="connsiteX23" fmla="*/ 222250 w 279400"/>
                <a:gd name="connsiteY23" fmla="*/ 263525 h 331788"/>
                <a:gd name="connsiteX24" fmla="*/ 192088 w 279400"/>
                <a:gd name="connsiteY24" fmla="*/ 254000 h 331788"/>
                <a:gd name="connsiteX25" fmla="*/ 212726 w 279400"/>
                <a:gd name="connsiteY25" fmla="*/ 254000 h 331788"/>
                <a:gd name="connsiteX26" fmla="*/ 212726 w 279400"/>
                <a:gd name="connsiteY26" fmla="*/ 263525 h 331788"/>
                <a:gd name="connsiteX27" fmla="*/ 192088 w 279400"/>
                <a:gd name="connsiteY27" fmla="*/ 263525 h 331788"/>
                <a:gd name="connsiteX28" fmla="*/ 160338 w 279400"/>
                <a:gd name="connsiteY28" fmla="*/ 254000 h 331788"/>
                <a:gd name="connsiteX29" fmla="*/ 180976 w 279400"/>
                <a:gd name="connsiteY29" fmla="*/ 254000 h 331788"/>
                <a:gd name="connsiteX30" fmla="*/ 180976 w 279400"/>
                <a:gd name="connsiteY30" fmla="*/ 263525 h 331788"/>
                <a:gd name="connsiteX31" fmla="*/ 160338 w 279400"/>
                <a:gd name="connsiteY31" fmla="*/ 263525 h 331788"/>
                <a:gd name="connsiteX32" fmla="*/ 128588 w 279400"/>
                <a:gd name="connsiteY32" fmla="*/ 254000 h 331788"/>
                <a:gd name="connsiteX33" fmla="*/ 149226 w 279400"/>
                <a:gd name="connsiteY33" fmla="*/ 254000 h 331788"/>
                <a:gd name="connsiteX34" fmla="*/ 149226 w 279400"/>
                <a:gd name="connsiteY34" fmla="*/ 263525 h 331788"/>
                <a:gd name="connsiteX35" fmla="*/ 128588 w 279400"/>
                <a:gd name="connsiteY35" fmla="*/ 263525 h 331788"/>
                <a:gd name="connsiteX36" fmla="*/ 66676 w 279400"/>
                <a:gd name="connsiteY36" fmla="*/ 254000 h 331788"/>
                <a:gd name="connsiteX37" fmla="*/ 87314 w 279400"/>
                <a:gd name="connsiteY37" fmla="*/ 254000 h 331788"/>
                <a:gd name="connsiteX38" fmla="*/ 87314 w 279400"/>
                <a:gd name="connsiteY38" fmla="*/ 263525 h 331788"/>
                <a:gd name="connsiteX39" fmla="*/ 66676 w 279400"/>
                <a:gd name="connsiteY39" fmla="*/ 263525 h 331788"/>
                <a:gd name="connsiteX40" fmla="*/ 36514 w 279400"/>
                <a:gd name="connsiteY40" fmla="*/ 254000 h 331788"/>
                <a:gd name="connsiteX41" fmla="*/ 57152 w 279400"/>
                <a:gd name="connsiteY41" fmla="*/ 254000 h 331788"/>
                <a:gd name="connsiteX42" fmla="*/ 57152 w 279400"/>
                <a:gd name="connsiteY42" fmla="*/ 263525 h 331788"/>
                <a:gd name="connsiteX43" fmla="*/ 36514 w 279400"/>
                <a:gd name="connsiteY43" fmla="*/ 263525 h 331788"/>
                <a:gd name="connsiteX44" fmla="*/ 66676 w 279400"/>
                <a:gd name="connsiteY44" fmla="*/ 233363 h 331788"/>
                <a:gd name="connsiteX45" fmla="*/ 87314 w 279400"/>
                <a:gd name="connsiteY45" fmla="*/ 233363 h 331788"/>
                <a:gd name="connsiteX46" fmla="*/ 87314 w 279400"/>
                <a:gd name="connsiteY46" fmla="*/ 242888 h 331788"/>
                <a:gd name="connsiteX47" fmla="*/ 66676 w 279400"/>
                <a:gd name="connsiteY47" fmla="*/ 242888 h 331788"/>
                <a:gd name="connsiteX48" fmla="*/ 36514 w 279400"/>
                <a:gd name="connsiteY48" fmla="*/ 233363 h 331788"/>
                <a:gd name="connsiteX49" fmla="*/ 57152 w 279400"/>
                <a:gd name="connsiteY49" fmla="*/ 233363 h 331788"/>
                <a:gd name="connsiteX50" fmla="*/ 57152 w 279400"/>
                <a:gd name="connsiteY50" fmla="*/ 242888 h 331788"/>
                <a:gd name="connsiteX51" fmla="*/ 36514 w 279400"/>
                <a:gd name="connsiteY51" fmla="*/ 242888 h 331788"/>
                <a:gd name="connsiteX52" fmla="*/ 222250 w 279400"/>
                <a:gd name="connsiteY52" fmla="*/ 233362 h 331788"/>
                <a:gd name="connsiteX53" fmla="*/ 242888 w 279400"/>
                <a:gd name="connsiteY53" fmla="*/ 233362 h 331788"/>
                <a:gd name="connsiteX54" fmla="*/ 242888 w 279400"/>
                <a:gd name="connsiteY54" fmla="*/ 242887 h 331788"/>
                <a:gd name="connsiteX55" fmla="*/ 222250 w 279400"/>
                <a:gd name="connsiteY55" fmla="*/ 242887 h 331788"/>
                <a:gd name="connsiteX56" fmla="*/ 192088 w 279400"/>
                <a:gd name="connsiteY56" fmla="*/ 233362 h 331788"/>
                <a:gd name="connsiteX57" fmla="*/ 212726 w 279400"/>
                <a:gd name="connsiteY57" fmla="*/ 233362 h 331788"/>
                <a:gd name="connsiteX58" fmla="*/ 212726 w 279400"/>
                <a:gd name="connsiteY58" fmla="*/ 242887 h 331788"/>
                <a:gd name="connsiteX59" fmla="*/ 192088 w 279400"/>
                <a:gd name="connsiteY59" fmla="*/ 242887 h 331788"/>
                <a:gd name="connsiteX60" fmla="*/ 160338 w 279400"/>
                <a:gd name="connsiteY60" fmla="*/ 233362 h 331788"/>
                <a:gd name="connsiteX61" fmla="*/ 180976 w 279400"/>
                <a:gd name="connsiteY61" fmla="*/ 233362 h 331788"/>
                <a:gd name="connsiteX62" fmla="*/ 180976 w 279400"/>
                <a:gd name="connsiteY62" fmla="*/ 242887 h 331788"/>
                <a:gd name="connsiteX63" fmla="*/ 160338 w 279400"/>
                <a:gd name="connsiteY63" fmla="*/ 242887 h 331788"/>
                <a:gd name="connsiteX64" fmla="*/ 128588 w 279400"/>
                <a:gd name="connsiteY64" fmla="*/ 233362 h 331788"/>
                <a:gd name="connsiteX65" fmla="*/ 149226 w 279400"/>
                <a:gd name="connsiteY65" fmla="*/ 233362 h 331788"/>
                <a:gd name="connsiteX66" fmla="*/ 149226 w 279400"/>
                <a:gd name="connsiteY66" fmla="*/ 242887 h 331788"/>
                <a:gd name="connsiteX67" fmla="*/ 128588 w 279400"/>
                <a:gd name="connsiteY67" fmla="*/ 242887 h 331788"/>
                <a:gd name="connsiteX68" fmla="*/ 222250 w 279400"/>
                <a:gd name="connsiteY68" fmla="*/ 212725 h 331788"/>
                <a:gd name="connsiteX69" fmla="*/ 242888 w 279400"/>
                <a:gd name="connsiteY69" fmla="*/ 212725 h 331788"/>
                <a:gd name="connsiteX70" fmla="*/ 242888 w 279400"/>
                <a:gd name="connsiteY70" fmla="*/ 222250 h 331788"/>
                <a:gd name="connsiteX71" fmla="*/ 222250 w 279400"/>
                <a:gd name="connsiteY71" fmla="*/ 222250 h 331788"/>
                <a:gd name="connsiteX72" fmla="*/ 192088 w 279400"/>
                <a:gd name="connsiteY72" fmla="*/ 212725 h 331788"/>
                <a:gd name="connsiteX73" fmla="*/ 212726 w 279400"/>
                <a:gd name="connsiteY73" fmla="*/ 212725 h 331788"/>
                <a:gd name="connsiteX74" fmla="*/ 212726 w 279400"/>
                <a:gd name="connsiteY74" fmla="*/ 222250 h 331788"/>
                <a:gd name="connsiteX75" fmla="*/ 192088 w 279400"/>
                <a:gd name="connsiteY75" fmla="*/ 222250 h 331788"/>
                <a:gd name="connsiteX76" fmla="*/ 160338 w 279400"/>
                <a:gd name="connsiteY76" fmla="*/ 212725 h 331788"/>
                <a:gd name="connsiteX77" fmla="*/ 180976 w 279400"/>
                <a:gd name="connsiteY77" fmla="*/ 212725 h 331788"/>
                <a:gd name="connsiteX78" fmla="*/ 180976 w 279400"/>
                <a:gd name="connsiteY78" fmla="*/ 222250 h 331788"/>
                <a:gd name="connsiteX79" fmla="*/ 160338 w 279400"/>
                <a:gd name="connsiteY79" fmla="*/ 222250 h 331788"/>
                <a:gd name="connsiteX80" fmla="*/ 128588 w 279400"/>
                <a:gd name="connsiteY80" fmla="*/ 212725 h 331788"/>
                <a:gd name="connsiteX81" fmla="*/ 149226 w 279400"/>
                <a:gd name="connsiteY81" fmla="*/ 212725 h 331788"/>
                <a:gd name="connsiteX82" fmla="*/ 149226 w 279400"/>
                <a:gd name="connsiteY82" fmla="*/ 222250 h 331788"/>
                <a:gd name="connsiteX83" fmla="*/ 128588 w 279400"/>
                <a:gd name="connsiteY83" fmla="*/ 222250 h 331788"/>
                <a:gd name="connsiteX84" fmla="*/ 66676 w 279400"/>
                <a:gd name="connsiteY84" fmla="*/ 212725 h 331788"/>
                <a:gd name="connsiteX85" fmla="*/ 87314 w 279400"/>
                <a:gd name="connsiteY85" fmla="*/ 212725 h 331788"/>
                <a:gd name="connsiteX86" fmla="*/ 87314 w 279400"/>
                <a:gd name="connsiteY86" fmla="*/ 222250 h 331788"/>
                <a:gd name="connsiteX87" fmla="*/ 66676 w 279400"/>
                <a:gd name="connsiteY87" fmla="*/ 222250 h 331788"/>
                <a:gd name="connsiteX88" fmla="*/ 36514 w 279400"/>
                <a:gd name="connsiteY88" fmla="*/ 212725 h 331788"/>
                <a:gd name="connsiteX89" fmla="*/ 57152 w 279400"/>
                <a:gd name="connsiteY89" fmla="*/ 212725 h 331788"/>
                <a:gd name="connsiteX90" fmla="*/ 57152 w 279400"/>
                <a:gd name="connsiteY90" fmla="*/ 222250 h 331788"/>
                <a:gd name="connsiteX91" fmla="*/ 36514 w 279400"/>
                <a:gd name="connsiteY91" fmla="*/ 222250 h 331788"/>
                <a:gd name="connsiteX92" fmla="*/ 66676 w 279400"/>
                <a:gd name="connsiteY92" fmla="*/ 192088 h 331788"/>
                <a:gd name="connsiteX93" fmla="*/ 87314 w 279400"/>
                <a:gd name="connsiteY93" fmla="*/ 192088 h 331788"/>
                <a:gd name="connsiteX94" fmla="*/ 87314 w 279400"/>
                <a:gd name="connsiteY94" fmla="*/ 201613 h 331788"/>
                <a:gd name="connsiteX95" fmla="*/ 66676 w 279400"/>
                <a:gd name="connsiteY95" fmla="*/ 201613 h 331788"/>
                <a:gd name="connsiteX96" fmla="*/ 36514 w 279400"/>
                <a:gd name="connsiteY96" fmla="*/ 192088 h 331788"/>
                <a:gd name="connsiteX97" fmla="*/ 57152 w 279400"/>
                <a:gd name="connsiteY97" fmla="*/ 192088 h 331788"/>
                <a:gd name="connsiteX98" fmla="*/ 57152 w 279400"/>
                <a:gd name="connsiteY98" fmla="*/ 201613 h 331788"/>
                <a:gd name="connsiteX99" fmla="*/ 36514 w 279400"/>
                <a:gd name="connsiteY99" fmla="*/ 201613 h 331788"/>
                <a:gd name="connsiteX100" fmla="*/ 222250 w 279400"/>
                <a:gd name="connsiteY100" fmla="*/ 192087 h 331788"/>
                <a:gd name="connsiteX101" fmla="*/ 242888 w 279400"/>
                <a:gd name="connsiteY101" fmla="*/ 192087 h 331788"/>
                <a:gd name="connsiteX102" fmla="*/ 242888 w 279400"/>
                <a:gd name="connsiteY102" fmla="*/ 201612 h 331788"/>
                <a:gd name="connsiteX103" fmla="*/ 222250 w 279400"/>
                <a:gd name="connsiteY103" fmla="*/ 201612 h 331788"/>
                <a:gd name="connsiteX104" fmla="*/ 192088 w 279400"/>
                <a:gd name="connsiteY104" fmla="*/ 192087 h 331788"/>
                <a:gd name="connsiteX105" fmla="*/ 212726 w 279400"/>
                <a:gd name="connsiteY105" fmla="*/ 192087 h 331788"/>
                <a:gd name="connsiteX106" fmla="*/ 212726 w 279400"/>
                <a:gd name="connsiteY106" fmla="*/ 201612 h 331788"/>
                <a:gd name="connsiteX107" fmla="*/ 192088 w 279400"/>
                <a:gd name="connsiteY107" fmla="*/ 201612 h 331788"/>
                <a:gd name="connsiteX108" fmla="*/ 160338 w 279400"/>
                <a:gd name="connsiteY108" fmla="*/ 192087 h 331788"/>
                <a:gd name="connsiteX109" fmla="*/ 180976 w 279400"/>
                <a:gd name="connsiteY109" fmla="*/ 192087 h 331788"/>
                <a:gd name="connsiteX110" fmla="*/ 180976 w 279400"/>
                <a:gd name="connsiteY110" fmla="*/ 201612 h 331788"/>
                <a:gd name="connsiteX111" fmla="*/ 160338 w 279400"/>
                <a:gd name="connsiteY111" fmla="*/ 201612 h 331788"/>
                <a:gd name="connsiteX112" fmla="*/ 128588 w 279400"/>
                <a:gd name="connsiteY112" fmla="*/ 192087 h 331788"/>
                <a:gd name="connsiteX113" fmla="*/ 149226 w 279400"/>
                <a:gd name="connsiteY113" fmla="*/ 192087 h 331788"/>
                <a:gd name="connsiteX114" fmla="*/ 149226 w 279400"/>
                <a:gd name="connsiteY114" fmla="*/ 201612 h 331788"/>
                <a:gd name="connsiteX115" fmla="*/ 128588 w 279400"/>
                <a:gd name="connsiteY115" fmla="*/ 201612 h 331788"/>
                <a:gd name="connsiteX116" fmla="*/ 222250 w 279400"/>
                <a:gd name="connsiteY116" fmla="*/ 171450 h 331788"/>
                <a:gd name="connsiteX117" fmla="*/ 242888 w 279400"/>
                <a:gd name="connsiteY117" fmla="*/ 171450 h 331788"/>
                <a:gd name="connsiteX118" fmla="*/ 242888 w 279400"/>
                <a:gd name="connsiteY118" fmla="*/ 180975 h 331788"/>
                <a:gd name="connsiteX119" fmla="*/ 222250 w 279400"/>
                <a:gd name="connsiteY119" fmla="*/ 180975 h 331788"/>
                <a:gd name="connsiteX120" fmla="*/ 192088 w 279400"/>
                <a:gd name="connsiteY120" fmla="*/ 171450 h 331788"/>
                <a:gd name="connsiteX121" fmla="*/ 212726 w 279400"/>
                <a:gd name="connsiteY121" fmla="*/ 171450 h 331788"/>
                <a:gd name="connsiteX122" fmla="*/ 212726 w 279400"/>
                <a:gd name="connsiteY122" fmla="*/ 180975 h 331788"/>
                <a:gd name="connsiteX123" fmla="*/ 192088 w 279400"/>
                <a:gd name="connsiteY123" fmla="*/ 180975 h 331788"/>
                <a:gd name="connsiteX124" fmla="*/ 160338 w 279400"/>
                <a:gd name="connsiteY124" fmla="*/ 171450 h 331788"/>
                <a:gd name="connsiteX125" fmla="*/ 180976 w 279400"/>
                <a:gd name="connsiteY125" fmla="*/ 171450 h 331788"/>
                <a:gd name="connsiteX126" fmla="*/ 180976 w 279400"/>
                <a:gd name="connsiteY126" fmla="*/ 180975 h 331788"/>
                <a:gd name="connsiteX127" fmla="*/ 160338 w 279400"/>
                <a:gd name="connsiteY127" fmla="*/ 180975 h 331788"/>
                <a:gd name="connsiteX128" fmla="*/ 128588 w 279400"/>
                <a:gd name="connsiteY128" fmla="*/ 171450 h 331788"/>
                <a:gd name="connsiteX129" fmla="*/ 149226 w 279400"/>
                <a:gd name="connsiteY129" fmla="*/ 171450 h 331788"/>
                <a:gd name="connsiteX130" fmla="*/ 149226 w 279400"/>
                <a:gd name="connsiteY130" fmla="*/ 180975 h 331788"/>
                <a:gd name="connsiteX131" fmla="*/ 128588 w 279400"/>
                <a:gd name="connsiteY131" fmla="*/ 180975 h 331788"/>
                <a:gd name="connsiteX132" fmla="*/ 66676 w 279400"/>
                <a:gd name="connsiteY132" fmla="*/ 171450 h 331788"/>
                <a:gd name="connsiteX133" fmla="*/ 87314 w 279400"/>
                <a:gd name="connsiteY133" fmla="*/ 171450 h 331788"/>
                <a:gd name="connsiteX134" fmla="*/ 87314 w 279400"/>
                <a:gd name="connsiteY134" fmla="*/ 180975 h 331788"/>
                <a:gd name="connsiteX135" fmla="*/ 66676 w 279400"/>
                <a:gd name="connsiteY135" fmla="*/ 180975 h 331788"/>
                <a:gd name="connsiteX136" fmla="*/ 36514 w 279400"/>
                <a:gd name="connsiteY136" fmla="*/ 171450 h 331788"/>
                <a:gd name="connsiteX137" fmla="*/ 57152 w 279400"/>
                <a:gd name="connsiteY137" fmla="*/ 171450 h 331788"/>
                <a:gd name="connsiteX138" fmla="*/ 57152 w 279400"/>
                <a:gd name="connsiteY138" fmla="*/ 180975 h 331788"/>
                <a:gd name="connsiteX139" fmla="*/ 36514 w 279400"/>
                <a:gd name="connsiteY139" fmla="*/ 180975 h 331788"/>
                <a:gd name="connsiteX140" fmla="*/ 222250 w 279400"/>
                <a:gd name="connsiteY140" fmla="*/ 149225 h 331788"/>
                <a:gd name="connsiteX141" fmla="*/ 242888 w 279400"/>
                <a:gd name="connsiteY141" fmla="*/ 149225 h 331788"/>
                <a:gd name="connsiteX142" fmla="*/ 242888 w 279400"/>
                <a:gd name="connsiteY142" fmla="*/ 160338 h 331788"/>
                <a:gd name="connsiteX143" fmla="*/ 222250 w 279400"/>
                <a:gd name="connsiteY143" fmla="*/ 160338 h 331788"/>
                <a:gd name="connsiteX144" fmla="*/ 192088 w 279400"/>
                <a:gd name="connsiteY144" fmla="*/ 149225 h 331788"/>
                <a:gd name="connsiteX145" fmla="*/ 212726 w 279400"/>
                <a:gd name="connsiteY145" fmla="*/ 149225 h 331788"/>
                <a:gd name="connsiteX146" fmla="*/ 212726 w 279400"/>
                <a:gd name="connsiteY146" fmla="*/ 160338 h 331788"/>
                <a:gd name="connsiteX147" fmla="*/ 192088 w 279400"/>
                <a:gd name="connsiteY147" fmla="*/ 160338 h 331788"/>
                <a:gd name="connsiteX148" fmla="*/ 160338 w 279400"/>
                <a:gd name="connsiteY148" fmla="*/ 149225 h 331788"/>
                <a:gd name="connsiteX149" fmla="*/ 180976 w 279400"/>
                <a:gd name="connsiteY149" fmla="*/ 149225 h 331788"/>
                <a:gd name="connsiteX150" fmla="*/ 180976 w 279400"/>
                <a:gd name="connsiteY150" fmla="*/ 160338 h 331788"/>
                <a:gd name="connsiteX151" fmla="*/ 160338 w 279400"/>
                <a:gd name="connsiteY151" fmla="*/ 160338 h 331788"/>
                <a:gd name="connsiteX152" fmla="*/ 128588 w 279400"/>
                <a:gd name="connsiteY152" fmla="*/ 149225 h 331788"/>
                <a:gd name="connsiteX153" fmla="*/ 149226 w 279400"/>
                <a:gd name="connsiteY153" fmla="*/ 149225 h 331788"/>
                <a:gd name="connsiteX154" fmla="*/ 149226 w 279400"/>
                <a:gd name="connsiteY154" fmla="*/ 160338 h 331788"/>
                <a:gd name="connsiteX155" fmla="*/ 128588 w 279400"/>
                <a:gd name="connsiteY155" fmla="*/ 160338 h 331788"/>
                <a:gd name="connsiteX156" fmla="*/ 66676 w 279400"/>
                <a:gd name="connsiteY156" fmla="*/ 149225 h 331788"/>
                <a:gd name="connsiteX157" fmla="*/ 87314 w 279400"/>
                <a:gd name="connsiteY157" fmla="*/ 149225 h 331788"/>
                <a:gd name="connsiteX158" fmla="*/ 87314 w 279400"/>
                <a:gd name="connsiteY158" fmla="*/ 160338 h 331788"/>
                <a:gd name="connsiteX159" fmla="*/ 66676 w 279400"/>
                <a:gd name="connsiteY159" fmla="*/ 160338 h 331788"/>
                <a:gd name="connsiteX160" fmla="*/ 36514 w 279400"/>
                <a:gd name="connsiteY160" fmla="*/ 149225 h 331788"/>
                <a:gd name="connsiteX161" fmla="*/ 57152 w 279400"/>
                <a:gd name="connsiteY161" fmla="*/ 149225 h 331788"/>
                <a:gd name="connsiteX162" fmla="*/ 57152 w 279400"/>
                <a:gd name="connsiteY162" fmla="*/ 160338 h 331788"/>
                <a:gd name="connsiteX163" fmla="*/ 36514 w 279400"/>
                <a:gd name="connsiteY163" fmla="*/ 160338 h 331788"/>
                <a:gd name="connsiteX164" fmla="*/ 222251 w 279400"/>
                <a:gd name="connsiteY164" fmla="*/ 128588 h 331788"/>
                <a:gd name="connsiteX165" fmla="*/ 242889 w 279400"/>
                <a:gd name="connsiteY165" fmla="*/ 128588 h 331788"/>
                <a:gd name="connsiteX166" fmla="*/ 242889 w 279400"/>
                <a:gd name="connsiteY166" fmla="*/ 139701 h 331788"/>
                <a:gd name="connsiteX167" fmla="*/ 222251 w 279400"/>
                <a:gd name="connsiteY167" fmla="*/ 139701 h 331788"/>
                <a:gd name="connsiteX168" fmla="*/ 192089 w 279400"/>
                <a:gd name="connsiteY168" fmla="*/ 128588 h 331788"/>
                <a:gd name="connsiteX169" fmla="*/ 212727 w 279400"/>
                <a:gd name="connsiteY169" fmla="*/ 128588 h 331788"/>
                <a:gd name="connsiteX170" fmla="*/ 212727 w 279400"/>
                <a:gd name="connsiteY170" fmla="*/ 139701 h 331788"/>
                <a:gd name="connsiteX171" fmla="*/ 192089 w 279400"/>
                <a:gd name="connsiteY171" fmla="*/ 139701 h 331788"/>
                <a:gd name="connsiteX172" fmla="*/ 160339 w 279400"/>
                <a:gd name="connsiteY172" fmla="*/ 128588 h 331788"/>
                <a:gd name="connsiteX173" fmla="*/ 180977 w 279400"/>
                <a:gd name="connsiteY173" fmla="*/ 128588 h 331788"/>
                <a:gd name="connsiteX174" fmla="*/ 180977 w 279400"/>
                <a:gd name="connsiteY174" fmla="*/ 139701 h 331788"/>
                <a:gd name="connsiteX175" fmla="*/ 160339 w 279400"/>
                <a:gd name="connsiteY175" fmla="*/ 139701 h 331788"/>
                <a:gd name="connsiteX176" fmla="*/ 128589 w 279400"/>
                <a:gd name="connsiteY176" fmla="*/ 128588 h 331788"/>
                <a:gd name="connsiteX177" fmla="*/ 149227 w 279400"/>
                <a:gd name="connsiteY177" fmla="*/ 128588 h 331788"/>
                <a:gd name="connsiteX178" fmla="*/ 149227 w 279400"/>
                <a:gd name="connsiteY178" fmla="*/ 139701 h 331788"/>
                <a:gd name="connsiteX179" fmla="*/ 128589 w 279400"/>
                <a:gd name="connsiteY179" fmla="*/ 139701 h 331788"/>
                <a:gd name="connsiteX180" fmla="*/ 66676 w 279400"/>
                <a:gd name="connsiteY180" fmla="*/ 128588 h 331788"/>
                <a:gd name="connsiteX181" fmla="*/ 87314 w 279400"/>
                <a:gd name="connsiteY181" fmla="*/ 128588 h 331788"/>
                <a:gd name="connsiteX182" fmla="*/ 87314 w 279400"/>
                <a:gd name="connsiteY182" fmla="*/ 139701 h 331788"/>
                <a:gd name="connsiteX183" fmla="*/ 66676 w 279400"/>
                <a:gd name="connsiteY183" fmla="*/ 139701 h 331788"/>
                <a:gd name="connsiteX184" fmla="*/ 36514 w 279400"/>
                <a:gd name="connsiteY184" fmla="*/ 128588 h 331788"/>
                <a:gd name="connsiteX185" fmla="*/ 57152 w 279400"/>
                <a:gd name="connsiteY185" fmla="*/ 128588 h 331788"/>
                <a:gd name="connsiteX186" fmla="*/ 57152 w 279400"/>
                <a:gd name="connsiteY186" fmla="*/ 139701 h 331788"/>
                <a:gd name="connsiteX187" fmla="*/ 36514 w 279400"/>
                <a:gd name="connsiteY187" fmla="*/ 139701 h 331788"/>
                <a:gd name="connsiteX188" fmla="*/ 20638 w 279400"/>
                <a:gd name="connsiteY188" fmla="*/ 114300 h 331788"/>
                <a:gd name="connsiteX189" fmla="*/ 20638 w 279400"/>
                <a:gd name="connsiteY189" fmla="*/ 279400 h 331788"/>
                <a:gd name="connsiteX190" fmla="*/ 103188 w 279400"/>
                <a:gd name="connsiteY190" fmla="*/ 279400 h 331788"/>
                <a:gd name="connsiteX191" fmla="*/ 103188 w 279400"/>
                <a:gd name="connsiteY191" fmla="*/ 114300 h 331788"/>
                <a:gd name="connsiteX192" fmla="*/ 222251 w 279400"/>
                <a:gd name="connsiteY192" fmla="*/ 107950 h 331788"/>
                <a:gd name="connsiteX193" fmla="*/ 242889 w 279400"/>
                <a:gd name="connsiteY193" fmla="*/ 107950 h 331788"/>
                <a:gd name="connsiteX194" fmla="*/ 242889 w 279400"/>
                <a:gd name="connsiteY194" fmla="*/ 119063 h 331788"/>
                <a:gd name="connsiteX195" fmla="*/ 222251 w 279400"/>
                <a:gd name="connsiteY195" fmla="*/ 119063 h 331788"/>
                <a:gd name="connsiteX196" fmla="*/ 192089 w 279400"/>
                <a:gd name="connsiteY196" fmla="*/ 107950 h 331788"/>
                <a:gd name="connsiteX197" fmla="*/ 212727 w 279400"/>
                <a:gd name="connsiteY197" fmla="*/ 107950 h 331788"/>
                <a:gd name="connsiteX198" fmla="*/ 212727 w 279400"/>
                <a:gd name="connsiteY198" fmla="*/ 119063 h 331788"/>
                <a:gd name="connsiteX199" fmla="*/ 192089 w 279400"/>
                <a:gd name="connsiteY199" fmla="*/ 119063 h 331788"/>
                <a:gd name="connsiteX200" fmla="*/ 160339 w 279400"/>
                <a:gd name="connsiteY200" fmla="*/ 107950 h 331788"/>
                <a:gd name="connsiteX201" fmla="*/ 180977 w 279400"/>
                <a:gd name="connsiteY201" fmla="*/ 107950 h 331788"/>
                <a:gd name="connsiteX202" fmla="*/ 180977 w 279400"/>
                <a:gd name="connsiteY202" fmla="*/ 119063 h 331788"/>
                <a:gd name="connsiteX203" fmla="*/ 160339 w 279400"/>
                <a:gd name="connsiteY203" fmla="*/ 119063 h 331788"/>
                <a:gd name="connsiteX204" fmla="*/ 128589 w 279400"/>
                <a:gd name="connsiteY204" fmla="*/ 107950 h 331788"/>
                <a:gd name="connsiteX205" fmla="*/ 149227 w 279400"/>
                <a:gd name="connsiteY205" fmla="*/ 107950 h 331788"/>
                <a:gd name="connsiteX206" fmla="*/ 149227 w 279400"/>
                <a:gd name="connsiteY206" fmla="*/ 119063 h 331788"/>
                <a:gd name="connsiteX207" fmla="*/ 128589 w 279400"/>
                <a:gd name="connsiteY207" fmla="*/ 119063 h 331788"/>
                <a:gd name="connsiteX208" fmla="*/ 222251 w 279400"/>
                <a:gd name="connsiteY208" fmla="*/ 87313 h 331788"/>
                <a:gd name="connsiteX209" fmla="*/ 242889 w 279400"/>
                <a:gd name="connsiteY209" fmla="*/ 87313 h 331788"/>
                <a:gd name="connsiteX210" fmla="*/ 242889 w 279400"/>
                <a:gd name="connsiteY210" fmla="*/ 98426 h 331788"/>
                <a:gd name="connsiteX211" fmla="*/ 222251 w 279400"/>
                <a:gd name="connsiteY211" fmla="*/ 98426 h 331788"/>
                <a:gd name="connsiteX212" fmla="*/ 192089 w 279400"/>
                <a:gd name="connsiteY212" fmla="*/ 87313 h 331788"/>
                <a:gd name="connsiteX213" fmla="*/ 212727 w 279400"/>
                <a:gd name="connsiteY213" fmla="*/ 87313 h 331788"/>
                <a:gd name="connsiteX214" fmla="*/ 212727 w 279400"/>
                <a:gd name="connsiteY214" fmla="*/ 98426 h 331788"/>
                <a:gd name="connsiteX215" fmla="*/ 192089 w 279400"/>
                <a:gd name="connsiteY215" fmla="*/ 98426 h 331788"/>
                <a:gd name="connsiteX216" fmla="*/ 160339 w 279400"/>
                <a:gd name="connsiteY216" fmla="*/ 87313 h 331788"/>
                <a:gd name="connsiteX217" fmla="*/ 180977 w 279400"/>
                <a:gd name="connsiteY217" fmla="*/ 87313 h 331788"/>
                <a:gd name="connsiteX218" fmla="*/ 180977 w 279400"/>
                <a:gd name="connsiteY218" fmla="*/ 98426 h 331788"/>
                <a:gd name="connsiteX219" fmla="*/ 160339 w 279400"/>
                <a:gd name="connsiteY219" fmla="*/ 98426 h 331788"/>
                <a:gd name="connsiteX220" fmla="*/ 128589 w 279400"/>
                <a:gd name="connsiteY220" fmla="*/ 87313 h 331788"/>
                <a:gd name="connsiteX221" fmla="*/ 149227 w 279400"/>
                <a:gd name="connsiteY221" fmla="*/ 87313 h 331788"/>
                <a:gd name="connsiteX222" fmla="*/ 149227 w 279400"/>
                <a:gd name="connsiteY222" fmla="*/ 98426 h 331788"/>
                <a:gd name="connsiteX223" fmla="*/ 128589 w 279400"/>
                <a:gd name="connsiteY223" fmla="*/ 98426 h 331788"/>
                <a:gd name="connsiteX224" fmla="*/ 222251 w 279400"/>
                <a:gd name="connsiteY224" fmla="*/ 66675 h 331788"/>
                <a:gd name="connsiteX225" fmla="*/ 242889 w 279400"/>
                <a:gd name="connsiteY225" fmla="*/ 66675 h 331788"/>
                <a:gd name="connsiteX226" fmla="*/ 242889 w 279400"/>
                <a:gd name="connsiteY226" fmla="*/ 77788 h 331788"/>
                <a:gd name="connsiteX227" fmla="*/ 222251 w 279400"/>
                <a:gd name="connsiteY227" fmla="*/ 77788 h 331788"/>
                <a:gd name="connsiteX228" fmla="*/ 192089 w 279400"/>
                <a:gd name="connsiteY228" fmla="*/ 66675 h 331788"/>
                <a:gd name="connsiteX229" fmla="*/ 212727 w 279400"/>
                <a:gd name="connsiteY229" fmla="*/ 66675 h 331788"/>
                <a:gd name="connsiteX230" fmla="*/ 212727 w 279400"/>
                <a:gd name="connsiteY230" fmla="*/ 77788 h 331788"/>
                <a:gd name="connsiteX231" fmla="*/ 192089 w 279400"/>
                <a:gd name="connsiteY231" fmla="*/ 77788 h 331788"/>
                <a:gd name="connsiteX232" fmla="*/ 160339 w 279400"/>
                <a:gd name="connsiteY232" fmla="*/ 66675 h 331788"/>
                <a:gd name="connsiteX233" fmla="*/ 180977 w 279400"/>
                <a:gd name="connsiteY233" fmla="*/ 66675 h 331788"/>
                <a:gd name="connsiteX234" fmla="*/ 180977 w 279400"/>
                <a:gd name="connsiteY234" fmla="*/ 77788 h 331788"/>
                <a:gd name="connsiteX235" fmla="*/ 160339 w 279400"/>
                <a:gd name="connsiteY235" fmla="*/ 77788 h 331788"/>
                <a:gd name="connsiteX236" fmla="*/ 128589 w 279400"/>
                <a:gd name="connsiteY236" fmla="*/ 66675 h 331788"/>
                <a:gd name="connsiteX237" fmla="*/ 149227 w 279400"/>
                <a:gd name="connsiteY237" fmla="*/ 66675 h 331788"/>
                <a:gd name="connsiteX238" fmla="*/ 149227 w 279400"/>
                <a:gd name="connsiteY238" fmla="*/ 77788 h 331788"/>
                <a:gd name="connsiteX239" fmla="*/ 128589 w 279400"/>
                <a:gd name="connsiteY239" fmla="*/ 77788 h 331788"/>
                <a:gd name="connsiteX240" fmla="*/ 222251 w 279400"/>
                <a:gd name="connsiteY240" fmla="*/ 46038 h 331788"/>
                <a:gd name="connsiteX241" fmla="*/ 242889 w 279400"/>
                <a:gd name="connsiteY241" fmla="*/ 46038 h 331788"/>
                <a:gd name="connsiteX242" fmla="*/ 242889 w 279400"/>
                <a:gd name="connsiteY242" fmla="*/ 57151 h 331788"/>
                <a:gd name="connsiteX243" fmla="*/ 222251 w 279400"/>
                <a:gd name="connsiteY243" fmla="*/ 57151 h 331788"/>
                <a:gd name="connsiteX244" fmla="*/ 192089 w 279400"/>
                <a:gd name="connsiteY244" fmla="*/ 46038 h 331788"/>
                <a:gd name="connsiteX245" fmla="*/ 212727 w 279400"/>
                <a:gd name="connsiteY245" fmla="*/ 46038 h 331788"/>
                <a:gd name="connsiteX246" fmla="*/ 212727 w 279400"/>
                <a:gd name="connsiteY246" fmla="*/ 57151 h 331788"/>
                <a:gd name="connsiteX247" fmla="*/ 192089 w 279400"/>
                <a:gd name="connsiteY247" fmla="*/ 57151 h 331788"/>
                <a:gd name="connsiteX248" fmla="*/ 160339 w 279400"/>
                <a:gd name="connsiteY248" fmla="*/ 46038 h 331788"/>
                <a:gd name="connsiteX249" fmla="*/ 180977 w 279400"/>
                <a:gd name="connsiteY249" fmla="*/ 46038 h 331788"/>
                <a:gd name="connsiteX250" fmla="*/ 180977 w 279400"/>
                <a:gd name="connsiteY250" fmla="*/ 57151 h 331788"/>
                <a:gd name="connsiteX251" fmla="*/ 160339 w 279400"/>
                <a:gd name="connsiteY251" fmla="*/ 57151 h 331788"/>
                <a:gd name="connsiteX252" fmla="*/ 128589 w 279400"/>
                <a:gd name="connsiteY252" fmla="*/ 46038 h 331788"/>
                <a:gd name="connsiteX253" fmla="*/ 149227 w 279400"/>
                <a:gd name="connsiteY253" fmla="*/ 46038 h 331788"/>
                <a:gd name="connsiteX254" fmla="*/ 149227 w 279400"/>
                <a:gd name="connsiteY254" fmla="*/ 57151 h 331788"/>
                <a:gd name="connsiteX255" fmla="*/ 128589 w 279400"/>
                <a:gd name="connsiteY255" fmla="*/ 57151 h 331788"/>
                <a:gd name="connsiteX256" fmla="*/ 222251 w 279400"/>
                <a:gd name="connsiteY256" fmla="*/ 25400 h 331788"/>
                <a:gd name="connsiteX257" fmla="*/ 242889 w 279400"/>
                <a:gd name="connsiteY257" fmla="*/ 25400 h 331788"/>
                <a:gd name="connsiteX258" fmla="*/ 242889 w 279400"/>
                <a:gd name="connsiteY258" fmla="*/ 36513 h 331788"/>
                <a:gd name="connsiteX259" fmla="*/ 222251 w 279400"/>
                <a:gd name="connsiteY259" fmla="*/ 36513 h 331788"/>
                <a:gd name="connsiteX260" fmla="*/ 192089 w 279400"/>
                <a:gd name="connsiteY260" fmla="*/ 25400 h 331788"/>
                <a:gd name="connsiteX261" fmla="*/ 212727 w 279400"/>
                <a:gd name="connsiteY261" fmla="*/ 25400 h 331788"/>
                <a:gd name="connsiteX262" fmla="*/ 212727 w 279400"/>
                <a:gd name="connsiteY262" fmla="*/ 36513 h 331788"/>
                <a:gd name="connsiteX263" fmla="*/ 192089 w 279400"/>
                <a:gd name="connsiteY263" fmla="*/ 36513 h 331788"/>
                <a:gd name="connsiteX264" fmla="*/ 160339 w 279400"/>
                <a:gd name="connsiteY264" fmla="*/ 25400 h 331788"/>
                <a:gd name="connsiteX265" fmla="*/ 180977 w 279400"/>
                <a:gd name="connsiteY265" fmla="*/ 25400 h 331788"/>
                <a:gd name="connsiteX266" fmla="*/ 180977 w 279400"/>
                <a:gd name="connsiteY266" fmla="*/ 36513 h 331788"/>
                <a:gd name="connsiteX267" fmla="*/ 160339 w 279400"/>
                <a:gd name="connsiteY267" fmla="*/ 36513 h 331788"/>
                <a:gd name="connsiteX268" fmla="*/ 128589 w 279400"/>
                <a:gd name="connsiteY268" fmla="*/ 25400 h 331788"/>
                <a:gd name="connsiteX269" fmla="*/ 149227 w 279400"/>
                <a:gd name="connsiteY269" fmla="*/ 25400 h 331788"/>
                <a:gd name="connsiteX270" fmla="*/ 149227 w 279400"/>
                <a:gd name="connsiteY270" fmla="*/ 36513 h 331788"/>
                <a:gd name="connsiteX271" fmla="*/ 128589 w 279400"/>
                <a:gd name="connsiteY271" fmla="*/ 36513 h 331788"/>
                <a:gd name="connsiteX272" fmla="*/ 114300 w 279400"/>
                <a:gd name="connsiteY272" fmla="*/ 9525 h 331788"/>
                <a:gd name="connsiteX273" fmla="*/ 114300 w 279400"/>
                <a:gd name="connsiteY273" fmla="*/ 279400 h 331788"/>
                <a:gd name="connsiteX274" fmla="*/ 258763 w 279400"/>
                <a:gd name="connsiteY274" fmla="*/ 279400 h 331788"/>
                <a:gd name="connsiteX275" fmla="*/ 258763 w 279400"/>
                <a:gd name="connsiteY275" fmla="*/ 9525 h 331788"/>
                <a:gd name="connsiteX276" fmla="*/ 103187 w 279400"/>
                <a:gd name="connsiteY276" fmla="*/ 0 h 331788"/>
                <a:gd name="connsiteX277" fmla="*/ 268288 w 279400"/>
                <a:gd name="connsiteY277" fmla="*/ 0 h 331788"/>
                <a:gd name="connsiteX278" fmla="*/ 268288 w 279400"/>
                <a:gd name="connsiteY278" fmla="*/ 320676 h 331788"/>
                <a:gd name="connsiteX279" fmla="*/ 279400 w 279400"/>
                <a:gd name="connsiteY279" fmla="*/ 320676 h 331788"/>
                <a:gd name="connsiteX280" fmla="*/ 279400 w 279400"/>
                <a:gd name="connsiteY280" fmla="*/ 331788 h 331788"/>
                <a:gd name="connsiteX281" fmla="*/ 0 w 279400"/>
                <a:gd name="connsiteY281" fmla="*/ 331788 h 331788"/>
                <a:gd name="connsiteX282" fmla="*/ 0 w 279400"/>
                <a:gd name="connsiteY282" fmla="*/ 320676 h 331788"/>
                <a:gd name="connsiteX283" fmla="*/ 9525 w 279400"/>
                <a:gd name="connsiteY283" fmla="*/ 320676 h 331788"/>
                <a:gd name="connsiteX284" fmla="*/ 9525 w 279400"/>
                <a:gd name="connsiteY284" fmla="*/ 103188 h 331788"/>
                <a:gd name="connsiteX285" fmla="*/ 103187 w 279400"/>
                <a:gd name="connsiteY285" fmla="*/ 103188 h 331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</a:cxnLst>
              <a:rect l="l" t="t" r="r" b="b"/>
              <a:pathLst>
                <a:path w="279400" h="331788">
                  <a:moveTo>
                    <a:pt x="192089" y="300038"/>
                  </a:moveTo>
                  <a:lnTo>
                    <a:pt x="242889" y="300038"/>
                  </a:lnTo>
                  <a:lnTo>
                    <a:pt x="242889" y="311151"/>
                  </a:lnTo>
                  <a:lnTo>
                    <a:pt x="192089" y="311151"/>
                  </a:lnTo>
                  <a:close/>
                  <a:moveTo>
                    <a:pt x="128589" y="300038"/>
                  </a:moveTo>
                  <a:lnTo>
                    <a:pt x="180977" y="300038"/>
                  </a:lnTo>
                  <a:lnTo>
                    <a:pt x="180977" y="311151"/>
                  </a:lnTo>
                  <a:lnTo>
                    <a:pt x="128589" y="311151"/>
                  </a:lnTo>
                  <a:close/>
                  <a:moveTo>
                    <a:pt x="36514" y="300038"/>
                  </a:moveTo>
                  <a:lnTo>
                    <a:pt x="87314" y="300038"/>
                  </a:lnTo>
                  <a:lnTo>
                    <a:pt x="87314" y="311151"/>
                  </a:lnTo>
                  <a:lnTo>
                    <a:pt x="36514" y="311151"/>
                  </a:lnTo>
                  <a:close/>
                  <a:moveTo>
                    <a:pt x="114300" y="290512"/>
                  </a:moveTo>
                  <a:lnTo>
                    <a:pt x="114300" y="320675"/>
                  </a:lnTo>
                  <a:lnTo>
                    <a:pt x="258763" y="320675"/>
                  </a:lnTo>
                  <a:lnTo>
                    <a:pt x="258763" y="290512"/>
                  </a:lnTo>
                  <a:close/>
                  <a:moveTo>
                    <a:pt x="20638" y="290512"/>
                  </a:moveTo>
                  <a:lnTo>
                    <a:pt x="20638" y="320675"/>
                  </a:lnTo>
                  <a:lnTo>
                    <a:pt x="103188" y="320675"/>
                  </a:lnTo>
                  <a:lnTo>
                    <a:pt x="103188" y="290512"/>
                  </a:lnTo>
                  <a:close/>
                  <a:moveTo>
                    <a:pt x="222250" y="254000"/>
                  </a:moveTo>
                  <a:lnTo>
                    <a:pt x="242888" y="254000"/>
                  </a:lnTo>
                  <a:lnTo>
                    <a:pt x="242888" y="263525"/>
                  </a:lnTo>
                  <a:lnTo>
                    <a:pt x="222250" y="263525"/>
                  </a:lnTo>
                  <a:close/>
                  <a:moveTo>
                    <a:pt x="192088" y="254000"/>
                  </a:moveTo>
                  <a:lnTo>
                    <a:pt x="212726" y="254000"/>
                  </a:lnTo>
                  <a:lnTo>
                    <a:pt x="212726" y="263525"/>
                  </a:lnTo>
                  <a:lnTo>
                    <a:pt x="192088" y="263525"/>
                  </a:lnTo>
                  <a:close/>
                  <a:moveTo>
                    <a:pt x="160338" y="254000"/>
                  </a:moveTo>
                  <a:lnTo>
                    <a:pt x="180976" y="254000"/>
                  </a:lnTo>
                  <a:lnTo>
                    <a:pt x="180976" y="263525"/>
                  </a:lnTo>
                  <a:lnTo>
                    <a:pt x="160338" y="263525"/>
                  </a:lnTo>
                  <a:close/>
                  <a:moveTo>
                    <a:pt x="128588" y="254000"/>
                  </a:moveTo>
                  <a:lnTo>
                    <a:pt x="149226" y="254000"/>
                  </a:lnTo>
                  <a:lnTo>
                    <a:pt x="149226" y="263525"/>
                  </a:lnTo>
                  <a:lnTo>
                    <a:pt x="128588" y="263525"/>
                  </a:lnTo>
                  <a:close/>
                  <a:moveTo>
                    <a:pt x="66676" y="254000"/>
                  </a:moveTo>
                  <a:lnTo>
                    <a:pt x="87314" y="254000"/>
                  </a:lnTo>
                  <a:lnTo>
                    <a:pt x="87314" y="263525"/>
                  </a:lnTo>
                  <a:lnTo>
                    <a:pt x="66676" y="263525"/>
                  </a:lnTo>
                  <a:close/>
                  <a:moveTo>
                    <a:pt x="36514" y="254000"/>
                  </a:moveTo>
                  <a:lnTo>
                    <a:pt x="57152" y="254000"/>
                  </a:lnTo>
                  <a:lnTo>
                    <a:pt x="57152" y="263525"/>
                  </a:lnTo>
                  <a:lnTo>
                    <a:pt x="36514" y="263525"/>
                  </a:lnTo>
                  <a:close/>
                  <a:moveTo>
                    <a:pt x="66676" y="233363"/>
                  </a:moveTo>
                  <a:lnTo>
                    <a:pt x="87314" y="233363"/>
                  </a:lnTo>
                  <a:lnTo>
                    <a:pt x="87314" y="242888"/>
                  </a:lnTo>
                  <a:lnTo>
                    <a:pt x="66676" y="242888"/>
                  </a:lnTo>
                  <a:close/>
                  <a:moveTo>
                    <a:pt x="36514" y="233363"/>
                  </a:moveTo>
                  <a:lnTo>
                    <a:pt x="57152" y="233363"/>
                  </a:lnTo>
                  <a:lnTo>
                    <a:pt x="57152" y="242888"/>
                  </a:lnTo>
                  <a:lnTo>
                    <a:pt x="36514" y="242888"/>
                  </a:lnTo>
                  <a:close/>
                  <a:moveTo>
                    <a:pt x="222250" y="233362"/>
                  </a:moveTo>
                  <a:lnTo>
                    <a:pt x="242888" y="233362"/>
                  </a:lnTo>
                  <a:lnTo>
                    <a:pt x="242888" y="242887"/>
                  </a:lnTo>
                  <a:lnTo>
                    <a:pt x="222250" y="242887"/>
                  </a:lnTo>
                  <a:close/>
                  <a:moveTo>
                    <a:pt x="192088" y="233362"/>
                  </a:moveTo>
                  <a:lnTo>
                    <a:pt x="212726" y="233362"/>
                  </a:lnTo>
                  <a:lnTo>
                    <a:pt x="212726" y="242887"/>
                  </a:lnTo>
                  <a:lnTo>
                    <a:pt x="192088" y="242887"/>
                  </a:lnTo>
                  <a:close/>
                  <a:moveTo>
                    <a:pt x="160338" y="233362"/>
                  </a:moveTo>
                  <a:lnTo>
                    <a:pt x="180976" y="233362"/>
                  </a:lnTo>
                  <a:lnTo>
                    <a:pt x="180976" y="242887"/>
                  </a:lnTo>
                  <a:lnTo>
                    <a:pt x="160338" y="242887"/>
                  </a:lnTo>
                  <a:close/>
                  <a:moveTo>
                    <a:pt x="128588" y="233362"/>
                  </a:moveTo>
                  <a:lnTo>
                    <a:pt x="149226" y="233362"/>
                  </a:lnTo>
                  <a:lnTo>
                    <a:pt x="149226" y="242887"/>
                  </a:lnTo>
                  <a:lnTo>
                    <a:pt x="128588" y="242887"/>
                  </a:lnTo>
                  <a:close/>
                  <a:moveTo>
                    <a:pt x="222250" y="212725"/>
                  </a:moveTo>
                  <a:lnTo>
                    <a:pt x="242888" y="212725"/>
                  </a:lnTo>
                  <a:lnTo>
                    <a:pt x="242888" y="222250"/>
                  </a:lnTo>
                  <a:lnTo>
                    <a:pt x="222250" y="222250"/>
                  </a:lnTo>
                  <a:close/>
                  <a:moveTo>
                    <a:pt x="192088" y="212725"/>
                  </a:moveTo>
                  <a:lnTo>
                    <a:pt x="212726" y="212725"/>
                  </a:lnTo>
                  <a:lnTo>
                    <a:pt x="212726" y="222250"/>
                  </a:lnTo>
                  <a:lnTo>
                    <a:pt x="192088" y="222250"/>
                  </a:lnTo>
                  <a:close/>
                  <a:moveTo>
                    <a:pt x="160338" y="212725"/>
                  </a:moveTo>
                  <a:lnTo>
                    <a:pt x="180976" y="212725"/>
                  </a:lnTo>
                  <a:lnTo>
                    <a:pt x="180976" y="222250"/>
                  </a:lnTo>
                  <a:lnTo>
                    <a:pt x="160338" y="222250"/>
                  </a:lnTo>
                  <a:close/>
                  <a:moveTo>
                    <a:pt x="128588" y="212725"/>
                  </a:moveTo>
                  <a:lnTo>
                    <a:pt x="149226" y="212725"/>
                  </a:lnTo>
                  <a:lnTo>
                    <a:pt x="149226" y="222250"/>
                  </a:lnTo>
                  <a:lnTo>
                    <a:pt x="128588" y="222250"/>
                  </a:lnTo>
                  <a:close/>
                  <a:moveTo>
                    <a:pt x="66676" y="212725"/>
                  </a:moveTo>
                  <a:lnTo>
                    <a:pt x="87314" y="212725"/>
                  </a:lnTo>
                  <a:lnTo>
                    <a:pt x="87314" y="222250"/>
                  </a:lnTo>
                  <a:lnTo>
                    <a:pt x="66676" y="222250"/>
                  </a:lnTo>
                  <a:close/>
                  <a:moveTo>
                    <a:pt x="36514" y="212725"/>
                  </a:moveTo>
                  <a:lnTo>
                    <a:pt x="57152" y="212725"/>
                  </a:lnTo>
                  <a:lnTo>
                    <a:pt x="57152" y="222250"/>
                  </a:lnTo>
                  <a:lnTo>
                    <a:pt x="36514" y="222250"/>
                  </a:lnTo>
                  <a:close/>
                  <a:moveTo>
                    <a:pt x="66676" y="192088"/>
                  </a:moveTo>
                  <a:lnTo>
                    <a:pt x="87314" y="192088"/>
                  </a:lnTo>
                  <a:lnTo>
                    <a:pt x="87314" y="201613"/>
                  </a:lnTo>
                  <a:lnTo>
                    <a:pt x="66676" y="201613"/>
                  </a:lnTo>
                  <a:close/>
                  <a:moveTo>
                    <a:pt x="36514" y="192088"/>
                  </a:moveTo>
                  <a:lnTo>
                    <a:pt x="57152" y="192088"/>
                  </a:lnTo>
                  <a:lnTo>
                    <a:pt x="57152" y="201613"/>
                  </a:lnTo>
                  <a:lnTo>
                    <a:pt x="36514" y="201613"/>
                  </a:lnTo>
                  <a:close/>
                  <a:moveTo>
                    <a:pt x="222250" y="192087"/>
                  </a:moveTo>
                  <a:lnTo>
                    <a:pt x="242888" y="192087"/>
                  </a:lnTo>
                  <a:lnTo>
                    <a:pt x="242888" y="201612"/>
                  </a:lnTo>
                  <a:lnTo>
                    <a:pt x="222250" y="201612"/>
                  </a:lnTo>
                  <a:close/>
                  <a:moveTo>
                    <a:pt x="192088" y="192087"/>
                  </a:moveTo>
                  <a:lnTo>
                    <a:pt x="212726" y="192087"/>
                  </a:lnTo>
                  <a:lnTo>
                    <a:pt x="212726" y="201612"/>
                  </a:lnTo>
                  <a:lnTo>
                    <a:pt x="192088" y="201612"/>
                  </a:lnTo>
                  <a:close/>
                  <a:moveTo>
                    <a:pt x="160338" y="192087"/>
                  </a:moveTo>
                  <a:lnTo>
                    <a:pt x="180976" y="192087"/>
                  </a:lnTo>
                  <a:lnTo>
                    <a:pt x="180976" y="201612"/>
                  </a:lnTo>
                  <a:lnTo>
                    <a:pt x="160338" y="201612"/>
                  </a:lnTo>
                  <a:close/>
                  <a:moveTo>
                    <a:pt x="128588" y="192087"/>
                  </a:moveTo>
                  <a:lnTo>
                    <a:pt x="149226" y="192087"/>
                  </a:lnTo>
                  <a:lnTo>
                    <a:pt x="149226" y="201612"/>
                  </a:lnTo>
                  <a:lnTo>
                    <a:pt x="128588" y="201612"/>
                  </a:lnTo>
                  <a:close/>
                  <a:moveTo>
                    <a:pt x="222250" y="171450"/>
                  </a:moveTo>
                  <a:lnTo>
                    <a:pt x="242888" y="171450"/>
                  </a:lnTo>
                  <a:lnTo>
                    <a:pt x="242888" y="180975"/>
                  </a:lnTo>
                  <a:lnTo>
                    <a:pt x="222250" y="180975"/>
                  </a:lnTo>
                  <a:close/>
                  <a:moveTo>
                    <a:pt x="192088" y="171450"/>
                  </a:moveTo>
                  <a:lnTo>
                    <a:pt x="212726" y="171450"/>
                  </a:lnTo>
                  <a:lnTo>
                    <a:pt x="212726" y="180975"/>
                  </a:lnTo>
                  <a:lnTo>
                    <a:pt x="192088" y="180975"/>
                  </a:lnTo>
                  <a:close/>
                  <a:moveTo>
                    <a:pt x="160338" y="171450"/>
                  </a:moveTo>
                  <a:lnTo>
                    <a:pt x="180976" y="171450"/>
                  </a:lnTo>
                  <a:lnTo>
                    <a:pt x="180976" y="180975"/>
                  </a:lnTo>
                  <a:lnTo>
                    <a:pt x="160338" y="180975"/>
                  </a:lnTo>
                  <a:close/>
                  <a:moveTo>
                    <a:pt x="128588" y="171450"/>
                  </a:moveTo>
                  <a:lnTo>
                    <a:pt x="149226" y="171450"/>
                  </a:lnTo>
                  <a:lnTo>
                    <a:pt x="149226" y="180975"/>
                  </a:lnTo>
                  <a:lnTo>
                    <a:pt x="128588" y="180975"/>
                  </a:lnTo>
                  <a:close/>
                  <a:moveTo>
                    <a:pt x="66676" y="171450"/>
                  </a:moveTo>
                  <a:lnTo>
                    <a:pt x="87314" y="171450"/>
                  </a:lnTo>
                  <a:lnTo>
                    <a:pt x="87314" y="180975"/>
                  </a:lnTo>
                  <a:lnTo>
                    <a:pt x="66676" y="180975"/>
                  </a:lnTo>
                  <a:close/>
                  <a:moveTo>
                    <a:pt x="36514" y="171450"/>
                  </a:moveTo>
                  <a:lnTo>
                    <a:pt x="57152" y="171450"/>
                  </a:lnTo>
                  <a:lnTo>
                    <a:pt x="57152" y="180975"/>
                  </a:lnTo>
                  <a:lnTo>
                    <a:pt x="36514" y="180975"/>
                  </a:lnTo>
                  <a:close/>
                  <a:moveTo>
                    <a:pt x="222250" y="149225"/>
                  </a:moveTo>
                  <a:lnTo>
                    <a:pt x="242888" y="149225"/>
                  </a:lnTo>
                  <a:lnTo>
                    <a:pt x="242888" y="160338"/>
                  </a:lnTo>
                  <a:lnTo>
                    <a:pt x="222250" y="160338"/>
                  </a:lnTo>
                  <a:close/>
                  <a:moveTo>
                    <a:pt x="192088" y="149225"/>
                  </a:moveTo>
                  <a:lnTo>
                    <a:pt x="212726" y="149225"/>
                  </a:lnTo>
                  <a:lnTo>
                    <a:pt x="212726" y="160338"/>
                  </a:lnTo>
                  <a:lnTo>
                    <a:pt x="192088" y="160338"/>
                  </a:lnTo>
                  <a:close/>
                  <a:moveTo>
                    <a:pt x="160338" y="149225"/>
                  </a:moveTo>
                  <a:lnTo>
                    <a:pt x="180976" y="149225"/>
                  </a:lnTo>
                  <a:lnTo>
                    <a:pt x="180976" y="160338"/>
                  </a:lnTo>
                  <a:lnTo>
                    <a:pt x="160338" y="160338"/>
                  </a:lnTo>
                  <a:close/>
                  <a:moveTo>
                    <a:pt x="128588" y="149225"/>
                  </a:moveTo>
                  <a:lnTo>
                    <a:pt x="149226" y="149225"/>
                  </a:lnTo>
                  <a:lnTo>
                    <a:pt x="149226" y="160338"/>
                  </a:lnTo>
                  <a:lnTo>
                    <a:pt x="128588" y="160338"/>
                  </a:lnTo>
                  <a:close/>
                  <a:moveTo>
                    <a:pt x="66676" y="149225"/>
                  </a:moveTo>
                  <a:lnTo>
                    <a:pt x="87314" y="149225"/>
                  </a:lnTo>
                  <a:lnTo>
                    <a:pt x="87314" y="160338"/>
                  </a:lnTo>
                  <a:lnTo>
                    <a:pt x="66676" y="160338"/>
                  </a:lnTo>
                  <a:close/>
                  <a:moveTo>
                    <a:pt x="36514" y="149225"/>
                  </a:moveTo>
                  <a:lnTo>
                    <a:pt x="57152" y="149225"/>
                  </a:lnTo>
                  <a:lnTo>
                    <a:pt x="57152" y="160338"/>
                  </a:lnTo>
                  <a:lnTo>
                    <a:pt x="36514" y="160338"/>
                  </a:lnTo>
                  <a:close/>
                  <a:moveTo>
                    <a:pt x="222251" y="128588"/>
                  </a:moveTo>
                  <a:lnTo>
                    <a:pt x="242889" y="128588"/>
                  </a:lnTo>
                  <a:lnTo>
                    <a:pt x="242889" y="139701"/>
                  </a:lnTo>
                  <a:lnTo>
                    <a:pt x="222251" y="139701"/>
                  </a:lnTo>
                  <a:close/>
                  <a:moveTo>
                    <a:pt x="192089" y="128588"/>
                  </a:moveTo>
                  <a:lnTo>
                    <a:pt x="212727" y="128588"/>
                  </a:lnTo>
                  <a:lnTo>
                    <a:pt x="212727" y="139701"/>
                  </a:lnTo>
                  <a:lnTo>
                    <a:pt x="192089" y="139701"/>
                  </a:lnTo>
                  <a:close/>
                  <a:moveTo>
                    <a:pt x="160339" y="128588"/>
                  </a:moveTo>
                  <a:lnTo>
                    <a:pt x="180977" y="128588"/>
                  </a:lnTo>
                  <a:lnTo>
                    <a:pt x="180977" y="139701"/>
                  </a:lnTo>
                  <a:lnTo>
                    <a:pt x="160339" y="139701"/>
                  </a:lnTo>
                  <a:close/>
                  <a:moveTo>
                    <a:pt x="128589" y="128588"/>
                  </a:moveTo>
                  <a:lnTo>
                    <a:pt x="149227" y="128588"/>
                  </a:lnTo>
                  <a:lnTo>
                    <a:pt x="149227" y="139701"/>
                  </a:lnTo>
                  <a:lnTo>
                    <a:pt x="128589" y="139701"/>
                  </a:lnTo>
                  <a:close/>
                  <a:moveTo>
                    <a:pt x="66676" y="128588"/>
                  </a:moveTo>
                  <a:lnTo>
                    <a:pt x="87314" y="128588"/>
                  </a:lnTo>
                  <a:lnTo>
                    <a:pt x="87314" y="139701"/>
                  </a:lnTo>
                  <a:lnTo>
                    <a:pt x="66676" y="139701"/>
                  </a:lnTo>
                  <a:close/>
                  <a:moveTo>
                    <a:pt x="36514" y="128588"/>
                  </a:moveTo>
                  <a:lnTo>
                    <a:pt x="57152" y="128588"/>
                  </a:lnTo>
                  <a:lnTo>
                    <a:pt x="57152" y="139701"/>
                  </a:lnTo>
                  <a:lnTo>
                    <a:pt x="36514" y="139701"/>
                  </a:lnTo>
                  <a:close/>
                  <a:moveTo>
                    <a:pt x="20638" y="114300"/>
                  </a:moveTo>
                  <a:lnTo>
                    <a:pt x="20638" y="279400"/>
                  </a:lnTo>
                  <a:lnTo>
                    <a:pt x="103188" y="279400"/>
                  </a:lnTo>
                  <a:lnTo>
                    <a:pt x="103188" y="114300"/>
                  </a:lnTo>
                  <a:close/>
                  <a:moveTo>
                    <a:pt x="222251" y="107950"/>
                  </a:moveTo>
                  <a:lnTo>
                    <a:pt x="242889" y="107950"/>
                  </a:lnTo>
                  <a:lnTo>
                    <a:pt x="242889" y="119063"/>
                  </a:lnTo>
                  <a:lnTo>
                    <a:pt x="222251" y="119063"/>
                  </a:lnTo>
                  <a:close/>
                  <a:moveTo>
                    <a:pt x="192089" y="107950"/>
                  </a:moveTo>
                  <a:lnTo>
                    <a:pt x="212727" y="107950"/>
                  </a:lnTo>
                  <a:lnTo>
                    <a:pt x="212727" y="119063"/>
                  </a:lnTo>
                  <a:lnTo>
                    <a:pt x="192089" y="119063"/>
                  </a:lnTo>
                  <a:close/>
                  <a:moveTo>
                    <a:pt x="160339" y="107950"/>
                  </a:moveTo>
                  <a:lnTo>
                    <a:pt x="180977" y="107950"/>
                  </a:lnTo>
                  <a:lnTo>
                    <a:pt x="180977" y="119063"/>
                  </a:lnTo>
                  <a:lnTo>
                    <a:pt x="160339" y="119063"/>
                  </a:lnTo>
                  <a:close/>
                  <a:moveTo>
                    <a:pt x="128589" y="107950"/>
                  </a:moveTo>
                  <a:lnTo>
                    <a:pt x="149227" y="107950"/>
                  </a:lnTo>
                  <a:lnTo>
                    <a:pt x="149227" y="119063"/>
                  </a:lnTo>
                  <a:lnTo>
                    <a:pt x="128589" y="119063"/>
                  </a:lnTo>
                  <a:close/>
                  <a:moveTo>
                    <a:pt x="222251" y="87313"/>
                  </a:moveTo>
                  <a:lnTo>
                    <a:pt x="242889" y="87313"/>
                  </a:lnTo>
                  <a:lnTo>
                    <a:pt x="242889" y="98426"/>
                  </a:lnTo>
                  <a:lnTo>
                    <a:pt x="222251" y="98426"/>
                  </a:lnTo>
                  <a:close/>
                  <a:moveTo>
                    <a:pt x="192089" y="87313"/>
                  </a:moveTo>
                  <a:lnTo>
                    <a:pt x="212727" y="87313"/>
                  </a:lnTo>
                  <a:lnTo>
                    <a:pt x="212727" y="98426"/>
                  </a:lnTo>
                  <a:lnTo>
                    <a:pt x="192089" y="98426"/>
                  </a:lnTo>
                  <a:close/>
                  <a:moveTo>
                    <a:pt x="160339" y="87313"/>
                  </a:moveTo>
                  <a:lnTo>
                    <a:pt x="180977" y="87313"/>
                  </a:lnTo>
                  <a:lnTo>
                    <a:pt x="180977" y="98426"/>
                  </a:lnTo>
                  <a:lnTo>
                    <a:pt x="160339" y="98426"/>
                  </a:lnTo>
                  <a:close/>
                  <a:moveTo>
                    <a:pt x="128589" y="87313"/>
                  </a:moveTo>
                  <a:lnTo>
                    <a:pt x="149227" y="87313"/>
                  </a:lnTo>
                  <a:lnTo>
                    <a:pt x="149227" y="98426"/>
                  </a:lnTo>
                  <a:lnTo>
                    <a:pt x="128589" y="98426"/>
                  </a:lnTo>
                  <a:close/>
                  <a:moveTo>
                    <a:pt x="222251" y="66675"/>
                  </a:moveTo>
                  <a:lnTo>
                    <a:pt x="242889" y="66675"/>
                  </a:lnTo>
                  <a:lnTo>
                    <a:pt x="242889" y="77788"/>
                  </a:lnTo>
                  <a:lnTo>
                    <a:pt x="222251" y="77788"/>
                  </a:lnTo>
                  <a:close/>
                  <a:moveTo>
                    <a:pt x="192089" y="66675"/>
                  </a:moveTo>
                  <a:lnTo>
                    <a:pt x="212727" y="66675"/>
                  </a:lnTo>
                  <a:lnTo>
                    <a:pt x="212727" y="77788"/>
                  </a:lnTo>
                  <a:lnTo>
                    <a:pt x="192089" y="77788"/>
                  </a:lnTo>
                  <a:close/>
                  <a:moveTo>
                    <a:pt x="160339" y="66675"/>
                  </a:moveTo>
                  <a:lnTo>
                    <a:pt x="180977" y="66675"/>
                  </a:lnTo>
                  <a:lnTo>
                    <a:pt x="180977" y="77788"/>
                  </a:lnTo>
                  <a:lnTo>
                    <a:pt x="160339" y="77788"/>
                  </a:lnTo>
                  <a:close/>
                  <a:moveTo>
                    <a:pt x="128589" y="66675"/>
                  </a:moveTo>
                  <a:lnTo>
                    <a:pt x="149227" y="66675"/>
                  </a:lnTo>
                  <a:lnTo>
                    <a:pt x="149227" y="77788"/>
                  </a:lnTo>
                  <a:lnTo>
                    <a:pt x="128589" y="77788"/>
                  </a:lnTo>
                  <a:close/>
                  <a:moveTo>
                    <a:pt x="222251" y="46038"/>
                  </a:moveTo>
                  <a:lnTo>
                    <a:pt x="242889" y="46038"/>
                  </a:lnTo>
                  <a:lnTo>
                    <a:pt x="242889" y="57151"/>
                  </a:lnTo>
                  <a:lnTo>
                    <a:pt x="222251" y="57151"/>
                  </a:lnTo>
                  <a:close/>
                  <a:moveTo>
                    <a:pt x="192089" y="46038"/>
                  </a:moveTo>
                  <a:lnTo>
                    <a:pt x="212727" y="46038"/>
                  </a:lnTo>
                  <a:lnTo>
                    <a:pt x="212727" y="57151"/>
                  </a:lnTo>
                  <a:lnTo>
                    <a:pt x="192089" y="57151"/>
                  </a:lnTo>
                  <a:close/>
                  <a:moveTo>
                    <a:pt x="160339" y="46038"/>
                  </a:moveTo>
                  <a:lnTo>
                    <a:pt x="180977" y="46038"/>
                  </a:lnTo>
                  <a:lnTo>
                    <a:pt x="180977" y="57151"/>
                  </a:lnTo>
                  <a:lnTo>
                    <a:pt x="160339" y="57151"/>
                  </a:lnTo>
                  <a:close/>
                  <a:moveTo>
                    <a:pt x="128589" y="46038"/>
                  </a:moveTo>
                  <a:lnTo>
                    <a:pt x="149227" y="46038"/>
                  </a:lnTo>
                  <a:lnTo>
                    <a:pt x="149227" y="57151"/>
                  </a:lnTo>
                  <a:lnTo>
                    <a:pt x="128589" y="57151"/>
                  </a:lnTo>
                  <a:close/>
                  <a:moveTo>
                    <a:pt x="222251" y="25400"/>
                  </a:moveTo>
                  <a:lnTo>
                    <a:pt x="242889" y="25400"/>
                  </a:lnTo>
                  <a:lnTo>
                    <a:pt x="242889" y="36513"/>
                  </a:lnTo>
                  <a:lnTo>
                    <a:pt x="222251" y="36513"/>
                  </a:lnTo>
                  <a:close/>
                  <a:moveTo>
                    <a:pt x="192089" y="25400"/>
                  </a:moveTo>
                  <a:lnTo>
                    <a:pt x="212727" y="25400"/>
                  </a:lnTo>
                  <a:lnTo>
                    <a:pt x="212727" y="36513"/>
                  </a:lnTo>
                  <a:lnTo>
                    <a:pt x="192089" y="36513"/>
                  </a:lnTo>
                  <a:close/>
                  <a:moveTo>
                    <a:pt x="160339" y="25400"/>
                  </a:moveTo>
                  <a:lnTo>
                    <a:pt x="180977" y="25400"/>
                  </a:lnTo>
                  <a:lnTo>
                    <a:pt x="180977" y="36513"/>
                  </a:lnTo>
                  <a:lnTo>
                    <a:pt x="160339" y="36513"/>
                  </a:lnTo>
                  <a:close/>
                  <a:moveTo>
                    <a:pt x="128589" y="25400"/>
                  </a:moveTo>
                  <a:lnTo>
                    <a:pt x="149227" y="25400"/>
                  </a:lnTo>
                  <a:lnTo>
                    <a:pt x="149227" y="36513"/>
                  </a:lnTo>
                  <a:lnTo>
                    <a:pt x="128589" y="36513"/>
                  </a:lnTo>
                  <a:close/>
                  <a:moveTo>
                    <a:pt x="114300" y="9525"/>
                  </a:moveTo>
                  <a:lnTo>
                    <a:pt x="114300" y="279400"/>
                  </a:lnTo>
                  <a:lnTo>
                    <a:pt x="258763" y="279400"/>
                  </a:lnTo>
                  <a:lnTo>
                    <a:pt x="258763" y="9525"/>
                  </a:lnTo>
                  <a:close/>
                  <a:moveTo>
                    <a:pt x="103187" y="0"/>
                  </a:moveTo>
                  <a:lnTo>
                    <a:pt x="268288" y="0"/>
                  </a:lnTo>
                  <a:lnTo>
                    <a:pt x="268288" y="320676"/>
                  </a:lnTo>
                  <a:lnTo>
                    <a:pt x="279400" y="320676"/>
                  </a:lnTo>
                  <a:lnTo>
                    <a:pt x="279400" y="331788"/>
                  </a:lnTo>
                  <a:lnTo>
                    <a:pt x="0" y="331788"/>
                  </a:lnTo>
                  <a:lnTo>
                    <a:pt x="0" y="320676"/>
                  </a:lnTo>
                  <a:lnTo>
                    <a:pt x="9525" y="320676"/>
                  </a:lnTo>
                  <a:lnTo>
                    <a:pt x="9525" y="103188"/>
                  </a:lnTo>
                  <a:lnTo>
                    <a:pt x="103187" y="103188"/>
                  </a:lnTo>
                  <a:close/>
                </a:path>
              </a:pathLst>
            </a:custGeom>
            <a:solidFill>
              <a:schemeClr val="tx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6" name="任意多边形: 形状 25"/>
            <p:cNvSpPr/>
            <p:nvPr/>
          </p:nvSpPr>
          <p:spPr>
            <a:xfrm>
              <a:off x="2698092" y="4746810"/>
              <a:ext cx="956266" cy="1359587"/>
            </a:xfrm>
            <a:custGeom>
              <a:avLst/>
              <a:gdLst>
                <a:gd name="connsiteX0" fmla="*/ 166687 w 233363"/>
                <a:gd name="connsiteY0" fmla="*/ 282575 h 331788"/>
                <a:gd name="connsiteX1" fmla="*/ 166687 w 233363"/>
                <a:gd name="connsiteY1" fmla="*/ 293688 h 331788"/>
                <a:gd name="connsiteX2" fmla="*/ 190500 w 233363"/>
                <a:gd name="connsiteY2" fmla="*/ 293688 h 331788"/>
                <a:gd name="connsiteX3" fmla="*/ 190500 w 233363"/>
                <a:gd name="connsiteY3" fmla="*/ 282575 h 331788"/>
                <a:gd name="connsiteX4" fmla="*/ 104775 w 233363"/>
                <a:gd name="connsiteY4" fmla="*/ 282575 h 331788"/>
                <a:gd name="connsiteX5" fmla="*/ 104775 w 233363"/>
                <a:gd name="connsiteY5" fmla="*/ 319088 h 331788"/>
                <a:gd name="connsiteX6" fmla="*/ 130175 w 233363"/>
                <a:gd name="connsiteY6" fmla="*/ 319088 h 331788"/>
                <a:gd name="connsiteX7" fmla="*/ 130175 w 233363"/>
                <a:gd name="connsiteY7" fmla="*/ 282575 h 331788"/>
                <a:gd name="connsiteX8" fmla="*/ 42862 w 233363"/>
                <a:gd name="connsiteY8" fmla="*/ 282575 h 331788"/>
                <a:gd name="connsiteX9" fmla="*/ 42862 w 233363"/>
                <a:gd name="connsiteY9" fmla="*/ 293688 h 331788"/>
                <a:gd name="connsiteX10" fmla="*/ 68262 w 233363"/>
                <a:gd name="connsiteY10" fmla="*/ 293688 h 331788"/>
                <a:gd name="connsiteX11" fmla="*/ 68262 w 233363"/>
                <a:gd name="connsiteY11" fmla="*/ 282575 h 331788"/>
                <a:gd name="connsiteX12" fmla="*/ 159167 w 233363"/>
                <a:gd name="connsiteY12" fmla="*/ 269875 h 331788"/>
                <a:gd name="connsiteX13" fmla="*/ 196725 w 233363"/>
                <a:gd name="connsiteY13" fmla="*/ 269875 h 331788"/>
                <a:gd name="connsiteX14" fmla="*/ 203200 w 233363"/>
                <a:gd name="connsiteY14" fmla="*/ 275091 h 331788"/>
                <a:gd name="connsiteX15" fmla="*/ 203200 w 233363"/>
                <a:gd name="connsiteY15" fmla="*/ 299868 h 331788"/>
                <a:gd name="connsiteX16" fmla="*/ 196725 w 233363"/>
                <a:gd name="connsiteY16" fmla="*/ 306388 h 331788"/>
                <a:gd name="connsiteX17" fmla="*/ 159167 w 233363"/>
                <a:gd name="connsiteY17" fmla="*/ 306388 h 331788"/>
                <a:gd name="connsiteX18" fmla="*/ 153987 w 233363"/>
                <a:gd name="connsiteY18" fmla="*/ 299868 h 331788"/>
                <a:gd name="connsiteX19" fmla="*/ 153987 w 233363"/>
                <a:gd name="connsiteY19" fmla="*/ 275091 h 331788"/>
                <a:gd name="connsiteX20" fmla="*/ 159167 w 233363"/>
                <a:gd name="connsiteY20" fmla="*/ 269875 h 331788"/>
                <a:gd name="connsiteX21" fmla="*/ 38225 w 233363"/>
                <a:gd name="connsiteY21" fmla="*/ 269875 h 331788"/>
                <a:gd name="connsiteX22" fmla="*/ 74487 w 233363"/>
                <a:gd name="connsiteY22" fmla="*/ 269875 h 331788"/>
                <a:gd name="connsiteX23" fmla="*/ 80963 w 233363"/>
                <a:gd name="connsiteY23" fmla="*/ 275091 h 331788"/>
                <a:gd name="connsiteX24" fmla="*/ 80963 w 233363"/>
                <a:gd name="connsiteY24" fmla="*/ 299868 h 331788"/>
                <a:gd name="connsiteX25" fmla="*/ 74487 w 233363"/>
                <a:gd name="connsiteY25" fmla="*/ 306388 h 331788"/>
                <a:gd name="connsiteX26" fmla="*/ 38225 w 233363"/>
                <a:gd name="connsiteY26" fmla="*/ 306388 h 331788"/>
                <a:gd name="connsiteX27" fmla="*/ 31750 w 233363"/>
                <a:gd name="connsiteY27" fmla="*/ 299868 h 331788"/>
                <a:gd name="connsiteX28" fmla="*/ 31750 w 233363"/>
                <a:gd name="connsiteY28" fmla="*/ 275091 h 331788"/>
                <a:gd name="connsiteX29" fmla="*/ 38225 w 233363"/>
                <a:gd name="connsiteY29" fmla="*/ 269875 h 331788"/>
                <a:gd name="connsiteX30" fmla="*/ 166687 w 233363"/>
                <a:gd name="connsiteY30" fmla="*/ 233362 h 331788"/>
                <a:gd name="connsiteX31" fmla="*/ 166687 w 233363"/>
                <a:gd name="connsiteY31" fmla="*/ 246062 h 331788"/>
                <a:gd name="connsiteX32" fmla="*/ 190500 w 233363"/>
                <a:gd name="connsiteY32" fmla="*/ 246062 h 331788"/>
                <a:gd name="connsiteX33" fmla="*/ 190500 w 233363"/>
                <a:gd name="connsiteY33" fmla="*/ 233362 h 331788"/>
                <a:gd name="connsiteX34" fmla="*/ 104775 w 233363"/>
                <a:gd name="connsiteY34" fmla="*/ 233362 h 331788"/>
                <a:gd name="connsiteX35" fmla="*/ 104775 w 233363"/>
                <a:gd name="connsiteY35" fmla="*/ 246062 h 331788"/>
                <a:gd name="connsiteX36" fmla="*/ 130175 w 233363"/>
                <a:gd name="connsiteY36" fmla="*/ 246062 h 331788"/>
                <a:gd name="connsiteX37" fmla="*/ 130175 w 233363"/>
                <a:gd name="connsiteY37" fmla="*/ 233362 h 331788"/>
                <a:gd name="connsiteX38" fmla="*/ 42862 w 233363"/>
                <a:gd name="connsiteY38" fmla="*/ 233362 h 331788"/>
                <a:gd name="connsiteX39" fmla="*/ 42862 w 233363"/>
                <a:gd name="connsiteY39" fmla="*/ 246062 h 331788"/>
                <a:gd name="connsiteX40" fmla="*/ 68262 w 233363"/>
                <a:gd name="connsiteY40" fmla="*/ 246062 h 331788"/>
                <a:gd name="connsiteX41" fmla="*/ 68262 w 233363"/>
                <a:gd name="connsiteY41" fmla="*/ 233362 h 331788"/>
                <a:gd name="connsiteX42" fmla="*/ 159167 w 233363"/>
                <a:gd name="connsiteY42" fmla="*/ 220662 h 331788"/>
                <a:gd name="connsiteX43" fmla="*/ 196725 w 233363"/>
                <a:gd name="connsiteY43" fmla="*/ 220662 h 331788"/>
                <a:gd name="connsiteX44" fmla="*/ 203200 w 233363"/>
                <a:gd name="connsiteY44" fmla="*/ 227182 h 331788"/>
                <a:gd name="connsiteX45" fmla="*/ 203200 w 233363"/>
                <a:gd name="connsiteY45" fmla="*/ 250655 h 331788"/>
                <a:gd name="connsiteX46" fmla="*/ 196725 w 233363"/>
                <a:gd name="connsiteY46" fmla="*/ 257175 h 331788"/>
                <a:gd name="connsiteX47" fmla="*/ 159167 w 233363"/>
                <a:gd name="connsiteY47" fmla="*/ 257175 h 331788"/>
                <a:gd name="connsiteX48" fmla="*/ 153987 w 233363"/>
                <a:gd name="connsiteY48" fmla="*/ 250655 h 331788"/>
                <a:gd name="connsiteX49" fmla="*/ 153987 w 233363"/>
                <a:gd name="connsiteY49" fmla="*/ 227182 h 331788"/>
                <a:gd name="connsiteX50" fmla="*/ 159167 w 233363"/>
                <a:gd name="connsiteY50" fmla="*/ 220662 h 331788"/>
                <a:gd name="connsiteX51" fmla="*/ 98550 w 233363"/>
                <a:gd name="connsiteY51" fmla="*/ 220662 h 331788"/>
                <a:gd name="connsiteX52" fmla="*/ 134812 w 233363"/>
                <a:gd name="connsiteY52" fmla="*/ 220662 h 331788"/>
                <a:gd name="connsiteX53" fmla="*/ 141288 w 233363"/>
                <a:gd name="connsiteY53" fmla="*/ 227182 h 331788"/>
                <a:gd name="connsiteX54" fmla="*/ 141288 w 233363"/>
                <a:gd name="connsiteY54" fmla="*/ 250655 h 331788"/>
                <a:gd name="connsiteX55" fmla="*/ 134812 w 233363"/>
                <a:gd name="connsiteY55" fmla="*/ 257175 h 331788"/>
                <a:gd name="connsiteX56" fmla="*/ 98550 w 233363"/>
                <a:gd name="connsiteY56" fmla="*/ 257175 h 331788"/>
                <a:gd name="connsiteX57" fmla="*/ 92075 w 233363"/>
                <a:gd name="connsiteY57" fmla="*/ 250655 h 331788"/>
                <a:gd name="connsiteX58" fmla="*/ 92075 w 233363"/>
                <a:gd name="connsiteY58" fmla="*/ 227182 h 331788"/>
                <a:gd name="connsiteX59" fmla="*/ 98550 w 233363"/>
                <a:gd name="connsiteY59" fmla="*/ 220662 h 331788"/>
                <a:gd name="connsiteX60" fmla="*/ 38225 w 233363"/>
                <a:gd name="connsiteY60" fmla="*/ 220662 h 331788"/>
                <a:gd name="connsiteX61" fmla="*/ 74487 w 233363"/>
                <a:gd name="connsiteY61" fmla="*/ 220662 h 331788"/>
                <a:gd name="connsiteX62" fmla="*/ 80963 w 233363"/>
                <a:gd name="connsiteY62" fmla="*/ 227182 h 331788"/>
                <a:gd name="connsiteX63" fmla="*/ 80963 w 233363"/>
                <a:gd name="connsiteY63" fmla="*/ 250655 h 331788"/>
                <a:gd name="connsiteX64" fmla="*/ 74487 w 233363"/>
                <a:gd name="connsiteY64" fmla="*/ 257175 h 331788"/>
                <a:gd name="connsiteX65" fmla="*/ 38225 w 233363"/>
                <a:gd name="connsiteY65" fmla="*/ 257175 h 331788"/>
                <a:gd name="connsiteX66" fmla="*/ 31750 w 233363"/>
                <a:gd name="connsiteY66" fmla="*/ 250655 h 331788"/>
                <a:gd name="connsiteX67" fmla="*/ 31750 w 233363"/>
                <a:gd name="connsiteY67" fmla="*/ 227182 h 331788"/>
                <a:gd name="connsiteX68" fmla="*/ 38225 w 233363"/>
                <a:gd name="connsiteY68" fmla="*/ 220662 h 331788"/>
                <a:gd name="connsiteX69" fmla="*/ 166687 w 233363"/>
                <a:gd name="connsiteY69" fmla="*/ 184149 h 331788"/>
                <a:gd name="connsiteX70" fmla="*/ 166687 w 233363"/>
                <a:gd name="connsiteY70" fmla="*/ 196849 h 331788"/>
                <a:gd name="connsiteX71" fmla="*/ 190500 w 233363"/>
                <a:gd name="connsiteY71" fmla="*/ 196849 h 331788"/>
                <a:gd name="connsiteX72" fmla="*/ 190500 w 233363"/>
                <a:gd name="connsiteY72" fmla="*/ 184149 h 331788"/>
                <a:gd name="connsiteX73" fmla="*/ 104775 w 233363"/>
                <a:gd name="connsiteY73" fmla="*/ 184149 h 331788"/>
                <a:gd name="connsiteX74" fmla="*/ 104775 w 233363"/>
                <a:gd name="connsiteY74" fmla="*/ 196849 h 331788"/>
                <a:gd name="connsiteX75" fmla="*/ 130175 w 233363"/>
                <a:gd name="connsiteY75" fmla="*/ 196849 h 331788"/>
                <a:gd name="connsiteX76" fmla="*/ 130175 w 233363"/>
                <a:gd name="connsiteY76" fmla="*/ 184149 h 331788"/>
                <a:gd name="connsiteX77" fmla="*/ 42862 w 233363"/>
                <a:gd name="connsiteY77" fmla="*/ 184149 h 331788"/>
                <a:gd name="connsiteX78" fmla="*/ 42862 w 233363"/>
                <a:gd name="connsiteY78" fmla="*/ 196849 h 331788"/>
                <a:gd name="connsiteX79" fmla="*/ 68262 w 233363"/>
                <a:gd name="connsiteY79" fmla="*/ 196849 h 331788"/>
                <a:gd name="connsiteX80" fmla="*/ 68262 w 233363"/>
                <a:gd name="connsiteY80" fmla="*/ 184149 h 331788"/>
                <a:gd name="connsiteX81" fmla="*/ 38225 w 233363"/>
                <a:gd name="connsiteY81" fmla="*/ 171450 h 331788"/>
                <a:gd name="connsiteX82" fmla="*/ 74487 w 233363"/>
                <a:gd name="connsiteY82" fmla="*/ 171450 h 331788"/>
                <a:gd name="connsiteX83" fmla="*/ 80963 w 233363"/>
                <a:gd name="connsiteY83" fmla="*/ 177970 h 331788"/>
                <a:gd name="connsiteX84" fmla="*/ 80963 w 233363"/>
                <a:gd name="connsiteY84" fmla="*/ 201443 h 331788"/>
                <a:gd name="connsiteX85" fmla="*/ 74487 w 233363"/>
                <a:gd name="connsiteY85" fmla="*/ 207963 h 331788"/>
                <a:gd name="connsiteX86" fmla="*/ 38225 w 233363"/>
                <a:gd name="connsiteY86" fmla="*/ 207963 h 331788"/>
                <a:gd name="connsiteX87" fmla="*/ 31750 w 233363"/>
                <a:gd name="connsiteY87" fmla="*/ 201443 h 331788"/>
                <a:gd name="connsiteX88" fmla="*/ 31750 w 233363"/>
                <a:gd name="connsiteY88" fmla="*/ 177970 h 331788"/>
                <a:gd name="connsiteX89" fmla="*/ 38225 w 233363"/>
                <a:gd name="connsiteY89" fmla="*/ 171450 h 331788"/>
                <a:gd name="connsiteX90" fmla="*/ 159167 w 233363"/>
                <a:gd name="connsiteY90" fmla="*/ 171449 h 331788"/>
                <a:gd name="connsiteX91" fmla="*/ 196725 w 233363"/>
                <a:gd name="connsiteY91" fmla="*/ 171449 h 331788"/>
                <a:gd name="connsiteX92" fmla="*/ 203200 w 233363"/>
                <a:gd name="connsiteY92" fmla="*/ 177969 h 331788"/>
                <a:gd name="connsiteX93" fmla="*/ 203200 w 233363"/>
                <a:gd name="connsiteY93" fmla="*/ 201442 h 331788"/>
                <a:gd name="connsiteX94" fmla="*/ 196725 w 233363"/>
                <a:gd name="connsiteY94" fmla="*/ 207962 h 331788"/>
                <a:gd name="connsiteX95" fmla="*/ 159167 w 233363"/>
                <a:gd name="connsiteY95" fmla="*/ 207962 h 331788"/>
                <a:gd name="connsiteX96" fmla="*/ 153987 w 233363"/>
                <a:gd name="connsiteY96" fmla="*/ 201442 h 331788"/>
                <a:gd name="connsiteX97" fmla="*/ 153987 w 233363"/>
                <a:gd name="connsiteY97" fmla="*/ 177969 h 331788"/>
                <a:gd name="connsiteX98" fmla="*/ 159167 w 233363"/>
                <a:gd name="connsiteY98" fmla="*/ 171449 h 331788"/>
                <a:gd name="connsiteX99" fmla="*/ 98550 w 233363"/>
                <a:gd name="connsiteY99" fmla="*/ 171449 h 331788"/>
                <a:gd name="connsiteX100" fmla="*/ 134812 w 233363"/>
                <a:gd name="connsiteY100" fmla="*/ 171449 h 331788"/>
                <a:gd name="connsiteX101" fmla="*/ 141288 w 233363"/>
                <a:gd name="connsiteY101" fmla="*/ 177969 h 331788"/>
                <a:gd name="connsiteX102" fmla="*/ 141288 w 233363"/>
                <a:gd name="connsiteY102" fmla="*/ 201442 h 331788"/>
                <a:gd name="connsiteX103" fmla="*/ 134812 w 233363"/>
                <a:gd name="connsiteY103" fmla="*/ 207962 h 331788"/>
                <a:gd name="connsiteX104" fmla="*/ 98550 w 233363"/>
                <a:gd name="connsiteY104" fmla="*/ 207962 h 331788"/>
                <a:gd name="connsiteX105" fmla="*/ 92075 w 233363"/>
                <a:gd name="connsiteY105" fmla="*/ 201442 h 331788"/>
                <a:gd name="connsiteX106" fmla="*/ 92075 w 233363"/>
                <a:gd name="connsiteY106" fmla="*/ 177969 h 331788"/>
                <a:gd name="connsiteX107" fmla="*/ 98550 w 233363"/>
                <a:gd name="connsiteY107" fmla="*/ 171449 h 331788"/>
                <a:gd name="connsiteX108" fmla="*/ 166687 w 233363"/>
                <a:gd name="connsiteY108" fmla="*/ 134937 h 331788"/>
                <a:gd name="connsiteX109" fmla="*/ 166687 w 233363"/>
                <a:gd name="connsiteY109" fmla="*/ 147637 h 331788"/>
                <a:gd name="connsiteX110" fmla="*/ 190500 w 233363"/>
                <a:gd name="connsiteY110" fmla="*/ 147637 h 331788"/>
                <a:gd name="connsiteX111" fmla="*/ 190500 w 233363"/>
                <a:gd name="connsiteY111" fmla="*/ 134937 h 331788"/>
                <a:gd name="connsiteX112" fmla="*/ 104775 w 233363"/>
                <a:gd name="connsiteY112" fmla="*/ 134937 h 331788"/>
                <a:gd name="connsiteX113" fmla="*/ 104775 w 233363"/>
                <a:gd name="connsiteY113" fmla="*/ 147637 h 331788"/>
                <a:gd name="connsiteX114" fmla="*/ 130175 w 233363"/>
                <a:gd name="connsiteY114" fmla="*/ 147637 h 331788"/>
                <a:gd name="connsiteX115" fmla="*/ 130175 w 233363"/>
                <a:gd name="connsiteY115" fmla="*/ 134937 h 331788"/>
                <a:gd name="connsiteX116" fmla="*/ 42862 w 233363"/>
                <a:gd name="connsiteY116" fmla="*/ 134937 h 331788"/>
                <a:gd name="connsiteX117" fmla="*/ 42862 w 233363"/>
                <a:gd name="connsiteY117" fmla="*/ 147637 h 331788"/>
                <a:gd name="connsiteX118" fmla="*/ 68262 w 233363"/>
                <a:gd name="connsiteY118" fmla="*/ 147637 h 331788"/>
                <a:gd name="connsiteX119" fmla="*/ 68262 w 233363"/>
                <a:gd name="connsiteY119" fmla="*/ 134937 h 331788"/>
                <a:gd name="connsiteX120" fmla="*/ 159167 w 233363"/>
                <a:gd name="connsiteY120" fmla="*/ 122237 h 331788"/>
                <a:gd name="connsiteX121" fmla="*/ 196725 w 233363"/>
                <a:gd name="connsiteY121" fmla="*/ 122237 h 331788"/>
                <a:gd name="connsiteX122" fmla="*/ 203200 w 233363"/>
                <a:gd name="connsiteY122" fmla="*/ 128757 h 331788"/>
                <a:gd name="connsiteX123" fmla="*/ 203200 w 233363"/>
                <a:gd name="connsiteY123" fmla="*/ 153534 h 331788"/>
                <a:gd name="connsiteX124" fmla="*/ 196725 w 233363"/>
                <a:gd name="connsiteY124" fmla="*/ 158750 h 331788"/>
                <a:gd name="connsiteX125" fmla="*/ 159167 w 233363"/>
                <a:gd name="connsiteY125" fmla="*/ 158750 h 331788"/>
                <a:gd name="connsiteX126" fmla="*/ 153987 w 233363"/>
                <a:gd name="connsiteY126" fmla="*/ 153534 h 331788"/>
                <a:gd name="connsiteX127" fmla="*/ 153987 w 233363"/>
                <a:gd name="connsiteY127" fmla="*/ 128757 h 331788"/>
                <a:gd name="connsiteX128" fmla="*/ 159167 w 233363"/>
                <a:gd name="connsiteY128" fmla="*/ 122237 h 331788"/>
                <a:gd name="connsiteX129" fmla="*/ 98550 w 233363"/>
                <a:gd name="connsiteY129" fmla="*/ 122237 h 331788"/>
                <a:gd name="connsiteX130" fmla="*/ 134812 w 233363"/>
                <a:gd name="connsiteY130" fmla="*/ 122237 h 331788"/>
                <a:gd name="connsiteX131" fmla="*/ 141288 w 233363"/>
                <a:gd name="connsiteY131" fmla="*/ 128757 h 331788"/>
                <a:gd name="connsiteX132" fmla="*/ 141288 w 233363"/>
                <a:gd name="connsiteY132" fmla="*/ 153534 h 331788"/>
                <a:gd name="connsiteX133" fmla="*/ 134812 w 233363"/>
                <a:gd name="connsiteY133" fmla="*/ 158750 h 331788"/>
                <a:gd name="connsiteX134" fmla="*/ 98550 w 233363"/>
                <a:gd name="connsiteY134" fmla="*/ 158750 h 331788"/>
                <a:gd name="connsiteX135" fmla="*/ 92075 w 233363"/>
                <a:gd name="connsiteY135" fmla="*/ 153534 h 331788"/>
                <a:gd name="connsiteX136" fmla="*/ 92075 w 233363"/>
                <a:gd name="connsiteY136" fmla="*/ 128757 h 331788"/>
                <a:gd name="connsiteX137" fmla="*/ 98550 w 233363"/>
                <a:gd name="connsiteY137" fmla="*/ 122237 h 331788"/>
                <a:gd name="connsiteX138" fmla="*/ 38225 w 233363"/>
                <a:gd name="connsiteY138" fmla="*/ 122237 h 331788"/>
                <a:gd name="connsiteX139" fmla="*/ 74487 w 233363"/>
                <a:gd name="connsiteY139" fmla="*/ 122237 h 331788"/>
                <a:gd name="connsiteX140" fmla="*/ 80963 w 233363"/>
                <a:gd name="connsiteY140" fmla="*/ 128757 h 331788"/>
                <a:gd name="connsiteX141" fmla="*/ 80963 w 233363"/>
                <a:gd name="connsiteY141" fmla="*/ 153534 h 331788"/>
                <a:gd name="connsiteX142" fmla="*/ 74487 w 233363"/>
                <a:gd name="connsiteY142" fmla="*/ 158750 h 331788"/>
                <a:gd name="connsiteX143" fmla="*/ 38225 w 233363"/>
                <a:gd name="connsiteY143" fmla="*/ 158750 h 331788"/>
                <a:gd name="connsiteX144" fmla="*/ 31750 w 233363"/>
                <a:gd name="connsiteY144" fmla="*/ 153534 h 331788"/>
                <a:gd name="connsiteX145" fmla="*/ 31750 w 233363"/>
                <a:gd name="connsiteY145" fmla="*/ 128757 h 331788"/>
                <a:gd name="connsiteX146" fmla="*/ 38225 w 233363"/>
                <a:gd name="connsiteY146" fmla="*/ 122237 h 331788"/>
                <a:gd name="connsiteX147" fmla="*/ 166687 w 233363"/>
                <a:gd name="connsiteY147" fmla="*/ 85724 h 331788"/>
                <a:gd name="connsiteX148" fmla="*/ 166687 w 233363"/>
                <a:gd name="connsiteY148" fmla="*/ 98424 h 331788"/>
                <a:gd name="connsiteX149" fmla="*/ 190500 w 233363"/>
                <a:gd name="connsiteY149" fmla="*/ 98424 h 331788"/>
                <a:gd name="connsiteX150" fmla="*/ 190500 w 233363"/>
                <a:gd name="connsiteY150" fmla="*/ 85724 h 331788"/>
                <a:gd name="connsiteX151" fmla="*/ 104775 w 233363"/>
                <a:gd name="connsiteY151" fmla="*/ 85724 h 331788"/>
                <a:gd name="connsiteX152" fmla="*/ 104775 w 233363"/>
                <a:gd name="connsiteY152" fmla="*/ 98424 h 331788"/>
                <a:gd name="connsiteX153" fmla="*/ 130175 w 233363"/>
                <a:gd name="connsiteY153" fmla="*/ 98424 h 331788"/>
                <a:gd name="connsiteX154" fmla="*/ 130175 w 233363"/>
                <a:gd name="connsiteY154" fmla="*/ 85724 h 331788"/>
                <a:gd name="connsiteX155" fmla="*/ 42862 w 233363"/>
                <a:gd name="connsiteY155" fmla="*/ 85724 h 331788"/>
                <a:gd name="connsiteX156" fmla="*/ 42862 w 233363"/>
                <a:gd name="connsiteY156" fmla="*/ 98424 h 331788"/>
                <a:gd name="connsiteX157" fmla="*/ 68262 w 233363"/>
                <a:gd name="connsiteY157" fmla="*/ 98424 h 331788"/>
                <a:gd name="connsiteX158" fmla="*/ 68262 w 233363"/>
                <a:gd name="connsiteY158" fmla="*/ 85724 h 331788"/>
                <a:gd name="connsiteX159" fmla="*/ 159167 w 233363"/>
                <a:gd name="connsiteY159" fmla="*/ 73024 h 331788"/>
                <a:gd name="connsiteX160" fmla="*/ 196725 w 233363"/>
                <a:gd name="connsiteY160" fmla="*/ 73024 h 331788"/>
                <a:gd name="connsiteX161" fmla="*/ 203200 w 233363"/>
                <a:gd name="connsiteY161" fmla="*/ 79544 h 331788"/>
                <a:gd name="connsiteX162" fmla="*/ 203200 w 233363"/>
                <a:gd name="connsiteY162" fmla="*/ 104321 h 331788"/>
                <a:gd name="connsiteX163" fmla="*/ 196725 w 233363"/>
                <a:gd name="connsiteY163" fmla="*/ 109537 h 331788"/>
                <a:gd name="connsiteX164" fmla="*/ 159167 w 233363"/>
                <a:gd name="connsiteY164" fmla="*/ 109537 h 331788"/>
                <a:gd name="connsiteX165" fmla="*/ 153987 w 233363"/>
                <a:gd name="connsiteY165" fmla="*/ 104321 h 331788"/>
                <a:gd name="connsiteX166" fmla="*/ 153987 w 233363"/>
                <a:gd name="connsiteY166" fmla="*/ 79544 h 331788"/>
                <a:gd name="connsiteX167" fmla="*/ 159167 w 233363"/>
                <a:gd name="connsiteY167" fmla="*/ 73024 h 331788"/>
                <a:gd name="connsiteX168" fmla="*/ 98550 w 233363"/>
                <a:gd name="connsiteY168" fmla="*/ 73024 h 331788"/>
                <a:gd name="connsiteX169" fmla="*/ 134812 w 233363"/>
                <a:gd name="connsiteY169" fmla="*/ 73024 h 331788"/>
                <a:gd name="connsiteX170" fmla="*/ 141288 w 233363"/>
                <a:gd name="connsiteY170" fmla="*/ 79544 h 331788"/>
                <a:gd name="connsiteX171" fmla="*/ 141288 w 233363"/>
                <a:gd name="connsiteY171" fmla="*/ 104321 h 331788"/>
                <a:gd name="connsiteX172" fmla="*/ 134812 w 233363"/>
                <a:gd name="connsiteY172" fmla="*/ 109537 h 331788"/>
                <a:gd name="connsiteX173" fmla="*/ 98550 w 233363"/>
                <a:gd name="connsiteY173" fmla="*/ 109537 h 331788"/>
                <a:gd name="connsiteX174" fmla="*/ 92075 w 233363"/>
                <a:gd name="connsiteY174" fmla="*/ 104321 h 331788"/>
                <a:gd name="connsiteX175" fmla="*/ 92075 w 233363"/>
                <a:gd name="connsiteY175" fmla="*/ 79544 h 331788"/>
                <a:gd name="connsiteX176" fmla="*/ 98550 w 233363"/>
                <a:gd name="connsiteY176" fmla="*/ 73024 h 331788"/>
                <a:gd name="connsiteX177" fmla="*/ 38225 w 233363"/>
                <a:gd name="connsiteY177" fmla="*/ 73024 h 331788"/>
                <a:gd name="connsiteX178" fmla="*/ 74487 w 233363"/>
                <a:gd name="connsiteY178" fmla="*/ 73024 h 331788"/>
                <a:gd name="connsiteX179" fmla="*/ 80963 w 233363"/>
                <a:gd name="connsiteY179" fmla="*/ 79544 h 331788"/>
                <a:gd name="connsiteX180" fmla="*/ 80963 w 233363"/>
                <a:gd name="connsiteY180" fmla="*/ 104321 h 331788"/>
                <a:gd name="connsiteX181" fmla="*/ 74487 w 233363"/>
                <a:gd name="connsiteY181" fmla="*/ 109537 h 331788"/>
                <a:gd name="connsiteX182" fmla="*/ 38225 w 233363"/>
                <a:gd name="connsiteY182" fmla="*/ 109537 h 331788"/>
                <a:gd name="connsiteX183" fmla="*/ 31750 w 233363"/>
                <a:gd name="connsiteY183" fmla="*/ 104321 h 331788"/>
                <a:gd name="connsiteX184" fmla="*/ 31750 w 233363"/>
                <a:gd name="connsiteY184" fmla="*/ 79544 h 331788"/>
                <a:gd name="connsiteX185" fmla="*/ 38225 w 233363"/>
                <a:gd name="connsiteY185" fmla="*/ 73024 h 331788"/>
                <a:gd name="connsiteX186" fmla="*/ 166687 w 233363"/>
                <a:gd name="connsiteY186" fmla="*/ 36512 h 331788"/>
                <a:gd name="connsiteX187" fmla="*/ 166687 w 233363"/>
                <a:gd name="connsiteY187" fmla="*/ 49212 h 331788"/>
                <a:gd name="connsiteX188" fmla="*/ 190500 w 233363"/>
                <a:gd name="connsiteY188" fmla="*/ 49212 h 331788"/>
                <a:gd name="connsiteX189" fmla="*/ 190500 w 233363"/>
                <a:gd name="connsiteY189" fmla="*/ 36512 h 331788"/>
                <a:gd name="connsiteX190" fmla="*/ 104775 w 233363"/>
                <a:gd name="connsiteY190" fmla="*/ 36512 h 331788"/>
                <a:gd name="connsiteX191" fmla="*/ 104775 w 233363"/>
                <a:gd name="connsiteY191" fmla="*/ 49212 h 331788"/>
                <a:gd name="connsiteX192" fmla="*/ 130175 w 233363"/>
                <a:gd name="connsiteY192" fmla="*/ 49212 h 331788"/>
                <a:gd name="connsiteX193" fmla="*/ 130175 w 233363"/>
                <a:gd name="connsiteY193" fmla="*/ 36512 h 331788"/>
                <a:gd name="connsiteX194" fmla="*/ 42862 w 233363"/>
                <a:gd name="connsiteY194" fmla="*/ 36512 h 331788"/>
                <a:gd name="connsiteX195" fmla="*/ 42862 w 233363"/>
                <a:gd name="connsiteY195" fmla="*/ 49212 h 331788"/>
                <a:gd name="connsiteX196" fmla="*/ 68262 w 233363"/>
                <a:gd name="connsiteY196" fmla="*/ 49212 h 331788"/>
                <a:gd name="connsiteX197" fmla="*/ 68262 w 233363"/>
                <a:gd name="connsiteY197" fmla="*/ 36512 h 331788"/>
                <a:gd name="connsiteX198" fmla="*/ 159167 w 233363"/>
                <a:gd name="connsiteY198" fmla="*/ 23812 h 331788"/>
                <a:gd name="connsiteX199" fmla="*/ 196725 w 233363"/>
                <a:gd name="connsiteY199" fmla="*/ 23812 h 331788"/>
                <a:gd name="connsiteX200" fmla="*/ 203200 w 233363"/>
                <a:gd name="connsiteY200" fmla="*/ 30332 h 331788"/>
                <a:gd name="connsiteX201" fmla="*/ 203200 w 233363"/>
                <a:gd name="connsiteY201" fmla="*/ 55109 h 331788"/>
                <a:gd name="connsiteX202" fmla="*/ 196725 w 233363"/>
                <a:gd name="connsiteY202" fmla="*/ 60325 h 331788"/>
                <a:gd name="connsiteX203" fmla="*/ 159167 w 233363"/>
                <a:gd name="connsiteY203" fmla="*/ 60325 h 331788"/>
                <a:gd name="connsiteX204" fmla="*/ 153987 w 233363"/>
                <a:gd name="connsiteY204" fmla="*/ 55109 h 331788"/>
                <a:gd name="connsiteX205" fmla="*/ 153987 w 233363"/>
                <a:gd name="connsiteY205" fmla="*/ 30332 h 331788"/>
                <a:gd name="connsiteX206" fmla="*/ 159167 w 233363"/>
                <a:gd name="connsiteY206" fmla="*/ 23812 h 331788"/>
                <a:gd name="connsiteX207" fmla="*/ 98550 w 233363"/>
                <a:gd name="connsiteY207" fmla="*/ 23812 h 331788"/>
                <a:gd name="connsiteX208" fmla="*/ 134812 w 233363"/>
                <a:gd name="connsiteY208" fmla="*/ 23812 h 331788"/>
                <a:gd name="connsiteX209" fmla="*/ 141288 w 233363"/>
                <a:gd name="connsiteY209" fmla="*/ 30332 h 331788"/>
                <a:gd name="connsiteX210" fmla="*/ 141288 w 233363"/>
                <a:gd name="connsiteY210" fmla="*/ 55109 h 331788"/>
                <a:gd name="connsiteX211" fmla="*/ 134812 w 233363"/>
                <a:gd name="connsiteY211" fmla="*/ 60325 h 331788"/>
                <a:gd name="connsiteX212" fmla="*/ 98550 w 233363"/>
                <a:gd name="connsiteY212" fmla="*/ 60325 h 331788"/>
                <a:gd name="connsiteX213" fmla="*/ 92075 w 233363"/>
                <a:gd name="connsiteY213" fmla="*/ 55109 h 331788"/>
                <a:gd name="connsiteX214" fmla="*/ 92075 w 233363"/>
                <a:gd name="connsiteY214" fmla="*/ 30332 h 331788"/>
                <a:gd name="connsiteX215" fmla="*/ 98550 w 233363"/>
                <a:gd name="connsiteY215" fmla="*/ 23812 h 331788"/>
                <a:gd name="connsiteX216" fmla="*/ 38225 w 233363"/>
                <a:gd name="connsiteY216" fmla="*/ 23812 h 331788"/>
                <a:gd name="connsiteX217" fmla="*/ 74487 w 233363"/>
                <a:gd name="connsiteY217" fmla="*/ 23812 h 331788"/>
                <a:gd name="connsiteX218" fmla="*/ 80963 w 233363"/>
                <a:gd name="connsiteY218" fmla="*/ 30332 h 331788"/>
                <a:gd name="connsiteX219" fmla="*/ 80963 w 233363"/>
                <a:gd name="connsiteY219" fmla="*/ 55109 h 331788"/>
                <a:gd name="connsiteX220" fmla="*/ 74487 w 233363"/>
                <a:gd name="connsiteY220" fmla="*/ 60325 h 331788"/>
                <a:gd name="connsiteX221" fmla="*/ 38225 w 233363"/>
                <a:gd name="connsiteY221" fmla="*/ 60325 h 331788"/>
                <a:gd name="connsiteX222" fmla="*/ 31750 w 233363"/>
                <a:gd name="connsiteY222" fmla="*/ 55109 h 331788"/>
                <a:gd name="connsiteX223" fmla="*/ 31750 w 233363"/>
                <a:gd name="connsiteY223" fmla="*/ 30332 h 331788"/>
                <a:gd name="connsiteX224" fmla="*/ 38225 w 233363"/>
                <a:gd name="connsiteY224" fmla="*/ 23812 h 331788"/>
                <a:gd name="connsiteX225" fmla="*/ 19050 w 233363"/>
                <a:gd name="connsiteY225" fmla="*/ 11112 h 331788"/>
                <a:gd name="connsiteX226" fmla="*/ 19050 w 233363"/>
                <a:gd name="connsiteY226" fmla="*/ 319087 h 331788"/>
                <a:gd name="connsiteX227" fmla="*/ 92054 w 233363"/>
                <a:gd name="connsiteY227" fmla="*/ 319087 h 331788"/>
                <a:gd name="connsiteX228" fmla="*/ 92054 w 233363"/>
                <a:gd name="connsiteY228" fmla="*/ 275091 h 331788"/>
                <a:gd name="connsiteX229" fmla="*/ 98572 w 233363"/>
                <a:gd name="connsiteY229" fmla="*/ 269915 h 331788"/>
                <a:gd name="connsiteX230" fmla="*/ 135074 w 233363"/>
                <a:gd name="connsiteY230" fmla="*/ 269915 h 331788"/>
                <a:gd name="connsiteX231" fmla="*/ 141592 w 233363"/>
                <a:gd name="connsiteY231" fmla="*/ 275091 h 331788"/>
                <a:gd name="connsiteX232" fmla="*/ 141592 w 233363"/>
                <a:gd name="connsiteY232" fmla="*/ 319087 h 331788"/>
                <a:gd name="connsiteX233" fmla="*/ 215900 w 233363"/>
                <a:gd name="connsiteY233" fmla="*/ 319087 h 331788"/>
                <a:gd name="connsiteX234" fmla="*/ 215900 w 233363"/>
                <a:gd name="connsiteY234" fmla="*/ 11112 h 331788"/>
                <a:gd name="connsiteX235" fmla="*/ 19050 w 233363"/>
                <a:gd name="connsiteY235" fmla="*/ 11112 h 331788"/>
                <a:gd name="connsiteX236" fmla="*/ 12964 w 233363"/>
                <a:gd name="connsiteY236" fmla="*/ 0 h 331788"/>
                <a:gd name="connsiteX237" fmla="*/ 220399 w 233363"/>
                <a:gd name="connsiteY237" fmla="*/ 0 h 331788"/>
                <a:gd name="connsiteX238" fmla="*/ 221695 w 233363"/>
                <a:gd name="connsiteY238" fmla="*/ 0 h 331788"/>
                <a:gd name="connsiteX239" fmla="*/ 226881 w 233363"/>
                <a:gd name="connsiteY239" fmla="*/ 6480 h 331788"/>
                <a:gd name="connsiteX240" fmla="*/ 226881 w 233363"/>
                <a:gd name="connsiteY240" fmla="*/ 320124 h 331788"/>
                <a:gd name="connsiteX241" fmla="*/ 233363 w 233363"/>
                <a:gd name="connsiteY241" fmla="*/ 325308 h 331788"/>
                <a:gd name="connsiteX242" fmla="*/ 226881 w 233363"/>
                <a:gd name="connsiteY242" fmla="*/ 331788 h 331788"/>
                <a:gd name="connsiteX243" fmla="*/ 6482 w 233363"/>
                <a:gd name="connsiteY243" fmla="*/ 331788 h 331788"/>
                <a:gd name="connsiteX244" fmla="*/ 0 w 233363"/>
                <a:gd name="connsiteY244" fmla="*/ 325308 h 331788"/>
                <a:gd name="connsiteX245" fmla="*/ 6482 w 233363"/>
                <a:gd name="connsiteY245" fmla="*/ 320124 h 331788"/>
                <a:gd name="connsiteX246" fmla="*/ 6482 w 233363"/>
                <a:gd name="connsiteY246" fmla="*/ 6480 h 331788"/>
                <a:gd name="connsiteX247" fmla="*/ 12964 w 233363"/>
                <a:gd name="connsiteY247" fmla="*/ 0 h 331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</a:cxnLst>
              <a:rect l="l" t="t" r="r" b="b"/>
              <a:pathLst>
                <a:path w="233363" h="331788">
                  <a:moveTo>
                    <a:pt x="166687" y="282575"/>
                  </a:moveTo>
                  <a:lnTo>
                    <a:pt x="166687" y="293688"/>
                  </a:lnTo>
                  <a:lnTo>
                    <a:pt x="190500" y="293688"/>
                  </a:lnTo>
                  <a:lnTo>
                    <a:pt x="190500" y="282575"/>
                  </a:lnTo>
                  <a:close/>
                  <a:moveTo>
                    <a:pt x="104775" y="282575"/>
                  </a:moveTo>
                  <a:lnTo>
                    <a:pt x="104775" y="319088"/>
                  </a:lnTo>
                  <a:lnTo>
                    <a:pt x="130175" y="319088"/>
                  </a:lnTo>
                  <a:lnTo>
                    <a:pt x="130175" y="282575"/>
                  </a:lnTo>
                  <a:close/>
                  <a:moveTo>
                    <a:pt x="42862" y="282575"/>
                  </a:moveTo>
                  <a:lnTo>
                    <a:pt x="42862" y="293688"/>
                  </a:lnTo>
                  <a:lnTo>
                    <a:pt x="68262" y="293688"/>
                  </a:lnTo>
                  <a:lnTo>
                    <a:pt x="68262" y="282575"/>
                  </a:lnTo>
                  <a:close/>
                  <a:moveTo>
                    <a:pt x="159167" y="269875"/>
                  </a:moveTo>
                  <a:cubicBezTo>
                    <a:pt x="159167" y="269875"/>
                    <a:pt x="159167" y="269875"/>
                    <a:pt x="196725" y="269875"/>
                  </a:cubicBezTo>
                  <a:cubicBezTo>
                    <a:pt x="199315" y="269875"/>
                    <a:pt x="203200" y="272483"/>
                    <a:pt x="203200" y="275091"/>
                  </a:cubicBezTo>
                  <a:cubicBezTo>
                    <a:pt x="203200" y="275091"/>
                    <a:pt x="203200" y="275091"/>
                    <a:pt x="203200" y="299868"/>
                  </a:cubicBezTo>
                  <a:cubicBezTo>
                    <a:pt x="203200" y="303780"/>
                    <a:pt x="199315" y="306388"/>
                    <a:pt x="196725" y="306388"/>
                  </a:cubicBezTo>
                  <a:cubicBezTo>
                    <a:pt x="196725" y="306388"/>
                    <a:pt x="196725" y="306388"/>
                    <a:pt x="159167" y="306388"/>
                  </a:cubicBezTo>
                  <a:cubicBezTo>
                    <a:pt x="156577" y="306388"/>
                    <a:pt x="153987" y="303780"/>
                    <a:pt x="153987" y="299868"/>
                  </a:cubicBezTo>
                  <a:cubicBezTo>
                    <a:pt x="153987" y="299868"/>
                    <a:pt x="153987" y="299868"/>
                    <a:pt x="153987" y="275091"/>
                  </a:cubicBezTo>
                  <a:cubicBezTo>
                    <a:pt x="153987" y="272483"/>
                    <a:pt x="156577" y="269875"/>
                    <a:pt x="159167" y="269875"/>
                  </a:cubicBezTo>
                  <a:close/>
                  <a:moveTo>
                    <a:pt x="38225" y="269875"/>
                  </a:moveTo>
                  <a:cubicBezTo>
                    <a:pt x="38225" y="269875"/>
                    <a:pt x="38225" y="269875"/>
                    <a:pt x="74487" y="269875"/>
                  </a:cubicBezTo>
                  <a:cubicBezTo>
                    <a:pt x="78373" y="269875"/>
                    <a:pt x="80963" y="272483"/>
                    <a:pt x="80963" y="275091"/>
                  </a:cubicBezTo>
                  <a:cubicBezTo>
                    <a:pt x="80963" y="275091"/>
                    <a:pt x="80963" y="275091"/>
                    <a:pt x="80963" y="299868"/>
                  </a:cubicBezTo>
                  <a:cubicBezTo>
                    <a:pt x="80963" y="303780"/>
                    <a:pt x="78373" y="306388"/>
                    <a:pt x="74487" y="306388"/>
                  </a:cubicBezTo>
                  <a:cubicBezTo>
                    <a:pt x="74487" y="306388"/>
                    <a:pt x="74487" y="306388"/>
                    <a:pt x="38225" y="306388"/>
                  </a:cubicBezTo>
                  <a:cubicBezTo>
                    <a:pt x="34340" y="306388"/>
                    <a:pt x="31750" y="303780"/>
                    <a:pt x="31750" y="299868"/>
                  </a:cubicBezTo>
                  <a:cubicBezTo>
                    <a:pt x="31750" y="299868"/>
                    <a:pt x="31750" y="299868"/>
                    <a:pt x="31750" y="275091"/>
                  </a:cubicBezTo>
                  <a:cubicBezTo>
                    <a:pt x="31750" y="272483"/>
                    <a:pt x="34340" y="269875"/>
                    <a:pt x="38225" y="269875"/>
                  </a:cubicBezTo>
                  <a:close/>
                  <a:moveTo>
                    <a:pt x="166687" y="233362"/>
                  </a:moveTo>
                  <a:lnTo>
                    <a:pt x="166687" y="246062"/>
                  </a:lnTo>
                  <a:lnTo>
                    <a:pt x="190500" y="246062"/>
                  </a:lnTo>
                  <a:lnTo>
                    <a:pt x="190500" y="233362"/>
                  </a:lnTo>
                  <a:close/>
                  <a:moveTo>
                    <a:pt x="104775" y="233362"/>
                  </a:moveTo>
                  <a:lnTo>
                    <a:pt x="104775" y="246062"/>
                  </a:lnTo>
                  <a:lnTo>
                    <a:pt x="130175" y="246062"/>
                  </a:lnTo>
                  <a:lnTo>
                    <a:pt x="130175" y="233362"/>
                  </a:lnTo>
                  <a:close/>
                  <a:moveTo>
                    <a:pt x="42862" y="233362"/>
                  </a:moveTo>
                  <a:lnTo>
                    <a:pt x="42862" y="246062"/>
                  </a:lnTo>
                  <a:lnTo>
                    <a:pt x="68262" y="246062"/>
                  </a:lnTo>
                  <a:lnTo>
                    <a:pt x="68262" y="233362"/>
                  </a:lnTo>
                  <a:close/>
                  <a:moveTo>
                    <a:pt x="159167" y="220662"/>
                  </a:moveTo>
                  <a:cubicBezTo>
                    <a:pt x="159167" y="220662"/>
                    <a:pt x="159167" y="220662"/>
                    <a:pt x="196725" y="220662"/>
                  </a:cubicBezTo>
                  <a:cubicBezTo>
                    <a:pt x="199315" y="220662"/>
                    <a:pt x="203200" y="223270"/>
                    <a:pt x="203200" y="227182"/>
                  </a:cubicBezTo>
                  <a:cubicBezTo>
                    <a:pt x="203200" y="227182"/>
                    <a:pt x="203200" y="227182"/>
                    <a:pt x="203200" y="250655"/>
                  </a:cubicBezTo>
                  <a:cubicBezTo>
                    <a:pt x="203200" y="254567"/>
                    <a:pt x="199315" y="257175"/>
                    <a:pt x="196725" y="257175"/>
                  </a:cubicBezTo>
                  <a:cubicBezTo>
                    <a:pt x="196725" y="257175"/>
                    <a:pt x="196725" y="257175"/>
                    <a:pt x="159167" y="257175"/>
                  </a:cubicBezTo>
                  <a:cubicBezTo>
                    <a:pt x="156577" y="257175"/>
                    <a:pt x="153987" y="254567"/>
                    <a:pt x="153987" y="250655"/>
                  </a:cubicBezTo>
                  <a:cubicBezTo>
                    <a:pt x="153987" y="250655"/>
                    <a:pt x="153987" y="250655"/>
                    <a:pt x="153987" y="227182"/>
                  </a:cubicBezTo>
                  <a:cubicBezTo>
                    <a:pt x="153987" y="223270"/>
                    <a:pt x="156577" y="220662"/>
                    <a:pt x="159167" y="220662"/>
                  </a:cubicBezTo>
                  <a:close/>
                  <a:moveTo>
                    <a:pt x="98550" y="220662"/>
                  </a:moveTo>
                  <a:cubicBezTo>
                    <a:pt x="98550" y="220662"/>
                    <a:pt x="98550" y="220662"/>
                    <a:pt x="134812" y="220662"/>
                  </a:cubicBezTo>
                  <a:cubicBezTo>
                    <a:pt x="138698" y="220662"/>
                    <a:pt x="141288" y="223270"/>
                    <a:pt x="141288" y="227182"/>
                  </a:cubicBezTo>
                  <a:cubicBezTo>
                    <a:pt x="141288" y="227182"/>
                    <a:pt x="141288" y="227182"/>
                    <a:pt x="141288" y="250655"/>
                  </a:cubicBezTo>
                  <a:cubicBezTo>
                    <a:pt x="141288" y="254567"/>
                    <a:pt x="138698" y="257175"/>
                    <a:pt x="134812" y="257175"/>
                  </a:cubicBezTo>
                  <a:cubicBezTo>
                    <a:pt x="134812" y="257175"/>
                    <a:pt x="134812" y="257175"/>
                    <a:pt x="98550" y="257175"/>
                  </a:cubicBezTo>
                  <a:cubicBezTo>
                    <a:pt x="94665" y="257175"/>
                    <a:pt x="92075" y="254567"/>
                    <a:pt x="92075" y="250655"/>
                  </a:cubicBezTo>
                  <a:cubicBezTo>
                    <a:pt x="92075" y="250655"/>
                    <a:pt x="92075" y="250655"/>
                    <a:pt x="92075" y="227182"/>
                  </a:cubicBezTo>
                  <a:cubicBezTo>
                    <a:pt x="92075" y="223270"/>
                    <a:pt x="94665" y="220662"/>
                    <a:pt x="98550" y="220662"/>
                  </a:cubicBezTo>
                  <a:close/>
                  <a:moveTo>
                    <a:pt x="38225" y="220662"/>
                  </a:moveTo>
                  <a:cubicBezTo>
                    <a:pt x="38225" y="220662"/>
                    <a:pt x="38225" y="220662"/>
                    <a:pt x="74487" y="220662"/>
                  </a:cubicBezTo>
                  <a:cubicBezTo>
                    <a:pt x="78373" y="220662"/>
                    <a:pt x="80963" y="223270"/>
                    <a:pt x="80963" y="227182"/>
                  </a:cubicBezTo>
                  <a:cubicBezTo>
                    <a:pt x="80963" y="227182"/>
                    <a:pt x="80963" y="227182"/>
                    <a:pt x="80963" y="250655"/>
                  </a:cubicBezTo>
                  <a:cubicBezTo>
                    <a:pt x="80963" y="254567"/>
                    <a:pt x="78373" y="257175"/>
                    <a:pt x="74487" y="257175"/>
                  </a:cubicBezTo>
                  <a:cubicBezTo>
                    <a:pt x="74487" y="257175"/>
                    <a:pt x="74487" y="257175"/>
                    <a:pt x="38225" y="257175"/>
                  </a:cubicBezTo>
                  <a:cubicBezTo>
                    <a:pt x="34340" y="257175"/>
                    <a:pt x="31750" y="254567"/>
                    <a:pt x="31750" y="250655"/>
                  </a:cubicBezTo>
                  <a:cubicBezTo>
                    <a:pt x="31750" y="250655"/>
                    <a:pt x="31750" y="250655"/>
                    <a:pt x="31750" y="227182"/>
                  </a:cubicBezTo>
                  <a:cubicBezTo>
                    <a:pt x="31750" y="223270"/>
                    <a:pt x="34340" y="220662"/>
                    <a:pt x="38225" y="220662"/>
                  </a:cubicBezTo>
                  <a:close/>
                  <a:moveTo>
                    <a:pt x="166687" y="184149"/>
                  </a:moveTo>
                  <a:lnTo>
                    <a:pt x="166687" y="196849"/>
                  </a:lnTo>
                  <a:lnTo>
                    <a:pt x="190500" y="196849"/>
                  </a:lnTo>
                  <a:lnTo>
                    <a:pt x="190500" y="184149"/>
                  </a:lnTo>
                  <a:close/>
                  <a:moveTo>
                    <a:pt x="104775" y="184149"/>
                  </a:moveTo>
                  <a:lnTo>
                    <a:pt x="104775" y="196849"/>
                  </a:lnTo>
                  <a:lnTo>
                    <a:pt x="130175" y="196849"/>
                  </a:lnTo>
                  <a:lnTo>
                    <a:pt x="130175" y="184149"/>
                  </a:lnTo>
                  <a:close/>
                  <a:moveTo>
                    <a:pt x="42862" y="184149"/>
                  </a:moveTo>
                  <a:lnTo>
                    <a:pt x="42862" y="196849"/>
                  </a:lnTo>
                  <a:lnTo>
                    <a:pt x="68262" y="196849"/>
                  </a:lnTo>
                  <a:lnTo>
                    <a:pt x="68262" y="184149"/>
                  </a:lnTo>
                  <a:close/>
                  <a:moveTo>
                    <a:pt x="38225" y="171450"/>
                  </a:moveTo>
                  <a:cubicBezTo>
                    <a:pt x="38225" y="171450"/>
                    <a:pt x="38225" y="171450"/>
                    <a:pt x="74487" y="171450"/>
                  </a:cubicBezTo>
                  <a:cubicBezTo>
                    <a:pt x="78373" y="171450"/>
                    <a:pt x="80963" y="174058"/>
                    <a:pt x="80963" y="177970"/>
                  </a:cubicBezTo>
                  <a:cubicBezTo>
                    <a:pt x="80963" y="177970"/>
                    <a:pt x="80963" y="177970"/>
                    <a:pt x="80963" y="201443"/>
                  </a:cubicBezTo>
                  <a:cubicBezTo>
                    <a:pt x="80963" y="205355"/>
                    <a:pt x="78373" y="207963"/>
                    <a:pt x="74487" y="207963"/>
                  </a:cubicBezTo>
                  <a:cubicBezTo>
                    <a:pt x="74487" y="207963"/>
                    <a:pt x="74487" y="207963"/>
                    <a:pt x="38225" y="207963"/>
                  </a:cubicBezTo>
                  <a:cubicBezTo>
                    <a:pt x="34340" y="207963"/>
                    <a:pt x="31750" y="205355"/>
                    <a:pt x="31750" y="201443"/>
                  </a:cubicBezTo>
                  <a:cubicBezTo>
                    <a:pt x="31750" y="201443"/>
                    <a:pt x="31750" y="201443"/>
                    <a:pt x="31750" y="177970"/>
                  </a:cubicBezTo>
                  <a:cubicBezTo>
                    <a:pt x="31750" y="174058"/>
                    <a:pt x="34340" y="171450"/>
                    <a:pt x="38225" y="171450"/>
                  </a:cubicBezTo>
                  <a:close/>
                  <a:moveTo>
                    <a:pt x="159167" y="171449"/>
                  </a:moveTo>
                  <a:cubicBezTo>
                    <a:pt x="159167" y="171449"/>
                    <a:pt x="159167" y="171449"/>
                    <a:pt x="196725" y="171449"/>
                  </a:cubicBezTo>
                  <a:cubicBezTo>
                    <a:pt x="199315" y="171449"/>
                    <a:pt x="203200" y="174057"/>
                    <a:pt x="203200" y="177969"/>
                  </a:cubicBezTo>
                  <a:cubicBezTo>
                    <a:pt x="203200" y="177969"/>
                    <a:pt x="203200" y="177969"/>
                    <a:pt x="203200" y="201442"/>
                  </a:cubicBezTo>
                  <a:cubicBezTo>
                    <a:pt x="203200" y="205354"/>
                    <a:pt x="199315" y="207962"/>
                    <a:pt x="196725" y="207962"/>
                  </a:cubicBezTo>
                  <a:cubicBezTo>
                    <a:pt x="196725" y="207962"/>
                    <a:pt x="196725" y="207962"/>
                    <a:pt x="159167" y="207962"/>
                  </a:cubicBezTo>
                  <a:cubicBezTo>
                    <a:pt x="156577" y="207962"/>
                    <a:pt x="153987" y="205354"/>
                    <a:pt x="153987" y="201442"/>
                  </a:cubicBezTo>
                  <a:cubicBezTo>
                    <a:pt x="153987" y="201442"/>
                    <a:pt x="153987" y="201442"/>
                    <a:pt x="153987" y="177969"/>
                  </a:cubicBezTo>
                  <a:cubicBezTo>
                    <a:pt x="153987" y="174057"/>
                    <a:pt x="156577" y="171449"/>
                    <a:pt x="159167" y="171449"/>
                  </a:cubicBezTo>
                  <a:close/>
                  <a:moveTo>
                    <a:pt x="98550" y="171449"/>
                  </a:moveTo>
                  <a:cubicBezTo>
                    <a:pt x="98550" y="171449"/>
                    <a:pt x="98550" y="171449"/>
                    <a:pt x="134812" y="171449"/>
                  </a:cubicBezTo>
                  <a:cubicBezTo>
                    <a:pt x="138698" y="171449"/>
                    <a:pt x="141288" y="174057"/>
                    <a:pt x="141288" y="177969"/>
                  </a:cubicBezTo>
                  <a:cubicBezTo>
                    <a:pt x="141288" y="177969"/>
                    <a:pt x="141288" y="177969"/>
                    <a:pt x="141288" y="201442"/>
                  </a:cubicBezTo>
                  <a:cubicBezTo>
                    <a:pt x="141288" y="205354"/>
                    <a:pt x="138698" y="207962"/>
                    <a:pt x="134812" y="207962"/>
                  </a:cubicBezTo>
                  <a:cubicBezTo>
                    <a:pt x="134812" y="207962"/>
                    <a:pt x="134812" y="207962"/>
                    <a:pt x="98550" y="207962"/>
                  </a:cubicBezTo>
                  <a:cubicBezTo>
                    <a:pt x="94665" y="207962"/>
                    <a:pt x="92075" y="205354"/>
                    <a:pt x="92075" y="201442"/>
                  </a:cubicBezTo>
                  <a:cubicBezTo>
                    <a:pt x="92075" y="201442"/>
                    <a:pt x="92075" y="201442"/>
                    <a:pt x="92075" y="177969"/>
                  </a:cubicBezTo>
                  <a:cubicBezTo>
                    <a:pt x="92075" y="174057"/>
                    <a:pt x="94665" y="171449"/>
                    <a:pt x="98550" y="171449"/>
                  </a:cubicBezTo>
                  <a:close/>
                  <a:moveTo>
                    <a:pt x="166687" y="134937"/>
                  </a:moveTo>
                  <a:lnTo>
                    <a:pt x="166687" y="147637"/>
                  </a:lnTo>
                  <a:lnTo>
                    <a:pt x="190500" y="147637"/>
                  </a:lnTo>
                  <a:lnTo>
                    <a:pt x="190500" y="134937"/>
                  </a:lnTo>
                  <a:close/>
                  <a:moveTo>
                    <a:pt x="104775" y="134937"/>
                  </a:moveTo>
                  <a:lnTo>
                    <a:pt x="104775" y="147637"/>
                  </a:lnTo>
                  <a:lnTo>
                    <a:pt x="130175" y="147637"/>
                  </a:lnTo>
                  <a:lnTo>
                    <a:pt x="130175" y="134937"/>
                  </a:lnTo>
                  <a:close/>
                  <a:moveTo>
                    <a:pt x="42862" y="134937"/>
                  </a:moveTo>
                  <a:lnTo>
                    <a:pt x="42862" y="147637"/>
                  </a:lnTo>
                  <a:lnTo>
                    <a:pt x="68262" y="147637"/>
                  </a:lnTo>
                  <a:lnTo>
                    <a:pt x="68262" y="134937"/>
                  </a:lnTo>
                  <a:close/>
                  <a:moveTo>
                    <a:pt x="159167" y="122237"/>
                  </a:moveTo>
                  <a:cubicBezTo>
                    <a:pt x="159167" y="122237"/>
                    <a:pt x="159167" y="122237"/>
                    <a:pt x="196725" y="122237"/>
                  </a:cubicBezTo>
                  <a:cubicBezTo>
                    <a:pt x="199315" y="122237"/>
                    <a:pt x="203200" y="124845"/>
                    <a:pt x="203200" y="128757"/>
                  </a:cubicBezTo>
                  <a:cubicBezTo>
                    <a:pt x="203200" y="128757"/>
                    <a:pt x="203200" y="128757"/>
                    <a:pt x="203200" y="153534"/>
                  </a:cubicBezTo>
                  <a:cubicBezTo>
                    <a:pt x="203200" y="156142"/>
                    <a:pt x="199315" y="158750"/>
                    <a:pt x="196725" y="158750"/>
                  </a:cubicBezTo>
                  <a:cubicBezTo>
                    <a:pt x="196725" y="158750"/>
                    <a:pt x="196725" y="158750"/>
                    <a:pt x="159167" y="158750"/>
                  </a:cubicBezTo>
                  <a:cubicBezTo>
                    <a:pt x="156577" y="158750"/>
                    <a:pt x="153987" y="156142"/>
                    <a:pt x="153987" y="153534"/>
                  </a:cubicBezTo>
                  <a:cubicBezTo>
                    <a:pt x="153987" y="153534"/>
                    <a:pt x="153987" y="153534"/>
                    <a:pt x="153987" y="128757"/>
                  </a:cubicBezTo>
                  <a:cubicBezTo>
                    <a:pt x="153987" y="124845"/>
                    <a:pt x="156577" y="122237"/>
                    <a:pt x="159167" y="122237"/>
                  </a:cubicBezTo>
                  <a:close/>
                  <a:moveTo>
                    <a:pt x="98550" y="122237"/>
                  </a:moveTo>
                  <a:cubicBezTo>
                    <a:pt x="98550" y="122237"/>
                    <a:pt x="98550" y="122237"/>
                    <a:pt x="134812" y="122237"/>
                  </a:cubicBezTo>
                  <a:cubicBezTo>
                    <a:pt x="138698" y="122237"/>
                    <a:pt x="141288" y="124845"/>
                    <a:pt x="141288" y="128757"/>
                  </a:cubicBezTo>
                  <a:cubicBezTo>
                    <a:pt x="141288" y="128757"/>
                    <a:pt x="141288" y="128757"/>
                    <a:pt x="141288" y="153534"/>
                  </a:cubicBezTo>
                  <a:cubicBezTo>
                    <a:pt x="141288" y="156142"/>
                    <a:pt x="138698" y="158750"/>
                    <a:pt x="134812" y="158750"/>
                  </a:cubicBezTo>
                  <a:cubicBezTo>
                    <a:pt x="134812" y="158750"/>
                    <a:pt x="134812" y="158750"/>
                    <a:pt x="98550" y="158750"/>
                  </a:cubicBezTo>
                  <a:cubicBezTo>
                    <a:pt x="94665" y="158750"/>
                    <a:pt x="92075" y="156142"/>
                    <a:pt x="92075" y="153534"/>
                  </a:cubicBezTo>
                  <a:cubicBezTo>
                    <a:pt x="92075" y="153534"/>
                    <a:pt x="92075" y="153534"/>
                    <a:pt x="92075" y="128757"/>
                  </a:cubicBezTo>
                  <a:cubicBezTo>
                    <a:pt x="92075" y="124845"/>
                    <a:pt x="94665" y="122237"/>
                    <a:pt x="98550" y="122237"/>
                  </a:cubicBezTo>
                  <a:close/>
                  <a:moveTo>
                    <a:pt x="38225" y="122237"/>
                  </a:moveTo>
                  <a:cubicBezTo>
                    <a:pt x="38225" y="122237"/>
                    <a:pt x="38225" y="122237"/>
                    <a:pt x="74487" y="122237"/>
                  </a:cubicBezTo>
                  <a:cubicBezTo>
                    <a:pt x="78373" y="122237"/>
                    <a:pt x="80963" y="124845"/>
                    <a:pt x="80963" y="128757"/>
                  </a:cubicBezTo>
                  <a:cubicBezTo>
                    <a:pt x="80963" y="128757"/>
                    <a:pt x="80963" y="128757"/>
                    <a:pt x="80963" y="153534"/>
                  </a:cubicBezTo>
                  <a:cubicBezTo>
                    <a:pt x="80963" y="156142"/>
                    <a:pt x="78373" y="158750"/>
                    <a:pt x="74487" y="158750"/>
                  </a:cubicBezTo>
                  <a:cubicBezTo>
                    <a:pt x="74487" y="158750"/>
                    <a:pt x="74487" y="158750"/>
                    <a:pt x="38225" y="158750"/>
                  </a:cubicBezTo>
                  <a:cubicBezTo>
                    <a:pt x="34340" y="158750"/>
                    <a:pt x="31750" y="156142"/>
                    <a:pt x="31750" y="153534"/>
                  </a:cubicBezTo>
                  <a:cubicBezTo>
                    <a:pt x="31750" y="153534"/>
                    <a:pt x="31750" y="153534"/>
                    <a:pt x="31750" y="128757"/>
                  </a:cubicBezTo>
                  <a:cubicBezTo>
                    <a:pt x="31750" y="124845"/>
                    <a:pt x="34340" y="122237"/>
                    <a:pt x="38225" y="122237"/>
                  </a:cubicBezTo>
                  <a:close/>
                  <a:moveTo>
                    <a:pt x="166687" y="85724"/>
                  </a:moveTo>
                  <a:lnTo>
                    <a:pt x="166687" y="98424"/>
                  </a:lnTo>
                  <a:lnTo>
                    <a:pt x="190500" y="98424"/>
                  </a:lnTo>
                  <a:lnTo>
                    <a:pt x="190500" y="85724"/>
                  </a:lnTo>
                  <a:close/>
                  <a:moveTo>
                    <a:pt x="104775" y="85724"/>
                  </a:moveTo>
                  <a:lnTo>
                    <a:pt x="104775" y="98424"/>
                  </a:lnTo>
                  <a:lnTo>
                    <a:pt x="130175" y="98424"/>
                  </a:lnTo>
                  <a:lnTo>
                    <a:pt x="130175" y="85724"/>
                  </a:lnTo>
                  <a:close/>
                  <a:moveTo>
                    <a:pt x="42862" y="85724"/>
                  </a:moveTo>
                  <a:lnTo>
                    <a:pt x="42862" y="98424"/>
                  </a:lnTo>
                  <a:lnTo>
                    <a:pt x="68262" y="98424"/>
                  </a:lnTo>
                  <a:lnTo>
                    <a:pt x="68262" y="85724"/>
                  </a:lnTo>
                  <a:close/>
                  <a:moveTo>
                    <a:pt x="159167" y="73024"/>
                  </a:moveTo>
                  <a:cubicBezTo>
                    <a:pt x="159167" y="73024"/>
                    <a:pt x="159167" y="73024"/>
                    <a:pt x="196725" y="73024"/>
                  </a:cubicBezTo>
                  <a:cubicBezTo>
                    <a:pt x="199315" y="73024"/>
                    <a:pt x="203200" y="75632"/>
                    <a:pt x="203200" y="79544"/>
                  </a:cubicBezTo>
                  <a:cubicBezTo>
                    <a:pt x="203200" y="79544"/>
                    <a:pt x="203200" y="79544"/>
                    <a:pt x="203200" y="104321"/>
                  </a:cubicBezTo>
                  <a:cubicBezTo>
                    <a:pt x="203200" y="106929"/>
                    <a:pt x="199315" y="109537"/>
                    <a:pt x="196725" y="109537"/>
                  </a:cubicBezTo>
                  <a:cubicBezTo>
                    <a:pt x="196725" y="109537"/>
                    <a:pt x="196725" y="109537"/>
                    <a:pt x="159167" y="109537"/>
                  </a:cubicBezTo>
                  <a:cubicBezTo>
                    <a:pt x="156577" y="109537"/>
                    <a:pt x="153987" y="106929"/>
                    <a:pt x="153987" y="104321"/>
                  </a:cubicBezTo>
                  <a:cubicBezTo>
                    <a:pt x="153987" y="104321"/>
                    <a:pt x="153987" y="104321"/>
                    <a:pt x="153987" y="79544"/>
                  </a:cubicBezTo>
                  <a:cubicBezTo>
                    <a:pt x="153987" y="75632"/>
                    <a:pt x="156577" y="73024"/>
                    <a:pt x="159167" y="73024"/>
                  </a:cubicBezTo>
                  <a:close/>
                  <a:moveTo>
                    <a:pt x="98550" y="73024"/>
                  </a:moveTo>
                  <a:cubicBezTo>
                    <a:pt x="98550" y="73024"/>
                    <a:pt x="98550" y="73024"/>
                    <a:pt x="134812" y="73024"/>
                  </a:cubicBezTo>
                  <a:cubicBezTo>
                    <a:pt x="138698" y="73024"/>
                    <a:pt x="141288" y="75632"/>
                    <a:pt x="141288" y="79544"/>
                  </a:cubicBezTo>
                  <a:cubicBezTo>
                    <a:pt x="141288" y="79544"/>
                    <a:pt x="141288" y="79544"/>
                    <a:pt x="141288" y="104321"/>
                  </a:cubicBezTo>
                  <a:cubicBezTo>
                    <a:pt x="141288" y="106929"/>
                    <a:pt x="138698" y="109537"/>
                    <a:pt x="134812" y="109537"/>
                  </a:cubicBezTo>
                  <a:cubicBezTo>
                    <a:pt x="134812" y="109537"/>
                    <a:pt x="134812" y="109537"/>
                    <a:pt x="98550" y="109537"/>
                  </a:cubicBezTo>
                  <a:cubicBezTo>
                    <a:pt x="94665" y="109537"/>
                    <a:pt x="92075" y="106929"/>
                    <a:pt x="92075" y="104321"/>
                  </a:cubicBezTo>
                  <a:cubicBezTo>
                    <a:pt x="92075" y="104321"/>
                    <a:pt x="92075" y="104321"/>
                    <a:pt x="92075" y="79544"/>
                  </a:cubicBezTo>
                  <a:cubicBezTo>
                    <a:pt x="92075" y="75632"/>
                    <a:pt x="94665" y="73024"/>
                    <a:pt x="98550" y="73024"/>
                  </a:cubicBezTo>
                  <a:close/>
                  <a:moveTo>
                    <a:pt x="38225" y="73024"/>
                  </a:moveTo>
                  <a:cubicBezTo>
                    <a:pt x="38225" y="73024"/>
                    <a:pt x="38225" y="73024"/>
                    <a:pt x="74487" y="73024"/>
                  </a:cubicBezTo>
                  <a:cubicBezTo>
                    <a:pt x="78373" y="73024"/>
                    <a:pt x="80963" y="75632"/>
                    <a:pt x="80963" y="79544"/>
                  </a:cubicBezTo>
                  <a:cubicBezTo>
                    <a:pt x="80963" y="79544"/>
                    <a:pt x="80963" y="79544"/>
                    <a:pt x="80963" y="104321"/>
                  </a:cubicBezTo>
                  <a:cubicBezTo>
                    <a:pt x="80963" y="106929"/>
                    <a:pt x="78373" y="109537"/>
                    <a:pt x="74487" y="109537"/>
                  </a:cubicBezTo>
                  <a:cubicBezTo>
                    <a:pt x="74487" y="109537"/>
                    <a:pt x="74487" y="109537"/>
                    <a:pt x="38225" y="109537"/>
                  </a:cubicBezTo>
                  <a:cubicBezTo>
                    <a:pt x="34340" y="109537"/>
                    <a:pt x="31750" y="106929"/>
                    <a:pt x="31750" y="104321"/>
                  </a:cubicBezTo>
                  <a:cubicBezTo>
                    <a:pt x="31750" y="104321"/>
                    <a:pt x="31750" y="104321"/>
                    <a:pt x="31750" y="79544"/>
                  </a:cubicBezTo>
                  <a:cubicBezTo>
                    <a:pt x="31750" y="75632"/>
                    <a:pt x="34340" y="73024"/>
                    <a:pt x="38225" y="73024"/>
                  </a:cubicBezTo>
                  <a:close/>
                  <a:moveTo>
                    <a:pt x="166687" y="36512"/>
                  </a:moveTo>
                  <a:lnTo>
                    <a:pt x="166687" y="49212"/>
                  </a:lnTo>
                  <a:lnTo>
                    <a:pt x="190500" y="49212"/>
                  </a:lnTo>
                  <a:lnTo>
                    <a:pt x="190500" y="36512"/>
                  </a:lnTo>
                  <a:close/>
                  <a:moveTo>
                    <a:pt x="104775" y="36512"/>
                  </a:moveTo>
                  <a:lnTo>
                    <a:pt x="104775" y="49212"/>
                  </a:lnTo>
                  <a:lnTo>
                    <a:pt x="130175" y="49212"/>
                  </a:lnTo>
                  <a:lnTo>
                    <a:pt x="130175" y="36512"/>
                  </a:lnTo>
                  <a:close/>
                  <a:moveTo>
                    <a:pt x="42862" y="36512"/>
                  </a:moveTo>
                  <a:lnTo>
                    <a:pt x="42862" y="49212"/>
                  </a:lnTo>
                  <a:lnTo>
                    <a:pt x="68262" y="49212"/>
                  </a:lnTo>
                  <a:lnTo>
                    <a:pt x="68262" y="36512"/>
                  </a:lnTo>
                  <a:close/>
                  <a:moveTo>
                    <a:pt x="159167" y="23812"/>
                  </a:moveTo>
                  <a:cubicBezTo>
                    <a:pt x="159167" y="23812"/>
                    <a:pt x="159167" y="23812"/>
                    <a:pt x="196725" y="23812"/>
                  </a:cubicBezTo>
                  <a:cubicBezTo>
                    <a:pt x="199315" y="23812"/>
                    <a:pt x="203200" y="26420"/>
                    <a:pt x="203200" y="30332"/>
                  </a:cubicBezTo>
                  <a:cubicBezTo>
                    <a:pt x="203200" y="30332"/>
                    <a:pt x="203200" y="30332"/>
                    <a:pt x="203200" y="55109"/>
                  </a:cubicBezTo>
                  <a:cubicBezTo>
                    <a:pt x="203200" y="57717"/>
                    <a:pt x="199315" y="60325"/>
                    <a:pt x="196725" y="60325"/>
                  </a:cubicBezTo>
                  <a:cubicBezTo>
                    <a:pt x="196725" y="60325"/>
                    <a:pt x="196725" y="60325"/>
                    <a:pt x="159167" y="60325"/>
                  </a:cubicBezTo>
                  <a:cubicBezTo>
                    <a:pt x="156577" y="60325"/>
                    <a:pt x="153987" y="57717"/>
                    <a:pt x="153987" y="55109"/>
                  </a:cubicBezTo>
                  <a:cubicBezTo>
                    <a:pt x="153987" y="55109"/>
                    <a:pt x="153987" y="55109"/>
                    <a:pt x="153987" y="30332"/>
                  </a:cubicBezTo>
                  <a:cubicBezTo>
                    <a:pt x="153987" y="26420"/>
                    <a:pt x="156577" y="23812"/>
                    <a:pt x="159167" y="23812"/>
                  </a:cubicBezTo>
                  <a:close/>
                  <a:moveTo>
                    <a:pt x="98550" y="23812"/>
                  </a:moveTo>
                  <a:cubicBezTo>
                    <a:pt x="98550" y="23812"/>
                    <a:pt x="98550" y="23812"/>
                    <a:pt x="134812" y="23812"/>
                  </a:cubicBezTo>
                  <a:cubicBezTo>
                    <a:pt x="138698" y="23812"/>
                    <a:pt x="141288" y="26420"/>
                    <a:pt x="141288" y="30332"/>
                  </a:cubicBezTo>
                  <a:cubicBezTo>
                    <a:pt x="141288" y="30332"/>
                    <a:pt x="141288" y="30332"/>
                    <a:pt x="141288" y="55109"/>
                  </a:cubicBezTo>
                  <a:cubicBezTo>
                    <a:pt x="141288" y="57717"/>
                    <a:pt x="138698" y="60325"/>
                    <a:pt x="134812" y="60325"/>
                  </a:cubicBezTo>
                  <a:cubicBezTo>
                    <a:pt x="134812" y="60325"/>
                    <a:pt x="134812" y="60325"/>
                    <a:pt x="98550" y="60325"/>
                  </a:cubicBezTo>
                  <a:cubicBezTo>
                    <a:pt x="94665" y="60325"/>
                    <a:pt x="92075" y="57717"/>
                    <a:pt x="92075" y="55109"/>
                  </a:cubicBezTo>
                  <a:cubicBezTo>
                    <a:pt x="92075" y="55109"/>
                    <a:pt x="92075" y="55109"/>
                    <a:pt x="92075" y="30332"/>
                  </a:cubicBezTo>
                  <a:cubicBezTo>
                    <a:pt x="92075" y="26420"/>
                    <a:pt x="94665" y="23812"/>
                    <a:pt x="98550" y="23812"/>
                  </a:cubicBezTo>
                  <a:close/>
                  <a:moveTo>
                    <a:pt x="38225" y="23812"/>
                  </a:moveTo>
                  <a:cubicBezTo>
                    <a:pt x="38225" y="23812"/>
                    <a:pt x="38225" y="23812"/>
                    <a:pt x="74487" y="23812"/>
                  </a:cubicBezTo>
                  <a:cubicBezTo>
                    <a:pt x="78373" y="23812"/>
                    <a:pt x="80963" y="26420"/>
                    <a:pt x="80963" y="30332"/>
                  </a:cubicBezTo>
                  <a:cubicBezTo>
                    <a:pt x="80963" y="30332"/>
                    <a:pt x="80963" y="30332"/>
                    <a:pt x="80963" y="55109"/>
                  </a:cubicBezTo>
                  <a:cubicBezTo>
                    <a:pt x="80963" y="57717"/>
                    <a:pt x="78373" y="60325"/>
                    <a:pt x="74487" y="60325"/>
                  </a:cubicBezTo>
                  <a:cubicBezTo>
                    <a:pt x="74487" y="60325"/>
                    <a:pt x="74487" y="60325"/>
                    <a:pt x="38225" y="60325"/>
                  </a:cubicBezTo>
                  <a:cubicBezTo>
                    <a:pt x="34340" y="60325"/>
                    <a:pt x="31750" y="57717"/>
                    <a:pt x="31750" y="55109"/>
                  </a:cubicBezTo>
                  <a:cubicBezTo>
                    <a:pt x="31750" y="55109"/>
                    <a:pt x="31750" y="55109"/>
                    <a:pt x="31750" y="30332"/>
                  </a:cubicBezTo>
                  <a:cubicBezTo>
                    <a:pt x="31750" y="26420"/>
                    <a:pt x="34340" y="23812"/>
                    <a:pt x="38225" y="23812"/>
                  </a:cubicBezTo>
                  <a:close/>
                  <a:moveTo>
                    <a:pt x="19050" y="11112"/>
                  </a:moveTo>
                  <a:lnTo>
                    <a:pt x="19050" y="319087"/>
                  </a:lnTo>
                  <a:cubicBezTo>
                    <a:pt x="19050" y="319087"/>
                    <a:pt x="19050" y="319087"/>
                    <a:pt x="92054" y="319087"/>
                  </a:cubicBezTo>
                  <a:cubicBezTo>
                    <a:pt x="92054" y="319087"/>
                    <a:pt x="92054" y="319087"/>
                    <a:pt x="92054" y="275091"/>
                  </a:cubicBezTo>
                  <a:cubicBezTo>
                    <a:pt x="92054" y="272503"/>
                    <a:pt x="94661" y="269915"/>
                    <a:pt x="98572" y="269915"/>
                  </a:cubicBezTo>
                  <a:cubicBezTo>
                    <a:pt x="98572" y="269915"/>
                    <a:pt x="98572" y="269915"/>
                    <a:pt x="135074" y="269915"/>
                  </a:cubicBezTo>
                  <a:cubicBezTo>
                    <a:pt x="138985" y="269915"/>
                    <a:pt x="141592" y="272503"/>
                    <a:pt x="141592" y="275091"/>
                  </a:cubicBezTo>
                  <a:cubicBezTo>
                    <a:pt x="141592" y="275091"/>
                    <a:pt x="141592" y="275091"/>
                    <a:pt x="141592" y="319087"/>
                  </a:cubicBezTo>
                  <a:cubicBezTo>
                    <a:pt x="141592" y="319087"/>
                    <a:pt x="141592" y="319087"/>
                    <a:pt x="215900" y="319087"/>
                  </a:cubicBezTo>
                  <a:cubicBezTo>
                    <a:pt x="215900" y="319087"/>
                    <a:pt x="215900" y="319087"/>
                    <a:pt x="215900" y="11112"/>
                  </a:cubicBezTo>
                  <a:cubicBezTo>
                    <a:pt x="215900" y="11112"/>
                    <a:pt x="215900" y="11112"/>
                    <a:pt x="19050" y="11112"/>
                  </a:cubicBezTo>
                  <a:close/>
                  <a:moveTo>
                    <a:pt x="12964" y="0"/>
                  </a:moveTo>
                  <a:cubicBezTo>
                    <a:pt x="12964" y="0"/>
                    <a:pt x="12964" y="0"/>
                    <a:pt x="220399" y="0"/>
                  </a:cubicBezTo>
                  <a:cubicBezTo>
                    <a:pt x="220399" y="0"/>
                    <a:pt x="221695" y="0"/>
                    <a:pt x="221695" y="0"/>
                  </a:cubicBezTo>
                  <a:cubicBezTo>
                    <a:pt x="224288" y="0"/>
                    <a:pt x="226881" y="2592"/>
                    <a:pt x="226881" y="6480"/>
                  </a:cubicBezTo>
                  <a:cubicBezTo>
                    <a:pt x="226881" y="6480"/>
                    <a:pt x="226881" y="6480"/>
                    <a:pt x="226881" y="320124"/>
                  </a:cubicBezTo>
                  <a:cubicBezTo>
                    <a:pt x="230770" y="320124"/>
                    <a:pt x="233363" y="322716"/>
                    <a:pt x="233363" y="325308"/>
                  </a:cubicBezTo>
                  <a:cubicBezTo>
                    <a:pt x="233363" y="329196"/>
                    <a:pt x="230770" y="331788"/>
                    <a:pt x="226881" y="331788"/>
                  </a:cubicBezTo>
                  <a:cubicBezTo>
                    <a:pt x="226881" y="331788"/>
                    <a:pt x="226881" y="331788"/>
                    <a:pt x="6482" y="331788"/>
                  </a:cubicBezTo>
                  <a:cubicBezTo>
                    <a:pt x="2593" y="331788"/>
                    <a:pt x="0" y="329196"/>
                    <a:pt x="0" y="325308"/>
                  </a:cubicBezTo>
                  <a:cubicBezTo>
                    <a:pt x="0" y="322716"/>
                    <a:pt x="2593" y="320124"/>
                    <a:pt x="6482" y="320124"/>
                  </a:cubicBezTo>
                  <a:cubicBezTo>
                    <a:pt x="6482" y="320124"/>
                    <a:pt x="6482" y="320124"/>
                    <a:pt x="6482" y="6480"/>
                  </a:cubicBezTo>
                  <a:cubicBezTo>
                    <a:pt x="6482" y="2592"/>
                    <a:pt x="9075" y="0"/>
                    <a:pt x="12964" y="0"/>
                  </a:cubicBezTo>
                  <a:close/>
                </a:path>
              </a:pathLst>
            </a:custGeom>
            <a:solidFill>
              <a:schemeClr val="tx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7" name="任意多边形: 形状 26"/>
            <p:cNvSpPr/>
            <p:nvPr/>
          </p:nvSpPr>
          <p:spPr>
            <a:xfrm>
              <a:off x="1023836" y="3042856"/>
              <a:ext cx="2017816" cy="3063542"/>
            </a:xfrm>
            <a:custGeom>
              <a:avLst/>
              <a:gdLst>
                <a:gd name="connsiteX0" fmla="*/ 153811 w 217488"/>
                <a:gd name="connsiteY0" fmla="*/ 134937 h 330200"/>
                <a:gd name="connsiteX1" fmla="*/ 158750 w 217488"/>
                <a:gd name="connsiteY1" fmla="*/ 140091 h 330200"/>
                <a:gd name="connsiteX2" fmla="*/ 158750 w 217488"/>
                <a:gd name="connsiteY2" fmla="*/ 307584 h 330200"/>
                <a:gd name="connsiteX3" fmla="*/ 153811 w 217488"/>
                <a:gd name="connsiteY3" fmla="*/ 312737 h 330200"/>
                <a:gd name="connsiteX4" fmla="*/ 147637 w 217488"/>
                <a:gd name="connsiteY4" fmla="*/ 307584 h 330200"/>
                <a:gd name="connsiteX5" fmla="*/ 147637 w 217488"/>
                <a:gd name="connsiteY5" fmla="*/ 140091 h 330200"/>
                <a:gd name="connsiteX6" fmla="*/ 153811 w 217488"/>
                <a:gd name="connsiteY6" fmla="*/ 134937 h 330200"/>
                <a:gd name="connsiteX7" fmla="*/ 135732 w 217488"/>
                <a:gd name="connsiteY7" fmla="*/ 134937 h 330200"/>
                <a:gd name="connsiteX8" fmla="*/ 141288 w 217488"/>
                <a:gd name="connsiteY8" fmla="*/ 140091 h 330200"/>
                <a:gd name="connsiteX9" fmla="*/ 141288 w 217488"/>
                <a:gd name="connsiteY9" fmla="*/ 307584 h 330200"/>
                <a:gd name="connsiteX10" fmla="*/ 135732 w 217488"/>
                <a:gd name="connsiteY10" fmla="*/ 312737 h 330200"/>
                <a:gd name="connsiteX11" fmla="*/ 130175 w 217488"/>
                <a:gd name="connsiteY11" fmla="*/ 307584 h 330200"/>
                <a:gd name="connsiteX12" fmla="*/ 130175 w 217488"/>
                <a:gd name="connsiteY12" fmla="*/ 140091 h 330200"/>
                <a:gd name="connsiteX13" fmla="*/ 135732 w 217488"/>
                <a:gd name="connsiteY13" fmla="*/ 134937 h 330200"/>
                <a:gd name="connsiteX14" fmla="*/ 118269 w 217488"/>
                <a:gd name="connsiteY14" fmla="*/ 134937 h 330200"/>
                <a:gd name="connsiteX15" fmla="*/ 123825 w 217488"/>
                <a:gd name="connsiteY15" fmla="*/ 140091 h 330200"/>
                <a:gd name="connsiteX16" fmla="*/ 123825 w 217488"/>
                <a:gd name="connsiteY16" fmla="*/ 307584 h 330200"/>
                <a:gd name="connsiteX17" fmla="*/ 118269 w 217488"/>
                <a:gd name="connsiteY17" fmla="*/ 312737 h 330200"/>
                <a:gd name="connsiteX18" fmla="*/ 112712 w 217488"/>
                <a:gd name="connsiteY18" fmla="*/ 307584 h 330200"/>
                <a:gd name="connsiteX19" fmla="*/ 112712 w 217488"/>
                <a:gd name="connsiteY19" fmla="*/ 140091 h 330200"/>
                <a:gd name="connsiteX20" fmla="*/ 118269 w 217488"/>
                <a:gd name="connsiteY20" fmla="*/ 134937 h 330200"/>
                <a:gd name="connsiteX21" fmla="*/ 100013 w 217488"/>
                <a:gd name="connsiteY21" fmla="*/ 134937 h 330200"/>
                <a:gd name="connsiteX22" fmla="*/ 104775 w 217488"/>
                <a:gd name="connsiteY22" fmla="*/ 140091 h 330200"/>
                <a:gd name="connsiteX23" fmla="*/ 104775 w 217488"/>
                <a:gd name="connsiteY23" fmla="*/ 307584 h 330200"/>
                <a:gd name="connsiteX24" fmla="*/ 100013 w 217488"/>
                <a:gd name="connsiteY24" fmla="*/ 312737 h 330200"/>
                <a:gd name="connsiteX25" fmla="*/ 95250 w 217488"/>
                <a:gd name="connsiteY25" fmla="*/ 307584 h 330200"/>
                <a:gd name="connsiteX26" fmla="*/ 95250 w 217488"/>
                <a:gd name="connsiteY26" fmla="*/ 140091 h 330200"/>
                <a:gd name="connsiteX27" fmla="*/ 100013 w 217488"/>
                <a:gd name="connsiteY27" fmla="*/ 134937 h 330200"/>
                <a:gd name="connsiteX28" fmla="*/ 81757 w 217488"/>
                <a:gd name="connsiteY28" fmla="*/ 134937 h 330200"/>
                <a:gd name="connsiteX29" fmla="*/ 87313 w 217488"/>
                <a:gd name="connsiteY29" fmla="*/ 140091 h 330200"/>
                <a:gd name="connsiteX30" fmla="*/ 87313 w 217488"/>
                <a:gd name="connsiteY30" fmla="*/ 307584 h 330200"/>
                <a:gd name="connsiteX31" fmla="*/ 81757 w 217488"/>
                <a:gd name="connsiteY31" fmla="*/ 312737 h 330200"/>
                <a:gd name="connsiteX32" fmla="*/ 76200 w 217488"/>
                <a:gd name="connsiteY32" fmla="*/ 307584 h 330200"/>
                <a:gd name="connsiteX33" fmla="*/ 76200 w 217488"/>
                <a:gd name="connsiteY33" fmla="*/ 140091 h 330200"/>
                <a:gd name="connsiteX34" fmla="*/ 81757 w 217488"/>
                <a:gd name="connsiteY34" fmla="*/ 134937 h 330200"/>
                <a:gd name="connsiteX35" fmla="*/ 63676 w 217488"/>
                <a:gd name="connsiteY35" fmla="*/ 134937 h 330200"/>
                <a:gd name="connsiteX36" fmla="*/ 69850 w 217488"/>
                <a:gd name="connsiteY36" fmla="*/ 140091 h 330200"/>
                <a:gd name="connsiteX37" fmla="*/ 69850 w 217488"/>
                <a:gd name="connsiteY37" fmla="*/ 307584 h 330200"/>
                <a:gd name="connsiteX38" fmla="*/ 63676 w 217488"/>
                <a:gd name="connsiteY38" fmla="*/ 312737 h 330200"/>
                <a:gd name="connsiteX39" fmla="*/ 58737 w 217488"/>
                <a:gd name="connsiteY39" fmla="*/ 307584 h 330200"/>
                <a:gd name="connsiteX40" fmla="*/ 58737 w 217488"/>
                <a:gd name="connsiteY40" fmla="*/ 140091 h 330200"/>
                <a:gd name="connsiteX41" fmla="*/ 63676 w 217488"/>
                <a:gd name="connsiteY41" fmla="*/ 134937 h 330200"/>
                <a:gd name="connsiteX42" fmla="*/ 50800 w 217488"/>
                <a:gd name="connsiteY42" fmla="*/ 127000 h 330200"/>
                <a:gd name="connsiteX43" fmla="*/ 50800 w 217488"/>
                <a:gd name="connsiteY43" fmla="*/ 319088 h 330200"/>
                <a:gd name="connsiteX44" fmla="*/ 166688 w 217488"/>
                <a:gd name="connsiteY44" fmla="*/ 319088 h 330200"/>
                <a:gd name="connsiteX45" fmla="*/ 166688 w 217488"/>
                <a:gd name="connsiteY45" fmla="*/ 127000 h 330200"/>
                <a:gd name="connsiteX46" fmla="*/ 61912 w 217488"/>
                <a:gd name="connsiteY46" fmla="*/ 71437 h 330200"/>
                <a:gd name="connsiteX47" fmla="*/ 61912 w 217488"/>
                <a:gd name="connsiteY47" fmla="*/ 115887 h 330200"/>
                <a:gd name="connsiteX48" fmla="*/ 72319 w 217488"/>
                <a:gd name="connsiteY48" fmla="*/ 115887 h 330200"/>
                <a:gd name="connsiteX49" fmla="*/ 72319 w 217488"/>
                <a:gd name="connsiteY49" fmla="*/ 79281 h 330200"/>
                <a:gd name="connsiteX50" fmla="*/ 77523 w 217488"/>
                <a:gd name="connsiteY50" fmla="*/ 74051 h 330200"/>
                <a:gd name="connsiteX51" fmla="*/ 84027 w 217488"/>
                <a:gd name="connsiteY51" fmla="*/ 79281 h 330200"/>
                <a:gd name="connsiteX52" fmla="*/ 84027 w 217488"/>
                <a:gd name="connsiteY52" fmla="*/ 115887 h 330200"/>
                <a:gd name="connsiteX53" fmla="*/ 93133 w 217488"/>
                <a:gd name="connsiteY53" fmla="*/ 115887 h 330200"/>
                <a:gd name="connsiteX54" fmla="*/ 93133 w 217488"/>
                <a:gd name="connsiteY54" fmla="*/ 79281 h 330200"/>
                <a:gd name="connsiteX55" fmla="*/ 98337 w 217488"/>
                <a:gd name="connsiteY55" fmla="*/ 74051 h 330200"/>
                <a:gd name="connsiteX56" fmla="*/ 103540 w 217488"/>
                <a:gd name="connsiteY56" fmla="*/ 79281 h 330200"/>
                <a:gd name="connsiteX57" fmla="*/ 103540 w 217488"/>
                <a:gd name="connsiteY57" fmla="*/ 115887 h 330200"/>
                <a:gd name="connsiteX58" fmla="*/ 113947 w 217488"/>
                <a:gd name="connsiteY58" fmla="*/ 115887 h 330200"/>
                <a:gd name="connsiteX59" fmla="*/ 113947 w 217488"/>
                <a:gd name="connsiteY59" fmla="*/ 79281 h 330200"/>
                <a:gd name="connsiteX60" fmla="*/ 119151 w 217488"/>
                <a:gd name="connsiteY60" fmla="*/ 74051 h 330200"/>
                <a:gd name="connsiteX61" fmla="*/ 124354 w 217488"/>
                <a:gd name="connsiteY61" fmla="*/ 79281 h 330200"/>
                <a:gd name="connsiteX62" fmla="*/ 124354 w 217488"/>
                <a:gd name="connsiteY62" fmla="*/ 115887 h 330200"/>
                <a:gd name="connsiteX63" fmla="*/ 133460 w 217488"/>
                <a:gd name="connsiteY63" fmla="*/ 115887 h 330200"/>
                <a:gd name="connsiteX64" fmla="*/ 133460 w 217488"/>
                <a:gd name="connsiteY64" fmla="*/ 79281 h 330200"/>
                <a:gd name="connsiteX65" fmla="*/ 139965 w 217488"/>
                <a:gd name="connsiteY65" fmla="*/ 74051 h 330200"/>
                <a:gd name="connsiteX66" fmla="*/ 145168 w 217488"/>
                <a:gd name="connsiteY66" fmla="*/ 79281 h 330200"/>
                <a:gd name="connsiteX67" fmla="*/ 145168 w 217488"/>
                <a:gd name="connsiteY67" fmla="*/ 115887 h 330200"/>
                <a:gd name="connsiteX68" fmla="*/ 155575 w 217488"/>
                <a:gd name="connsiteY68" fmla="*/ 115887 h 330200"/>
                <a:gd name="connsiteX69" fmla="*/ 155575 w 217488"/>
                <a:gd name="connsiteY69" fmla="*/ 71437 h 330200"/>
                <a:gd name="connsiteX70" fmla="*/ 61912 w 217488"/>
                <a:gd name="connsiteY70" fmla="*/ 71437 h 330200"/>
                <a:gd name="connsiteX71" fmla="*/ 77787 w 217488"/>
                <a:gd name="connsiteY71" fmla="*/ 26987 h 330200"/>
                <a:gd name="connsiteX72" fmla="*/ 77787 w 217488"/>
                <a:gd name="connsiteY72" fmla="*/ 60325 h 330200"/>
                <a:gd name="connsiteX73" fmla="*/ 82947 w 217488"/>
                <a:gd name="connsiteY73" fmla="*/ 60325 h 330200"/>
                <a:gd name="connsiteX74" fmla="*/ 82947 w 217488"/>
                <a:gd name="connsiteY74" fmla="*/ 39809 h 330200"/>
                <a:gd name="connsiteX75" fmla="*/ 88106 w 217488"/>
                <a:gd name="connsiteY75" fmla="*/ 34680 h 330200"/>
                <a:gd name="connsiteX76" fmla="*/ 94555 w 217488"/>
                <a:gd name="connsiteY76" fmla="*/ 39809 h 330200"/>
                <a:gd name="connsiteX77" fmla="*/ 94555 w 217488"/>
                <a:gd name="connsiteY77" fmla="*/ 60325 h 330200"/>
                <a:gd name="connsiteX78" fmla="*/ 103584 w 217488"/>
                <a:gd name="connsiteY78" fmla="*/ 60325 h 330200"/>
                <a:gd name="connsiteX79" fmla="*/ 103584 w 217488"/>
                <a:gd name="connsiteY79" fmla="*/ 39809 h 330200"/>
                <a:gd name="connsiteX80" fmla="*/ 108744 w 217488"/>
                <a:gd name="connsiteY80" fmla="*/ 34680 h 330200"/>
                <a:gd name="connsiteX81" fmla="*/ 113903 w 217488"/>
                <a:gd name="connsiteY81" fmla="*/ 39809 h 330200"/>
                <a:gd name="connsiteX82" fmla="*/ 113903 w 217488"/>
                <a:gd name="connsiteY82" fmla="*/ 60325 h 330200"/>
                <a:gd name="connsiteX83" fmla="*/ 122932 w 217488"/>
                <a:gd name="connsiteY83" fmla="*/ 60325 h 330200"/>
                <a:gd name="connsiteX84" fmla="*/ 122932 w 217488"/>
                <a:gd name="connsiteY84" fmla="*/ 39809 h 330200"/>
                <a:gd name="connsiteX85" fmla="*/ 129381 w 217488"/>
                <a:gd name="connsiteY85" fmla="*/ 34680 h 330200"/>
                <a:gd name="connsiteX86" fmla="*/ 134541 w 217488"/>
                <a:gd name="connsiteY86" fmla="*/ 39809 h 330200"/>
                <a:gd name="connsiteX87" fmla="*/ 134541 w 217488"/>
                <a:gd name="connsiteY87" fmla="*/ 60325 h 330200"/>
                <a:gd name="connsiteX88" fmla="*/ 139700 w 217488"/>
                <a:gd name="connsiteY88" fmla="*/ 60325 h 330200"/>
                <a:gd name="connsiteX89" fmla="*/ 139700 w 217488"/>
                <a:gd name="connsiteY89" fmla="*/ 26987 h 330200"/>
                <a:gd name="connsiteX90" fmla="*/ 77787 w 217488"/>
                <a:gd name="connsiteY90" fmla="*/ 26987 h 330200"/>
                <a:gd name="connsiteX91" fmla="*/ 108744 w 217488"/>
                <a:gd name="connsiteY91" fmla="*/ 0 h 330200"/>
                <a:gd name="connsiteX92" fmla="*/ 113923 w 217488"/>
                <a:gd name="connsiteY92" fmla="*/ 5159 h 330200"/>
                <a:gd name="connsiteX93" fmla="*/ 113923 w 217488"/>
                <a:gd name="connsiteY93" fmla="*/ 16768 h 330200"/>
                <a:gd name="connsiteX94" fmla="*/ 144992 w 217488"/>
                <a:gd name="connsiteY94" fmla="*/ 16768 h 330200"/>
                <a:gd name="connsiteX95" fmla="*/ 151465 w 217488"/>
                <a:gd name="connsiteY95" fmla="*/ 21927 h 330200"/>
                <a:gd name="connsiteX96" fmla="*/ 151465 w 217488"/>
                <a:gd name="connsiteY96" fmla="*/ 60622 h 330200"/>
                <a:gd name="connsiteX97" fmla="*/ 160527 w 217488"/>
                <a:gd name="connsiteY97" fmla="*/ 60622 h 330200"/>
                <a:gd name="connsiteX98" fmla="*/ 165705 w 217488"/>
                <a:gd name="connsiteY98" fmla="*/ 65782 h 330200"/>
                <a:gd name="connsiteX99" fmla="*/ 165705 w 217488"/>
                <a:gd name="connsiteY99" fmla="*/ 116086 h 330200"/>
                <a:gd name="connsiteX100" fmla="*/ 172178 w 217488"/>
                <a:gd name="connsiteY100" fmla="*/ 116086 h 330200"/>
                <a:gd name="connsiteX101" fmla="*/ 178651 w 217488"/>
                <a:gd name="connsiteY101" fmla="*/ 122535 h 330200"/>
                <a:gd name="connsiteX102" fmla="*/ 178651 w 217488"/>
                <a:gd name="connsiteY102" fmla="*/ 318592 h 330200"/>
                <a:gd name="connsiteX103" fmla="*/ 212310 w 217488"/>
                <a:gd name="connsiteY103" fmla="*/ 318592 h 330200"/>
                <a:gd name="connsiteX104" fmla="*/ 217488 w 217488"/>
                <a:gd name="connsiteY104" fmla="*/ 325041 h 330200"/>
                <a:gd name="connsiteX105" fmla="*/ 212310 w 217488"/>
                <a:gd name="connsiteY105" fmla="*/ 330200 h 330200"/>
                <a:gd name="connsiteX106" fmla="*/ 5178 w 217488"/>
                <a:gd name="connsiteY106" fmla="*/ 330200 h 330200"/>
                <a:gd name="connsiteX107" fmla="*/ 0 w 217488"/>
                <a:gd name="connsiteY107" fmla="*/ 325041 h 330200"/>
                <a:gd name="connsiteX108" fmla="*/ 5178 w 217488"/>
                <a:gd name="connsiteY108" fmla="*/ 318592 h 330200"/>
                <a:gd name="connsiteX109" fmla="*/ 38837 w 217488"/>
                <a:gd name="connsiteY109" fmla="*/ 318592 h 330200"/>
                <a:gd name="connsiteX110" fmla="*/ 38837 w 217488"/>
                <a:gd name="connsiteY110" fmla="*/ 122535 h 330200"/>
                <a:gd name="connsiteX111" fmla="*/ 45310 w 217488"/>
                <a:gd name="connsiteY111" fmla="*/ 116086 h 330200"/>
                <a:gd name="connsiteX112" fmla="*/ 51783 w 217488"/>
                <a:gd name="connsiteY112" fmla="*/ 116086 h 330200"/>
                <a:gd name="connsiteX113" fmla="*/ 51783 w 217488"/>
                <a:gd name="connsiteY113" fmla="*/ 65782 h 330200"/>
                <a:gd name="connsiteX114" fmla="*/ 56961 w 217488"/>
                <a:gd name="connsiteY114" fmla="*/ 60622 h 330200"/>
                <a:gd name="connsiteX115" fmla="*/ 66023 w 217488"/>
                <a:gd name="connsiteY115" fmla="*/ 60622 h 330200"/>
                <a:gd name="connsiteX116" fmla="*/ 66023 w 217488"/>
                <a:gd name="connsiteY116" fmla="*/ 21927 h 330200"/>
                <a:gd name="connsiteX117" fmla="*/ 72496 w 217488"/>
                <a:gd name="connsiteY117" fmla="*/ 16768 h 330200"/>
                <a:gd name="connsiteX118" fmla="*/ 103566 w 217488"/>
                <a:gd name="connsiteY118" fmla="*/ 16768 h 330200"/>
                <a:gd name="connsiteX119" fmla="*/ 103566 w 217488"/>
                <a:gd name="connsiteY119" fmla="*/ 5159 h 330200"/>
                <a:gd name="connsiteX120" fmla="*/ 108744 w 217488"/>
                <a:gd name="connsiteY120" fmla="*/ 0 h 33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217488" h="330200">
                  <a:moveTo>
                    <a:pt x="153811" y="134937"/>
                  </a:moveTo>
                  <a:cubicBezTo>
                    <a:pt x="156281" y="134937"/>
                    <a:pt x="158750" y="137514"/>
                    <a:pt x="158750" y="140091"/>
                  </a:cubicBezTo>
                  <a:cubicBezTo>
                    <a:pt x="158750" y="140091"/>
                    <a:pt x="158750" y="140091"/>
                    <a:pt x="158750" y="307584"/>
                  </a:cubicBezTo>
                  <a:cubicBezTo>
                    <a:pt x="158750" y="310160"/>
                    <a:pt x="156281" y="312737"/>
                    <a:pt x="153811" y="312737"/>
                  </a:cubicBezTo>
                  <a:cubicBezTo>
                    <a:pt x="150107" y="312737"/>
                    <a:pt x="147637" y="310160"/>
                    <a:pt x="147637" y="307584"/>
                  </a:cubicBezTo>
                  <a:cubicBezTo>
                    <a:pt x="147637" y="307584"/>
                    <a:pt x="147637" y="307584"/>
                    <a:pt x="147637" y="140091"/>
                  </a:cubicBezTo>
                  <a:cubicBezTo>
                    <a:pt x="147637" y="137514"/>
                    <a:pt x="150107" y="134937"/>
                    <a:pt x="153811" y="134937"/>
                  </a:cubicBezTo>
                  <a:close/>
                  <a:moveTo>
                    <a:pt x="135732" y="134937"/>
                  </a:moveTo>
                  <a:cubicBezTo>
                    <a:pt x="138510" y="134937"/>
                    <a:pt x="141288" y="137514"/>
                    <a:pt x="141288" y="140091"/>
                  </a:cubicBezTo>
                  <a:cubicBezTo>
                    <a:pt x="141288" y="140091"/>
                    <a:pt x="141288" y="140091"/>
                    <a:pt x="141288" y="307584"/>
                  </a:cubicBezTo>
                  <a:cubicBezTo>
                    <a:pt x="141288" y="310160"/>
                    <a:pt x="138510" y="312737"/>
                    <a:pt x="135732" y="312737"/>
                  </a:cubicBezTo>
                  <a:cubicBezTo>
                    <a:pt x="131564" y="312737"/>
                    <a:pt x="130175" y="310160"/>
                    <a:pt x="130175" y="307584"/>
                  </a:cubicBezTo>
                  <a:cubicBezTo>
                    <a:pt x="130175" y="307584"/>
                    <a:pt x="130175" y="307584"/>
                    <a:pt x="130175" y="140091"/>
                  </a:cubicBezTo>
                  <a:cubicBezTo>
                    <a:pt x="130175" y="137514"/>
                    <a:pt x="131564" y="134937"/>
                    <a:pt x="135732" y="134937"/>
                  </a:cubicBezTo>
                  <a:close/>
                  <a:moveTo>
                    <a:pt x="118269" y="134937"/>
                  </a:moveTo>
                  <a:cubicBezTo>
                    <a:pt x="121047" y="134937"/>
                    <a:pt x="123825" y="137514"/>
                    <a:pt x="123825" y="140091"/>
                  </a:cubicBezTo>
                  <a:cubicBezTo>
                    <a:pt x="123825" y="140091"/>
                    <a:pt x="123825" y="140091"/>
                    <a:pt x="123825" y="307584"/>
                  </a:cubicBezTo>
                  <a:cubicBezTo>
                    <a:pt x="123825" y="310160"/>
                    <a:pt x="121047" y="312737"/>
                    <a:pt x="118269" y="312737"/>
                  </a:cubicBezTo>
                  <a:cubicBezTo>
                    <a:pt x="115490" y="312737"/>
                    <a:pt x="112712" y="310160"/>
                    <a:pt x="112712" y="307584"/>
                  </a:cubicBezTo>
                  <a:cubicBezTo>
                    <a:pt x="112712" y="307584"/>
                    <a:pt x="112712" y="307584"/>
                    <a:pt x="112712" y="140091"/>
                  </a:cubicBezTo>
                  <a:cubicBezTo>
                    <a:pt x="112712" y="137514"/>
                    <a:pt x="115490" y="134937"/>
                    <a:pt x="118269" y="134937"/>
                  </a:cubicBezTo>
                  <a:close/>
                  <a:moveTo>
                    <a:pt x="100013" y="134937"/>
                  </a:moveTo>
                  <a:cubicBezTo>
                    <a:pt x="102394" y="134937"/>
                    <a:pt x="104775" y="137514"/>
                    <a:pt x="104775" y="140091"/>
                  </a:cubicBezTo>
                  <a:cubicBezTo>
                    <a:pt x="104775" y="140091"/>
                    <a:pt x="104775" y="140091"/>
                    <a:pt x="104775" y="307584"/>
                  </a:cubicBezTo>
                  <a:cubicBezTo>
                    <a:pt x="104775" y="310160"/>
                    <a:pt x="102394" y="312737"/>
                    <a:pt x="100013" y="312737"/>
                  </a:cubicBezTo>
                  <a:cubicBezTo>
                    <a:pt x="97631" y="312737"/>
                    <a:pt x="95250" y="310160"/>
                    <a:pt x="95250" y="307584"/>
                  </a:cubicBezTo>
                  <a:cubicBezTo>
                    <a:pt x="95250" y="307584"/>
                    <a:pt x="95250" y="307584"/>
                    <a:pt x="95250" y="140091"/>
                  </a:cubicBezTo>
                  <a:cubicBezTo>
                    <a:pt x="95250" y="137514"/>
                    <a:pt x="97631" y="134937"/>
                    <a:pt x="100013" y="134937"/>
                  </a:cubicBezTo>
                  <a:close/>
                  <a:moveTo>
                    <a:pt x="81757" y="134937"/>
                  </a:moveTo>
                  <a:cubicBezTo>
                    <a:pt x="85924" y="134937"/>
                    <a:pt x="87313" y="137514"/>
                    <a:pt x="87313" y="140091"/>
                  </a:cubicBezTo>
                  <a:cubicBezTo>
                    <a:pt x="87313" y="140091"/>
                    <a:pt x="87313" y="140091"/>
                    <a:pt x="87313" y="307584"/>
                  </a:cubicBezTo>
                  <a:cubicBezTo>
                    <a:pt x="87313" y="310160"/>
                    <a:pt x="85924" y="312737"/>
                    <a:pt x="81757" y="312737"/>
                  </a:cubicBezTo>
                  <a:cubicBezTo>
                    <a:pt x="78978" y="312737"/>
                    <a:pt x="76200" y="310160"/>
                    <a:pt x="76200" y="307584"/>
                  </a:cubicBezTo>
                  <a:cubicBezTo>
                    <a:pt x="76200" y="307584"/>
                    <a:pt x="76200" y="307584"/>
                    <a:pt x="76200" y="140091"/>
                  </a:cubicBezTo>
                  <a:cubicBezTo>
                    <a:pt x="76200" y="137514"/>
                    <a:pt x="78978" y="134937"/>
                    <a:pt x="81757" y="134937"/>
                  </a:cubicBezTo>
                  <a:close/>
                  <a:moveTo>
                    <a:pt x="63676" y="134937"/>
                  </a:moveTo>
                  <a:cubicBezTo>
                    <a:pt x="67381" y="134937"/>
                    <a:pt x="69850" y="137514"/>
                    <a:pt x="69850" y="140091"/>
                  </a:cubicBezTo>
                  <a:cubicBezTo>
                    <a:pt x="69850" y="140091"/>
                    <a:pt x="69850" y="140091"/>
                    <a:pt x="69850" y="307584"/>
                  </a:cubicBezTo>
                  <a:cubicBezTo>
                    <a:pt x="69850" y="310160"/>
                    <a:pt x="67381" y="312737"/>
                    <a:pt x="63676" y="312737"/>
                  </a:cubicBezTo>
                  <a:cubicBezTo>
                    <a:pt x="61207" y="312737"/>
                    <a:pt x="58737" y="310160"/>
                    <a:pt x="58737" y="307584"/>
                  </a:cubicBezTo>
                  <a:cubicBezTo>
                    <a:pt x="58737" y="307584"/>
                    <a:pt x="58737" y="307584"/>
                    <a:pt x="58737" y="140091"/>
                  </a:cubicBezTo>
                  <a:cubicBezTo>
                    <a:pt x="58737" y="137514"/>
                    <a:pt x="61207" y="134937"/>
                    <a:pt x="63676" y="134937"/>
                  </a:cubicBezTo>
                  <a:close/>
                  <a:moveTo>
                    <a:pt x="50800" y="127000"/>
                  </a:moveTo>
                  <a:lnTo>
                    <a:pt x="50800" y="319088"/>
                  </a:lnTo>
                  <a:lnTo>
                    <a:pt x="166688" y="319088"/>
                  </a:lnTo>
                  <a:lnTo>
                    <a:pt x="166688" y="127000"/>
                  </a:lnTo>
                  <a:close/>
                  <a:moveTo>
                    <a:pt x="61912" y="71437"/>
                  </a:moveTo>
                  <a:lnTo>
                    <a:pt x="61912" y="115887"/>
                  </a:lnTo>
                  <a:cubicBezTo>
                    <a:pt x="61912" y="115887"/>
                    <a:pt x="61912" y="115887"/>
                    <a:pt x="72319" y="115887"/>
                  </a:cubicBezTo>
                  <a:cubicBezTo>
                    <a:pt x="72319" y="115887"/>
                    <a:pt x="72319" y="115887"/>
                    <a:pt x="72319" y="79281"/>
                  </a:cubicBezTo>
                  <a:cubicBezTo>
                    <a:pt x="72319" y="76666"/>
                    <a:pt x="74921" y="74051"/>
                    <a:pt x="77523" y="74051"/>
                  </a:cubicBezTo>
                  <a:cubicBezTo>
                    <a:pt x="81425" y="74051"/>
                    <a:pt x="84027" y="76666"/>
                    <a:pt x="84027" y="79281"/>
                  </a:cubicBezTo>
                  <a:cubicBezTo>
                    <a:pt x="84027" y="79281"/>
                    <a:pt x="84027" y="79281"/>
                    <a:pt x="84027" y="115887"/>
                  </a:cubicBezTo>
                  <a:cubicBezTo>
                    <a:pt x="84027" y="115887"/>
                    <a:pt x="84027" y="115887"/>
                    <a:pt x="93133" y="115887"/>
                  </a:cubicBezTo>
                  <a:cubicBezTo>
                    <a:pt x="93133" y="115887"/>
                    <a:pt x="93133" y="115887"/>
                    <a:pt x="93133" y="79281"/>
                  </a:cubicBezTo>
                  <a:cubicBezTo>
                    <a:pt x="93133" y="76666"/>
                    <a:pt x="95735" y="74051"/>
                    <a:pt x="98337" y="74051"/>
                  </a:cubicBezTo>
                  <a:cubicBezTo>
                    <a:pt x="100938" y="74051"/>
                    <a:pt x="103540" y="76666"/>
                    <a:pt x="103540" y="79281"/>
                  </a:cubicBezTo>
                  <a:cubicBezTo>
                    <a:pt x="103540" y="79281"/>
                    <a:pt x="103540" y="79281"/>
                    <a:pt x="103540" y="115887"/>
                  </a:cubicBezTo>
                  <a:cubicBezTo>
                    <a:pt x="103540" y="115887"/>
                    <a:pt x="103540" y="115887"/>
                    <a:pt x="113947" y="115887"/>
                  </a:cubicBezTo>
                  <a:cubicBezTo>
                    <a:pt x="113947" y="115887"/>
                    <a:pt x="113947" y="115887"/>
                    <a:pt x="113947" y="79281"/>
                  </a:cubicBezTo>
                  <a:cubicBezTo>
                    <a:pt x="113947" y="76666"/>
                    <a:pt x="116549" y="74051"/>
                    <a:pt x="119151" y="74051"/>
                  </a:cubicBezTo>
                  <a:cubicBezTo>
                    <a:pt x="121752" y="74051"/>
                    <a:pt x="124354" y="76666"/>
                    <a:pt x="124354" y="79281"/>
                  </a:cubicBezTo>
                  <a:cubicBezTo>
                    <a:pt x="124354" y="79281"/>
                    <a:pt x="124354" y="79281"/>
                    <a:pt x="124354" y="115887"/>
                  </a:cubicBezTo>
                  <a:cubicBezTo>
                    <a:pt x="124354" y="115887"/>
                    <a:pt x="124354" y="115887"/>
                    <a:pt x="133460" y="115887"/>
                  </a:cubicBezTo>
                  <a:cubicBezTo>
                    <a:pt x="133460" y="115887"/>
                    <a:pt x="133460" y="115887"/>
                    <a:pt x="133460" y="79281"/>
                  </a:cubicBezTo>
                  <a:cubicBezTo>
                    <a:pt x="133460" y="76666"/>
                    <a:pt x="136062" y="74051"/>
                    <a:pt x="139965" y="74051"/>
                  </a:cubicBezTo>
                  <a:cubicBezTo>
                    <a:pt x="142566" y="74051"/>
                    <a:pt x="145168" y="76666"/>
                    <a:pt x="145168" y="79281"/>
                  </a:cubicBezTo>
                  <a:cubicBezTo>
                    <a:pt x="145168" y="79281"/>
                    <a:pt x="145168" y="79281"/>
                    <a:pt x="145168" y="115887"/>
                  </a:cubicBezTo>
                  <a:cubicBezTo>
                    <a:pt x="145168" y="115887"/>
                    <a:pt x="145168" y="115887"/>
                    <a:pt x="155575" y="115887"/>
                  </a:cubicBezTo>
                  <a:cubicBezTo>
                    <a:pt x="155575" y="115887"/>
                    <a:pt x="155575" y="115887"/>
                    <a:pt x="155575" y="71437"/>
                  </a:cubicBezTo>
                  <a:cubicBezTo>
                    <a:pt x="155575" y="71437"/>
                    <a:pt x="155575" y="71437"/>
                    <a:pt x="61912" y="71437"/>
                  </a:cubicBezTo>
                  <a:close/>
                  <a:moveTo>
                    <a:pt x="77787" y="26987"/>
                  </a:moveTo>
                  <a:lnTo>
                    <a:pt x="77787" y="60325"/>
                  </a:lnTo>
                  <a:cubicBezTo>
                    <a:pt x="77787" y="60325"/>
                    <a:pt x="77787" y="60325"/>
                    <a:pt x="82947" y="60325"/>
                  </a:cubicBezTo>
                  <a:cubicBezTo>
                    <a:pt x="82947" y="60325"/>
                    <a:pt x="82947" y="60325"/>
                    <a:pt x="82947" y="39809"/>
                  </a:cubicBezTo>
                  <a:cubicBezTo>
                    <a:pt x="82947" y="37245"/>
                    <a:pt x="85526" y="34680"/>
                    <a:pt x="88106" y="34680"/>
                  </a:cubicBezTo>
                  <a:cubicBezTo>
                    <a:pt x="91976" y="34680"/>
                    <a:pt x="94555" y="37245"/>
                    <a:pt x="94555" y="39809"/>
                  </a:cubicBezTo>
                  <a:cubicBezTo>
                    <a:pt x="94555" y="39809"/>
                    <a:pt x="94555" y="39809"/>
                    <a:pt x="94555" y="60325"/>
                  </a:cubicBezTo>
                  <a:cubicBezTo>
                    <a:pt x="94555" y="60325"/>
                    <a:pt x="94555" y="60325"/>
                    <a:pt x="103584" y="60325"/>
                  </a:cubicBezTo>
                  <a:cubicBezTo>
                    <a:pt x="103584" y="60325"/>
                    <a:pt x="103584" y="60325"/>
                    <a:pt x="103584" y="39809"/>
                  </a:cubicBezTo>
                  <a:cubicBezTo>
                    <a:pt x="103584" y="37245"/>
                    <a:pt x="106164" y="34680"/>
                    <a:pt x="108744" y="34680"/>
                  </a:cubicBezTo>
                  <a:cubicBezTo>
                    <a:pt x="111323" y="34680"/>
                    <a:pt x="113903" y="37245"/>
                    <a:pt x="113903" y="39809"/>
                  </a:cubicBezTo>
                  <a:cubicBezTo>
                    <a:pt x="113903" y="39809"/>
                    <a:pt x="113903" y="39809"/>
                    <a:pt x="113903" y="60325"/>
                  </a:cubicBezTo>
                  <a:cubicBezTo>
                    <a:pt x="113903" y="60325"/>
                    <a:pt x="113903" y="60325"/>
                    <a:pt x="122932" y="60325"/>
                  </a:cubicBezTo>
                  <a:cubicBezTo>
                    <a:pt x="122932" y="60325"/>
                    <a:pt x="122932" y="60325"/>
                    <a:pt x="122932" y="39809"/>
                  </a:cubicBezTo>
                  <a:cubicBezTo>
                    <a:pt x="122932" y="37245"/>
                    <a:pt x="125512" y="34680"/>
                    <a:pt x="129381" y="34680"/>
                  </a:cubicBezTo>
                  <a:cubicBezTo>
                    <a:pt x="131961" y="34680"/>
                    <a:pt x="134541" y="37245"/>
                    <a:pt x="134541" y="39809"/>
                  </a:cubicBezTo>
                  <a:cubicBezTo>
                    <a:pt x="134541" y="39809"/>
                    <a:pt x="134541" y="39809"/>
                    <a:pt x="134541" y="60325"/>
                  </a:cubicBezTo>
                  <a:cubicBezTo>
                    <a:pt x="134541" y="60325"/>
                    <a:pt x="134541" y="60325"/>
                    <a:pt x="139700" y="60325"/>
                  </a:cubicBezTo>
                  <a:cubicBezTo>
                    <a:pt x="139700" y="60325"/>
                    <a:pt x="139700" y="60325"/>
                    <a:pt x="139700" y="26987"/>
                  </a:cubicBezTo>
                  <a:cubicBezTo>
                    <a:pt x="139700" y="26987"/>
                    <a:pt x="139700" y="26987"/>
                    <a:pt x="77787" y="26987"/>
                  </a:cubicBezTo>
                  <a:close/>
                  <a:moveTo>
                    <a:pt x="108744" y="0"/>
                  </a:moveTo>
                  <a:cubicBezTo>
                    <a:pt x="111333" y="0"/>
                    <a:pt x="113923" y="2579"/>
                    <a:pt x="113923" y="5159"/>
                  </a:cubicBezTo>
                  <a:cubicBezTo>
                    <a:pt x="113923" y="5159"/>
                    <a:pt x="113923" y="5159"/>
                    <a:pt x="113923" y="16768"/>
                  </a:cubicBezTo>
                  <a:cubicBezTo>
                    <a:pt x="113923" y="16768"/>
                    <a:pt x="113923" y="16768"/>
                    <a:pt x="144992" y="16768"/>
                  </a:cubicBezTo>
                  <a:cubicBezTo>
                    <a:pt x="148876" y="16768"/>
                    <a:pt x="151465" y="19347"/>
                    <a:pt x="151465" y="21927"/>
                  </a:cubicBezTo>
                  <a:cubicBezTo>
                    <a:pt x="151465" y="21927"/>
                    <a:pt x="151465" y="21927"/>
                    <a:pt x="151465" y="60622"/>
                  </a:cubicBezTo>
                  <a:cubicBezTo>
                    <a:pt x="151465" y="60622"/>
                    <a:pt x="151465" y="60622"/>
                    <a:pt x="160527" y="60622"/>
                  </a:cubicBezTo>
                  <a:cubicBezTo>
                    <a:pt x="163116" y="60622"/>
                    <a:pt x="165705" y="63202"/>
                    <a:pt x="165705" y="65782"/>
                  </a:cubicBezTo>
                  <a:cubicBezTo>
                    <a:pt x="165705" y="65782"/>
                    <a:pt x="165705" y="65782"/>
                    <a:pt x="165705" y="116086"/>
                  </a:cubicBezTo>
                  <a:cubicBezTo>
                    <a:pt x="165705" y="116086"/>
                    <a:pt x="165705" y="116086"/>
                    <a:pt x="172178" y="116086"/>
                  </a:cubicBezTo>
                  <a:cubicBezTo>
                    <a:pt x="176062" y="116086"/>
                    <a:pt x="178651" y="118665"/>
                    <a:pt x="178651" y="122535"/>
                  </a:cubicBezTo>
                  <a:cubicBezTo>
                    <a:pt x="178651" y="122535"/>
                    <a:pt x="178651" y="122535"/>
                    <a:pt x="178651" y="318592"/>
                  </a:cubicBezTo>
                  <a:cubicBezTo>
                    <a:pt x="178651" y="318592"/>
                    <a:pt x="178651" y="318592"/>
                    <a:pt x="212310" y="318592"/>
                  </a:cubicBezTo>
                  <a:cubicBezTo>
                    <a:pt x="214899" y="318592"/>
                    <a:pt x="217488" y="321171"/>
                    <a:pt x="217488" y="325041"/>
                  </a:cubicBezTo>
                  <a:cubicBezTo>
                    <a:pt x="217488" y="327621"/>
                    <a:pt x="214899" y="330200"/>
                    <a:pt x="212310" y="330200"/>
                  </a:cubicBezTo>
                  <a:cubicBezTo>
                    <a:pt x="212310" y="330200"/>
                    <a:pt x="212310" y="330200"/>
                    <a:pt x="5178" y="330200"/>
                  </a:cubicBezTo>
                  <a:cubicBezTo>
                    <a:pt x="2589" y="330200"/>
                    <a:pt x="0" y="327621"/>
                    <a:pt x="0" y="325041"/>
                  </a:cubicBezTo>
                  <a:cubicBezTo>
                    <a:pt x="0" y="321171"/>
                    <a:pt x="2589" y="318592"/>
                    <a:pt x="5178" y="318592"/>
                  </a:cubicBezTo>
                  <a:cubicBezTo>
                    <a:pt x="5178" y="318592"/>
                    <a:pt x="5178" y="318592"/>
                    <a:pt x="38837" y="318592"/>
                  </a:cubicBezTo>
                  <a:cubicBezTo>
                    <a:pt x="38837" y="318592"/>
                    <a:pt x="38837" y="318592"/>
                    <a:pt x="38837" y="122535"/>
                  </a:cubicBezTo>
                  <a:cubicBezTo>
                    <a:pt x="38837" y="118665"/>
                    <a:pt x="41426" y="116086"/>
                    <a:pt x="45310" y="116086"/>
                  </a:cubicBezTo>
                  <a:cubicBezTo>
                    <a:pt x="45310" y="116086"/>
                    <a:pt x="45310" y="116086"/>
                    <a:pt x="51783" y="116086"/>
                  </a:cubicBezTo>
                  <a:cubicBezTo>
                    <a:pt x="51783" y="116086"/>
                    <a:pt x="51783" y="116086"/>
                    <a:pt x="51783" y="65782"/>
                  </a:cubicBezTo>
                  <a:cubicBezTo>
                    <a:pt x="51783" y="63202"/>
                    <a:pt x="54372" y="60622"/>
                    <a:pt x="56961" y="60622"/>
                  </a:cubicBezTo>
                  <a:cubicBezTo>
                    <a:pt x="56961" y="60622"/>
                    <a:pt x="56961" y="60622"/>
                    <a:pt x="66023" y="60622"/>
                  </a:cubicBezTo>
                  <a:cubicBezTo>
                    <a:pt x="66023" y="60622"/>
                    <a:pt x="66023" y="60622"/>
                    <a:pt x="66023" y="21927"/>
                  </a:cubicBezTo>
                  <a:cubicBezTo>
                    <a:pt x="66023" y="19347"/>
                    <a:pt x="68613" y="16768"/>
                    <a:pt x="72496" y="16768"/>
                  </a:cubicBezTo>
                  <a:cubicBezTo>
                    <a:pt x="72496" y="16768"/>
                    <a:pt x="72496" y="16768"/>
                    <a:pt x="103566" y="16768"/>
                  </a:cubicBezTo>
                  <a:cubicBezTo>
                    <a:pt x="103566" y="16768"/>
                    <a:pt x="103566" y="16768"/>
                    <a:pt x="103566" y="5159"/>
                  </a:cubicBezTo>
                  <a:cubicBezTo>
                    <a:pt x="103566" y="2579"/>
                    <a:pt x="106155" y="0"/>
                    <a:pt x="108744" y="0"/>
                  </a:cubicBezTo>
                  <a:close/>
                </a:path>
              </a:pathLst>
            </a:custGeom>
            <a:solidFill>
              <a:schemeClr val="tx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8" name="任意多边形: 形状 27"/>
            <p:cNvSpPr/>
            <p:nvPr/>
          </p:nvSpPr>
          <p:spPr>
            <a:xfrm>
              <a:off x="194182" y="4893268"/>
              <a:ext cx="1102842" cy="1213129"/>
            </a:xfrm>
            <a:custGeom>
              <a:avLst/>
              <a:gdLst>
                <a:gd name="connsiteX0" fmla="*/ 44609 w 301625"/>
                <a:gd name="connsiteY0" fmla="*/ 242888 h 331788"/>
                <a:gd name="connsiteX1" fmla="*/ 160465 w 301625"/>
                <a:gd name="connsiteY1" fmla="*/ 242888 h 331788"/>
                <a:gd name="connsiteX2" fmla="*/ 168275 w 301625"/>
                <a:gd name="connsiteY2" fmla="*/ 250682 h 331788"/>
                <a:gd name="connsiteX3" fmla="*/ 160465 w 301625"/>
                <a:gd name="connsiteY3" fmla="*/ 257176 h 331788"/>
                <a:gd name="connsiteX4" fmla="*/ 44609 w 301625"/>
                <a:gd name="connsiteY4" fmla="*/ 257176 h 331788"/>
                <a:gd name="connsiteX5" fmla="*/ 38100 w 301625"/>
                <a:gd name="connsiteY5" fmla="*/ 250682 h 331788"/>
                <a:gd name="connsiteX6" fmla="*/ 44609 w 301625"/>
                <a:gd name="connsiteY6" fmla="*/ 242888 h 331788"/>
                <a:gd name="connsiteX7" fmla="*/ 44609 w 301625"/>
                <a:gd name="connsiteY7" fmla="*/ 195263 h 331788"/>
                <a:gd name="connsiteX8" fmla="*/ 160465 w 301625"/>
                <a:gd name="connsiteY8" fmla="*/ 195263 h 331788"/>
                <a:gd name="connsiteX9" fmla="*/ 168275 w 301625"/>
                <a:gd name="connsiteY9" fmla="*/ 202191 h 331788"/>
                <a:gd name="connsiteX10" fmla="*/ 160465 w 301625"/>
                <a:gd name="connsiteY10" fmla="*/ 207963 h 331788"/>
                <a:gd name="connsiteX11" fmla="*/ 44609 w 301625"/>
                <a:gd name="connsiteY11" fmla="*/ 207963 h 331788"/>
                <a:gd name="connsiteX12" fmla="*/ 38100 w 301625"/>
                <a:gd name="connsiteY12" fmla="*/ 202191 h 331788"/>
                <a:gd name="connsiteX13" fmla="*/ 44609 w 301625"/>
                <a:gd name="connsiteY13" fmla="*/ 195263 h 331788"/>
                <a:gd name="connsiteX14" fmla="*/ 44609 w 301625"/>
                <a:gd name="connsiteY14" fmla="*/ 146050 h 331788"/>
                <a:gd name="connsiteX15" fmla="*/ 160465 w 301625"/>
                <a:gd name="connsiteY15" fmla="*/ 146050 h 331788"/>
                <a:gd name="connsiteX16" fmla="*/ 168275 w 301625"/>
                <a:gd name="connsiteY16" fmla="*/ 153844 h 331788"/>
                <a:gd name="connsiteX17" fmla="*/ 160465 w 301625"/>
                <a:gd name="connsiteY17" fmla="*/ 160338 h 331788"/>
                <a:gd name="connsiteX18" fmla="*/ 44609 w 301625"/>
                <a:gd name="connsiteY18" fmla="*/ 160338 h 331788"/>
                <a:gd name="connsiteX19" fmla="*/ 38100 w 301625"/>
                <a:gd name="connsiteY19" fmla="*/ 153844 h 331788"/>
                <a:gd name="connsiteX20" fmla="*/ 44609 w 301625"/>
                <a:gd name="connsiteY20" fmla="*/ 146050 h 331788"/>
                <a:gd name="connsiteX21" fmla="*/ 206375 w 301625"/>
                <a:gd name="connsiteY21" fmla="*/ 125413 h 331788"/>
                <a:gd name="connsiteX22" fmla="*/ 206375 w 301625"/>
                <a:gd name="connsiteY22" fmla="*/ 317501 h 331788"/>
                <a:gd name="connsiteX23" fmla="*/ 287338 w 301625"/>
                <a:gd name="connsiteY23" fmla="*/ 317501 h 331788"/>
                <a:gd name="connsiteX24" fmla="*/ 287338 w 301625"/>
                <a:gd name="connsiteY24" fmla="*/ 125413 h 331788"/>
                <a:gd name="connsiteX25" fmla="*/ 44609 w 301625"/>
                <a:gd name="connsiteY25" fmla="*/ 98425 h 331788"/>
                <a:gd name="connsiteX26" fmla="*/ 160465 w 301625"/>
                <a:gd name="connsiteY26" fmla="*/ 98425 h 331788"/>
                <a:gd name="connsiteX27" fmla="*/ 168275 w 301625"/>
                <a:gd name="connsiteY27" fmla="*/ 104920 h 331788"/>
                <a:gd name="connsiteX28" fmla="*/ 160465 w 301625"/>
                <a:gd name="connsiteY28" fmla="*/ 112713 h 331788"/>
                <a:gd name="connsiteX29" fmla="*/ 44609 w 301625"/>
                <a:gd name="connsiteY29" fmla="*/ 112713 h 331788"/>
                <a:gd name="connsiteX30" fmla="*/ 38100 w 301625"/>
                <a:gd name="connsiteY30" fmla="*/ 104920 h 331788"/>
                <a:gd name="connsiteX31" fmla="*/ 44609 w 301625"/>
                <a:gd name="connsiteY31" fmla="*/ 98425 h 331788"/>
                <a:gd name="connsiteX32" fmla="*/ 44609 w 301625"/>
                <a:gd name="connsiteY32" fmla="*/ 50800 h 331788"/>
                <a:gd name="connsiteX33" fmla="*/ 160465 w 301625"/>
                <a:gd name="connsiteY33" fmla="*/ 50800 h 331788"/>
                <a:gd name="connsiteX34" fmla="*/ 168275 w 301625"/>
                <a:gd name="connsiteY34" fmla="*/ 57295 h 331788"/>
                <a:gd name="connsiteX35" fmla="*/ 160465 w 301625"/>
                <a:gd name="connsiteY35" fmla="*/ 65088 h 331788"/>
                <a:gd name="connsiteX36" fmla="*/ 44609 w 301625"/>
                <a:gd name="connsiteY36" fmla="*/ 65088 h 331788"/>
                <a:gd name="connsiteX37" fmla="*/ 38100 w 301625"/>
                <a:gd name="connsiteY37" fmla="*/ 57295 h 331788"/>
                <a:gd name="connsiteX38" fmla="*/ 44609 w 301625"/>
                <a:gd name="connsiteY38" fmla="*/ 50800 h 331788"/>
                <a:gd name="connsiteX39" fmla="*/ 14287 w 301625"/>
                <a:gd name="connsiteY39" fmla="*/ 14288 h 331788"/>
                <a:gd name="connsiteX40" fmla="*/ 14287 w 301625"/>
                <a:gd name="connsiteY40" fmla="*/ 317501 h 331788"/>
                <a:gd name="connsiteX41" fmla="*/ 192087 w 301625"/>
                <a:gd name="connsiteY41" fmla="*/ 317501 h 331788"/>
                <a:gd name="connsiteX42" fmla="*/ 192087 w 301625"/>
                <a:gd name="connsiteY42" fmla="*/ 14288 h 331788"/>
                <a:gd name="connsiteX43" fmla="*/ 7734 w 301625"/>
                <a:gd name="connsiteY43" fmla="*/ 0 h 331788"/>
                <a:gd name="connsiteX44" fmla="*/ 198506 w 301625"/>
                <a:gd name="connsiteY44" fmla="*/ 0 h 331788"/>
                <a:gd name="connsiteX45" fmla="*/ 206240 w 301625"/>
                <a:gd name="connsiteY45" fmla="*/ 6480 h 331788"/>
                <a:gd name="connsiteX46" fmla="*/ 206240 w 301625"/>
                <a:gd name="connsiteY46" fmla="*/ 112756 h 331788"/>
                <a:gd name="connsiteX47" fmla="*/ 293891 w 301625"/>
                <a:gd name="connsiteY47" fmla="*/ 112756 h 331788"/>
                <a:gd name="connsiteX48" fmla="*/ 301625 w 301625"/>
                <a:gd name="connsiteY48" fmla="*/ 119237 h 331788"/>
                <a:gd name="connsiteX49" fmla="*/ 301625 w 301625"/>
                <a:gd name="connsiteY49" fmla="*/ 325308 h 331788"/>
                <a:gd name="connsiteX50" fmla="*/ 293891 w 301625"/>
                <a:gd name="connsiteY50" fmla="*/ 331788 h 331788"/>
                <a:gd name="connsiteX51" fmla="*/ 7734 w 301625"/>
                <a:gd name="connsiteY51" fmla="*/ 331788 h 331788"/>
                <a:gd name="connsiteX52" fmla="*/ 0 w 301625"/>
                <a:gd name="connsiteY52" fmla="*/ 325308 h 331788"/>
                <a:gd name="connsiteX53" fmla="*/ 0 w 301625"/>
                <a:gd name="connsiteY53" fmla="*/ 6480 h 331788"/>
                <a:gd name="connsiteX54" fmla="*/ 7734 w 301625"/>
                <a:gd name="connsiteY54" fmla="*/ 0 h 331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301625" h="331788">
                  <a:moveTo>
                    <a:pt x="44609" y="242888"/>
                  </a:moveTo>
                  <a:cubicBezTo>
                    <a:pt x="160465" y="242888"/>
                    <a:pt x="160465" y="242888"/>
                    <a:pt x="160465" y="242888"/>
                  </a:cubicBezTo>
                  <a:cubicBezTo>
                    <a:pt x="164370" y="242888"/>
                    <a:pt x="168275" y="246785"/>
                    <a:pt x="168275" y="250682"/>
                  </a:cubicBezTo>
                  <a:cubicBezTo>
                    <a:pt x="168275" y="254578"/>
                    <a:pt x="164370" y="257176"/>
                    <a:pt x="160465" y="257176"/>
                  </a:cubicBezTo>
                  <a:cubicBezTo>
                    <a:pt x="44609" y="257176"/>
                    <a:pt x="44609" y="257176"/>
                    <a:pt x="44609" y="257176"/>
                  </a:cubicBezTo>
                  <a:cubicBezTo>
                    <a:pt x="40704" y="257176"/>
                    <a:pt x="38100" y="254578"/>
                    <a:pt x="38100" y="250682"/>
                  </a:cubicBezTo>
                  <a:cubicBezTo>
                    <a:pt x="38100" y="246785"/>
                    <a:pt x="40704" y="242888"/>
                    <a:pt x="44609" y="242888"/>
                  </a:cubicBezTo>
                  <a:close/>
                  <a:moveTo>
                    <a:pt x="44609" y="195263"/>
                  </a:moveTo>
                  <a:cubicBezTo>
                    <a:pt x="160465" y="195263"/>
                    <a:pt x="160465" y="195263"/>
                    <a:pt x="160465" y="195263"/>
                  </a:cubicBezTo>
                  <a:cubicBezTo>
                    <a:pt x="164370" y="195263"/>
                    <a:pt x="168275" y="198727"/>
                    <a:pt x="168275" y="202191"/>
                  </a:cubicBezTo>
                  <a:cubicBezTo>
                    <a:pt x="168275" y="205654"/>
                    <a:pt x="164370" y="207963"/>
                    <a:pt x="160465" y="207963"/>
                  </a:cubicBezTo>
                  <a:cubicBezTo>
                    <a:pt x="44609" y="207963"/>
                    <a:pt x="44609" y="207963"/>
                    <a:pt x="44609" y="207963"/>
                  </a:cubicBezTo>
                  <a:cubicBezTo>
                    <a:pt x="40704" y="207963"/>
                    <a:pt x="38100" y="205654"/>
                    <a:pt x="38100" y="202191"/>
                  </a:cubicBezTo>
                  <a:cubicBezTo>
                    <a:pt x="38100" y="198727"/>
                    <a:pt x="40704" y="195263"/>
                    <a:pt x="44609" y="195263"/>
                  </a:cubicBezTo>
                  <a:close/>
                  <a:moveTo>
                    <a:pt x="44609" y="146050"/>
                  </a:moveTo>
                  <a:cubicBezTo>
                    <a:pt x="160465" y="146050"/>
                    <a:pt x="160465" y="146050"/>
                    <a:pt x="160465" y="146050"/>
                  </a:cubicBezTo>
                  <a:cubicBezTo>
                    <a:pt x="164370" y="146050"/>
                    <a:pt x="168275" y="149947"/>
                    <a:pt x="168275" y="153844"/>
                  </a:cubicBezTo>
                  <a:cubicBezTo>
                    <a:pt x="168275" y="157740"/>
                    <a:pt x="164370" y="160338"/>
                    <a:pt x="160465" y="160338"/>
                  </a:cubicBezTo>
                  <a:cubicBezTo>
                    <a:pt x="44609" y="160338"/>
                    <a:pt x="44609" y="160338"/>
                    <a:pt x="44609" y="160338"/>
                  </a:cubicBezTo>
                  <a:cubicBezTo>
                    <a:pt x="40704" y="160338"/>
                    <a:pt x="38100" y="157740"/>
                    <a:pt x="38100" y="153844"/>
                  </a:cubicBezTo>
                  <a:cubicBezTo>
                    <a:pt x="38100" y="149947"/>
                    <a:pt x="40704" y="146050"/>
                    <a:pt x="44609" y="146050"/>
                  </a:cubicBezTo>
                  <a:close/>
                  <a:moveTo>
                    <a:pt x="206375" y="125413"/>
                  </a:moveTo>
                  <a:lnTo>
                    <a:pt x="206375" y="317501"/>
                  </a:lnTo>
                  <a:lnTo>
                    <a:pt x="287338" y="317501"/>
                  </a:lnTo>
                  <a:lnTo>
                    <a:pt x="287338" y="125413"/>
                  </a:lnTo>
                  <a:close/>
                  <a:moveTo>
                    <a:pt x="44609" y="98425"/>
                  </a:moveTo>
                  <a:cubicBezTo>
                    <a:pt x="160465" y="98425"/>
                    <a:pt x="160465" y="98425"/>
                    <a:pt x="160465" y="98425"/>
                  </a:cubicBezTo>
                  <a:cubicBezTo>
                    <a:pt x="164370" y="98425"/>
                    <a:pt x="168275" y="101023"/>
                    <a:pt x="168275" y="104920"/>
                  </a:cubicBezTo>
                  <a:cubicBezTo>
                    <a:pt x="168275" y="108817"/>
                    <a:pt x="164370" y="112713"/>
                    <a:pt x="160465" y="112713"/>
                  </a:cubicBezTo>
                  <a:cubicBezTo>
                    <a:pt x="44609" y="112713"/>
                    <a:pt x="44609" y="112713"/>
                    <a:pt x="44609" y="112713"/>
                  </a:cubicBezTo>
                  <a:cubicBezTo>
                    <a:pt x="40704" y="112713"/>
                    <a:pt x="38100" y="108817"/>
                    <a:pt x="38100" y="104920"/>
                  </a:cubicBezTo>
                  <a:cubicBezTo>
                    <a:pt x="38100" y="101023"/>
                    <a:pt x="40704" y="98425"/>
                    <a:pt x="44609" y="98425"/>
                  </a:cubicBezTo>
                  <a:close/>
                  <a:moveTo>
                    <a:pt x="44609" y="50800"/>
                  </a:moveTo>
                  <a:cubicBezTo>
                    <a:pt x="160465" y="50800"/>
                    <a:pt x="160465" y="50800"/>
                    <a:pt x="160465" y="50800"/>
                  </a:cubicBezTo>
                  <a:cubicBezTo>
                    <a:pt x="164370" y="50800"/>
                    <a:pt x="168275" y="53398"/>
                    <a:pt x="168275" y="57295"/>
                  </a:cubicBezTo>
                  <a:cubicBezTo>
                    <a:pt x="168275" y="61192"/>
                    <a:pt x="164370" y="65088"/>
                    <a:pt x="160465" y="65088"/>
                  </a:cubicBezTo>
                  <a:cubicBezTo>
                    <a:pt x="44609" y="65088"/>
                    <a:pt x="44609" y="65088"/>
                    <a:pt x="44609" y="65088"/>
                  </a:cubicBezTo>
                  <a:cubicBezTo>
                    <a:pt x="40704" y="65088"/>
                    <a:pt x="38100" y="61192"/>
                    <a:pt x="38100" y="57295"/>
                  </a:cubicBezTo>
                  <a:cubicBezTo>
                    <a:pt x="38100" y="53398"/>
                    <a:pt x="40704" y="50800"/>
                    <a:pt x="44609" y="50800"/>
                  </a:cubicBezTo>
                  <a:close/>
                  <a:moveTo>
                    <a:pt x="14287" y="14288"/>
                  </a:moveTo>
                  <a:lnTo>
                    <a:pt x="14287" y="317501"/>
                  </a:lnTo>
                  <a:lnTo>
                    <a:pt x="192087" y="317501"/>
                  </a:lnTo>
                  <a:lnTo>
                    <a:pt x="192087" y="14288"/>
                  </a:lnTo>
                  <a:close/>
                  <a:moveTo>
                    <a:pt x="7734" y="0"/>
                  </a:moveTo>
                  <a:cubicBezTo>
                    <a:pt x="198506" y="0"/>
                    <a:pt x="198506" y="0"/>
                    <a:pt x="198506" y="0"/>
                  </a:cubicBezTo>
                  <a:cubicBezTo>
                    <a:pt x="202373" y="0"/>
                    <a:pt x="206240" y="2592"/>
                    <a:pt x="206240" y="6480"/>
                  </a:cubicBezTo>
                  <a:cubicBezTo>
                    <a:pt x="206240" y="112756"/>
                    <a:pt x="206240" y="112756"/>
                    <a:pt x="206240" y="112756"/>
                  </a:cubicBezTo>
                  <a:cubicBezTo>
                    <a:pt x="293891" y="112756"/>
                    <a:pt x="293891" y="112756"/>
                    <a:pt x="293891" y="112756"/>
                  </a:cubicBezTo>
                  <a:cubicBezTo>
                    <a:pt x="297758" y="112756"/>
                    <a:pt x="301625" y="115348"/>
                    <a:pt x="301625" y="119237"/>
                  </a:cubicBezTo>
                  <a:cubicBezTo>
                    <a:pt x="301625" y="325308"/>
                    <a:pt x="301625" y="325308"/>
                    <a:pt x="301625" y="325308"/>
                  </a:cubicBezTo>
                  <a:cubicBezTo>
                    <a:pt x="301625" y="329196"/>
                    <a:pt x="297758" y="331788"/>
                    <a:pt x="293891" y="331788"/>
                  </a:cubicBezTo>
                  <a:cubicBezTo>
                    <a:pt x="7734" y="331788"/>
                    <a:pt x="7734" y="331788"/>
                    <a:pt x="7734" y="331788"/>
                  </a:cubicBezTo>
                  <a:cubicBezTo>
                    <a:pt x="3867" y="331788"/>
                    <a:pt x="0" y="329196"/>
                    <a:pt x="0" y="325308"/>
                  </a:cubicBezTo>
                  <a:cubicBezTo>
                    <a:pt x="0" y="6480"/>
                    <a:pt x="0" y="6480"/>
                    <a:pt x="0" y="6480"/>
                  </a:cubicBezTo>
                  <a:cubicBezTo>
                    <a:pt x="0" y="2592"/>
                    <a:pt x="3867" y="0"/>
                    <a:pt x="7734" y="0"/>
                  </a:cubicBezTo>
                  <a:close/>
                </a:path>
              </a:pathLst>
            </a:custGeom>
            <a:solidFill>
              <a:schemeClr val="tx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9" name="任意多边形: 形状 28"/>
            <p:cNvSpPr/>
            <p:nvPr/>
          </p:nvSpPr>
          <p:spPr>
            <a:xfrm>
              <a:off x="-515764" y="5190676"/>
              <a:ext cx="644073" cy="915722"/>
            </a:xfrm>
            <a:custGeom>
              <a:avLst/>
              <a:gdLst>
                <a:gd name="connsiteX0" fmla="*/ 166687 w 233363"/>
                <a:gd name="connsiteY0" fmla="*/ 282575 h 331788"/>
                <a:gd name="connsiteX1" fmla="*/ 166687 w 233363"/>
                <a:gd name="connsiteY1" fmla="*/ 293688 h 331788"/>
                <a:gd name="connsiteX2" fmla="*/ 190500 w 233363"/>
                <a:gd name="connsiteY2" fmla="*/ 293688 h 331788"/>
                <a:gd name="connsiteX3" fmla="*/ 190500 w 233363"/>
                <a:gd name="connsiteY3" fmla="*/ 282575 h 331788"/>
                <a:gd name="connsiteX4" fmla="*/ 104775 w 233363"/>
                <a:gd name="connsiteY4" fmla="*/ 282575 h 331788"/>
                <a:gd name="connsiteX5" fmla="*/ 104775 w 233363"/>
                <a:gd name="connsiteY5" fmla="*/ 319088 h 331788"/>
                <a:gd name="connsiteX6" fmla="*/ 130175 w 233363"/>
                <a:gd name="connsiteY6" fmla="*/ 319088 h 331788"/>
                <a:gd name="connsiteX7" fmla="*/ 130175 w 233363"/>
                <a:gd name="connsiteY7" fmla="*/ 282575 h 331788"/>
                <a:gd name="connsiteX8" fmla="*/ 42862 w 233363"/>
                <a:gd name="connsiteY8" fmla="*/ 282575 h 331788"/>
                <a:gd name="connsiteX9" fmla="*/ 42862 w 233363"/>
                <a:gd name="connsiteY9" fmla="*/ 293688 h 331788"/>
                <a:gd name="connsiteX10" fmla="*/ 68262 w 233363"/>
                <a:gd name="connsiteY10" fmla="*/ 293688 h 331788"/>
                <a:gd name="connsiteX11" fmla="*/ 68262 w 233363"/>
                <a:gd name="connsiteY11" fmla="*/ 282575 h 331788"/>
                <a:gd name="connsiteX12" fmla="*/ 159167 w 233363"/>
                <a:gd name="connsiteY12" fmla="*/ 269875 h 331788"/>
                <a:gd name="connsiteX13" fmla="*/ 196725 w 233363"/>
                <a:gd name="connsiteY13" fmla="*/ 269875 h 331788"/>
                <a:gd name="connsiteX14" fmla="*/ 203200 w 233363"/>
                <a:gd name="connsiteY14" fmla="*/ 275091 h 331788"/>
                <a:gd name="connsiteX15" fmla="*/ 203200 w 233363"/>
                <a:gd name="connsiteY15" fmla="*/ 299868 h 331788"/>
                <a:gd name="connsiteX16" fmla="*/ 196725 w 233363"/>
                <a:gd name="connsiteY16" fmla="*/ 306388 h 331788"/>
                <a:gd name="connsiteX17" fmla="*/ 159167 w 233363"/>
                <a:gd name="connsiteY17" fmla="*/ 306388 h 331788"/>
                <a:gd name="connsiteX18" fmla="*/ 153987 w 233363"/>
                <a:gd name="connsiteY18" fmla="*/ 299868 h 331788"/>
                <a:gd name="connsiteX19" fmla="*/ 153987 w 233363"/>
                <a:gd name="connsiteY19" fmla="*/ 275091 h 331788"/>
                <a:gd name="connsiteX20" fmla="*/ 159167 w 233363"/>
                <a:gd name="connsiteY20" fmla="*/ 269875 h 331788"/>
                <a:gd name="connsiteX21" fmla="*/ 38225 w 233363"/>
                <a:gd name="connsiteY21" fmla="*/ 269875 h 331788"/>
                <a:gd name="connsiteX22" fmla="*/ 74487 w 233363"/>
                <a:gd name="connsiteY22" fmla="*/ 269875 h 331788"/>
                <a:gd name="connsiteX23" fmla="*/ 80963 w 233363"/>
                <a:gd name="connsiteY23" fmla="*/ 275091 h 331788"/>
                <a:gd name="connsiteX24" fmla="*/ 80963 w 233363"/>
                <a:gd name="connsiteY24" fmla="*/ 299868 h 331788"/>
                <a:gd name="connsiteX25" fmla="*/ 74487 w 233363"/>
                <a:gd name="connsiteY25" fmla="*/ 306388 h 331788"/>
                <a:gd name="connsiteX26" fmla="*/ 38225 w 233363"/>
                <a:gd name="connsiteY26" fmla="*/ 306388 h 331788"/>
                <a:gd name="connsiteX27" fmla="*/ 31750 w 233363"/>
                <a:gd name="connsiteY27" fmla="*/ 299868 h 331788"/>
                <a:gd name="connsiteX28" fmla="*/ 31750 w 233363"/>
                <a:gd name="connsiteY28" fmla="*/ 275091 h 331788"/>
                <a:gd name="connsiteX29" fmla="*/ 38225 w 233363"/>
                <a:gd name="connsiteY29" fmla="*/ 269875 h 331788"/>
                <a:gd name="connsiteX30" fmla="*/ 166687 w 233363"/>
                <a:gd name="connsiteY30" fmla="*/ 233362 h 331788"/>
                <a:gd name="connsiteX31" fmla="*/ 166687 w 233363"/>
                <a:gd name="connsiteY31" fmla="*/ 246062 h 331788"/>
                <a:gd name="connsiteX32" fmla="*/ 190500 w 233363"/>
                <a:gd name="connsiteY32" fmla="*/ 246062 h 331788"/>
                <a:gd name="connsiteX33" fmla="*/ 190500 w 233363"/>
                <a:gd name="connsiteY33" fmla="*/ 233362 h 331788"/>
                <a:gd name="connsiteX34" fmla="*/ 104775 w 233363"/>
                <a:gd name="connsiteY34" fmla="*/ 233362 h 331788"/>
                <a:gd name="connsiteX35" fmla="*/ 104775 w 233363"/>
                <a:gd name="connsiteY35" fmla="*/ 246062 h 331788"/>
                <a:gd name="connsiteX36" fmla="*/ 130175 w 233363"/>
                <a:gd name="connsiteY36" fmla="*/ 246062 h 331788"/>
                <a:gd name="connsiteX37" fmla="*/ 130175 w 233363"/>
                <a:gd name="connsiteY37" fmla="*/ 233362 h 331788"/>
                <a:gd name="connsiteX38" fmla="*/ 42862 w 233363"/>
                <a:gd name="connsiteY38" fmla="*/ 233362 h 331788"/>
                <a:gd name="connsiteX39" fmla="*/ 42862 w 233363"/>
                <a:gd name="connsiteY39" fmla="*/ 246062 h 331788"/>
                <a:gd name="connsiteX40" fmla="*/ 68262 w 233363"/>
                <a:gd name="connsiteY40" fmla="*/ 246062 h 331788"/>
                <a:gd name="connsiteX41" fmla="*/ 68262 w 233363"/>
                <a:gd name="connsiteY41" fmla="*/ 233362 h 331788"/>
                <a:gd name="connsiteX42" fmla="*/ 159167 w 233363"/>
                <a:gd name="connsiteY42" fmla="*/ 220662 h 331788"/>
                <a:gd name="connsiteX43" fmla="*/ 196725 w 233363"/>
                <a:gd name="connsiteY43" fmla="*/ 220662 h 331788"/>
                <a:gd name="connsiteX44" fmla="*/ 203200 w 233363"/>
                <a:gd name="connsiteY44" fmla="*/ 227182 h 331788"/>
                <a:gd name="connsiteX45" fmla="*/ 203200 w 233363"/>
                <a:gd name="connsiteY45" fmla="*/ 250655 h 331788"/>
                <a:gd name="connsiteX46" fmla="*/ 196725 w 233363"/>
                <a:gd name="connsiteY46" fmla="*/ 257175 h 331788"/>
                <a:gd name="connsiteX47" fmla="*/ 159167 w 233363"/>
                <a:gd name="connsiteY47" fmla="*/ 257175 h 331788"/>
                <a:gd name="connsiteX48" fmla="*/ 153987 w 233363"/>
                <a:gd name="connsiteY48" fmla="*/ 250655 h 331788"/>
                <a:gd name="connsiteX49" fmla="*/ 153987 w 233363"/>
                <a:gd name="connsiteY49" fmla="*/ 227182 h 331788"/>
                <a:gd name="connsiteX50" fmla="*/ 159167 w 233363"/>
                <a:gd name="connsiteY50" fmla="*/ 220662 h 331788"/>
                <a:gd name="connsiteX51" fmla="*/ 98550 w 233363"/>
                <a:gd name="connsiteY51" fmla="*/ 220662 h 331788"/>
                <a:gd name="connsiteX52" fmla="*/ 134812 w 233363"/>
                <a:gd name="connsiteY52" fmla="*/ 220662 h 331788"/>
                <a:gd name="connsiteX53" fmla="*/ 141288 w 233363"/>
                <a:gd name="connsiteY53" fmla="*/ 227182 h 331788"/>
                <a:gd name="connsiteX54" fmla="*/ 141288 w 233363"/>
                <a:gd name="connsiteY54" fmla="*/ 250655 h 331788"/>
                <a:gd name="connsiteX55" fmla="*/ 134812 w 233363"/>
                <a:gd name="connsiteY55" fmla="*/ 257175 h 331788"/>
                <a:gd name="connsiteX56" fmla="*/ 98550 w 233363"/>
                <a:gd name="connsiteY56" fmla="*/ 257175 h 331788"/>
                <a:gd name="connsiteX57" fmla="*/ 92075 w 233363"/>
                <a:gd name="connsiteY57" fmla="*/ 250655 h 331788"/>
                <a:gd name="connsiteX58" fmla="*/ 92075 w 233363"/>
                <a:gd name="connsiteY58" fmla="*/ 227182 h 331788"/>
                <a:gd name="connsiteX59" fmla="*/ 98550 w 233363"/>
                <a:gd name="connsiteY59" fmla="*/ 220662 h 331788"/>
                <a:gd name="connsiteX60" fmla="*/ 38225 w 233363"/>
                <a:gd name="connsiteY60" fmla="*/ 220662 h 331788"/>
                <a:gd name="connsiteX61" fmla="*/ 74487 w 233363"/>
                <a:gd name="connsiteY61" fmla="*/ 220662 h 331788"/>
                <a:gd name="connsiteX62" fmla="*/ 80963 w 233363"/>
                <a:gd name="connsiteY62" fmla="*/ 227182 h 331788"/>
                <a:gd name="connsiteX63" fmla="*/ 80963 w 233363"/>
                <a:gd name="connsiteY63" fmla="*/ 250655 h 331788"/>
                <a:gd name="connsiteX64" fmla="*/ 74487 w 233363"/>
                <a:gd name="connsiteY64" fmla="*/ 257175 h 331788"/>
                <a:gd name="connsiteX65" fmla="*/ 38225 w 233363"/>
                <a:gd name="connsiteY65" fmla="*/ 257175 h 331788"/>
                <a:gd name="connsiteX66" fmla="*/ 31750 w 233363"/>
                <a:gd name="connsiteY66" fmla="*/ 250655 h 331788"/>
                <a:gd name="connsiteX67" fmla="*/ 31750 w 233363"/>
                <a:gd name="connsiteY67" fmla="*/ 227182 h 331788"/>
                <a:gd name="connsiteX68" fmla="*/ 38225 w 233363"/>
                <a:gd name="connsiteY68" fmla="*/ 220662 h 331788"/>
                <a:gd name="connsiteX69" fmla="*/ 166687 w 233363"/>
                <a:gd name="connsiteY69" fmla="*/ 184149 h 331788"/>
                <a:gd name="connsiteX70" fmla="*/ 166687 w 233363"/>
                <a:gd name="connsiteY70" fmla="*/ 196849 h 331788"/>
                <a:gd name="connsiteX71" fmla="*/ 190500 w 233363"/>
                <a:gd name="connsiteY71" fmla="*/ 196849 h 331788"/>
                <a:gd name="connsiteX72" fmla="*/ 190500 w 233363"/>
                <a:gd name="connsiteY72" fmla="*/ 184149 h 331788"/>
                <a:gd name="connsiteX73" fmla="*/ 104775 w 233363"/>
                <a:gd name="connsiteY73" fmla="*/ 184149 h 331788"/>
                <a:gd name="connsiteX74" fmla="*/ 104775 w 233363"/>
                <a:gd name="connsiteY74" fmla="*/ 196849 h 331788"/>
                <a:gd name="connsiteX75" fmla="*/ 130175 w 233363"/>
                <a:gd name="connsiteY75" fmla="*/ 196849 h 331788"/>
                <a:gd name="connsiteX76" fmla="*/ 130175 w 233363"/>
                <a:gd name="connsiteY76" fmla="*/ 184149 h 331788"/>
                <a:gd name="connsiteX77" fmla="*/ 42862 w 233363"/>
                <a:gd name="connsiteY77" fmla="*/ 184149 h 331788"/>
                <a:gd name="connsiteX78" fmla="*/ 42862 w 233363"/>
                <a:gd name="connsiteY78" fmla="*/ 196849 h 331788"/>
                <a:gd name="connsiteX79" fmla="*/ 68262 w 233363"/>
                <a:gd name="connsiteY79" fmla="*/ 196849 h 331788"/>
                <a:gd name="connsiteX80" fmla="*/ 68262 w 233363"/>
                <a:gd name="connsiteY80" fmla="*/ 184149 h 331788"/>
                <a:gd name="connsiteX81" fmla="*/ 38225 w 233363"/>
                <a:gd name="connsiteY81" fmla="*/ 171450 h 331788"/>
                <a:gd name="connsiteX82" fmla="*/ 74487 w 233363"/>
                <a:gd name="connsiteY82" fmla="*/ 171450 h 331788"/>
                <a:gd name="connsiteX83" fmla="*/ 80963 w 233363"/>
                <a:gd name="connsiteY83" fmla="*/ 177970 h 331788"/>
                <a:gd name="connsiteX84" fmla="*/ 80963 w 233363"/>
                <a:gd name="connsiteY84" fmla="*/ 201443 h 331788"/>
                <a:gd name="connsiteX85" fmla="*/ 74487 w 233363"/>
                <a:gd name="connsiteY85" fmla="*/ 207963 h 331788"/>
                <a:gd name="connsiteX86" fmla="*/ 38225 w 233363"/>
                <a:gd name="connsiteY86" fmla="*/ 207963 h 331788"/>
                <a:gd name="connsiteX87" fmla="*/ 31750 w 233363"/>
                <a:gd name="connsiteY87" fmla="*/ 201443 h 331788"/>
                <a:gd name="connsiteX88" fmla="*/ 31750 w 233363"/>
                <a:gd name="connsiteY88" fmla="*/ 177970 h 331788"/>
                <a:gd name="connsiteX89" fmla="*/ 38225 w 233363"/>
                <a:gd name="connsiteY89" fmla="*/ 171450 h 331788"/>
                <a:gd name="connsiteX90" fmla="*/ 159167 w 233363"/>
                <a:gd name="connsiteY90" fmla="*/ 171449 h 331788"/>
                <a:gd name="connsiteX91" fmla="*/ 196725 w 233363"/>
                <a:gd name="connsiteY91" fmla="*/ 171449 h 331788"/>
                <a:gd name="connsiteX92" fmla="*/ 203200 w 233363"/>
                <a:gd name="connsiteY92" fmla="*/ 177969 h 331788"/>
                <a:gd name="connsiteX93" fmla="*/ 203200 w 233363"/>
                <a:gd name="connsiteY93" fmla="*/ 201442 h 331788"/>
                <a:gd name="connsiteX94" fmla="*/ 196725 w 233363"/>
                <a:gd name="connsiteY94" fmla="*/ 207962 h 331788"/>
                <a:gd name="connsiteX95" fmla="*/ 159167 w 233363"/>
                <a:gd name="connsiteY95" fmla="*/ 207962 h 331788"/>
                <a:gd name="connsiteX96" fmla="*/ 153987 w 233363"/>
                <a:gd name="connsiteY96" fmla="*/ 201442 h 331788"/>
                <a:gd name="connsiteX97" fmla="*/ 153987 w 233363"/>
                <a:gd name="connsiteY97" fmla="*/ 177969 h 331788"/>
                <a:gd name="connsiteX98" fmla="*/ 159167 w 233363"/>
                <a:gd name="connsiteY98" fmla="*/ 171449 h 331788"/>
                <a:gd name="connsiteX99" fmla="*/ 98550 w 233363"/>
                <a:gd name="connsiteY99" fmla="*/ 171449 h 331788"/>
                <a:gd name="connsiteX100" fmla="*/ 134812 w 233363"/>
                <a:gd name="connsiteY100" fmla="*/ 171449 h 331788"/>
                <a:gd name="connsiteX101" fmla="*/ 141288 w 233363"/>
                <a:gd name="connsiteY101" fmla="*/ 177969 h 331788"/>
                <a:gd name="connsiteX102" fmla="*/ 141288 w 233363"/>
                <a:gd name="connsiteY102" fmla="*/ 201442 h 331788"/>
                <a:gd name="connsiteX103" fmla="*/ 134812 w 233363"/>
                <a:gd name="connsiteY103" fmla="*/ 207962 h 331788"/>
                <a:gd name="connsiteX104" fmla="*/ 98550 w 233363"/>
                <a:gd name="connsiteY104" fmla="*/ 207962 h 331788"/>
                <a:gd name="connsiteX105" fmla="*/ 92075 w 233363"/>
                <a:gd name="connsiteY105" fmla="*/ 201442 h 331788"/>
                <a:gd name="connsiteX106" fmla="*/ 92075 w 233363"/>
                <a:gd name="connsiteY106" fmla="*/ 177969 h 331788"/>
                <a:gd name="connsiteX107" fmla="*/ 98550 w 233363"/>
                <a:gd name="connsiteY107" fmla="*/ 171449 h 331788"/>
                <a:gd name="connsiteX108" fmla="*/ 166687 w 233363"/>
                <a:gd name="connsiteY108" fmla="*/ 134937 h 331788"/>
                <a:gd name="connsiteX109" fmla="*/ 166687 w 233363"/>
                <a:gd name="connsiteY109" fmla="*/ 147637 h 331788"/>
                <a:gd name="connsiteX110" fmla="*/ 190500 w 233363"/>
                <a:gd name="connsiteY110" fmla="*/ 147637 h 331788"/>
                <a:gd name="connsiteX111" fmla="*/ 190500 w 233363"/>
                <a:gd name="connsiteY111" fmla="*/ 134937 h 331788"/>
                <a:gd name="connsiteX112" fmla="*/ 104775 w 233363"/>
                <a:gd name="connsiteY112" fmla="*/ 134937 h 331788"/>
                <a:gd name="connsiteX113" fmla="*/ 104775 w 233363"/>
                <a:gd name="connsiteY113" fmla="*/ 147637 h 331788"/>
                <a:gd name="connsiteX114" fmla="*/ 130175 w 233363"/>
                <a:gd name="connsiteY114" fmla="*/ 147637 h 331788"/>
                <a:gd name="connsiteX115" fmla="*/ 130175 w 233363"/>
                <a:gd name="connsiteY115" fmla="*/ 134937 h 331788"/>
                <a:gd name="connsiteX116" fmla="*/ 42862 w 233363"/>
                <a:gd name="connsiteY116" fmla="*/ 134937 h 331788"/>
                <a:gd name="connsiteX117" fmla="*/ 42862 w 233363"/>
                <a:gd name="connsiteY117" fmla="*/ 147637 h 331788"/>
                <a:gd name="connsiteX118" fmla="*/ 68262 w 233363"/>
                <a:gd name="connsiteY118" fmla="*/ 147637 h 331788"/>
                <a:gd name="connsiteX119" fmla="*/ 68262 w 233363"/>
                <a:gd name="connsiteY119" fmla="*/ 134937 h 331788"/>
                <a:gd name="connsiteX120" fmla="*/ 159167 w 233363"/>
                <a:gd name="connsiteY120" fmla="*/ 122237 h 331788"/>
                <a:gd name="connsiteX121" fmla="*/ 196725 w 233363"/>
                <a:gd name="connsiteY121" fmla="*/ 122237 h 331788"/>
                <a:gd name="connsiteX122" fmla="*/ 203200 w 233363"/>
                <a:gd name="connsiteY122" fmla="*/ 128757 h 331788"/>
                <a:gd name="connsiteX123" fmla="*/ 203200 w 233363"/>
                <a:gd name="connsiteY123" fmla="*/ 153534 h 331788"/>
                <a:gd name="connsiteX124" fmla="*/ 196725 w 233363"/>
                <a:gd name="connsiteY124" fmla="*/ 158750 h 331788"/>
                <a:gd name="connsiteX125" fmla="*/ 159167 w 233363"/>
                <a:gd name="connsiteY125" fmla="*/ 158750 h 331788"/>
                <a:gd name="connsiteX126" fmla="*/ 153987 w 233363"/>
                <a:gd name="connsiteY126" fmla="*/ 153534 h 331788"/>
                <a:gd name="connsiteX127" fmla="*/ 153987 w 233363"/>
                <a:gd name="connsiteY127" fmla="*/ 128757 h 331788"/>
                <a:gd name="connsiteX128" fmla="*/ 159167 w 233363"/>
                <a:gd name="connsiteY128" fmla="*/ 122237 h 331788"/>
                <a:gd name="connsiteX129" fmla="*/ 98550 w 233363"/>
                <a:gd name="connsiteY129" fmla="*/ 122237 h 331788"/>
                <a:gd name="connsiteX130" fmla="*/ 134812 w 233363"/>
                <a:gd name="connsiteY130" fmla="*/ 122237 h 331788"/>
                <a:gd name="connsiteX131" fmla="*/ 141288 w 233363"/>
                <a:gd name="connsiteY131" fmla="*/ 128757 h 331788"/>
                <a:gd name="connsiteX132" fmla="*/ 141288 w 233363"/>
                <a:gd name="connsiteY132" fmla="*/ 153534 h 331788"/>
                <a:gd name="connsiteX133" fmla="*/ 134812 w 233363"/>
                <a:gd name="connsiteY133" fmla="*/ 158750 h 331788"/>
                <a:gd name="connsiteX134" fmla="*/ 98550 w 233363"/>
                <a:gd name="connsiteY134" fmla="*/ 158750 h 331788"/>
                <a:gd name="connsiteX135" fmla="*/ 92075 w 233363"/>
                <a:gd name="connsiteY135" fmla="*/ 153534 h 331788"/>
                <a:gd name="connsiteX136" fmla="*/ 92075 w 233363"/>
                <a:gd name="connsiteY136" fmla="*/ 128757 h 331788"/>
                <a:gd name="connsiteX137" fmla="*/ 98550 w 233363"/>
                <a:gd name="connsiteY137" fmla="*/ 122237 h 331788"/>
                <a:gd name="connsiteX138" fmla="*/ 38225 w 233363"/>
                <a:gd name="connsiteY138" fmla="*/ 122237 h 331788"/>
                <a:gd name="connsiteX139" fmla="*/ 74487 w 233363"/>
                <a:gd name="connsiteY139" fmla="*/ 122237 h 331788"/>
                <a:gd name="connsiteX140" fmla="*/ 80963 w 233363"/>
                <a:gd name="connsiteY140" fmla="*/ 128757 h 331788"/>
                <a:gd name="connsiteX141" fmla="*/ 80963 w 233363"/>
                <a:gd name="connsiteY141" fmla="*/ 153534 h 331788"/>
                <a:gd name="connsiteX142" fmla="*/ 74487 w 233363"/>
                <a:gd name="connsiteY142" fmla="*/ 158750 h 331788"/>
                <a:gd name="connsiteX143" fmla="*/ 38225 w 233363"/>
                <a:gd name="connsiteY143" fmla="*/ 158750 h 331788"/>
                <a:gd name="connsiteX144" fmla="*/ 31750 w 233363"/>
                <a:gd name="connsiteY144" fmla="*/ 153534 h 331788"/>
                <a:gd name="connsiteX145" fmla="*/ 31750 w 233363"/>
                <a:gd name="connsiteY145" fmla="*/ 128757 h 331788"/>
                <a:gd name="connsiteX146" fmla="*/ 38225 w 233363"/>
                <a:gd name="connsiteY146" fmla="*/ 122237 h 331788"/>
                <a:gd name="connsiteX147" fmla="*/ 166687 w 233363"/>
                <a:gd name="connsiteY147" fmla="*/ 85724 h 331788"/>
                <a:gd name="connsiteX148" fmla="*/ 166687 w 233363"/>
                <a:gd name="connsiteY148" fmla="*/ 98424 h 331788"/>
                <a:gd name="connsiteX149" fmla="*/ 190500 w 233363"/>
                <a:gd name="connsiteY149" fmla="*/ 98424 h 331788"/>
                <a:gd name="connsiteX150" fmla="*/ 190500 w 233363"/>
                <a:gd name="connsiteY150" fmla="*/ 85724 h 331788"/>
                <a:gd name="connsiteX151" fmla="*/ 104775 w 233363"/>
                <a:gd name="connsiteY151" fmla="*/ 85724 h 331788"/>
                <a:gd name="connsiteX152" fmla="*/ 104775 w 233363"/>
                <a:gd name="connsiteY152" fmla="*/ 98424 h 331788"/>
                <a:gd name="connsiteX153" fmla="*/ 130175 w 233363"/>
                <a:gd name="connsiteY153" fmla="*/ 98424 h 331788"/>
                <a:gd name="connsiteX154" fmla="*/ 130175 w 233363"/>
                <a:gd name="connsiteY154" fmla="*/ 85724 h 331788"/>
                <a:gd name="connsiteX155" fmla="*/ 42862 w 233363"/>
                <a:gd name="connsiteY155" fmla="*/ 85724 h 331788"/>
                <a:gd name="connsiteX156" fmla="*/ 42862 w 233363"/>
                <a:gd name="connsiteY156" fmla="*/ 98424 h 331788"/>
                <a:gd name="connsiteX157" fmla="*/ 68262 w 233363"/>
                <a:gd name="connsiteY157" fmla="*/ 98424 h 331788"/>
                <a:gd name="connsiteX158" fmla="*/ 68262 w 233363"/>
                <a:gd name="connsiteY158" fmla="*/ 85724 h 331788"/>
                <a:gd name="connsiteX159" fmla="*/ 159167 w 233363"/>
                <a:gd name="connsiteY159" fmla="*/ 73024 h 331788"/>
                <a:gd name="connsiteX160" fmla="*/ 196725 w 233363"/>
                <a:gd name="connsiteY160" fmla="*/ 73024 h 331788"/>
                <a:gd name="connsiteX161" fmla="*/ 203200 w 233363"/>
                <a:gd name="connsiteY161" fmla="*/ 79544 h 331788"/>
                <a:gd name="connsiteX162" fmla="*/ 203200 w 233363"/>
                <a:gd name="connsiteY162" fmla="*/ 104321 h 331788"/>
                <a:gd name="connsiteX163" fmla="*/ 196725 w 233363"/>
                <a:gd name="connsiteY163" fmla="*/ 109537 h 331788"/>
                <a:gd name="connsiteX164" fmla="*/ 159167 w 233363"/>
                <a:gd name="connsiteY164" fmla="*/ 109537 h 331788"/>
                <a:gd name="connsiteX165" fmla="*/ 153987 w 233363"/>
                <a:gd name="connsiteY165" fmla="*/ 104321 h 331788"/>
                <a:gd name="connsiteX166" fmla="*/ 153987 w 233363"/>
                <a:gd name="connsiteY166" fmla="*/ 79544 h 331788"/>
                <a:gd name="connsiteX167" fmla="*/ 159167 w 233363"/>
                <a:gd name="connsiteY167" fmla="*/ 73024 h 331788"/>
                <a:gd name="connsiteX168" fmla="*/ 98550 w 233363"/>
                <a:gd name="connsiteY168" fmla="*/ 73024 h 331788"/>
                <a:gd name="connsiteX169" fmla="*/ 134812 w 233363"/>
                <a:gd name="connsiteY169" fmla="*/ 73024 h 331788"/>
                <a:gd name="connsiteX170" fmla="*/ 141288 w 233363"/>
                <a:gd name="connsiteY170" fmla="*/ 79544 h 331788"/>
                <a:gd name="connsiteX171" fmla="*/ 141288 w 233363"/>
                <a:gd name="connsiteY171" fmla="*/ 104321 h 331788"/>
                <a:gd name="connsiteX172" fmla="*/ 134812 w 233363"/>
                <a:gd name="connsiteY172" fmla="*/ 109537 h 331788"/>
                <a:gd name="connsiteX173" fmla="*/ 98550 w 233363"/>
                <a:gd name="connsiteY173" fmla="*/ 109537 h 331788"/>
                <a:gd name="connsiteX174" fmla="*/ 92075 w 233363"/>
                <a:gd name="connsiteY174" fmla="*/ 104321 h 331788"/>
                <a:gd name="connsiteX175" fmla="*/ 92075 w 233363"/>
                <a:gd name="connsiteY175" fmla="*/ 79544 h 331788"/>
                <a:gd name="connsiteX176" fmla="*/ 98550 w 233363"/>
                <a:gd name="connsiteY176" fmla="*/ 73024 h 331788"/>
                <a:gd name="connsiteX177" fmla="*/ 38225 w 233363"/>
                <a:gd name="connsiteY177" fmla="*/ 73024 h 331788"/>
                <a:gd name="connsiteX178" fmla="*/ 74487 w 233363"/>
                <a:gd name="connsiteY178" fmla="*/ 73024 h 331788"/>
                <a:gd name="connsiteX179" fmla="*/ 80963 w 233363"/>
                <a:gd name="connsiteY179" fmla="*/ 79544 h 331788"/>
                <a:gd name="connsiteX180" fmla="*/ 80963 w 233363"/>
                <a:gd name="connsiteY180" fmla="*/ 104321 h 331788"/>
                <a:gd name="connsiteX181" fmla="*/ 74487 w 233363"/>
                <a:gd name="connsiteY181" fmla="*/ 109537 h 331788"/>
                <a:gd name="connsiteX182" fmla="*/ 38225 w 233363"/>
                <a:gd name="connsiteY182" fmla="*/ 109537 h 331788"/>
                <a:gd name="connsiteX183" fmla="*/ 31750 w 233363"/>
                <a:gd name="connsiteY183" fmla="*/ 104321 h 331788"/>
                <a:gd name="connsiteX184" fmla="*/ 31750 w 233363"/>
                <a:gd name="connsiteY184" fmla="*/ 79544 h 331788"/>
                <a:gd name="connsiteX185" fmla="*/ 38225 w 233363"/>
                <a:gd name="connsiteY185" fmla="*/ 73024 h 331788"/>
                <a:gd name="connsiteX186" fmla="*/ 166687 w 233363"/>
                <a:gd name="connsiteY186" fmla="*/ 36512 h 331788"/>
                <a:gd name="connsiteX187" fmla="*/ 166687 w 233363"/>
                <a:gd name="connsiteY187" fmla="*/ 49212 h 331788"/>
                <a:gd name="connsiteX188" fmla="*/ 190500 w 233363"/>
                <a:gd name="connsiteY188" fmla="*/ 49212 h 331788"/>
                <a:gd name="connsiteX189" fmla="*/ 190500 w 233363"/>
                <a:gd name="connsiteY189" fmla="*/ 36512 h 331788"/>
                <a:gd name="connsiteX190" fmla="*/ 104775 w 233363"/>
                <a:gd name="connsiteY190" fmla="*/ 36512 h 331788"/>
                <a:gd name="connsiteX191" fmla="*/ 104775 w 233363"/>
                <a:gd name="connsiteY191" fmla="*/ 49212 h 331788"/>
                <a:gd name="connsiteX192" fmla="*/ 130175 w 233363"/>
                <a:gd name="connsiteY192" fmla="*/ 49212 h 331788"/>
                <a:gd name="connsiteX193" fmla="*/ 130175 w 233363"/>
                <a:gd name="connsiteY193" fmla="*/ 36512 h 331788"/>
                <a:gd name="connsiteX194" fmla="*/ 42862 w 233363"/>
                <a:gd name="connsiteY194" fmla="*/ 36512 h 331788"/>
                <a:gd name="connsiteX195" fmla="*/ 42862 w 233363"/>
                <a:gd name="connsiteY195" fmla="*/ 49212 h 331788"/>
                <a:gd name="connsiteX196" fmla="*/ 68262 w 233363"/>
                <a:gd name="connsiteY196" fmla="*/ 49212 h 331788"/>
                <a:gd name="connsiteX197" fmla="*/ 68262 w 233363"/>
                <a:gd name="connsiteY197" fmla="*/ 36512 h 331788"/>
                <a:gd name="connsiteX198" fmla="*/ 159167 w 233363"/>
                <a:gd name="connsiteY198" fmla="*/ 23812 h 331788"/>
                <a:gd name="connsiteX199" fmla="*/ 196725 w 233363"/>
                <a:gd name="connsiteY199" fmla="*/ 23812 h 331788"/>
                <a:gd name="connsiteX200" fmla="*/ 203200 w 233363"/>
                <a:gd name="connsiteY200" fmla="*/ 30332 h 331788"/>
                <a:gd name="connsiteX201" fmla="*/ 203200 w 233363"/>
                <a:gd name="connsiteY201" fmla="*/ 55109 h 331788"/>
                <a:gd name="connsiteX202" fmla="*/ 196725 w 233363"/>
                <a:gd name="connsiteY202" fmla="*/ 60325 h 331788"/>
                <a:gd name="connsiteX203" fmla="*/ 159167 w 233363"/>
                <a:gd name="connsiteY203" fmla="*/ 60325 h 331788"/>
                <a:gd name="connsiteX204" fmla="*/ 153987 w 233363"/>
                <a:gd name="connsiteY204" fmla="*/ 55109 h 331788"/>
                <a:gd name="connsiteX205" fmla="*/ 153987 w 233363"/>
                <a:gd name="connsiteY205" fmla="*/ 30332 h 331788"/>
                <a:gd name="connsiteX206" fmla="*/ 159167 w 233363"/>
                <a:gd name="connsiteY206" fmla="*/ 23812 h 331788"/>
                <a:gd name="connsiteX207" fmla="*/ 98550 w 233363"/>
                <a:gd name="connsiteY207" fmla="*/ 23812 h 331788"/>
                <a:gd name="connsiteX208" fmla="*/ 134812 w 233363"/>
                <a:gd name="connsiteY208" fmla="*/ 23812 h 331788"/>
                <a:gd name="connsiteX209" fmla="*/ 141288 w 233363"/>
                <a:gd name="connsiteY209" fmla="*/ 30332 h 331788"/>
                <a:gd name="connsiteX210" fmla="*/ 141288 w 233363"/>
                <a:gd name="connsiteY210" fmla="*/ 55109 h 331788"/>
                <a:gd name="connsiteX211" fmla="*/ 134812 w 233363"/>
                <a:gd name="connsiteY211" fmla="*/ 60325 h 331788"/>
                <a:gd name="connsiteX212" fmla="*/ 98550 w 233363"/>
                <a:gd name="connsiteY212" fmla="*/ 60325 h 331788"/>
                <a:gd name="connsiteX213" fmla="*/ 92075 w 233363"/>
                <a:gd name="connsiteY213" fmla="*/ 55109 h 331788"/>
                <a:gd name="connsiteX214" fmla="*/ 92075 w 233363"/>
                <a:gd name="connsiteY214" fmla="*/ 30332 h 331788"/>
                <a:gd name="connsiteX215" fmla="*/ 98550 w 233363"/>
                <a:gd name="connsiteY215" fmla="*/ 23812 h 331788"/>
                <a:gd name="connsiteX216" fmla="*/ 38225 w 233363"/>
                <a:gd name="connsiteY216" fmla="*/ 23812 h 331788"/>
                <a:gd name="connsiteX217" fmla="*/ 74487 w 233363"/>
                <a:gd name="connsiteY217" fmla="*/ 23812 h 331788"/>
                <a:gd name="connsiteX218" fmla="*/ 80963 w 233363"/>
                <a:gd name="connsiteY218" fmla="*/ 30332 h 331788"/>
                <a:gd name="connsiteX219" fmla="*/ 80963 w 233363"/>
                <a:gd name="connsiteY219" fmla="*/ 55109 h 331788"/>
                <a:gd name="connsiteX220" fmla="*/ 74487 w 233363"/>
                <a:gd name="connsiteY220" fmla="*/ 60325 h 331788"/>
                <a:gd name="connsiteX221" fmla="*/ 38225 w 233363"/>
                <a:gd name="connsiteY221" fmla="*/ 60325 h 331788"/>
                <a:gd name="connsiteX222" fmla="*/ 31750 w 233363"/>
                <a:gd name="connsiteY222" fmla="*/ 55109 h 331788"/>
                <a:gd name="connsiteX223" fmla="*/ 31750 w 233363"/>
                <a:gd name="connsiteY223" fmla="*/ 30332 h 331788"/>
                <a:gd name="connsiteX224" fmla="*/ 38225 w 233363"/>
                <a:gd name="connsiteY224" fmla="*/ 23812 h 331788"/>
                <a:gd name="connsiteX225" fmla="*/ 19050 w 233363"/>
                <a:gd name="connsiteY225" fmla="*/ 11112 h 331788"/>
                <a:gd name="connsiteX226" fmla="*/ 19050 w 233363"/>
                <a:gd name="connsiteY226" fmla="*/ 319087 h 331788"/>
                <a:gd name="connsiteX227" fmla="*/ 92054 w 233363"/>
                <a:gd name="connsiteY227" fmla="*/ 319087 h 331788"/>
                <a:gd name="connsiteX228" fmla="*/ 92054 w 233363"/>
                <a:gd name="connsiteY228" fmla="*/ 275091 h 331788"/>
                <a:gd name="connsiteX229" fmla="*/ 98572 w 233363"/>
                <a:gd name="connsiteY229" fmla="*/ 269915 h 331788"/>
                <a:gd name="connsiteX230" fmla="*/ 135074 w 233363"/>
                <a:gd name="connsiteY230" fmla="*/ 269915 h 331788"/>
                <a:gd name="connsiteX231" fmla="*/ 141592 w 233363"/>
                <a:gd name="connsiteY231" fmla="*/ 275091 h 331788"/>
                <a:gd name="connsiteX232" fmla="*/ 141592 w 233363"/>
                <a:gd name="connsiteY232" fmla="*/ 319087 h 331788"/>
                <a:gd name="connsiteX233" fmla="*/ 215900 w 233363"/>
                <a:gd name="connsiteY233" fmla="*/ 319087 h 331788"/>
                <a:gd name="connsiteX234" fmla="*/ 215900 w 233363"/>
                <a:gd name="connsiteY234" fmla="*/ 11112 h 331788"/>
                <a:gd name="connsiteX235" fmla="*/ 19050 w 233363"/>
                <a:gd name="connsiteY235" fmla="*/ 11112 h 331788"/>
                <a:gd name="connsiteX236" fmla="*/ 12964 w 233363"/>
                <a:gd name="connsiteY236" fmla="*/ 0 h 331788"/>
                <a:gd name="connsiteX237" fmla="*/ 220399 w 233363"/>
                <a:gd name="connsiteY237" fmla="*/ 0 h 331788"/>
                <a:gd name="connsiteX238" fmla="*/ 221695 w 233363"/>
                <a:gd name="connsiteY238" fmla="*/ 0 h 331788"/>
                <a:gd name="connsiteX239" fmla="*/ 226881 w 233363"/>
                <a:gd name="connsiteY239" fmla="*/ 6480 h 331788"/>
                <a:gd name="connsiteX240" fmla="*/ 226881 w 233363"/>
                <a:gd name="connsiteY240" fmla="*/ 320124 h 331788"/>
                <a:gd name="connsiteX241" fmla="*/ 233363 w 233363"/>
                <a:gd name="connsiteY241" fmla="*/ 325308 h 331788"/>
                <a:gd name="connsiteX242" fmla="*/ 226881 w 233363"/>
                <a:gd name="connsiteY242" fmla="*/ 331788 h 331788"/>
                <a:gd name="connsiteX243" fmla="*/ 6482 w 233363"/>
                <a:gd name="connsiteY243" fmla="*/ 331788 h 331788"/>
                <a:gd name="connsiteX244" fmla="*/ 0 w 233363"/>
                <a:gd name="connsiteY244" fmla="*/ 325308 h 331788"/>
                <a:gd name="connsiteX245" fmla="*/ 6482 w 233363"/>
                <a:gd name="connsiteY245" fmla="*/ 320124 h 331788"/>
                <a:gd name="connsiteX246" fmla="*/ 6482 w 233363"/>
                <a:gd name="connsiteY246" fmla="*/ 6480 h 331788"/>
                <a:gd name="connsiteX247" fmla="*/ 12964 w 233363"/>
                <a:gd name="connsiteY247" fmla="*/ 0 h 331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</a:cxnLst>
              <a:rect l="l" t="t" r="r" b="b"/>
              <a:pathLst>
                <a:path w="233363" h="331788">
                  <a:moveTo>
                    <a:pt x="166687" y="282575"/>
                  </a:moveTo>
                  <a:lnTo>
                    <a:pt x="166687" y="293688"/>
                  </a:lnTo>
                  <a:lnTo>
                    <a:pt x="190500" y="293688"/>
                  </a:lnTo>
                  <a:lnTo>
                    <a:pt x="190500" y="282575"/>
                  </a:lnTo>
                  <a:close/>
                  <a:moveTo>
                    <a:pt x="104775" y="282575"/>
                  </a:moveTo>
                  <a:lnTo>
                    <a:pt x="104775" y="319088"/>
                  </a:lnTo>
                  <a:lnTo>
                    <a:pt x="130175" y="319088"/>
                  </a:lnTo>
                  <a:lnTo>
                    <a:pt x="130175" y="282575"/>
                  </a:lnTo>
                  <a:close/>
                  <a:moveTo>
                    <a:pt x="42862" y="282575"/>
                  </a:moveTo>
                  <a:lnTo>
                    <a:pt x="42862" y="293688"/>
                  </a:lnTo>
                  <a:lnTo>
                    <a:pt x="68262" y="293688"/>
                  </a:lnTo>
                  <a:lnTo>
                    <a:pt x="68262" y="282575"/>
                  </a:lnTo>
                  <a:close/>
                  <a:moveTo>
                    <a:pt x="159167" y="269875"/>
                  </a:moveTo>
                  <a:cubicBezTo>
                    <a:pt x="159167" y="269875"/>
                    <a:pt x="159167" y="269875"/>
                    <a:pt x="196725" y="269875"/>
                  </a:cubicBezTo>
                  <a:cubicBezTo>
                    <a:pt x="199315" y="269875"/>
                    <a:pt x="203200" y="272483"/>
                    <a:pt x="203200" y="275091"/>
                  </a:cubicBezTo>
                  <a:cubicBezTo>
                    <a:pt x="203200" y="275091"/>
                    <a:pt x="203200" y="275091"/>
                    <a:pt x="203200" y="299868"/>
                  </a:cubicBezTo>
                  <a:cubicBezTo>
                    <a:pt x="203200" y="303780"/>
                    <a:pt x="199315" y="306388"/>
                    <a:pt x="196725" y="306388"/>
                  </a:cubicBezTo>
                  <a:cubicBezTo>
                    <a:pt x="196725" y="306388"/>
                    <a:pt x="196725" y="306388"/>
                    <a:pt x="159167" y="306388"/>
                  </a:cubicBezTo>
                  <a:cubicBezTo>
                    <a:pt x="156577" y="306388"/>
                    <a:pt x="153987" y="303780"/>
                    <a:pt x="153987" y="299868"/>
                  </a:cubicBezTo>
                  <a:cubicBezTo>
                    <a:pt x="153987" y="299868"/>
                    <a:pt x="153987" y="299868"/>
                    <a:pt x="153987" y="275091"/>
                  </a:cubicBezTo>
                  <a:cubicBezTo>
                    <a:pt x="153987" y="272483"/>
                    <a:pt x="156577" y="269875"/>
                    <a:pt x="159167" y="269875"/>
                  </a:cubicBezTo>
                  <a:close/>
                  <a:moveTo>
                    <a:pt x="38225" y="269875"/>
                  </a:moveTo>
                  <a:cubicBezTo>
                    <a:pt x="38225" y="269875"/>
                    <a:pt x="38225" y="269875"/>
                    <a:pt x="74487" y="269875"/>
                  </a:cubicBezTo>
                  <a:cubicBezTo>
                    <a:pt x="78373" y="269875"/>
                    <a:pt x="80963" y="272483"/>
                    <a:pt x="80963" y="275091"/>
                  </a:cubicBezTo>
                  <a:cubicBezTo>
                    <a:pt x="80963" y="275091"/>
                    <a:pt x="80963" y="275091"/>
                    <a:pt x="80963" y="299868"/>
                  </a:cubicBezTo>
                  <a:cubicBezTo>
                    <a:pt x="80963" y="303780"/>
                    <a:pt x="78373" y="306388"/>
                    <a:pt x="74487" y="306388"/>
                  </a:cubicBezTo>
                  <a:cubicBezTo>
                    <a:pt x="74487" y="306388"/>
                    <a:pt x="74487" y="306388"/>
                    <a:pt x="38225" y="306388"/>
                  </a:cubicBezTo>
                  <a:cubicBezTo>
                    <a:pt x="34340" y="306388"/>
                    <a:pt x="31750" y="303780"/>
                    <a:pt x="31750" y="299868"/>
                  </a:cubicBezTo>
                  <a:cubicBezTo>
                    <a:pt x="31750" y="299868"/>
                    <a:pt x="31750" y="299868"/>
                    <a:pt x="31750" y="275091"/>
                  </a:cubicBezTo>
                  <a:cubicBezTo>
                    <a:pt x="31750" y="272483"/>
                    <a:pt x="34340" y="269875"/>
                    <a:pt x="38225" y="269875"/>
                  </a:cubicBezTo>
                  <a:close/>
                  <a:moveTo>
                    <a:pt x="166687" y="233362"/>
                  </a:moveTo>
                  <a:lnTo>
                    <a:pt x="166687" y="246062"/>
                  </a:lnTo>
                  <a:lnTo>
                    <a:pt x="190500" y="246062"/>
                  </a:lnTo>
                  <a:lnTo>
                    <a:pt x="190500" y="233362"/>
                  </a:lnTo>
                  <a:close/>
                  <a:moveTo>
                    <a:pt x="104775" y="233362"/>
                  </a:moveTo>
                  <a:lnTo>
                    <a:pt x="104775" y="246062"/>
                  </a:lnTo>
                  <a:lnTo>
                    <a:pt x="130175" y="246062"/>
                  </a:lnTo>
                  <a:lnTo>
                    <a:pt x="130175" y="233362"/>
                  </a:lnTo>
                  <a:close/>
                  <a:moveTo>
                    <a:pt x="42862" y="233362"/>
                  </a:moveTo>
                  <a:lnTo>
                    <a:pt x="42862" y="246062"/>
                  </a:lnTo>
                  <a:lnTo>
                    <a:pt x="68262" y="246062"/>
                  </a:lnTo>
                  <a:lnTo>
                    <a:pt x="68262" y="233362"/>
                  </a:lnTo>
                  <a:close/>
                  <a:moveTo>
                    <a:pt x="159167" y="220662"/>
                  </a:moveTo>
                  <a:cubicBezTo>
                    <a:pt x="159167" y="220662"/>
                    <a:pt x="159167" y="220662"/>
                    <a:pt x="196725" y="220662"/>
                  </a:cubicBezTo>
                  <a:cubicBezTo>
                    <a:pt x="199315" y="220662"/>
                    <a:pt x="203200" y="223270"/>
                    <a:pt x="203200" y="227182"/>
                  </a:cubicBezTo>
                  <a:cubicBezTo>
                    <a:pt x="203200" y="227182"/>
                    <a:pt x="203200" y="227182"/>
                    <a:pt x="203200" y="250655"/>
                  </a:cubicBezTo>
                  <a:cubicBezTo>
                    <a:pt x="203200" y="254567"/>
                    <a:pt x="199315" y="257175"/>
                    <a:pt x="196725" y="257175"/>
                  </a:cubicBezTo>
                  <a:cubicBezTo>
                    <a:pt x="196725" y="257175"/>
                    <a:pt x="196725" y="257175"/>
                    <a:pt x="159167" y="257175"/>
                  </a:cubicBezTo>
                  <a:cubicBezTo>
                    <a:pt x="156577" y="257175"/>
                    <a:pt x="153987" y="254567"/>
                    <a:pt x="153987" y="250655"/>
                  </a:cubicBezTo>
                  <a:cubicBezTo>
                    <a:pt x="153987" y="250655"/>
                    <a:pt x="153987" y="250655"/>
                    <a:pt x="153987" y="227182"/>
                  </a:cubicBezTo>
                  <a:cubicBezTo>
                    <a:pt x="153987" y="223270"/>
                    <a:pt x="156577" y="220662"/>
                    <a:pt x="159167" y="220662"/>
                  </a:cubicBezTo>
                  <a:close/>
                  <a:moveTo>
                    <a:pt x="98550" y="220662"/>
                  </a:moveTo>
                  <a:cubicBezTo>
                    <a:pt x="98550" y="220662"/>
                    <a:pt x="98550" y="220662"/>
                    <a:pt x="134812" y="220662"/>
                  </a:cubicBezTo>
                  <a:cubicBezTo>
                    <a:pt x="138698" y="220662"/>
                    <a:pt x="141288" y="223270"/>
                    <a:pt x="141288" y="227182"/>
                  </a:cubicBezTo>
                  <a:cubicBezTo>
                    <a:pt x="141288" y="227182"/>
                    <a:pt x="141288" y="227182"/>
                    <a:pt x="141288" y="250655"/>
                  </a:cubicBezTo>
                  <a:cubicBezTo>
                    <a:pt x="141288" y="254567"/>
                    <a:pt x="138698" y="257175"/>
                    <a:pt x="134812" y="257175"/>
                  </a:cubicBezTo>
                  <a:cubicBezTo>
                    <a:pt x="134812" y="257175"/>
                    <a:pt x="134812" y="257175"/>
                    <a:pt x="98550" y="257175"/>
                  </a:cubicBezTo>
                  <a:cubicBezTo>
                    <a:pt x="94665" y="257175"/>
                    <a:pt x="92075" y="254567"/>
                    <a:pt x="92075" y="250655"/>
                  </a:cubicBezTo>
                  <a:cubicBezTo>
                    <a:pt x="92075" y="250655"/>
                    <a:pt x="92075" y="250655"/>
                    <a:pt x="92075" y="227182"/>
                  </a:cubicBezTo>
                  <a:cubicBezTo>
                    <a:pt x="92075" y="223270"/>
                    <a:pt x="94665" y="220662"/>
                    <a:pt x="98550" y="220662"/>
                  </a:cubicBezTo>
                  <a:close/>
                  <a:moveTo>
                    <a:pt x="38225" y="220662"/>
                  </a:moveTo>
                  <a:cubicBezTo>
                    <a:pt x="38225" y="220662"/>
                    <a:pt x="38225" y="220662"/>
                    <a:pt x="74487" y="220662"/>
                  </a:cubicBezTo>
                  <a:cubicBezTo>
                    <a:pt x="78373" y="220662"/>
                    <a:pt x="80963" y="223270"/>
                    <a:pt x="80963" y="227182"/>
                  </a:cubicBezTo>
                  <a:cubicBezTo>
                    <a:pt x="80963" y="227182"/>
                    <a:pt x="80963" y="227182"/>
                    <a:pt x="80963" y="250655"/>
                  </a:cubicBezTo>
                  <a:cubicBezTo>
                    <a:pt x="80963" y="254567"/>
                    <a:pt x="78373" y="257175"/>
                    <a:pt x="74487" y="257175"/>
                  </a:cubicBezTo>
                  <a:cubicBezTo>
                    <a:pt x="74487" y="257175"/>
                    <a:pt x="74487" y="257175"/>
                    <a:pt x="38225" y="257175"/>
                  </a:cubicBezTo>
                  <a:cubicBezTo>
                    <a:pt x="34340" y="257175"/>
                    <a:pt x="31750" y="254567"/>
                    <a:pt x="31750" y="250655"/>
                  </a:cubicBezTo>
                  <a:cubicBezTo>
                    <a:pt x="31750" y="250655"/>
                    <a:pt x="31750" y="250655"/>
                    <a:pt x="31750" y="227182"/>
                  </a:cubicBezTo>
                  <a:cubicBezTo>
                    <a:pt x="31750" y="223270"/>
                    <a:pt x="34340" y="220662"/>
                    <a:pt x="38225" y="220662"/>
                  </a:cubicBezTo>
                  <a:close/>
                  <a:moveTo>
                    <a:pt x="166687" y="184149"/>
                  </a:moveTo>
                  <a:lnTo>
                    <a:pt x="166687" y="196849"/>
                  </a:lnTo>
                  <a:lnTo>
                    <a:pt x="190500" y="196849"/>
                  </a:lnTo>
                  <a:lnTo>
                    <a:pt x="190500" y="184149"/>
                  </a:lnTo>
                  <a:close/>
                  <a:moveTo>
                    <a:pt x="104775" y="184149"/>
                  </a:moveTo>
                  <a:lnTo>
                    <a:pt x="104775" y="196849"/>
                  </a:lnTo>
                  <a:lnTo>
                    <a:pt x="130175" y="196849"/>
                  </a:lnTo>
                  <a:lnTo>
                    <a:pt x="130175" y="184149"/>
                  </a:lnTo>
                  <a:close/>
                  <a:moveTo>
                    <a:pt x="42862" y="184149"/>
                  </a:moveTo>
                  <a:lnTo>
                    <a:pt x="42862" y="196849"/>
                  </a:lnTo>
                  <a:lnTo>
                    <a:pt x="68262" y="196849"/>
                  </a:lnTo>
                  <a:lnTo>
                    <a:pt x="68262" y="184149"/>
                  </a:lnTo>
                  <a:close/>
                  <a:moveTo>
                    <a:pt x="38225" y="171450"/>
                  </a:moveTo>
                  <a:cubicBezTo>
                    <a:pt x="38225" y="171450"/>
                    <a:pt x="38225" y="171450"/>
                    <a:pt x="74487" y="171450"/>
                  </a:cubicBezTo>
                  <a:cubicBezTo>
                    <a:pt x="78373" y="171450"/>
                    <a:pt x="80963" y="174058"/>
                    <a:pt x="80963" y="177970"/>
                  </a:cubicBezTo>
                  <a:cubicBezTo>
                    <a:pt x="80963" y="177970"/>
                    <a:pt x="80963" y="177970"/>
                    <a:pt x="80963" y="201443"/>
                  </a:cubicBezTo>
                  <a:cubicBezTo>
                    <a:pt x="80963" y="205355"/>
                    <a:pt x="78373" y="207963"/>
                    <a:pt x="74487" y="207963"/>
                  </a:cubicBezTo>
                  <a:cubicBezTo>
                    <a:pt x="74487" y="207963"/>
                    <a:pt x="74487" y="207963"/>
                    <a:pt x="38225" y="207963"/>
                  </a:cubicBezTo>
                  <a:cubicBezTo>
                    <a:pt x="34340" y="207963"/>
                    <a:pt x="31750" y="205355"/>
                    <a:pt x="31750" y="201443"/>
                  </a:cubicBezTo>
                  <a:cubicBezTo>
                    <a:pt x="31750" y="201443"/>
                    <a:pt x="31750" y="201443"/>
                    <a:pt x="31750" y="177970"/>
                  </a:cubicBezTo>
                  <a:cubicBezTo>
                    <a:pt x="31750" y="174058"/>
                    <a:pt x="34340" y="171450"/>
                    <a:pt x="38225" y="171450"/>
                  </a:cubicBezTo>
                  <a:close/>
                  <a:moveTo>
                    <a:pt x="159167" y="171449"/>
                  </a:moveTo>
                  <a:cubicBezTo>
                    <a:pt x="159167" y="171449"/>
                    <a:pt x="159167" y="171449"/>
                    <a:pt x="196725" y="171449"/>
                  </a:cubicBezTo>
                  <a:cubicBezTo>
                    <a:pt x="199315" y="171449"/>
                    <a:pt x="203200" y="174057"/>
                    <a:pt x="203200" y="177969"/>
                  </a:cubicBezTo>
                  <a:cubicBezTo>
                    <a:pt x="203200" y="177969"/>
                    <a:pt x="203200" y="177969"/>
                    <a:pt x="203200" y="201442"/>
                  </a:cubicBezTo>
                  <a:cubicBezTo>
                    <a:pt x="203200" y="205354"/>
                    <a:pt x="199315" y="207962"/>
                    <a:pt x="196725" y="207962"/>
                  </a:cubicBezTo>
                  <a:cubicBezTo>
                    <a:pt x="196725" y="207962"/>
                    <a:pt x="196725" y="207962"/>
                    <a:pt x="159167" y="207962"/>
                  </a:cubicBezTo>
                  <a:cubicBezTo>
                    <a:pt x="156577" y="207962"/>
                    <a:pt x="153987" y="205354"/>
                    <a:pt x="153987" y="201442"/>
                  </a:cubicBezTo>
                  <a:cubicBezTo>
                    <a:pt x="153987" y="201442"/>
                    <a:pt x="153987" y="201442"/>
                    <a:pt x="153987" y="177969"/>
                  </a:cubicBezTo>
                  <a:cubicBezTo>
                    <a:pt x="153987" y="174057"/>
                    <a:pt x="156577" y="171449"/>
                    <a:pt x="159167" y="171449"/>
                  </a:cubicBezTo>
                  <a:close/>
                  <a:moveTo>
                    <a:pt x="98550" y="171449"/>
                  </a:moveTo>
                  <a:cubicBezTo>
                    <a:pt x="98550" y="171449"/>
                    <a:pt x="98550" y="171449"/>
                    <a:pt x="134812" y="171449"/>
                  </a:cubicBezTo>
                  <a:cubicBezTo>
                    <a:pt x="138698" y="171449"/>
                    <a:pt x="141288" y="174057"/>
                    <a:pt x="141288" y="177969"/>
                  </a:cubicBezTo>
                  <a:cubicBezTo>
                    <a:pt x="141288" y="177969"/>
                    <a:pt x="141288" y="177969"/>
                    <a:pt x="141288" y="201442"/>
                  </a:cubicBezTo>
                  <a:cubicBezTo>
                    <a:pt x="141288" y="205354"/>
                    <a:pt x="138698" y="207962"/>
                    <a:pt x="134812" y="207962"/>
                  </a:cubicBezTo>
                  <a:cubicBezTo>
                    <a:pt x="134812" y="207962"/>
                    <a:pt x="134812" y="207962"/>
                    <a:pt x="98550" y="207962"/>
                  </a:cubicBezTo>
                  <a:cubicBezTo>
                    <a:pt x="94665" y="207962"/>
                    <a:pt x="92075" y="205354"/>
                    <a:pt x="92075" y="201442"/>
                  </a:cubicBezTo>
                  <a:cubicBezTo>
                    <a:pt x="92075" y="201442"/>
                    <a:pt x="92075" y="201442"/>
                    <a:pt x="92075" y="177969"/>
                  </a:cubicBezTo>
                  <a:cubicBezTo>
                    <a:pt x="92075" y="174057"/>
                    <a:pt x="94665" y="171449"/>
                    <a:pt x="98550" y="171449"/>
                  </a:cubicBezTo>
                  <a:close/>
                  <a:moveTo>
                    <a:pt x="166687" y="134937"/>
                  </a:moveTo>
                  <a:lnTo>
                    <a:pt x="166687" y="147637"/>
                  </a:lnTo>
                  <a:lnTo>
                    <a:pt x="190500" y="147637"/>
                  </a:lnTo>
                  <a:lnTo>
                    <a:pt x="190500" y="134937"/>
                  </a:lnTo>
                  <a:close/>
                  <a:moveTo>
                    <a:pt x="104775" y="134937"/>
                  </a:moveTo>
                  <a:lnTo>
                    <a:pt x="104775" y="147637"/>
                  </a:lnTo>
                  <a:lnTo>
                    <a:pt x="130175" y="147637"/>
                  </a:lnTo>
                  <a:lnTo>
                    <a:pt x="130175" y="134937"/>
                  </a:lnTo>
                  <a:close/>
                  <a:moveTo>
                    <a:pt x="42862" y="134937"/>
                  </a:moveTo>
                  <a:lnTo>
                    <a:pt x="42862" y="147637"/>
                  </a:lnTo>
                  <a:lnTo>
                    <a:pt x="68262" y="147637"/>
                  </a:lnTo>
                  <a:lnTo>
                    <a:pt x="68262" y="134937"/>
                  </a:lnTo>
                  <a:close/>
                  <a:moveTo>
                    <a:pt x="159167" y="122237"/>
                  </a:moveTo>
                  <a:cubicBezTo>
                    <a:pt x="159167" y="122237"/>
                    <a:pt x="159167" y="122237"/>
                    <a:pt x="196725" y="122237"/>
                  </a:cubicBezTo>
                  <a:cubicBezTo>
                    <a:pt x="199315" y="122237"/>
                    <a:pt x="203200" y="124845"/>
                    <a:pt x="203200" y="128757"/>
                  </a:cubicBezTo>
                  <a:cubicBezTo>
                    <a:pt x="203200" y="128757"/>
                    <a:pt x="203200" y="128757"/>
                    <a:pt x="203200" y="153534"/>
                  </a:cubicBezTo>
                  <a:cubicBezTo>
                    <a:pt x="203200" y="156142"/>
                    <a:pt x="199315" y="158750"/>
                    <a:pt x="196725" y="158750"/>
                  </a:cubicBezTo>
                  <a:cubicBezTo>
                    <a:pt x="196725" y="158750"/>
                    <a:pt x="196725" y="158750"/>
                    <a:pt x="159167" y="158750"/>
                  </a:cubicBezTo>
                  <a:cubicBezTo>
                    <a:pt x="156577" y="158750"/>
                    <a:pt x="153987" y="156142"/>
                    <a:pt x="153987" y="153534"/>
                  </a:cubicBezTo>
                  <a:cubicBezTo>
                    <a:pt x="153987" y="153534"/>
                    <a:pt x="153987" y="153534"/>
                    <a:pt x="153987" y="128757"/>
                  </a:cubicBezTo>
                  <a:cubicBezTo>
                    <a:pt x="153987" y="124845"/>
                    <a:pt x="156577" y="122237"/>
                    <a:pt x="159167" y="122237"/>
                  </a:cubicBezTo>
                  <a:close/>
                  <a:moveTo>
                    <a:pt x="98550" y="122237"/>
                  </a:moveTo>
                  <a:cubicBezTo>
                    <a:pt x="98550" y="122237"/>
                    <a:pt x="98550" y="122237"/>
                    <a:pt x="134812" y="122237"/>
                  </a:cubicBezTo>
                  <a:cubicBezTo>
                    <a:pt x="138698" y="122237"/>
                    <a:pt x="141288" y="124845"/>
                    <a:pt x="141288" y="128757"/>
                  </a:cubicBezTo>
                  <a:cubicBezTo>
                    <a:pt x="141288" y="128757"/>
                    <a:pt x="141288" y="128757"/>
                    <a:pt x="141288" y="153534"/>
                  </a:cubicBezTo>
                  <a:cubicBezTo>
                    <a:pt x="141288" y="156142"/>
                    <a:pt x="138698" y="158750"/>
                    <a:pt x="134812" y="158750"/>
                  </a:cubicBezTo>
                  <a:cubicBezTo>
                    <a:pt x="134812" y="158750"/>
                    <a:pt x="134812" y="158750"/>
                    <a:pt x="98550" y="158750"/>
                  </a:cubicBezTo>
                  <a:cubicBezTo>
                    <a:pt x="94665" y="158750"/>
                    <a:pt x="92075" y="156142"/>
                    <a:pt x="92075" y="153534"/>
                  </a:cubicBezTo>
                  <a:cubicBezTo>
                    <a:pt x="92075" y="153534"/>
                    <a:pt x="92075" y="153534"/>
                    <a:pt x="92075" y="128757"/>
                  </a:cubicBezTo>
                  <a:cubicBezTo>
                    <a:pt x="92075" y="124845"/>
                    <a:pt x="94665" y="122237"/>
                    <a:pt x="98550" y="122237"/>
                  </a:cubicBezTo>
                  <a:close/>
                  <a:moveTo>
                    <a:pt x="38225" y="122237"/>
                  </a:moveTo>
                  <a:cubicBezTo>
                    <a:pt x="38225" y="122237"/>
                    <a:pt x="38225" y="122237"/>
                    <a:pt x="74487" y="122237"/>
                  </a:cubicBezTo>
                  <a:cubicBezTo>
                    <a:pt x="78373" y="122237"/>
                    <a:pt x="80963" y="124845"/>
                    <a:pt x="80963" y="128757"/>
                  </a:cubicBezTo>
                  <a:cubicBezTo>
                    <a:pt x="80963" y="128757"/>
                    <a:pt x="80963" y="128757"/>
                    <a:pt x="80963" y="153534"/>
                  </a:cubicBezTo>
                  <a:cubicBezTo>
                    <a:pt x="80963" y="156142"/>
                    <a:pt x="78373" y="158750"/>
                    <a:pt x="74487" y="158750"/>
                  </a:cubicBezTo>
                  <a:cubicBezTo>
                    <a:pt x="74487" y="158750"/>
                    <a:pt x="74487" y="158750"/>
                    <a:pt x="38225" y="158750"/>
                  </a:cubicBezTo>
                  <a:cubicBezTo>
                    <a:pt x="34340" y="158750"/>
                    <a:pt x="31750" y="156142"/>
                    <a:pt x="31750" y="153534"/>
                  </a:cubicBezTo>
                  <a:cubicBezTo>
                    <a:pt x="31750" y="153534"/>
                    <a:pt x="31750" y="153534"/>
                    <a:pt x="31750" y="128757"/>
                  </a:cubicBezTo>
                  <a:cubicBezTo>
                    <a:pt x="31750" y="124845"/>
                    <a:pt x="34340" y="122237"/>
                    <a:pt x="38225" y="122237"/>
                  </a:cubicBezTo>
                  <a:close/>
                  <a:moveTo>
                    <a:pt x="166687" y="85724"/>
                  </a:moveTo>
                  <a:lnTo>
                    <a:pt x="166687" y="98424"/>
                  </a:lnTo>
                  <a:lnTo>
                    <a:pt x="190500" y="98424"/>
                  </a:lnTo>
                  <a:lnTo>
                    <a:pt x="190500" y="85724"/>
                  </a:lnTo>
                  <a:close/>
                  <a:moveTo>
                    <a:pt x="104775" y="85724"/>
                  </a:moveTo>
                  <a:lnTo>
                    <a:pt x="104775" y="98424"/>
                  </a:lnTo>
                  <a:lnTo>
                    <a:pt x="130175" y="98424"/>
                  </a:lnTo>
                  <a:lnTo>
                    <a:pt x="130175" y="85724"/>
                  </a:lnTo>
                  <a:close/>
                  <a:moveTo>
                    <a:pt x="42862" y="85724"/>
                  </a:moveTo>
                  <a:lnTo>
                    <a:pt x="42862" y="98424"/>
                  </a:lnTo>
                  <a:lnTo>
                    <a:pt x="68262" y="98424"/>
                  </a:lnTo>
                  <a:lnTo>
                    <a:pt x="68262" y="85724"/>
                  </a:lnTo>
                  <a:close/>
                  <a:moveTo>
                    <a:pt x="159167" y="73024"/>
                  </a:moveTo>
                  <a:cubicBezTo>
                    <a:pt x="159167" y="73024"/>
                    <a:pt x="159167" y="73024"/>
                    <a:pt x="196725" y="73024"/>
                  </a:cubicBezTo>
                  <a:cubicBezTo>
                    <a:pt x="199315" y="73024"/>
                    <a:pt x="203200" y="75632"/>
                    <a:pt x="203200" y="79544"/>
                  </a:cubicBezTo>
                  <a:cubicBezTo>
                    <a:pt x="203200" y="79544"/>
                    <a:pt x="203200" y="79544"/>
                    <a:pt x="203200" y="104321"/>
                  </a:cubicBezTo>
                  <a:cubicBezTo>
                    <a:pt x="203200" y="106929"/>
                    <a:pt x="199315" y="109537"/>
                    <a:pt x="196725" y="109537"/>
                  </a:cubicBezTo>
                  <a:cubicBezTo>
                    <a:pt x="196725" y="109537"/>
                    <a:pt x="196725" y="109537"/>
                    <a:pt x="159167" y="109537"/>
                  </a:cubicBezTo>
                  <a:cubicBezTo>
                    <a:pt x="156577" y="109537"/>
                    <a:pt x="153987" y="106929"/>
                    <a:pt x="153987" y="104321"/>
                  </a:cubicBezTo>
                  <a:cubicBezTo>
                    <a:pt x="153987" y="104321"/>
                    <a:pt x="153987" y="104321"/>
                    <a:pt x="153987" y="79544"/>
                  </a:cubicBezTo>
                  <a:cubicBezTo>
                    <a:pt x="153987" y="75632"/>
                    <a:pt x="156577" y="73024"/>
                    <a:pt x="159167" y="73024"/>
                  </a:cubicBezTo>
                  <a:close/>
                  <a:moveTo>
                    <a:pt x="98550" y="73024"/>
                  </a:moveTo>
                  <a:cubicBezTo>
                    <a:pt x="98550" y="73024"/>
                    <a:pt x="98550" y="73024"/>
                    <a:pt x="134812" y="73024"/>
                  </a:cubicBezTo>
                  <a:cubicBezTo>
                    <a:pt x="138698" y="73024"/>
                    <a:pt x="141288" y="75632"/>
                    <a:pt x="141288" y="79544"/>
                  </a:cubicBezTo>
                  <a:cubicBezTo>
                    <a:pt x="141288" y="79544"/>
                    <a:pt x="141288" y="79544"/>
                    <a:pt x="141288" y="104321"/>
                  </a:cubicBezTo>
                  <a:cubicBezTo>
                    <a:pt x="141288" y="106929"/>
                    <a:pt x="138698" y="109537"/>
                    <a:pt x="134812" y="109537"/>
                  </a:cubicBezTo>
                  <a:cubicBezTo>
                    <a:pt x="134812" y="109537"/>
                    <a:pt x="134812" y="109537"/>
                    <a:pt x="98550" y="109537"/>
                  </a:cubicBezTo>
                  <a:cubicBezTo>
                    <a:pt x="94665" y="109537"/>
                    <a:pt x="92075" y="106929"/>
                    <a:pt x="92075" y="104321"/>
                  </a:cubicBezTo>
                  <a:cubicBezTo>
                    <a:pt x="92075" y="104321"/>
                    <a:pt x="92075" y="104321"/>
                    <a:pt x="92075" y="79544"/>
                  </a:cubicBezTo>
                  <a:cubicBezTo>
                    <a:pt x="92075" y="75632"/>
                    <a:pt x="94665" y="73024"/>
                    <a:pt x="98550" y="73024"/>
                  </a:cubicBezTo>
                  <a:close/>
                  <a:moveTo>
                    <a:pt x="38225" y="73024"/>
                  </a:moveTo>
                  <a:cubicBezTo>
                    <a:pt x="38225" y="73024"/>
                    <a:pt x="38225" y="73024"/>
                    <a:pt x="74487" y="73024"/>
                  </a:cubicBezTo>
                  <a:cubicBezTo>
                    <a:pt x="78373" y="73024"/>
                    <a:pt x="80963" y="75632"/>
                    <a:pt x="80963" y="79544"/>
                  </a:cubicBezTo>
                  <a:cubicBezTo>
                    <a:pt x="80963" y="79544"/>
                    <a:pt x="80963" y="79544"/>
                    <a:pt x="80963" y="104321"/>
                  </a:cubicBezTo>
                  <a:cubicBezTo>
                    <a:pt x="80963" y="106929"/>
                    <a:pt x="78373" y="109537"/>
                    <a:pt x="74487" y="109537"/>
                  </a:cubicBezTo>
                  <a:cubicBezTo>
                    <a:pt x="74487" y="109537"/>
                    <a:pt x="74487" y="109537"/>
                    <a:pt x="38225" y="109537"/>
                  </a:cubicBezTo>
                  <a:cubicBezTo>
                    <a:pt x="34340" y="109537"/>
                    <a:pt x="31750" y="106929"/>
                    <a:pt x="31750" y="104321"/>
                  </a:cubicBezTo>
                  <a:cubicBezTo>
                    <a:pt x="31750" y="104321"/>
                    <a:pt x="31750" y="104321"/>
                    <a:pt x="31750" y="79544"/>
                  </a:cubicBezTo>
                  <a:cubicBezTo>
                    <a:pt x="31750" y="75632"/>
                    <a:pt x="34340" y="73024"/>
                    <a:pt x="38225" y="73024"/>
                  </a:cubicBezTo>
                  <a:close/>
                  <a:moveTo>
                    <a:pt x="166687" y="36512"/>
                  </a:moveTo>
                  <a:lnTo>
                    <a:pt x="166687" y="49212"/>
                  </a:lnTo>
                  <a:lnTo>
                    <a:pt x="190500" y="49212"/>
                  </a:lnTo>
                  <a:lnTo>
                    <a:pt x="190500" y="36512"/>
                  </a:lnTo>
                  <a:close/>
                  <a:moveTo>
                    <a:pt x="104775" y="36512"/>
                  </a:moveTo>
                  <a:lnTo>
                    <a:pt x="104775" y="49212"/>
                  </a:lnTo>
                  <a:lnTo>
                    <a:pt x="130175" y="49212"/>
                  </a:lnTo>
                  <a:lnTo>
                    <a:pt x="130175" y="36512"/>
                  </a:lnTo>
                  <a:close/>
                  <a:moveTo>
                    <a:pt x="42862" y="36512"/>
                  </a:moveTo>
                  <a:lnTo>
                    <a:pt x="42862" y="49212"/>
                  </a:lnTo>
                  <a:lnTo>
                    <a:pt x="68262" y="49212"/>
                  </a:lnTo>
                  <a:lnTo>
                    <a:pt x="68262" y="36512"/>
                  </a:lnTo>
                  <a:close/>
                  <a:moveTo>
                    <a:pt x="159167" y="23812"/>
                  </a:moveTo>
                  <a:cubicBezTo>
                    <a:pt x="159167" y="23812"/>
                    <a:pt x="159167" y="23812"/>
                    <a:pt x="196725" y="23812"/>
                  </a:cubicBezTo>
                  <a:cubicBezTo>
                    <a:pt x="199315" y="23812"/>
                    <a:pt x="203200" y="26420"/>
                    <a:pt x="203200" y="30332"/>
                  </a:cubicBezTo>
                  <a:cubicBezTo>
                    <a:pt x="203200" y="30332"/>
                    <a:pt x="203200" y="30332"/>
                    <a:pt x="203200" y="55109"/>
                  </a:cubicBezTo>
                  <a:cubicBezTo>
                    <a:pt x="203200" y="57717"/>
                    <a:pt x="199315" y="60325"/>
                    <a:pt x="196725" y="60325"/>
                  </a:cubicBezTo>
                  <a:cubicBezTo>
                    <a:pt x="196725" y="60325"/>
                    <a:pt x="196725" y="60325"/>
                    <a:pt x="159167" y="60325"/>
                  </a:cubicBezTo>
                  <a:cubicBezTo>
                    <a:pt x="156577" y="60325"/>
                    <a:pt x="153987" y="57717"/>
                    <a:pt x="153987" y="55109"/>
                  </a:cubicBezTo>
                  <a:cubicBezTo>
                    <a:pt x="153987" y="55109"/>
                    <a:pt x="153987" y="55109"/>
                    <a:pt x="153987" y="30332"/>
                  </a:cubicBezTo>
                  <a:cubicBezTo>
                    <a:pt x="153987" y="26420"/>
                    <a:pt x="156577" y="23812"/>
                    <a:pt x="159167" y="23812"/>
                  </a:cubicBezTo>
                  <a:close/>
                  <a:moveTo>
                    <a:pt x="98550" y="23812"/>
                  </a:moveTo>
                  <a:cubicBezTo>
                    <a:pt x="98550" y="23812"/>
                    <a:pt x="98550" y="23812"/>
                    <a:pt x="134812" y="23812"/>
                  </a:cubicBezTo>
                  <a:cubicBezTo>
                    <a:pt x="138698" y="23812"/>
                    <a:pt x="141288" y="26420"/>
                    <a:pt x="141288" y="30332"/>
                  </a:cubicBezTo>
                  <a:cubicBezTo>
                    <a:pt x="141288" y="30332"/>
                    <a:pt x="141288" y="30332"/>
                    <a:pt x="141288" y="55109"/>
                  </a:cubicBezTo>
                  <a:cubicBezTo>
                    <a:pt x="141288" y="57717"/>
                    <a:pt x="138698" y="60325"/>
                    <a:pt x="134812" y="60325"/>
                  </a:cubicBezTo>
                  <a:cubicBezTo>
                    <a:pt x="134812" y="60325"/>
                    <a:pt x="134812" y="60325"/>
                    <a:pt x="98550" y="60325"/>
                  </a:cubicBezTo>
                  <a:cubicBezTo>
                    <a:pt x="94665" y="60325"/>
                    <a:pt x="92075" y="57717"/>
                    <a:pt x="92075" y="55109"/>
                  </a:cubicBezTo>
                  <a:cubicBezTo>
                    <a:pt x="92075" y="55109"/>
                    <a:pt x="92075" y="55109"/>
                    <a:pt x="92075" y="30332"/>
                  </a:cubicBezTo>
                  <a:cubicBezTo>
                    <a:pt x="92075" y="26420"/>
                    <a:pt x="94665" y="23812"/>
                    <a:pt x="98550" y="23812"/>
                  </a:cubicBezTo>
                  <a:close/>
                  <a:moveTo>
                    <a:pt x="38225" y="23812"/>
                  </a:moveTo>
                  <a:cubicBezTo>
                    <a:pt x="38225" y="23812"/>
                    <a:pt x="38225" y="23812"/>
                    <a:pt x="74487" y="23812"/>
                  </a:cubicBezTo>
                  <a:cubicBezTo>
                    <a:pt x="78373" y="23812"/>
                    <a:pt x="80963" y="26420"/>
                    <a:pt x="80963" y="30332"/>
                  </a:cubicBezTo>
                  <a:cubicBezTo>
                    <a:pt x="80963" y="30332"/>
                    <a:pt x="80963" y="30332"/>
                    <a:pt x="80963" y="55109"/>
                  </a:cubicBezTo>
                  <a:cubicBezTo>
                    <a:pt x="80963" y="57717"/>
                    <a:pt x="78373" y="60325"/>
                    <a:pt x="74487" y="60325"/>
                  </a:cubicBezTo>
                  <a:cubicBezTo>
                    <a:pt x="74487" y="60325"/>
                    <a:pt x="74487" y="60325"/>
                    <a:pt x="38225" y="60325"/>
                  </a:cubicBezTo>
                  <a:cubicBezTo>
                    <a:pt x="34340" y="60325"/>
                    <a:pt x="31750" y="57717"/>
                    <a:pt x="31750" y="55109"/>
                  </a:cubicBezTo>
                  <a:cubicBezTo>
                    <a:pt x="31750" y="55109"/>
                    <a:pt x="31750" y="55109"/>
                    <a:pt x="31750" y="30332"/>
                  </a:cubicBezTo>
                  <a:cubicBezTo>
                    <a:pt x="31750" y="26420"/>
                    <a:pt x="34340" y="23812"/>
                    <a:pt x="38225" y="23812"/>
                  </a:cubicBezTo>
                  <a:close/>
                  <a:moveTo>
                    <a:pt x="19050" y="11112"/>
                  </a:moveTo>
                  <a:lnTo>
                    <a:pt x="19050" y="319087"/>
                  </a:lnTo>
                  <a:cubicBezTo>
                    <a:pt x="19050" y="319087"/>
                    <a:pt x="19050" y="319087"/>
                    <a:pt x="92054" y="319087"/>
                  </a:cubicBezTo>
                  <a:cubicBezTo>
                    <a:pt x="92054" y="319087"/>
                    <a:pt x="92054" y="319087"/>
                    <a:pt x="92054" y="275091"/>
                  </a:cubicBezTo>
                  <a:cubicBezTo>
                    <a:pt x="92054" y="272503"/>
                    <a:pt x="94661" y="269915"/>
                    <a:pt x="98572" y="269915"/>
                  </a:cubicBezTo>
                  <a:cubicBezTo>
                    <a:pt x="98572" y="269915"/>
                    <a:pt x="98572" y="269915"/>
                    <a:pt x="135074" y="269915"/>
                  </a:cubicBezTo>
                  <a:cubicBezTo>
                    <a:pt x="138985" y="269915"/>
                    <a:pt x="141592" y="272503"/>
                    <a:pt x="141592" y="275091"/>
                  </a:cubicBezTo>
                  <a:cubicBezTo>
                    <a:pt x="141592" y="275091"/>
                    <a:pt x="141592" y="275091"/>
                    <a:pt x="141592" y="319087"/>
                  </a:cubicBezTo>
                  <a:cubicBezTo>
                    <a:pt x="141592" y="319087"/>
                    <a:pt x="141592" y="319087"/>
                    <a:pt x="215900" y="319087"/>
                  </a:cubicBezTo>
                  <a:cubicBezTo>
                    <a:pt x="215900" y="319087"/>
                    <a:pt x="215900" y="319087"/>
                    <a:pt x="215900" y="11112"/>
                  </a:cubicBezTo>
                  <a:cubicBezTo>
                    <a:pt x="215900" y="11112"/>
                    <a:pt x="215900" y="11112"/>
                    <a:pt x="19050" y="11112"/>
                  </a:cubicBezTo>
                  <a:close/>
                  <a:moveTo>
                    <a:pt x="12964" y="0"/>
                  </a:moveTo>
                  <a:cubicBezTo>
                    <a:pt x="12964" y="0"/>
                    <a:pt x="12964" y="0"/>
                    <a:pt x="220399" y="0"/>
                  </a:cubicBezTo>
                  <a:cubicBezTo>
                    <a:pt x="220399" y="0"/>
                    <a:pt x="221695" y="0"/>
                    <a:pt x="221695" y="0"/>
                  </a:cubicBezTo>
                  <a:cubicBezTo>
                    <a:pt x="224288" y="0"/>
                    <a:pt x="226881" y="2592"/>
                    <a:pt x="226881" y="6480"/>
                  </a:cubicBezTo>
                  <a:cubicBezTo>
                    <a:pt x="226881" y="6480"/>
                    <a:pt x="226881" y="6480"/>
                    <a:pt x="226881" y="320124"/>
                  </a:cubicBezTo>
                  <a:cubicBezTo>
                    <a:pt x="230770" y="320124"/>
                    <a:pt x="233363" y="322716"/>
                    <a:pt x="233363" y="325308"/>
                  </a:cubicBezTo>
                  <a:cubicBezTo>
                    <a:pt x="233363" y="329196"/>
                    <a:pt x="230770" y="331788"/>
                    <a:pt x="226881" y="331788"/>
                  </a:cubicBezTo>
                  <a:cubicBezTo>
                    <a:pt x="226881" y="331788"/>
                    <a:pt x="226881" y="331788"/>
                    <a:pt x="6482" y="331788"/>
                  </a:cubicBezTo>
                  <a:cubicBezTo>
                    <a:pt x="2593" y="331788"/>
                    <a:pt x="0" y="329196"/>
                    <a:pt x="0" y="325308"/>
                  </a:cubicBezTo>
                  <a:cubicBezTo>
                    <a:pt x="0" y="322716"/>
                    <a:pt x="2593" y="320124"/>
                    <a:pt x="6482" y="320124"/>
                  </a:cubicBezTo>
                  <a:cubicBezTo>
                    <a:pt x="6482" y="320124"/>
                    <a:pt x="6482" y="320124"/>
                    <a:pt x="6482" y="6480"/>
                  </a:cubicBezTo>
                  <a:cubicBezTo>
                    <a:pt x="6482" y="2592"/>
                    <a:pt x="9075" y="0"/>
                    <a:pt x="12964" y="0"/>
                  </a:cubicBezTo>
                  <a:close/>
                </a:path>
              </a:pathLst>
            </a:custGeom>
            <a:solidFill>
              <a:schemeClr val="tx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" name="任意多边形: 形状 29"/>
            <p:cNvSpPr/>
            <p:nvPr/>
          </p:nvSpPr>
          <p:spPr>
            <a:xfrm>
              <a:off x="-1674856" y="4664395"/>
              <a:ext cx="1214314" cy="1442001"/>
            </a:xfrm>
            <a:custGeom>
              <a:avLst/>
              <a:gdLst>
                <a:gd name="connsiteX0" fmla="*/ 192089 w 279400"/>
                <a:gd name="connsiteY0" fmla="*/ 300038 h 331788"/>
                <a:gd name="connsiteX1" fmla="*/ 242889 w 279400"/>
                <a:gd name="connsiteY1" fmla="*/ 300038 h 331788"/>
                <a:gd name="connsiteX2" fmla="*/ 242889 w 279400"/>
                <a:gd name="connsiteY2" fmla="*/ 311151 h 331788"/>
                <a:gd name="connsiteX3" fmla="*/ 192089 w 279400"/>
                <a:gd name="connsiteY3" fmla="*/ 311151 h 331788"/>
                <a:gd name="connsiteX4" fmla="*/ 128589 w 279400"/>
                <a:gd name="connsiteY4" fmla="*/ 300038 h 331788"/>
                <a:gd name="connsiteX5" fmla="*/ 180977 w 279400"/>
                <a:gd name="connsiteY5" fmla="*/ 300038 h 331788"/>
                <a:gd name="connsiteX6" fmla="*/ 180977 w 279400"/>
                <a:gd name="connsiteY6" fmla="*/ 311151 h 331788"/>
                <a:gd name="connsiteX7" fmla="*/ 128589 w 279400"/>
                <a:gd name="connsiteY7" fmla="*/ 311151 h 331788"/>
                <a:gd name="connsiteX8" fmla="*/ 36514 w 279400"/>
                <a:gd name="connsiteY8" fmla="*/ 300038 h 331788"/>
                <a:gd name="connsiteX9" fmla="*/ 87314 w 279400"/>
                <a:gd name="connsiteY9" fmla="*/ 300038 h 331788"/>
                <a:gd name="connsiteX10" fmla="*/ 87314 w 279400"/>
                <a:gd name="connsiteY10" fmla="*/ 311151 h 331788"/>
                <a:gd name="connsiteX11" fmla="*/ 36514 w 279400"/>
                <a:gd name="connsiteY11" fmla="*/ 311151 h 331788"/>
                <a:gd name="connsiteX12" fmla="*/ 114300 w 279400"/>
                <a:gd name="connsiteY12" fmla="*/ 290512 h 331788"/>
                <a:gd name="connsiteX13" fmla="*/ 114300 w 279400"/>
                <a:gd name="connsiteY13" fmla="*/ 320675 h 331788"/>
                <a:gd name="connsiteX14" fmla="*/ 258763 w 279400"/>
                <a:gd name="connsiteY14" fmla="*/ 320675 h 331788"/>
                <a:gd name="connsiteX15" fmla="*/ 258763 w 279400"/>
                <a:gd name="connsiteY15" fmla="*/ 290512 h 331788"/>
                <a:gd name="connsiteX16" fmla="*/ 20638 w 279400"/>
                <a:gd name="connsiteY16" fmla="*/ 290512 h 331788"/>
                <a:gd name="connsiteX17" fmla="*/ 20638 w 279400"/>
                <a:gd name="connsiteY17" fmla="*/ 320675 h 331788"/>
                <a:gd name="connsiteX18" fmla="*/ 103188 w 279400"/>
                <a:gd name="connsiteY18" fmla="*/ 320675 h 331788"/>
                <a:gd name="connsiteX19" fmla="*/ 103188 w 279400"/>
                <a:gd name="connsiteY19" fmla="*/ 290512 h 331788"/>
                <a:gd name="connsiteX20" fmla="*/ 222250 w 279400"/>
                <a:gd name="connsiteY20" fmla="*/ 254000 h 331788"/>
                <a:gd name="connsiteX21" fmla="*/ 242888 w 279400"/>
                <a:gd name="connsiteY21" fmla="*/ 254000 h 331788"/>
                <a:gd name="connsiteX22" fmla="*/ 242888 w 279400"/>
                <a:gd name="connsiteY22" fmla="*/ 263525 h 331788"/>
                <a:gd name="connsiteX23" fmla="*/ 222250 w 279400"/>
                <a:gd name="connsiteY23" fmla="*/ 263525 h 331788"/>
                <a:gd name="connsiteX24" fmla="*/ 192088 w 279400"/>
                <a:gd name="connsiteY24" fmla="*/ 254000 h 331788"/>
                <a:gd name="connsiteX25" fmla="*/ 212726 w 279400"/>
                <a:gd name="connsiteY25" fmla="*/ 254000 h 331788"/>
                <a:gd name="connsiteX26" fmla="*/ 212726 w 279400"/>
                <a:gd name="connsiteY26" fmla="*/ 263525 h 331788"/>
                <a:gd name="connsiteX27" fmla="*/ 192088 w 279400"/>
                <a:gd name="connsiteY27" fmla="*/ 263525 h 331788"/>
                <a:gd name="connsiteX28" fmla="*/ 160338 w 279400"/>
                <a:gd name="connsiteY28" fmla="*/ 254000 h 331788"/>
                <a:gd name="connsiteX29" fmla="*/ 180976 w 279400"/>
                <a:gd name="connsiteY29" fmla="*/ 254000 h 331788"/>
                <a:gd name="connsiteX30" fmla="*/ 180976 w 279400"/>
                <a:gd name="connsiteY30" fmla="*/ 263525 h 331788"/>
                <a:gd name="connsiteX31" fmla="*/ 160338 w 279400"/>
                <a:gd name="connsiteY31" fmla="*/ 263525 h 331788"/>
                <a:gd name="connsiteX32" fmla="*/ 128588 w 279400"/>
                <a:gd name="connsiteY32" fmla="*/ 254000 h 331788"/>
                <a:gd name="connsiteX33" fmla="*/ 149226 w 279400"/>
                <a:gd name="connsiteY33" fmla="*/ 254000 h 331788"/>
                <a:gd name="connsiteX34" fmla="*/ 149226 w 279400"/>
                <a:gd name="connsiteY34" fmla="*/ 263525 h 331788"/>
                <a:gd name="connsiteX35" fmla="*/ 128588 w 279400"/>
                <a:gd name="connsiteY35" fmla="*/ 263525 h 331788"/>
                <a:gd name="connsiteX36" fmla="*/ 66676 w 279400"/>
                <a:gd name="connsiteY36" fmla="*/ 254000 h 331788"/>
                <a:gd name="connsiteX37" fmla="*/ 87314 w 279400"/>
                <a:gd name="connsiteY37" fmla="*/ 254000 h 331788"/>
                <a:gd name="connsiteX38" fmla="*/ 87314 w 279400"/>
                <a:gd name="connsiteY38" fmla="*/ 263525 h 331788"/>
                <a:gd name="connsiteX39" fmla="*/ 66676 w 279400"/>
                <a:gd name="connsiteY39" fmla="*/ 263525 h 331788"/>
                <a:gd name="connsiteX40" fmla="*/ 36514 w 279400"/>
                <a:gd name="connsiteY40" fmla="*/ 254000 h 331788"/>
                <a:gd name="connsiteX41" fmla="*/ 57152 w 279400"/>
                <a:gd name="connsiteY41" fmla="*/ 254000 h 331788"/>
                <a:gd name="connsiteX42" fmla="*/ 57152 w 279400"/>
                <a:gd name="connsiteY42" fmla="*/ 263525 h 331788"/>
                <a:gd name="connsiteX43" fmla="*/ 36514 w 279400"/>
                <a:gd name="connsiteY43" fmla="*/ 263525 h 331788"/>
                <a:gd name="connsiteX44" fmla="*/ 66676 w 279400"/>
                <a:gd name="connsiteY44" fmla="*/ 233363 h 331788"/>
                <a:gd name="connsiteX45" fmla="*/ 87314 w 279400"/>
                <a:gd name="connsiteY45" fmla="*/ 233363 h 331788"/>
                <a:gd name="connsiteX46" fmla="*/ 87314 w 279400"/>
                <a:gd name="connsiteY46" fmla="*/ 242888 h 331788"/>
                <a:gd name="connsiteX47" fmla="*/ 66676 w 279400"/>
                <a:gd name="connsiteY47" fmla="*/ 242888 h 331788"/>
                <a:gd name="connsiteX48" fmla="*/ 36514 w 279400"/>
                <a:gd name="connsiteY48" fmla="*/ 233363 h 331788"/>
                <a:gd name="connsiteX49" fmla="*/ 57152 w 279400"/>
                <a:gd name="connsiteY49" fmla="*/ 233363 h 331788"/>
                <a:gd name="connsiteX50" fmla="*/ 57152 w 279400"/>
                <a:gd name="connsiteY50" fmla="*/ 242888 h 331788"/>
                <a:gd name="connsiteX51" fmla="*/ 36514 w 279400"/>
                <a:gd name="connsiteY51" fmla="*/ 242888 h 331788"/>
                <a:gd name="connsiteX52" fmla="*/ 222250 w 279400"/>
                <a:gd name="connsiteY52" fmla="*/ 233362 h 331788"/>
                <a:gd name="connsiteX53" fmla="*/ 242888 w 279400"/>
                <a:gd name="connsiteY53" fmla="*/ 233362 h 331788"/>
                <a:gd name="connsiteX54" fmla="*/ 242888 w 279400"/>
                <a:gd name="connsiteY54" fmla="*/ 242887 h 331788"/>
                <a:gd name="connsiteX55" fmla="*/ 222250 w 279400"/>
                <a:gd name="connsiteY55" fmla="*/ 242887 h 331788"/>
                <a:gd name="connsiteX56" fmla="*/ 192088 w 279400"/>
                <a:gd name="connsiteY56" fmla="*/ 233362 h 331788"/>
                <a:gd name="connsiteX57" fmla="*/ 212726 w 279400"/>
                <a:gd name="connsiteY57" fmla="*/ 233362 h 331788"/>
                <a:gd name="connsiteX58" fmla="*/ 212726 w 279400"/>
                <a:gd name="connsiteY58" fmla="*/ 242887 h 331788"/>
                <a:gd name="connsiteX59" fmla="*/ 192088 w 279400"/>
                <a:gd name="connsiteY59" fmla="*/ 242887 h 331788"/>
                <a:gd name="connsiteX60" fmla="*/ 160338 w 279400"/>
                <a:gd name="connsiteY60" fmla="*/ 233362 h 331788"/>
                <a:gd name="connsiteX61" fmla="*/ 180976 w 279400"/>
                <a:gd name="connsiteY61" fmla="*/ 233362 h 331788"/>
                <a:gd name="connsiteX62" fmla="*/ 180976 w 279400"/>
                <a:gd name="connsiteY62" fmla="*/ 242887 h 331788"/>
                <a:gd name="connsiteX63" fmla="*/ 160338 w 279400"/>
                <a:gd name="connsiteY63" fmla="*/ 242887 h 331788"/>
                <a:gd name="connsiteX64" fmla="*/ 128588 w 279400"/>
                <a:gd name="connsiteY64" fmla="*/ 233362 h 331788"/>
                <a:gd name="connsiteX65" fmla="*/ 149226 w 279400"/>
                <a:gd name="connsiteY65" fmla="*/ 233362 h 331788"/>
                <a:gd name="connsiteX66" fmla="*/ 149226 w 279400"/>
                <a:gd name="connsiteY66" fmla="*/ 242887 h 331788"/>
                <a:gd name="connsiteX67" fmla="*/ 128588 w 279400"/>
                <a:gd name="connsiteY67" fmla="*/ 242887 h 331788"/>
                <a:gd name="connsiteX68" fmla="*/ 222250 w 279400"/>
                <a:gd name="connsiteY68" fmla="*/ 212725 h 331788"/>
                <a:gd name="connsiteX69" fmla="*/ 242888 w 279400"/>
                <a:gd name="connsiteY69" fmla="*/ 212725 h 331788"/>
                <a:gd name="connsiteX70" fmla="*/ 242888 w 279400"/>
                <a:gd name="connsiteY70" fmla="*/ 222250 h 331788"/>
                <a:gd name="connsiteX71" fmla="*/ 222250 w 279400"/>
                <a:gd name="connsiteY71" fmla="*/ 222250 h 331788"/>
                <a:gd name="connsiteX72" fmla="*/ 192088 w 279400"/>
                <a:gd name="connsiteY72" fmla="*/ 212725 h 331788"/>
                <a:gd name="connsiteX73" fmla="*/ 212726 w 279400"/>
                <a:gd name="connsiteY73" fmla="*/ 212725 h 331788"/>
                <a:gd name="connsiteX74" fmla="*/ 212726 w 279400"/>
                <a:gd name="connsiteY74" fmla="*/ 222250 h 331788"/>
                <a:gd name="connsiteX75" fmla="*/ 192088 w 279400"/>
                <a:gd name="connsiteY75" fmla="*/ 222250 h 331788"/>
                <a:gd name="connsiteX76" fmla="*/ 160338 w 279400"/>
                <a:gd name="connsiteY76" fmla="*/ 212725 h 331788"/>
                <a:gd name="connsiteX77" fmla="*/ 180976 w 279400"/>
                <a:gd name="connsiteY77" fmla="*/ 212725 h 331788"/>
                <a:gd name="connsiteX78" fmla="*/ 180976 w 279400"/>
                <a:gd name="connsiteY78" fmla="*/ 222250 h 331788"/>
                <a:gd name="connsiteX79" fmla="*/ 160338 w 279400"/>
                <a:gd name="connsiteY79" fmla="*/ 222250 h 331788"/>
                <a:gd name="connsiteX80" fmla="*/ 128588 w 279400"/>
                <a:gd name="connsiteY80" fmla="*/ 212725 h 331788"/>
                <a:gd name="connsiteX81" fmla="*/ 149226 w 279400"/>
                <a:gd name="connsiteY81" fmla="*/ 212725 h 331788"/>
                <a:gd name="connsiteX82" fmla="*/ 149226 w 279400"/>
                <a:gd name="connsiteY82" fmla="*/ 222250 h 331788"/>
                <a:gd name="connsiteX83" fmla="*/ 128588 w 279400"/>
                <a:gd name="connsiteY83" fmla="*/ 222250 h 331788"/>
                <a:gd name="connsiteX84" fmla="*/ 66676 w 279400"/>
                <a:gd name="connsiteY84" fmla="*/ 212725 h 331788"/>
                <a:gd name="connsiteX85" fmla="*/ 87314 w 279400"/>
                <a:gd name="connsiteY85" fmla="*/ 212725 h 331788"/>
                <a:gd name="connsiteX86" fmla="*/ 87314 w 279400"/>
                <a:gd name="connsiteY86" fmla="*/ 222250 h 331788"/>
                <a:gd name="connsiteX87" fmla="*/ 66676 w 279400"/>
                <a:gd name="connsiteY87" fmla="*/ 222250 h 331788"/>
                <a:gd name="connsiteX88" fmla="*/ 36514 w 279400"/>
                <a:gd name="connsiteY88" fmla="*/ 212725 h 331788"/>
                <a:gd name="connsiteX89" fmla="*/ 57152 w 279400"/>
                <a:gd name="connsiteY89" fmla="*/ 212725 h 331788"/>
                <a:gd name="connsiteX90" fmla="*/ 57152 w 279400"/>
                <a:gd name="connsiteY90" fmla="*/ 222250 h 331788"/>
                <a:gd name="connsiteX91" fmla="*/ 36514 w 279400"/>
                <a:gd name="connsiteY91" fmla="*/ 222250 h 331788"/>
                <a:gd name="connsiteX92" fmla="*/ 66676 w 279400"/>
                <a:gd name="connsiteY92" fmla="*/ 192088 h 331788"/>
                <a:gd name="connsiteX93" fmla="*/ 87314 w 279400"/>
                <a:gd name="connsiteY93" fmla="*/ 192088 h 331788"/>
                <a:gd name="connsiteX94" fmla="*/ 87314 w 279400"/>
                <a:gd name="connsiteY94" fmla="*/ 201613 h 331788"/>
                <a:gd name="connsiteX95" fmla="*/ 66676 w 279400"/>
                <a:gd name="connsiteY95" fmla="*/ 201613 h 331788"/>
                <a:gd name="connsiteX96" fmla="*/ 36514 w 279400"/>
                <a:gd name="connsiteY96" fmla="*/ 192088 h 331788"/>
                <a:gd name="connsiteX97" fmla="*/ 57152 w 279400"/>
                <a:gd name="connsiteY97" fmla="*/ 192088 h 331788"/>
                <a:gd name="connsiteX98" fmla="*/ 57152 w 279400"/>
                <a:gd name="connsiteY98" fmla="*/ 201613 h 331788"/>
                <a:gd name="connsiteX99" fmla="*/ 36514 w 279400"/>
                <a:gd name="connsiteY99" fmla="*/ 201613 h 331788"/>
                <a:gd name="connsiteX100" fmla="*/ 222250 w 279400"/>
                <a:gd name="connsiteY100" fmla="*/ 192087 h 331788"/>
                <a:gd name="connsiteX101" fmla="*/ 242888 w 279400"/>
                <a:gd name="connsiteY101" fmla="*/ 192087 h 331788"/>
                <a:gd name="connsiteX102" fmla="*/ 242888 w 279400"/>
                <a:gd name="connsiteY102" fmla="*/ 201612 h 331788"/>
                <a:gd name="connsiteX103" fmla="*/ 222250 w 279400"/>
                <a:gd name="connsiteY103" fmla="*/ 201612 h 331788"/>
                <a:gd name="connsiteX104" fmla="*/ 192088 w 279400"/>
                <a:gd name="connsiteY104" fmla="*/ 192087 h 331788"/>
                <a:gd name="connsiteX105" fmla="*/ 212726 w 279400"/>
                <a:gd name="connsiteY105" fmla="*/ 192087 h 331788"/>
                <a:gd name="connsiteX106" fmla="*/ 212726 w 279400"/>
                <a:gd name="connsiteY106" fmla="*/ 201612 h 331788"/>
                <a:gd name="connsiteX107" fmla="*/ 192088 w 279400"/>
                <a:gd name="connsiteY107" fmla="*/ 201612 h 331788"/>
                <a:gd name="connsiteX108" fmla="*/ 160338 w 279400"/>
                <a:gd name="connsiteY108" fmla="*/ 192087 h 331788"/>
                <a:gd name="connsiteX109" fmla="*/ 180976 w 279400"/>
                <a:gd name="connsiteY109" fmla="*/ 192087 h 331788"/>
                <a:gd name="connsiteX110" fmla="*/ 180976 w 279400"/>
                <a:gd name="connsiteY110" fmla="*/ 201612 h 331788"/>
                <a:gd name="connsiteX111" fmla="*/ 160338 w 279400"/>
                <a:gd name="connsiteY111" fmla="*/ 201612 h 331788"/>
                <a:gd name="connsiteX112" fmla="*/ 128588 w 279400"/>
                <a:gd name="connsiteY112" fmla="*/ 192087 h 331788"/>
                <a:gd name="connsiteX113" fmla="*/ 149226 w 279400"/>
                <a:gd name="connsiteY113" fmla="*/ 192087 h 331788"/>
                <a:gd name="connsiteX114" fmla="*/ 149226 w 279400"/>
                <a:gd name="connsiteY114" fmla="*/ 201612 h 331788"/>
                <a:gd name="connsiteX115" fmla="*/ 128588 w 279400"/>
                <a:gd name="connsiteY115" fmla="*/ 201612 h 331788"/>
                <a:gd name="connsiteX116" fmla="*/ 222250 w 279400"/>
                <a:gd name="connsiteY116" fmla="*/ 171450 h 331788"/>
                <a:gd name="connsiteX117" fmla="*/ 242888 w 279400"/>
                <a:gd name="connsiteY117" fmla="*/ 171450 h 331788"/>
                <a:gd name="connsiteX118" fmla="*/ 242888 w 279400"/>
                <a:gd name="connsiteY118" fmla="*/ 180975 h 331788"/>
                <a:gd name="connsiteX119" fmla="*/ 222250 w 279400"/>
                <a:gd name="connsiteY119" fmla="*/ 180975 h 331788"/>
                <a:gd name="connsiteX120" fmla="*/ 192088 w 279400"/>
                <a:gd name="connsiteY120" fmla="*/ 171450 h 331788"/>
                <a:gd name="connsiteX121" fmla="*/ 212726 w 279400"/>
                <a:gd name="connsiteY121" fmla="*/ 171450 h 331788"/>
                <a:gd name="connsiteX122" fmla="*/ 212726 w 279400"/>
                <a:gd name="connsiteY122" fmla="*/ 180975 h 331788"/>
                <a:gd name="connsiteX123" fmla="*/ 192088 w 279400"/>
                <a:gd name="connsiteY123" fmla="*/ 180975 h 331788"/>
                <a:gd name="connsiteX124" fmla="*/ 160338 w 279400"/>
                <a:gd name="connsiteY124" fmla="*/ 171450 h 331788"/>
                <a:gd name="connsiteX125" fmla="*/ 180976 w 279400"/>
                <a:gd name="connsiteY125" fmla="*/ 171450 h 331788"/>
                <a:gd name="connsiteX126" fmla="*/ 180976 w 279400"/>
                <a:gd name="connsiteY126" fmla="*/ 180975 h 331788"/>
                <a:gd name="connsiteX127" fmla="*/ 160338 w 279400"/>
                <a:gd name="connsiteY127" fmla="*/ 180975 h 331788"/>
                <a:gd name="connsiteX128" fmla="*/ 128588 w 279400"/>
                <a:gd name="connsiteY128" fmla="*/ 171450 h 331788"/>
                <a:gd name="connsiteX129" fmla="*/ 149226 w 279400"/>
                <a:gd name="connsiteY129" fmla="*/ 171450 h 331788"/>
                <a:gd name="connsiteX130" fmla="*/ 149226 w 279400"/>
                <a:gd name="connsiteY130" fmla="*/ 180975 h 331788"/>
                <a:gd name="connsiteX131" fmla="*/ 128588 w 279400"/>
                <a:gd name="connsiteY131" fmla="*/ 180975 h 331788"/>
                <a:gd name="connsiteX132" fmla="*/ 66676 w 279400"/>
                <a:gd name="connsiteY132" fmla="*/ 171450 h 331788"/>
                <a:gd name="connsiteX133" fmla="*/ 87314 w 279400"/>
                <a:gd name="connsiteY133" fmla="*/ 171450 h 331788"/>
                <a:gd name="connsiteX134" fmla="*/ 87314 w 279400"/>
                <a:gd name="connsiteY134" fmla="*/ 180975 h 331788"/>
                <a:gd name="connsiteX135" fmla="*/ 66676 w 279400"/>
                <a:gd name="connsiteY135" fmla="*/ 180975 h 331788"/>
                <a:gd name="connsiteX136" fmla="*/ 36514 w 279400"/>
                <a:gd name="connsiteY136" fmla="*/ 171450 h 331788"/>
                <a:gd name="connsiteX137" fmla="*/ 57152 w 279400"/>
                <a:gd name="connsiteY137" fmla="*/ 171450 h 331788"/>
                <a:gd name="connsiteX138" fmla="*/ 57152 w 279400"/>
                <a:gd name="connsiteY138" fmla="*/ 180975 h 331788"/>
                <a:gd name="connsiteX139" fmla="*/ 36514 w 279400"/>
                <a:gd name="connsiteY139" fmla="*/ 180975 h 331788"/>
                <a:gd name="connsiteX140" fmla="*/ 222250 w 279400"/>
                <a:gd name="connsiteY140" fmla="*/ 149225 h 331788"/>
                <a:gd name="connsiteX141" fmla="*/ 242888 w 279400"/>
                <a:gd name="connsiteY141" fmla="*/ 149225 h 331788"/>
                <a:gd name="connsiteX142" fmla="*/ 242888 w 279400"/>
                <a:gd name="connsiteY142" fmla="*/ 160338 h 331788"/>
                <a:gd name="connsiteX143" fmla="*/ 222250 w 279400"/>
                <a:gd name="connsiteY143" fmla="*/ 160338 h 331788"/>
                <a:gd name="connsiteX144" fmla="*/ 192088 w 279400"/>
                <a:gd name="connsiteY144" fmla="*/ 149225 h 331788"/>
                <a:gd name="connsiteX145" fmla="*/ 212726 w 279400"/>
                <a:gd name="connsiteY145" fmla="*/ 149225 h 331788"/>
                <a:gd name="connsiteX146" fmla="*/ 212726 w 279400"/>
                <a:gd name="connsiteY146" fmla="*/ 160338 h 331788"/>
                <a:gd name="connsiteX147" fmla="*/ 192088 w 279400"/>
                <a:gd name="connsiteY147" fmla="*/ 160338 h 331788"/>
                <a:gd name="connsiteX148" fmla="*/ 160338 w 279400"/>
                <a:gd name="connsiteY148" fmla="*/ 149225 h 331788"/>
                <a:gd name="connsiteX149" fmla="*/ 180976 w 279400"/>
                <a:gd name="connsiteY149" fmla="*/ 149225 h 331788"/>
                <a:gd name="connsiteX150" fmla="*/ 180976 w 279400"/>
                <a:gd name="connsiteY150" fmla="*/ 160338 h 331788"/>
                <a:gd name="connsiteX151" fmla="*/ 160338 w 279400"/>
                <a:gd name="connsiteY151" fmla="*/ 160338 h 331788"/>
                <a:gd name="connsiteX152" fmla="*/ 128588 w 279400"/>
                <a:gd name="connsiteY152" fmla="*/ 149225 h 331788"/>
                <a:gd name="connsiteX153" fmla="*/ 149226 w 279400"/>
                <a:gd name="connsiteY153" fmla="*/ 149225 h 331788"/>
                <a:gd name="connsiteX154" fmla="*/ 149226 w 279400"/>
                <a:gd name="connsiteY154" fmla="*/ 160338 h 331788"/>
                <a:gd name="connsiteX155" fmla="*/ 128588 w 279400"/>
                <a:gd name="connsiteY155" fmla="*/ 160338 h 331788"/>
                <a:gd name="connsiteX156" fmla="*/ 66676 w 279400"/>
                <a:gd name="connsiteY156" fmla="*/ 149225 h 331788"/>
                <a:gd name="connsiteX157" fmla="*/ 87314 w 279400"/>
                <a:gd name="connsiteY157" fmla="*/ 149225 h 331788"/>
                <a:gd name="connsiteX158" fmla="*/ 87314 w 279400"/>
                <a:gd name="connsiteY158" fmla="*/ 160338 h 331788"/>
                <a:gd name="connsiteX159" fmla="*/ 66676 w 279400"/>
                <a:gd name="connsiteY159" fmla="*/ 160338 h 331788"/>
                <a:gd name="connsiteX160" fmla="*/ 36514 w 279400"/>
                <a:gd name="connsiteY160" fmla="*/ 149225 h 331788"/>
                <a:gd name="connsiteX161" fmla="*/ 57152 w 279400"/>
                <a:gd name="connsiteY161" fmla="*/ 149225 h 331788"/>
                <a:gd name="connsiteX162" fmla="*/ 57152 w 279400"/>
                <a:gd name="connsiteY162" fmla="*/ 160338 h 331788"/>
                <a:gd name="connsiteX163" fmla="*/ 36514 w 279400"/>
                <a:gd name="connsiteY163" fmla="*/ 160338 h 331788"/>
                <a:gd name="connsiteX164" fmla="*/ 222251 w 279400"/>
                <a:gd name="connsiteY164" fmla="*/ 128588 h 331788"/>
                <a:gd name="connsiteX165" fmla="*/ 242889 w 279400"/>
                <a:gd name="connsiteY165" fmla="*/ 128588 h 331788"/>
                <a:gd name="connsiteX166" fmla="*/ 242889 w 279400"/>
                <a:gd name="connsiteY166" fmla="*/ 139701 h 331788"/>
                <a:gd name="connsiteX167" fmla="*/ 222251 w 279400"/>
                <a:gd name="connsiteY167" fmla="*/ 139701 h 331788"/>
                <a:gd name="connsiteX168" fmla="*/ 192089 w 279400"/>
                <a:gd name="connsiteY168" fmla="*/ 128588 h 331788"/>
                <a:gd name="connsiteX169" fmla="*/ 212727 w 279400"/>
                <a:gd name="connsiteY169" fmla="*/ 128588 h 331788"/>
                <a:gd name="connsiteX170" fmla="*/ 212727 w 279400"/>
                <a:gd name="connsiteY170" fmla="*/ 139701 h 331788"/>
                <a:gd name="connsiteX171" fmla="*/ 192089 w 279400"/>
                <a:gd name="connsiteY171" fmla="*/ 139701 h 331788"/>
                <a:gd name="connsiteX172" fmla="*/ 160339 w 279400"/>
                <a:gd name="connsiteY172" fmla="*/ 128588 h 331788"/>
                <a:gd name="connsiteX173" fmla="*/ 180977 w 279400"/>
                <a:gd name="connsiteY173" fmla="*/ 128588 h 331788"/>
                <a:gd name="connsiteX174" fmla="*/ 180977 w 279400"/>
                <a:gd name="connsiteY174" fmla="*/ 139701 h 331788"/>
                <a:gd name="connsiteX175" fmla="*/ 160339 w 279400"/>
                <a:gd name="connsiteY175" fmla="*/ 139701 h 331788"/>
                <a:gd name="connsiteX176" fmla="*/ 128589 w 279400"/>
                <a:gd name="connsiteY176" fmla="*/ 128588 h 331788"/>
                <a:gd name="connsiteX177" fmla="*/ 149227 w 279400"/>
                <a:gd name="connsiteY177" fmla="*/ 128588 h 331788"/>
                <a:gd name="connsiteX178" fmla="*/ 149227 w 279400"/>
                <a:gd name="connsiteY178" fmla="*/ 139701 h 331788"/>
                <a:gd name="connsiteX179" fmla="*/ 128589 w 279400"/>
                <a:gd name="connsiteY179" fmla="*/ 139701 h 331788"/>
                <a:gd name="connsiteX180" fmla="*/ 66676 w 279400"/>
                <a:gd name="connsiteY180" fmla="*/ 128588 h 331788"/>
                <a:gd name="connsiteX181" fmla="*/ 87314 w 279400"/>
                <a:gd name="connsiteY181" fmla="*/ 128588 h 331788"/>
                <a:gd name="connsiteX182" fmla="*/ 87314 w 279400"/>
                <a:gd name="connsiteY182" fmla="*/ 139701 h 331788"/>
                <a:gd name="connsiteX183" fmla="*/ 66676 w 279400"/>
                <a:gd name="connsiteY183" fmla="*/ 139701 h 331788"/>
                <a:gd name="connsiteX184" fmla="*/ 36514 w 279400"/>
                <a:gd name="connsiteY184" fmla="*/ 128588 h 331788"/>
                <a:gd name="connsiteX185" fmla="*/ 57152 w 279400"/>
                <a:gd name="connsiteY185" fmla="*/ 128588 h 331788"/>
                <a:gd name="connsiteX186" fmla="*/ 57152 w 279400"/>
                <a:gd name="connsiteY186" fmla="*/ 139701 h 331788"/>
                <a:gd name="connsiteX187" fmla="*/ 36514 w 279400"/>
                <a:gd name="connsiteY187" fmla="*/ 139701 h 331788"/>
                <a:gd name="connsiteX188" fmla="*/ 20638 w 279400"/>
                <a:gd name="connsiteY188" fmla="*/ 114300 h 331788"/>
                <a:gd name="connsiteX189" fmla="*/ 20638 w 279400"/>
                <a:gd name="connsiteY189" fmla="*/ 279400 h 331788"/>
                <a:gd name="connsiteX190" fmla="*/ 103188 w 279400"/>
                <a:gd name="connsiteY190" fmla="*/ 279400 h 331788"/>
                <a:gd name="connsiteX191" fmla="*/ 103188 w 279400"/>
                <a:gd name="connsiteY191" fmla="*/ 114300 h 331788"/>
                <a:gd name="connsiteX192" fmla="*/ 222251 w 279400"/>
                <a:gd name="connsiteY192" fmla="*/ 107950 h 331788"/>
                <a:gd name="connsiteX193" fmla="*/ 242889 w 279400"/>
                <a:gd name="connsiteY193" fmla="*/ 107950 h 331788"/>
                <a:gd name="connsiteX194" fmla="*/ 242889 w 279400"/>
                <a:gd name="connsiteY194" fmla="*/ 119063 h 331788"/>
                <a:gd name="connsiteX195" fmla="*/ 222251 w 279400"/>
                <a:gd name="connsiteY195" fmla="*/ 119063 h 331788"/>
                <a:gd name="connsiteX196" fmla="*/ 192089 w 279400"/>
                <a:gd name="connsiteY196" fmla="*/ 107950 h 331788"/>
                <a:gd name="connsiteX197" fmla="*/ 212727 w 279400"/>
                <a:gd name="connsiteY197" fmla="*/ 107950 h 331788"/>
                <a:gd name="connsiteX198" fmla="*/ 212727 w 279400"/>
                <a:gd name="connsiteY198" fmla="*/ 119063 h 331788"/>
                <a:gd name="connsiteX199" fmla="*/ 192089 w 279400"/>
                <a:gd name="connsiteY199" fmla="*/ 119063 h 331788"/>
                <a:gd name="connsiteX200" fmla="*/ 160339 w 279400"/>
                <a:gd name="connsiteY200" fmla="*/ 107950 h 331788"/>
                <a:gd name="connsiteX201" fmla="*/ 180977 w 279400"/>
                <a:gd name="connsiteY201" fmla="*/ 107950 h 331788"/>
                <a:gd name="connsiteX202" fmla="*/ 180977 w 279400"/>
                <a:gd name="connsiteY202" fmla="*/ 119063 h 331788"/>
                <a:gd name="connsiteX203" fmla="*/ 160339 w 279400"/>
                <a:gd name="connsiteY203" fmla="*/ 119063 h 331788"/>
                <a:gd name="connsiteX204" fmla="*/ 128589 w 279400"/>
                <a:gd name="connsiteY204" fmla="*/ 107950 h 331788"/>
                <a:gd name="connsiteX205" fmla="*/ 149227 w 279400"/>
                <a:gd name="connsiteY205" fmla="*/ 107950 h 331788"/>
                <a:gd name="connsiteX206" fmla="*/ 149227 w 279400"/>
                <a:gd name="connsiteY206" fmla="*/ 119063 h 331788"/>
                <a:gd name="connsiteX207" fmla="*/ 128589 w 279400"/>
                <a:gd name="connsiteY207" fmla="*/ 119063 h 331788"/>
                <a:gd name="connsiteX208" fmla="*/ 222251 w 279400"/>
                <a:gd name="connsiteY208" fmla="*/ 87313 h 331788"/>
                <a:gd name="connsiteX209" fmla="*/ 242889 w 279400"/>
                <a:gd name="connsiteY209" fmla="*/ 87313 h 331788"/>
                <a:gd name="connsiteX210" fmla="*/ 242889 w 279400"/>
                <a:gd name="connsiteY210" fmla="*/ 98426 h 331788"/>
                <a:gd name="connsiteX211" fmla="*/ 222251 w 279400"/>
                <a:gd name="connsiteY211" fmla="*/ 98426 h 331788"/>
                <a:gd name="connsiteX212" fmla="*/ 192089 w 279400"/>
                <a:gd name="connsiteY212" fmla="*/ 87313 h 331788"/>
                <a:gd name="connsiteX213" fmla="*/ 212727 w 279400"/>
                <a:gd name="connsiteY213" fmla="*/ 87313 h 331788"/>
                <a:gd name="connsiteX214" fmla="*/ 212727 w 279400"/>
                <a:gd name="connsiteY214" fmla="*/ 98426 h 331788"/>
                <a:gd name="connsiteX215" fmla="*/ 192089 w 279400"/>
                <a:gd name="connsiteY215" fmla="*/ 98426 h 331788"/>
                <a:gd name="connsiteX216" fmla="*/ 160339 w 279400"/>
                <a:gd name="connsiteY216" fmla="*/ 87313 h 331788"/>
                <a:gd name="connsiteX217" fmla="*/ 180977 w 279400"/>
                <a:gd name="connsiteY217" fmla="*/ 87313 h 331788"/>
                <a:gd name="connsiteX218" fmla="*/ 180977 w 279400"/>
                <a:gd name="connsiteY218" fmla="*/ 98426 h 331788"/>
                <a:gd name="connsiteX219" fmla="*/ 160339 w 279400"/>
                <a:gd name="connsiteY219" fmla="*/ 98426 h 331788"/>
                <a:gd name="connsiteX220" fmla="*/ 128589 w 279400"/>
                <a:gd name="connsiteY220" fmla="*/ 87313 h 331788"/>
                <a:gd name="connsiteX221" fmla="*/ 149227 w 279400"/>
                <a:gd name="connsiteY221" fmla="*/ 87313 h 331788"/>
                <a:gd name="connsiteX222" fmla="*/ 149227 w 279400"/>
                <a:gd name="connsiteY222" fmla="*/ 98426 h 331788"/>
                <a:gd name="connsiteX223" fmla="*/ 128589 w 279400"/>
                <a:gd name="connsiteY223" fmla="*/ 98426 h 331788"/>
                <a:gd name="connsiteX224" fmla="*/ 222251 w 279400"/>
                <a:gd name="connsiteY224" fmla="*/ 66675 h 331788"/>
                <a:gd name="connsiteX225" fmla="*/ 242889 w 279400"/>
                <a:gd name="connsiteY225" fmla="*/ 66675 h 331788"/>
                <a:gd name="connsiteX226" fmla="*/ 242889 w 279400"/>
                <a:gd name="connsiteY226" fmla="*/ 77788 h 331788"/>
                <a:gd name="connsiteX227" fmla="*/ 222251 w 279400"/>
                <a:gd name="connsiteY227" fmla="*/ 77788 h 331788"/>
                <a:gd name="connsiteX228" fmla="*/ 192089 w 279400"/>
                <a:gd name="connsiteY228" fmla="*/ 66675 h 331788"/>
                <a:gd name="connsiteX229" fmla="*/ 212727 w 279400"/>
                <a:gd name="connsiteY229" fmla="*/ 66675 h 331788"/>
                <a:gd name="connsiteX230" fmla="*/ 212727 w 279400"/>
                <a:gd name="connsiteY230" fmla="*/ 77788 h 331788"/>
                <a:gd name="connsiteX231" fmla="*/ 192089 w 279400"/>
                <a:gd name="connsiteY231" fmla="*/ 77788 h 331788"/>
                <a:gd name="connsiteX232" fmla="*/ 160339 w 279400"/>
                <a:gd name="connsiteY232" fmla="*/ 66675 h 331788"/>
                <a:gd name="connsiteX233" fmla="*/ 180977 w 279400"/>
                <a:gd name="connsiteY233" fmla="*/ 66675 h 331788"/>
                <a:gd name="connsiteX234" fmla="*/ 180977 w 279400"/>
                <a:gd name="connsiteY234" fmla="*/ 77788 h 331788"/>
                <a:gd name="connsiteX235" fmla="*/ 160339 w 279400"/>
                <a:gd name="connsiteY235" fmla="*/ 77788 h 331788"/>
                <a:gd name="connsiteX236" fmla="*/ 128589 w 279400"/>
                <a:gd name="connsiteY236" fmla="*/ 66675 h 331788"/>
                <a:gd name="connsiteX237" fmla="*/ 149227 w 279400"/>
                <a:gd name="connsiteY237" fmla="*/ 66675 h 331788"/>
                <a:gd name="connsiteX238" fmla="*/ 149227 w 279400"/>
                <a:gd name="connsiteY238" fmla="*/ 77788 h 331788"/>
                <a:gd name="connsiteX239" fmla="*/ 128589 w 279400"/>
                <a:gd name="connsiteY239" fmla="*/ 77788 h 331788"/>
                <a:gd name="connsiteX240" fmla="*/ 222251 w 279400"/>
                <a:gd name="connsiteY240" fmla="*/ 46038 h 331788"/>
                <a:gd name="connsiteX241" fmla="*/ 242889 w 279400"/>
                <a:gd name="connsiteY241" fmla="*/ 46038 h 331788"/>
                <a:gd name="connsiteX242" fmla="*/ 242889 w 279400"/>
                <a:gd name="connsiteY242" fmla="*/ 57151 h 331788"/>
                <a:gd name="connsiteX243" fmla="*/ 222251 w 279400"/>
                <a:gd name="connsiteY243" fmla="*/ 57151 h 331788"/>
                <a:gd name="connsiteX244" fmla="*/ 192089 w 279400"/>
                <a:gd name="connsiteY244" fmla="*/ 46038 h 331788"/>
                <a:gd name="connsiteX245" fmla="*/ 212727 w 279400"/>
                <a:gd name="connsiteY245" fmla="*/ 46038 h 331788"/>
                <a:gd name="connsiteX246" fmla="*/ 212727 w 279400"/>
                <a:gd name="connsiteY246" fmla="*/ 57151 h 331788"/>
                <a:gd name="connsiteX247" fmla="*/ 192089 w 279400"/>
                <a:gd name="connsiteY247" fmla="*/ 57151 h 331788"/>
                <a:gd name="connsiteX248" fmla="*/ 160339 w 279400"/>
                <a:gd name="connsiteY248" fmla="*/ 46038 h 331788"/>
                <a:gd name="connsiteX249" fmla="*/ 180977 w 279400"/>
                <a:gd name="connsiteY249" fmla="*/ 46038 h 331788"/>
                <a:gd name="connsiteX250" fmla="*/ 180977 w 279400"/>
                <a:gd name="connsiteY250" fmla="*/ 57151 h 331788"/>
                <a:gd name="connsiteX251" fmla="*/ 160339 w 279400"/>
                <a:gd name="connsiteY251" fmla="*/ 57151 h 331788"/>
                <a:gd name="connsiteX252" fmla="*/ 128589 w 279400"/>
                <a:gd name="connsiteY252" fmla="*/ 46038 h 331788"/>
                <a:gd name="connsiteX253" fmla="*/ 149227 w 279400"/>
                <a:gd name="connsiteY253" fmla="*/ 46038 h 331788"/>
                <a:gd name="connsiteX254" fmla="*/ 149227 w 279400"/>
                <a:gd name="connsiteY254" fmla="*/ 57151 h 331788"/>
                <a:gd name="connsiteX255" fmla="*/ 128589 w 279400"/>
                <a:gd name="connsiteY255" fmla="*/ 57151 h 331788"/>
                <a:gd name="connsiteX256" fmla="*/ 222251 w 279400"/>
                <a:gd name="connsiteY256" fmla="*/ 25400 h 331788"/>
                <a:gd name="connsiteX257" fmla="*/ 242889 w 279400"/>
                <a:gd name="connsiteY257" fmla="*/ 25400 h 331788"/>
                <a:gd name="connsiteX258" fmla="*/ 242889 w 279400"/>
                <a:gd name="connsiteY258" fmla="*/ 36513 h 331788"/>
                <a:gd name="connsiteX259" fmla="*/ 222251 w 279400"/>
                <a:gd name="connsiteY259" fmla="*/ 36513 h 331788"/>
                <a:gd name="connsiteX260" fmla="*/ 192089 w 279400"/>
                <a:gd name="connsiteY260" fmla="*/ 25400 h 331788"/>
                <a:gd name="connsiteX261" fmla="*/ 212727 w 279400"/>
                <a:gd name="connsiteY261" fmla="*/ 25400 h 331788"/>
                <a:gd name="connsiteX262" fmla="*/ 212727 w 279400"/>
                <a:gd name="connsiteY262" fmla="*/ 36513 h 331788"/>
                <a:gd name="connsiteX263" fmla="*/ 192089 w 279400"/>
                <a:gd name="connsiteY263" fmla="*/ 36513 h 331788"/>
                <a:gd name="connsiteX264" fmla="*/ 160339 w 279400"/>
                <a:gd name="connsiteY264" fmla="*/ 25400 h 331788"/>
                <a:gd name="connsiteX265" fmla="*/ 180977 w 279400"/>
                <a:gd name="connsiteY265" fmla="*/ 25400 h 331788"/>
                <a:gd name="connsiteX266" fmla="*/ 180977 w 279400"/>
                <a:gd name="connsiteY266" fmla="*/ 36513 h 331788"/>
                <a:gd name="connsiteX267" fmla="*/ 160339 w 279400"/>
                <a:gd name="connsiteY267" fmla="*/ 36513 h 331788"/>
                <a:gd name="connsiteX268" fmla="*/ 128589 w 279400"/>
                <a:gd name="connsiteY268" fmla="*/ 25400 h 331788"/>
                <a:gd name="connsiteX269" fmla="*/ 149227 w 279400"/>
                <a:gd name="connsiteY269" fmla="*/ 25400 h 331788"/>
                <a:gd name="connsiteX270" fmla="*/ 149227 w 279400"/>
                <a:gd name="connsiteY270" fmla="*/ 36513 h 331788"/>
                <a:gd name="connsiteX271" fmla="*/ 128589 w 279400"/>
                <a:gd name="connsiteY271" fmla="*/ 36513 h 331788"/>
                <a:gd name="connsiteX272" fmla="*/ 114300 w 279400"/>
                <a:gd name="connsiteY272" fmla="*/ 9525 h 331788"/>
                <a:gd name="connsiteX273" fmla="*/ 114300 w 279400"/>
                <a:gd name="connsiteY273" fmla="*/ 279400 h 331788"/>
                <a:gd name="connsiteX274" fmla="*/ 258763 w 279400"/>
                <a:gd name="connsiteY274" fmla="*/ 279400 h 331788"/>
                <a:gd name="connsiteX275" fmla="*/ 258763 w 279400"/>
                <a:gd name="connsiteY275" fmla="*/ 9525 h 331788"/>
                <a:gd name="connsiteX276" fmla="*/ 103187 w 279400"/>
                <a:gd name="connsiteY276" fmla="*/ 0 h 331788"/>
                <a:gd name="connsiteX277" fmla="*/ 268288 w 279400"/>
                <a:gd name="connsiteY277" fmla="*/ 0 h 331788"/>
                <a:gd name="connsiteX278" fmla="*/ 268288 w 279400"/>
                <a:gd name="connsiteY278" fmla="*/ 320676 h 331788"/>
                <a:gd name="connsiteX279" fmla="*/ 279400 w 279400"/>
                <a:gd name="connsiteY279" fmla="*/ 320676 h 331788"/>
                <a:gd name="connsiteX280" fmla="*/ 279400 w 279400"/>
                <a:gd name="connsiteY280" fmla="*/ 331788 h 331788"/>
                <a:gd name="connsiteX281" fmla="*/ 0 w 279400"/>
                <a:gd name="connsiteY281" fmla="*/ 331788 h 331788"/>
                <a:gd name="connsiteX282" fmla="*/ 0 w 279400"/>
                <a:gd name="connsiteY282" fmla="*/ 320676 h 331788"/>
                <a:gd name="connsiteX283" fmla="*/ 9525 w 279400"/>
                <a:gd name="connsiteY283" fmla="*/ 320676 h 331788"/>
                <a:gd name="connsiteX284" fmla="*/ 9525 w 279400"/>
                <a:gd name="connsiteY284" fmla="*/ 103188 h 331788"/>
                <a:gd name="connsiteX285" fmla="*/ 103187 w 279400"/>
                <a:gd name="connsiteY285" fmla="*/ 103188 h 331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</a:cxnLst>
              <a:rect l="l" t="t" r="r" b="b"/>
              <a:pathLst>
                <a:path w="279400" h="331788">
                  <a:moveTo>
                    <a:pt x="192089" y="300038"/>
                  </a:moveTo>
                  <a:lnTo>
                    <a:pt x="242889" y="300038"/>
                  </a:lnTo>
                  <a:lnTo>
                    <a:pt x="242889" y="311151"/>
                  </a:lnTo>
                  <a:lnTo>
                    <a:pt x="192089" y="311151"/>
                  </a:lnTo>
                  <a:close/>
                  <a:moveTo>
                    <a:pt x="128589" y="300038"/>
                  </a:moveTo>
                  <a:lnTo>
                    <a:pt x="180977" y="300038"/>
                  </a:lnTo>
                  <a:lnTo>
                    <a:pt x="180977" y="311151"/>
                  </a:lnTo>
                  <a:lnTo>
                    <a:pt x="128589" y="311151"/>
                  </a:lnTo>
                  <a:close/>
                  <a:moveTo>
                    <a:pt x="36514" y="300038"/>
                  </a:moveTo>
                  <a:lnTo>
                    <a:pt x="87314" y="300038"/>
                  </a:lnTo>
                  <a:lnTo>
                    <a:pt x="87314" y="311151"/>
                  </a:lnTo>
                  <a:lnTo>
                    <a:pt x="36514" y="311151"/>
                  </a:lnTo>
                  <a:close/>
                  <a:moveTo>
                    <a:pt x="114300" y="290512"/>
                  </a:moveTo>
                  <a:lnTo>
                    <a:pt x="114300" y="320675"/>
                  </a:lnTo>
                  <a:lnTo>
                    <a:pt x="258763" y="320675"/>
                  </a:lnTo>
                  <a:lnTo>
                    <a:pt x="258763" y="290512"/>
                  </a:lnTo>
                  <a:close/>
                  <a:moveTo>
                    <a:pt x="20638" y="290512"/>
                  </a:moveTo>
                  <a:lnTo>
                    <a:pt x="20638" y="320675"/>
                  </a:lnTo>
                  <a:lnTo>
                    <a:pt x="103188" y="320675"/>
                  </a:lnTo>
                  <a:lnTo>
                    <a:pt x="103188" y="290512"/>
                  </a:lnTo>
                  <a:close/>
                  <a:moveTo>
                    <a:pt x="222250" y="254000"/>
                  </a:moveTo>
                  <a:lnTo>
                    <a:pt x="242888" y="254000"/>
                  </a:lnTo>
                  <a:lnTo>
                    <a:pt x="242888" y="263525"/>
                  </a:lnTo>
                  <a:lnTo>
                    <a:pt x="222250" y="263525"/>
                  </a:lnTo>
                  <a:close/>
                  <a:moveTo>
                    <a:pt x="192088" y="254000"/>
                  </a:moveTo>
                  <a:lnTo>
                    <a:pt x="212726" y="254000"/>
                  </a:lnTo>
                  <a:lnTo>
                    <a:pt x="212726" y="263525"/>
                  </a:lnTo>
                  <a:lnTo>
                    <a:pt x="192088" y="263525"/>
                  </a:lnTo>
                  <a:close/>
                  <a:moveTo>
                    <a:pt x="160338" y="254000"/>
                  </a:moveTo>
                  <a:lnTo>
                    <a:pt x="180976" y="254000"/>
                  </a:lnTo>
                  <a:lnTo>
                    <a:pt x="180976" y="263525"/>
                  </a:lnTo>
                  <a:lnTo>
                    <a:pt x="160338" y="263525"/>
                  </a:lnTo>
                  <a:close/>
                  <a:moveTo>
                    <a:pt x="128588" y="254000"/>
                  </a:moveTo>
                  <a:lnTo>
                    <a:pt x="149226" y="254000"/>
                  </a:lnTo>
                  <a:lnTo>
                    <a:pt x="149226" y="263525"/>
                  </a:lnTo>
                  <a:lnTo>
                    <a:pt x="128588" y="263525"/>
                  </a:lnTo>
                  <a:close/>
                  <a:moveTo>
                    <a:pt x="66676" y="254000"/>
                  </a:moveTo>
                  <a:lnTo>
                    <a:pt x="87314" y="254000"/>
                  </a:lnTo>
                  <a:lnTo>
                    <a:pt x="87314" y="263525"/>
                  </a:lnTo>
                  <a:lnTo>
                    <a:pt x="66676" y="263525"/>
                  </a:lnTo>
                  <a:close/>
                  <a:moveTo>
                    <a:pt x="36514" y="254000"/>
                  </a:moveTo>
                  <a:lnTo>
                    <a:pt x="57152" y="254000"/>
                  </a:lnTo>
                  <a:lnTo>
                    <a:pt x="57152" y="263525"/>
                  </a:lnTo>
                  <a:lnTo>
                    <a:pt x="36514" y="263525"/>
                  </a:lnTo>
                  <a:close/>
                  <a:moveTo>
                    <a:pt x="66676" y="233363"/>
                  </a:moveTo>
                  <a:lnTo>
                    <a:pt x="87314" y="233363"/>
                  </a:lnTo>
                  <a:lnTo>
                    <a:pt x="87314" y="242888"/>
                  </a:lnTo>
                  <a:lnTo>
                    <a:pt x="66676" y="242888"/>
                  </a:lnTo>
                  <a:close/>
                  <a:moveTo>
                    <a:pt x="36514" y="233363"/>
                  </a:moveTo>
                  <a:lnTo>
                    <a:pt x="57152" y="233363"/>
                  </a:lnTo>
                  <a:lnTo>
                    <a:pt x="57152" y="242888"/>
                  </a:lnTo>
                  <a:lnTo>
                    <a:pt x="36514" y="242888"/>
                  </a:lnTo>
                  <a:close/>
                  <a:moveTo>
                    <a:pt x="222250" y="233362"/>
                  </a:moveTo>
                  <a:lnTo>
                    <a:pt x="242888" y="233362"/>
                  </a:lnTo>
                  <a:lnTo>
                    <a:pt x="242888" y="242887"/>
                  </a:lnTo>
                  <a:lnTo>
                    <a:pt x="222250" y="242887"/>
                  </a:lnTo>
                  <a:close/>
                  <a:moveTo>
                    <a:pt x="192088" y="233362"/>
                  </a:moveTo>
                  <a:lnTo>
                    <a:pt x="212726" y="233362"/>
                  </a:lnTo>
                  <a:lnTo>
                    <a:pt x="212726" y="242887"/>
                  </a:lnTo>
                  <a:lnTo>
                    <a:pt x="192088" y="242887"/>
                  </a:lnTo>
                  <a:close/>
                  <a:moveTo>
                    <a:pt x="160338" y="233362"/>
                  </a:moveTo>
                  <a:lnTo>
                    <a:pt x="180976" y="233362"/>
                  </a:lnTo>
                  <a:lnTo>
                    <a:pt x="180976" y="242887"/>
                  </a:lnTo>
                  <a:lnTo>
                    <a:pt x="160338" y="242887"/>
                  </a:lnTo>
                  <a:close/>
                  <a:moveTo>
                    <a:pt x="128588" y="233362"/>
                  </a:moveTo>
                  <a:lnTo>
                    <a:pt x="149226" y="233362"/>
                  </a:lnTo>
                  <a:lnTo>
                    <a:pt x="149226" y="242887"/>
                  </a:lnTo>
                  <a:lnTo>
                    <a:pt x="128588" y="242887"/>
                  </a:lnTo>
                  <a:close/>
                  <a:moveTo>
                    <a:pt x="222250" y="212725"/>
                  </a:moveTo>
                  <a:lnTo>
                    <a:pt x="242888" y="212725"/>
                  </a:lnTo>
                  <a:lnTo>
                    <a:pt x="242888" y="222250"/>
                  </a:lnTo>
                  <a:lnTo>
                    <a:pt x="222250" y="222250"/>
                  </a:lnTo>
                  <a:close/>
                  <a:moveTo>
                    <a:pt x="192088" y="212725"/>
                  </a:moveTo>
                  <a:lnTo>
                    <a:pt x="212726" y="212725"/>
                  </a:lnTo>
                  <a:lnTo>
                    <a:pt x="212726" y="222250"/>
                  </a:lnTo>
                  <a:lnTo>
                    <a:pt x="192088" y="222250"/>
                  </a:lnTo>
                  <a:close/>
                  <a:moveTo>
                    <a:pt x="160338" y="212725"/>
                  </a:moveTo>
                  <a:lnTo>
                    <a:pt x="180976" y="212725"/>
                  </a:lnTo>
                  <a:lnTo>
                    <a:pt x="180976" y="222250"/>
                  </a:lnTo>
                  <a:lnTo>
                    <a:pt x="160338" y="222250"/>
                  </a:lnTo>
                  <a:close/>
                  <a:moveTo>
                    <a:pt x="128588" y="212725"/>
                  </a:moveTo>
                  <a:lnTo>
                    <a:pt x="149226" y="212725"/>
                  </a:lnTo>
                  <a:lnTo>
                    <a:pt x="149226" y="222250"/>
                  </a:lnTo>
                  <a:lnTo>
                    <a:pt x="128588" y="222250"/>
                  </a:lnTo>
                  <a:close/>
                  <a:moveTo>
                    <a:pt x="66676" y="212725"/>
                  </a:moveTo>
                  <a:lnTo>
                    <a:pt x="87314" y="212725"/>
                  </a:lnTo>
                  <a:lnTo>
                    <a:pt x="87314" y="222250"/>
                  </a:lnTo>
                  <a:lnTo>
                    <a:pt x="66676" y="222250"/>
                  </a:lnTo>
                  <a:close/>
                  <a:moveTo>
                    <a:pt x="36514" y="212725"/>
                  </a:moveTo>
                  <a:lnTo>
                    <a:pt x="57152" y="212725"/>
                  </a:lnTo>
                  <a:lnTo>
                    <a:pt x="57152" y="222250"/>
                  </a:lnTo>
                  <a:lnTo>
                    <a:pt x="36514" y="222250"/>
                  </a:lnTo>
                  <a:close/>
                  <a:moveTo>
                    <a:pt x="66676" y="192088"/>
                  </a:moveTo>
                  <a:lnTo>
                    <a:pt x="87314" y="192088"/>
                  </a:lnTo>
                  <a:lnTo>
                    <a:pt x="87314" y="201613"/>
                  </a:lnTo>
                  <a:lnTo>
                    <a:pt x="66676" y="201613"/>
                  </a:lnTo>
                  <a:close/>
                  <a:moveTo>
                    <a:pt x="36514" y="192088"/>
                  </a:moveTo>
                  <a:lnTo>
                    <a:pt x="57152" y="192088"/>
                  </a:lnTo>
                  <a:lnTo>
                    <a:pt x="57152" y="201613"/>
                  </a:lnTo>
                  <a:lnTo>
                    <a:pt x="36514" y="201613"/>
                  </a:lnTo>
                  <a:close/>
                  <a:moveTo>
                    <a:pt x="222250" y="192087"/>
                  </a:moveTo>
                  <a:lnTo>
                    <a:pt x="242888" y="192087"/>
                  </a:lnTo>
                  <a:lnTo>
                    <a:pt x="242888" y="201612"/>
                  </a:lnTo>
                  <a:lnTo>
                    <a:pt x="222250" y="201612"/>
                  </a:lnTo>
                  <a:close/>
                  <a:moveTo>
                    <a:pt x="192088" y="192087"/>
                  </a:moveTo>
                  <a:lnTo>
                    <a:pt x="212726" y="192087"/>
                  </a:lnTo>
                  <a:lnTo>
                    <a:pt x="212726" y="201612"/>
                  </a:lnTo>
                  <a:lnTo>
                    <a:pt x="192088" y="201612"/>
                  </a:lnTo>
                  <a:close/>
                  <a:moveTo>
                    <a:pt x="160338" y="192087"/>
                  </a:moveTo>
                  <a:lnTo>
                    <a:pt x="180976" y="192087"/>
                  </a:lnTo>
                  <a:lnTo>
                    <a:pt x="180976" y="201612"/>
                  </a:lnTo>
                  <a:lnTo>
                    <a:pt x="160338" y="201612"/>
                  </a:lnTo>
                  <a:close/>
                  <a:moveTo>
                    <a:pt x="128588" y="192087"/>
                  </a:moveTo>
                  <a:lnTo>
                    <a:pt x="149226" y="192087"/>
                  </a:lnTo>
                  <a:lnTo>
                    <a:pt x="149226" y="201612"/>
                  </a:lnTo>
                  <a:lnTo>
                    <a:pt x="128588" y="201612"/>
                  </a:lnTo>
                  <a:close/>
                  <a:moveTo>
                    <a:pt x="222250" y="171450"/>
                  </a:moveTo>
                  <a:lnTo>
                    <a:pt x="242888" y="171450"/>
                  </a:lnTo>
                  <a:lnTo>
                    <a:pt x="242888" y="180975"/>
                  </a:lnTo>
                  <a:lnTo>
                    <a:pt x="222250" y="180975"/>
                  </a:lnTo>
                  <a:close/>
                  <a:moveTo>
                    <a:pt x="192088" y="171450"/>
                  </a:moveTo>
                  <a:lnTo>
                    <a:pt x="212726" y="171450"/>
                  </a:lnTo>
                  <a:lnTo>
                    <a:pt x="212726" y="180975"/>
                  </a:lnTo>
                  <a:lnTo>
                    <a:pt x="192088" y="180975"/>
                  </a:lnTo>
                  <a:close/>
                  <a:moveTo>
                    <a:pt x="160338" y="171450"/>
                  </a:moveTo>
                  <a:lnTo>
                    <a:pt x="180976" y="171450"/>
                  </a:lnTo>
                  <a:lnTo>
                    <a:pt x="180976" y="180975"/>
                  </a:lnTo>
                  <a:lnTo>
                    <a:pt x="160338" y="180975"/>
                  </a:lnTo>
                  <a:close/>
                  <a:moveTo>
                    <a:pt x="128588" y="171450"/>
                  </a:moveTo>
                  <a:lnTo>
                    <a:pt x="149226" y="171450"/>
                  </a:lnTo>
                  <a:lnTo>
                    <a:pt x="149226" y="180975"/>
                  </a:lnTo>
                  <a:lnTo>
                    <a:pt x="128588" y="180975"/>
                  </a:lnTo>
                  <a:close/>
                  <a:moveTo>
                    <a:pt x="66676" y="171450"/>
                  </a:moveTo>
                  <a:lnTo>
                    <a:pt x="87314" y="171450"/>
                  </a:lnTo>
                  <a:lnTo>
                    <a:pt x="87314" y="180975"/>
                  </a:lnTo>
                  <a:lnTo>
                    <a:pt x="66676" y="180975"/>
                  </a:lnTo>
                  <a:close/>
                  <a:moveTo>
                    <a:pt x="36514" y="171450"/>
                  </a:moveTo>
                  <a:lnTo>
                    <a:pt x="57152" y="171450"/>
                  </a:lnTo>
                  <a:lnTo>
                    <a:pt x="57152" y="180975"/>
                  </a:lnTo>
                  <a:lnTo>
                    <a:pt x="36514" y="180975"/>
                  </a:lnTo>
                  <a:close/>
                  <a:moveTo>
                    <a:pt x="222250" y="149225"/>
                  </a:moveTo>
                  <a:lnTo>
                    <a:pt x="242888" y="149225"/>
                  </a:lnTo>
                  <a:lnTo>
                    <a:pt x="242888" y="160338"/>
                  </a:lnTo>
                  <a:lnTo>
                    <a:pt x="222250" y="160338"/>
                  </a:lnTo>
                  <a:close/>
                  <a:moveTo>
                    <a:pt x="192088" y="149225"/>
                  </a:moveTo>
                  <a:lnTo>
                    <a:pt x="212726" y="149225"/>
                  </a:lnTo>
                  <a:lnTo>
                    <a:pt x="212726" y="160338"/>
                  </a:lnTo>
                  <a:lnTo>
                    <a:pt x="192088" y="160338"/>
                  </a:lnTo>
                  <a:close/>
                  <a:moveTo>
                    <a:pt x="160338" y="149225"/>
                  </a:moveTo>
                  <a:lnTo>
                    <a:pt x="180976" y="149225"/>
                  </a:lnTo>
                  <a:lnTo>
                    <a:pt x="180976" y="160338"/>
                  </a:lnTo>
                  <a:lnTo>
                    <a:pt x="160338" y="160338"/>
                  </a:lnTo>
                  <a:close/>
                  <a:moveTo>
                    <a:pt x="128588" y="149225"/>
                  </a:moveTo>
                  <a:lnTo>
                    <a:pt x="149226" y="149225"/>
                  </a:lnTo>
                  <a:lnTo>
                    <a:pt x="149226" y="160338"/>
                  </a:lnTo>
                  <a:lnTo>
                    <a:pt x="128588" y="160338"/>
                  </a:lnTo>
                  <a:close/>
                  <a:moveTo>
                    <a:pt x="66676" y="149225"/>
                  </a:moveTo>
                  <a:lnTo>
                    <a:pt x="87314" y="149225"/>
                  </a:lnTo>
                  <a:lnTo>
                    <a:pt x="87314" y="160338"/>
                  </a:lnTo>
                  <a:lnTo>
                    <a:pt x="66676" y="160338"/>
                  </a:lnTo>
                  <a:close/>
                  <a:moveTo>
                    <a:pt x="36514" y="149225"/>
                  </a:moveTo>
                  <a:lnTo>
                    <a:pt x="57152" y="149225"/>
                  </a:lnTo>
                  <a:lnTo>
                    <a:pt x="57152" y="160338"/>
                  </a:lnTo>
                  <a:lnTo>
                    <a:pt x="36514" y="160338"/>
                  </a:lnTo>
                  <a:close/>
                  <a:moveTo>
                    <a:pt x="222251" y="128588"/>
                  </a:moveTo>
                  <a:lnTo>
                    <a:pt x="242889" y="128588"/>
                  </a:lnTo>
                  <a:lnTo>
                    <a:pt x="242889" y="139701"/>
                  </a:lnTo>
                  <a:lnTo>
                    <a:pt x="222251" y="139701"/>
                  </a:lnTo>
                  <a:close/>
                  <a:moveTo>
                    <a:pt x="192089" y="128588"/>
                  </a:moveTo>
                  <a:lnTo>
                    <a:pt x="212727" y="128588"/>
                  </a:lnTo>
                  <a:lnTo>
                    <a:pt x="212727" y="139701"/>
                  </a:lnTo>
                  <a:lnTo>
                    <a:pt x="192089" y="139701"/>
                  </a:lnTo>
                  <a:close/>
                  <a:moveTo>
                    <a:pt x="160339" y="128588"/>
                  </a:moveTo>
                  <a:lnTo>
                    <a:pt x="180977" y="128588"/>
                  </a:lnTo>
                  <a:lnTo>
                    <a:pt x="180977" y="139701"/>
                  </a:lnTo>
                  <a:lnTo>
                    <a:pt x="160339" y="139701"/>
                  </a:lnTo>
                  <a:close/>
                  <a:moveTo>
                    <a:pt x="128589" y="128588"/>
                  </a:moveTo>
                  <a:lnTo>
                    <a:pt x="149227" y="128588"/>
                  </a:lnTo>
                  <a:lnTo>
                    <a:pt x="149227" y="139701"/>
                  </a:lnTo>
                  <a:lnTo>
                    <a:pt x="128589" y="139701"/>
                  </a:lnTo>
                  <a:close/>
                  <a:moveTo>
                    <a:pt x="66676" y="128588"/>
                  </a:moveTo>
                  <a:lnTo>
                    <a:pt x="87314" y="128588"/>
                  </a:lnTo>
                  <a:lnTo>
                    <a:pt x="87314" y="139701"/>
                  </a:lnTo>
                  <a:lnTo>
                    <a:pt x="66676" y="139701"/>
                  </a:lnTo>
                  <a:close/>
                  <a:moveTo>
                    <a:pt x="36514" y="128588"/>
                  </a:moveTo>
                  <a:lnTo>
                    <a:pt x="57152" y="128588"/>
                  </a:lnTo>
                  <a:lnTo>
                    <a:pt x="57152" y="139701"/>
                  </a:lnTo>
                  <a:lnTo>
                    <a:pt x="36514" y="139701"/>
                  </a:lnTo>
                  <a:close/>
                  <a:moveTo>
                    <a:pt x="20638" y="114300"/>
                  </a:moveTo>
                  <a:lnTo>
                    <a:pt x="20638" y="279400"/>
                  </a:lnTo>
                  <a:lnTo>
                    <a:pt x="103188" y="279400"/>
                  </a:lnTo>
                  <a:lnTo>
                    <a:pt x="103188" y="114300"/>
                  </a:lnTo>
                  <a:close/>
                  <a:moveTo>
                    <a:pt x="222251" y="107950"/>
                  </a:moveTo>
                  <a:lnTo>
                    <a:pt x="242889" y="107950"/>
                  </a:lnTo>
                  <a:lnTo>
                    <a:pt x="242889" y="119063"/>
                  </a:lnTo>
                  <a:lnTo>
                    <a:pt x="222251" y="119063"/>
                  </a:lnTo>
                  <a:close/>
                  <a:moveTo>
                    <a:pt x="192089" y="107950"/>
                  </a:moveTo>
                  <a:lnTo>
                    <a:pt x="212727" y="107950"/>
                  </a:lnTo>
                  <a:lnTo>
                    <a:pt x="212727" y="119063"/>
                  </a:lnTo>
                  <a:lnTo>
                    <a:pt x="192089" y="119063"/>
                  </a:lnTo>
                  <a:close/>
                  <a:moveTo>
                    <a:pt x="160339" y="107950"/>
                  </a:moveTo>
                  <a:lnTo>
                    <a:pt x="180977" y="107950"/>
                  </a:lnTo>
                  <a:lnTo>
                    <a:pt x="180977" y="119063"/>
                  </a:lnTo>
                  <a:lnTo>
                    <a:pt x="160339" y="119063"/>
                  </a:lnTo>
                  <a:close/>
                  <a:moveTo>
                    <a:pt x="128589" y="107950"/>
                  </a:moveTo>
                  <a:lnTo>
                    <a:pt x="149227" y="107950"/>
                  </a:lnTo>
                  <a:lnTo>
                    <a:pt x="149227" y="119063"/>
                  </a:lnTo>
                  <a:lnTo>
                    <a:pt x="128589" y="119063"/>
                  </a:lnTo>
                  <a:close/>
                  <a:moveTo>
                    <a:pt x="222251" y="87313"/>
                  </a:moveTo>
                  <a:lnTo>
                    <a:pt x="242889" y="87313"/>
                  </a:lnTo>
                  <a:lnTo>
                    <a:pt x="242889" y="98426"/>
                  </a:lnTo>
                  <a:lnTo>
                    <a:pt x="222251" y="98426"/>
                  </a:lnTo>
                  <a:close/>
                  <a:moveTo>
                    <a:pt x="192089" y="87313"/>
                  </a:moveTo>
                  <a:lnTo>
                    <a:pt x="212727" y="87313"/>
                  </a:lnTo>
                  <a:lnTo>
                    <a:pt x="212727" y="98426"/>
                  </a:lnTo>
                  <a:lnTo>
                    <a:pt x="192089" y="98426"/>
                  </a:lnTo>
                  <a:close/>
                  <a:moveTo>
                    <a:pt x="160339" y="87313"/>
                  </a:moveTo>
                  <a:lnTo>
                    <a:pt x="180977" y="87313"/>
                  </a:lnTo>
                  <a:lnTo>
                    <a:pt x="180977" y="98426"/>
                  </a:lnTo>
                  <a:lnTo>
                    <a:pt x="160339" y="98426"/>
                  </a:lnTo>
                  <a:close/>
                  <a:moveTo>
                    <a:pt x="128589" y="87313"/>
                  </a:moveTo>
                  <a:lnTo>
                    <a:pt x="149227" y="87313"/>
                  </a:lnTo>
                  <a:lnTo>
                    <a:pt x="149227" y="98426"/>
                  </a:lnTo>
                  <a:lnTo>
                    <a:pt x="128589" y="98426"/>
                  </a:lnTo>
                  <a:close/>
                  <a:moveTo>
                    <a:pt x="222251" y="66675"/>
                  </a:moveTo>
                  <a:lnTo>
                    <a:pt x="242889" y="66675"/>
                  </a:lnTo>
                  <a:lnTo>
                    <a:pt x="242889" y="77788"/>
                  </a:lnTo>
                  <a:lnTo>
                    <a:pt x="222251" y="77788"/>
                  </a:lnTo>
                  <a:close/>
                  <a:moveTo>
                    <a:pt x="192089" y="66675"/>
                  </a:moveTo>
                  <a:lnTo>
                    <a:pt x="212727" y="66675"/>
                  </a:lnTo>
                  <a:lnTo>
                    <a:pt x="212727" y="77788"/>
                  </a:lnTo>
                  <a:lnTo>
                    <a:pt x="192089" y="77788"/>
                  </a:lnTo>
                  <a:close/>
                  <a:moveTo>
                    <a:pt x="160339" y="66675"/>
                  </a:moveTo>
                  <a:lnTo>
                    <a:pt x="180977" y="66675"/>
                  </a:lnTo>
                  <a:lnTo>
                    <a:pt x="180977" y="77788"/>
                  </a:lnTo>
                  <a:lnTo>
                    <a:pt x="160339" y="77788"/>
                  </a:lnTo>
                  <a:close/>
                  <a:moveTo>
                    <a:pt x="128589" y="66675"/>
                  </a:moveTo>
                  <a:lnTo>
                    <a:pt x="149227" y="66675"/>
                  </a:lnTo>
                  <a:lnTo>
                    <a:pt x="149227" y="77788"/>
                  </a:lnTo>
                  <a:lnTo>
                    <a:pt x="128589" y="77788"/>
                  </a:lnTo>
                  <a:close/>
                  <a:moveTo>
                    <a:pt x="222251" y="46038"/>
                  </a:moveTo>
                  <a:lnTo>
                    <a:pt x="242889" y="46038"/>
                  </a:lnTo>
                  <a:lnTo>
                    <a:pt x="242889" y="57151"/>
                  </a:lnTo>
                  <a:lnTo>
                    <a:pt x="222251" y="57151"/>
                  </a:lnTo>
                  <a:close/>
                  <a:moveTo>
                    <a:pt x="192089" y="46038"/>
                  </a:moveTo>
                  <a:lnTo>
                    <a:pt x="212727" y="46038"/>
                  </a:lnTo>
                  <a:lnTo>
                    <a:pt x="212727" y="57151"/>
                  </a:lnTo>
                  <a:lnTo>
                    <a:pt x="192089" y="57151"/>
                  </a:lnTo>
                  <a:close/>
                  <a:moveTo>
                    <a:pt x="160339" y="46038"/>
                  </a:moveTo>
                  <a:lnTo>
                    <a:pt x="180977" y="46038"/>
                  </a:lnTo>
                  <a:lnTo>
                    <a:pt x="180977" y="57151"/>
                  </a:lnTo>
                  <a:lnTo>
                    <a:pt x="160339" y="57151"/>
                  </a:lnTo>
                  <a:close/>
                  <a:moveTo>
                    <a:pt x="128589" y="46038"/>
                  </a:moveTo>
                  <a:lnTo>
                    <a:pt x="149227" y="46038"/>
                  </a:lnTo>
                  <a:lnTo>
                    <a:pt x="149227" y="57151"/>
                  </a:lnTo>
                  <a:lnTo>
                    <a:pt x="128589" y="57151"/>
                  </a:lnTo>
                  <a:close/>
                  <a:moveTo>
                    <a:pt x="222251" y="25400"/>
                  </a:moveTo>
                  <a:lnTo>
                    <a:pt x="242889" y="25400"/>
                  </a:lnTo>
                  <a:lnTo>
                    <a:pt x="242889" y="36513"/>
                  </a:lnTo>
                  <a:lnTo>
                    <a:pt x="222251" y="36513"/>
                  </a:lnTo>
                  <a:close/>
                  <a:moveTo>
                    <a:pt x="192089" y="25400"/>
                  </a:moveTo>
                  <a:lnTo>
                    <a:pt x="212727" y="25400"/>
                  </a:lnTo>
                  <a:lnTo>
                    <a:pt x="212727" y="36513"/>
                  </a:lnTo>
                  <a:lnTo>
                    <a:pt x="192089" y="36513"/>
                  </a:lnTo>
                  <a:close/>
                  <a:moveTo>
                    <a:pt x="160339" y="25400"/>
                  </a:moveTo>
                  <a:lnTo>
                    <a:pt x="180977" y="25400"/>
                  </a:lnTo>
                  <a:lnTo>
                    <a:pt x="180977" y="36513"/>
                  </a:lnTo>
                  <a:lnTo>
                    <a:pt x="160339" y="36513"/>
                  </a:lnTo>
                  <a:close/>
                  <a:moveTo>
                    <a:pt x="128589" y="25400"/>
                  </a:moveTo>
                  <a:lnTo>
                    <a:pt x="149227" y="25400"/>
                  </a:lnTo>
                  <a:lnTo>
                    <a:pt x="149227" y="36513"/>
                  </a:lnTo>
                  <a:lnTo>
                    <a:pt x="128589" y="36513"/>
                  </a:lnTo>
                  <a:close/>
                  <a:moveTo>
                    <a:pt x="114300" y="9525"/>
                  </a:moveTo>
                  <a:lnTo>
                    <a:pt x="114300" y="279400"/>
                  </a:lnTo>
                  <a:lnTo>
                    <a:pt x="258763" y="279400"/>
                  </a:lnTo>
                  <a:lnTo>
                    <a:pt x="258763" y="9525"/>
                  </a:lnTo>
                  <a:close/>
                  <a:moveTo>
                    <a:pt x="103187" y="0"/>
                  </a:moveTo>
                  <a:lnTo>
                    <a:pt x="268288" y="0"/>
                  </a:lnTo>
                  <a:lnTo>
                    <a:pt x="268288" y="320676"/>
                  </a:lnTo>
                  <a:lnTo>
                    <a:pt x="279400" y="320676"/>
                  </a:lnTo>
                  <a:lnTo>
                    <a:pt x="279400" y="331788"/>
                  </a:lnTo>
                  <a:lnTo>
                    <a:pt x="0" y="331788"/>
                  </a:lnTo>
                  <a:lnTo>
                    <a:pt x="0" y="320676"/>
                  </a:lnTo>
                  <a:lnTo>
                    <a:pt x="9525" y="320676"/>
                  </a:lnTo>
                  <a:lnTo>
                    <a:pt x="9525" y="103188"/>
                  </a:lnTo>
                  <a:lnTo>
                    <a:pt x="103187" y="103188"/>
                  </a:lnTo>
                  <a:close/>
                </a:path>
              </a:pathLst>
            </a:custGeom>
            <a:solidFill>
              <a:schemeClr val="tx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6427880" y="3872616"/>
            <a:ext cx="1712245" cy="584521"/>
            <a:chOff x="6427880" y="3872616"/>
            <a:chExt cx="1712245" cy="584521"/>
          </a:xfrm>
        </p:grpSpPr>
        <p:sp>
          <p:nvSpPr>
            <p:cNvPr id="13" name="文本框 50"/>
            <p:cNvSpPr txBox="1">
              <a:spLocks/>
            </p:cNvSpPr>
            <p:nvPr/>
          </p:nvSpPr>
          <p:spPr>
            <a:xfrm>
              <a:off x="6427880" y="3872616"/>
              <a:ext cx="1001843" cy="212451"/>
            </a:xfrm>
            <a:prstGeom prst="rect">
              <a:avLst/>
            </a:prstGeom>
          </p:spPr>
          <p:txBody>
            <a:bodyPr vert="horz" lIns="91440" tIns="45720" rIns="91440" bIns="45720" anchor="ctr">
              <a:noAutofit/>
            </a:bodyPr>
            <a:lstStyle/>
            <a:p>
              <a:r>
                <a:rPr lang="zh-CN" altLang="en-US" sz="1050" b="1" dirty="0">
                  <a:solidFill/>
                </a:rPr>
                <a:t>标题文本预设</a:t>
              </a:r>
            </a:p>
          </p:txBody>
        </p:sp>
        <p:sp>
          <p:nvSpPr>
            <p:cNvPr id="14" name="矩形 13"/>
            <p:cNvSpPr/>
            <p:nvPr/>
          </p:nvSpPr>
          <p:spPr>
            <a:xfrm>
              <a:off x="6427880" y="4041639"/>
              <a:ext cx="1712245" cy="4154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buClr>
                  <a:srgbClr val="E24848"/>
                </a:buClr>
                <a:defRPr/>
              </a:pPr>
              <a:r>
                <a:rPr lang="zh-CN" altLang="en-US" sz="1000" noProof="1">
                  <a:solidFill/>
                </a:rPr>
                <a:t>此部分内容作为文字排版占位显示</a:t>
              </a:r>
            </a:p>
            <a:p>
              <a:pPr>
                <a:buClr>
                  <a:srgbClr val="E24848"/>
                </a:buClr>
                <a:defRPr/>
              </a:pPr>
              <a:r>
                <a:rPr lang="zh-CN" altLang="en-US" sz="1000" noProof="1"/>
                <a:t>（建议使用主题字体）</a:t>
              </a: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6427879" y="2955149"/>
            <a:ext cx="1816529" cy="560200"/>
            <a:chOff x="6427879" y="2955149"/>
            <a:chExt cx="1816529" cy="560200"/>
          </a:xfrm>
        </p:grpSpPr>
        <p:sp>
          <p:nvSpPr>
            <p:cNvPr id="15" name="文本框 52"/>
            <p:cNvSpPr txBox="1">
              <a:spLocks/>
            </p:cNvSpPr>
            <p:nvPr/>
          </p:nvSpPr>
          <p:spPr>
            <a:xfrm>
              <a:off x="6427880" y="2955149"/>
              <a:ext cx="1001843" cy="212451"/>
            </a:xfrm>
            <a:prstGeom prst="rect">
              <a:avLst/>
            </a:prstGeom>
          </p:spPr>
          <p:txBody>
            <a:bodyPr vert="horz" lIns="91440" tIns="45720" rIns="91440" bIns="45720" anchor="ctr">
              <a:noAutofit/>
            </a:bodyPr>
            <a:lstStyle/>
            <a:p>
              <a:r>
                <a:rPr lang="zh-CN" altLang="en-US" sz="1050" b="1" dirty="0">
                  <a:solidFill/>
                </a:rPr>
                <a:t>标题文本预设</a:t>
              </a:r>
            </a:p>
          </p:txBody>
        </p:sp>
        <p:sp>
          <p:nvSpPr>
            <p:cNvPr id="16" name="矩形 15"/>
            <p:cNvSpPr/>
            <p:nvPr/>
          </p:nvSpPr>
          <p:spPr>
            <a:xfrm>
              <a:off x="6427879" y="3124171"/>
              <a:ext cx="1816529" cy="39117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buClr>
                  <a:srgbClr val="E24848"/>
                </a:buClr>
                <a:defRPr/>
              </a:pPr>
              <a:r>
                <a:rPr lang="zh-CN" altLang="en-US" sz="1100" noProof="1">
                  <a:solidFill/>
                </a:rPr>
                <a:t>此部分内容作为文字排版占位显示</a:t>
              </a:r>
            </a:p>
            <a:p>
              <a:pPr>
                <a:buClr>
                  <a:srgbClr val="E24848"/>
                </a:buClr>
                <a:defRPr/>
              </a:pPr>
              <a:r>
                <a:rPr lang="zh-CN" altLang="en-US" sz="1100" noProof="1"/>
                <a:t>（建议使用主题字体）</a:t>
              </a: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6427879" y="1284299"/>
            <a:ext cx="1816529" cy="560202"/>
            <a:chOff x="6427879" y="1284299"/>
            <a:chExt cx="1816529" cy="560202"/>
          </a:xfrm>
        </p:grpSpPr>
        <p:sp>
          <p:nvSpPr>
            <p:cNvPr id="17" name="文本框 54"/>
            <p:cNvSpPr txBox="1">
              <a:spLocks/>
            </p:cNvSpPr>
            <p:nvPr/>
          </p:nvSpPr>
          <p:spPr>
            <a:xfrm>
              <a:off x="6427880" y="1284299"/>
              <a:ext cx="1001843" cy="212451"/>
            </a:xfrm>
            <a:prstGeom prst="rect">
              <a:avLst/>
            </a:prstGeom>
          </p:spPr>
          <p:txBody>
            <a:bodyPr vert="horz" lIns="91440" tIns="45720" rIns="91440" bIns="45720" anchor="ctr">
              <a:noAutofit/>
            </a:bodyPr>
            <a:lstStyle/>
            <a:p>
              <a:pPr algn="l"/>
              <a:r>
                <a:rPr lang="zh-CN" altLang="en-US" sz="1050" b="1" dirty="0">
                  <a:solidFill/>
                </a:rPr>
                <a:t>标题文本预设</a:t>
              </a:r>
            </a:p>
          </p:txBody>
        </p:sp>
        <p:sp>
          <p:nvSpPr>
            <p:cNvPr id="18" name="矩形 17"/>
            <p:cNvSpPr/>
            <p:nvPr/>
          </p:nvSpPr>
          <p:spPr>
            <a:xfrm>
              <a:off x="6427879" y="1453323"/>
              <a:ext cx="1816529" cy="39117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buClr>
                  <a:srgbClr val="E24848"/>
                </a:buClr>
                <a:defRPr/>
              </a:pPr>
              <a:r>
                <a:rPr lang="zh-CN" altLang="en-US" sz="1100" noProof="1">
                  <a:solidFill/>
                </a:rPr>
                <a:t>此部分内容作为文字排版占位显示</a:t>
              </a:r>
            </a:p>
            <a:p>
              <a:pPr>
                <a:buClr>
                  <a:srgbClr val="E24848"/>
                </a:buClr>
                <a:defRPr/>
              </a:pPr>
              <a:r>
                <a:rPr lang="zh-CN" altLang="en-US" sz="1100" noProof="1"/>
                <a:t>（建议使用主题字体）</a:t>
              </a: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6427880" y="2113120"/>
            <a:ext cx="1712245" cy="584520"/>
            <a:chOff x="6427880" y="2113120"/>
            <a:chExt cx="1712245" cy="584520"/>
          </a:xfrm>
        </p:grpSpPr>
        <p:sp>
          <p:nvSpPr>
            <p:cNvPr id="19" name="文本框 56"/>
            <p:cNvSpPr txBox="1">
              <a:spLocks/>
            </p:cNvSpPr>
            <p:nvPr/>
          </p:nvSpPr>
          <p:spPr>
            <a:xfrm>
              <a:off x="6427880" y="2113120"/>
              <a:ext cx="1001843" cy="212451"/>
            </a:xfrm>
            <a:prstGeom prst="rect">
              <a:avLst/>
            </a:prstGeom>
          </p:spPr>
          <p:txBody>
            <a:bodyPr vert="horz" lIns="91440" tIns="45720" rIns="91440" bIns="45720" anchor="ctr">
              <a:noAutofit/>
            </a:bodyPr>
            <a:lstStyle/>
            <a:p>
              <a:r>
                <a:rPr lang="zh-CN" altLang="en-US" sz="1050" b="1" dirty="0">
                  <a:solidFill/>
                </a:rPr>
                <a:t>标题文本预设</a:t>
              </a:r>
            </a:p>
          </p:txBody>
        </p:sp>
        <p:sp>
          <p:nvSpPr>
            <p:cNvPr id="20" name="矩形 19"/>
            <p:cNvSpPr/>
            <p:nvPr/>
          </p:nvSpPr>
          <p:spPr>
            <a:xfrm>
              <a:off x="6427880" y="2282142"/>
              <a:ext cx="1712245" cy="4154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buClr>
                  <a:srgbClr val="E24848"/>
                </a:buClr>
                <a:defRPr/>
              </a:pPr>
              <a:r>
                <a:rPr lang="zh-CN" altLang="en-US" sz="1000" noProof="1">
                  <a:solidFill/>
                </a:rPr>
                <a:t>此部分内容作为文字排版占位显示</a:t>
              </a:r>
            </a:p>
            <a:p>
              <a:pPr>
                <a:buClr>
                  <a:srgbClr val="E24848"/>
                </a:buClr>
                <a:defRPr/>
              </a:pPr>
              <a:r>
                <a:rPr lang="zh-CN" altLang="en-US" sz="1000" noProof="1"/>
                <a:t>（建议使用主题字体）</a:t>
              </a: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5009054" y="3560108"/>
            <a:ext cx="1210150" cy="1029742"/>
            <a:chOff x="5009054" y="3560108"/>
            <a:chExt cx="1210150" cy="1029742"/>
          </a:xfrm>
        </p:grpSpPr>
        <p:sp>
          <p:nvSpPr>
            <p:cNvPr id="40" name="任意多边形: 形状 39"/>
            <p:cNvSpPr>
              <a:spLocks/>
            </p:cNvSpPr>
            <p:nvPr/>
          </p:nvSpPr>
          <p:spPr bwMode="auto">
            <a:xfrm>
              <a:off x="5009054" y="3560108"/>
              <a:ext cx="1210150" cy="1029742"/>
            </a:xfrm>
            <a:custGeom>
              <a:avLst/>
              <a:gdLst>
                <a:gd name="T0" fmla="*/ 653 w 1102"/>
                <a:gd name="T1" fmla="*/ 116 h 873"/>
                <a:gd name="T2" fmla="*/ 543 w 1102"/>
                <a:gd name="T3" fmla="*/ 0 h 873"/>
                <a:gd name="T4" fmla="*/ 433 w 1102"/>
                <a:gd name="T5" fmla="*/ 116 h 873"/>
                <a:gd name="T6" fmla="*/ 0 w 1102"/>
                <a:gd name="T7" fmla="*/ 116 h 873"/>
                <a:gd name="T8" fmla="*/ 0 w 1102"/>
                <a:gd name="T9" fmla="*/ 873 h 873"/>
                <a:gd name="T10" fmla="*/ 1102 w 1102"/>
                <a:gd name="T11" fmla="*/ 873 h 873"/>
                <a:gd name="T12" fmla="*/ 1102 w 1102"/>
                <a:gd name="T13" fmla="*/ 116 h 873"/>
                <a:gd name="T14" fmla="*/ 653 w 1102"/>
                <a:gd name="T15" fmla="*/ 116 h 8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2" h="873">
                  <a:moveTo>
                    <a:pt x="653" y="116"/>
                  </a:moveTo>
                  <a:lnTo>
                    <a:pt x="543" y="0"/>
                  </a:lnTo>
                  <a:lnTo>
                    <a:pt x="433" y="116"/>
                  </a:lnTo>
                  <a:lnTo>
                    <a:pt x="0" y="116"/>
                  </a:lnTo>
                  <a:lnTo>
                    <a:pt x="0" y="873"/>
                  </a:lnTo>
                  <a:lnTo>
                    <a:pt x="1102" y="873"/>
                  </a:lnTo>
                  <a:lnTo>
                    <a:pt x="1102" y="116"/>
                  </a:lnTo>
                  <a:lnTo>
                    <a:pt x="653" y="116"/>
                  </a:lnTo>
                  <a:close/>
                </a:path>
              </a:pathLst>
            </a:custGeom>
            <a:solidFill>
              <a:srgbClr val="071E8E"/>
            </a:solidFill>
            <a:ln w="28575">
              <a:solidFill>
                <a:schemeClr val="bg1"/>
              </a:solidFill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/>
            </a:p>
          </p:txBody>
        </p:sp>
        <p:sp>
          <p:nvSpPr>
            <p:cNvPr id="41" name="任意多边形: 形状 40"/>
            <p:cNvSpPr>
              <a:spLocks/>
            </p:cNvSpPr>
            <p:nvPr/>
          </p:nvSpPr>
          <p:spPr bwMode="auto">
            <a:xfrm>
              <a:off x="5467077" y="3956660"/>
              <a:ext cx="292232" cy="327796"/>
            </a:xfrm>
            <a:custGeom>
              <a:avLst/>
              <a:gdLst>
                <a:gd name="connsiteX0" fmla="*/ 199932 w 300038"/>
                <a:gd name="connsiteY0" fmla="*/ 273051 h 336551"/>
                <a:gd name="connsiteX1" fmla="*/ 192088 w 300038"/>
                <a:gd name="connsiteY1" fmla="*/ 280989 h 336551"/>
                <a:gd name="connsiteX2" fmla="*/ 192088 w 300038"/>
                <a:gd name="connsiteY2" fmla="*/ 306124 h 336551"/>
                <a:gd name="connsiteX3" fmla="*/ 199932 w 300038"/>
                <a:gd name="connsiteY3" fmla="*/ 312739 h 336551"/>
                <a:gd name="connsiteX4" fmla="*/ 250919 w 300038"/>
                <a:gd name="connsiteY4" fmla="*/ 312739 h 336551"/>
                <a:gd name="connsiteX5" fmla="*/ 258763 w 300038"/>
                <a:gd name="connsiteY5" fmla="*/ 306124 h 336551"/>
                <a:gd name="connsiteX6" fmla="*/ 258763 w 300038"/>
                <a:gd name="connsiteY6" fmla="*/ 280989 h 336551"/>
                <a:gd name="connsiteX7" fmla="*/ 250919 w 300038"/>
                <a:gd name="connsiteY7" fmla="*/ 273051 h 336551"/>
                <a:gd name="connsiteX8" fmla="*/ 199932 w 300038"/>
                <a:gd name="connsiteY8" fmla="*/ 273051 h 336551"/>
                <a:gd name="connsiteX9" fmla="*/ 101328 w 300038"/>
                <a:gd name="connsiteY9" fmla="*/ 196851 h 336551"/>
                <a:gd name="connsiteX10" fmla="*/ 107908 w 300038"/>
                <a:gd name="connsiteY10" fmla="*/ 196851 h 336551"/>
                <a:gd name="connsiteX11" fmla="*/ 111856 w 300038"/>
                <a:gd name="connsiteY11" fmla="*/ 202123 h 336551"/>
                <a:gd name="connsiteX12" fmla="*/ 128964 w 300038"/>
                <a:gd name="connsiteY12" fmla="*/ 248250 h 336551"/>
                <a:gd name="connsiteX13" fmla="*/ 131595 w 300038"/>
                <a:gd name="connsiteY13" fmla="*/ 239025 h 336551"/>
                <a:gd name="connsiteX14" fmla="*/ 126332 w 300038"/>
                <a:gd name="connsiteY14" fmla="*/ 225845 h 336551"/>
                <a:gd name="connsiteX15" fmla="*/ 127648 w 300038"/>
                <a:gd name="connsiteY15" fmla="*/ 217938 h 336551"/>
                <a:gd name="connsiteX16" fmla="*/ 132911 w 300038"/>
                <a:gd name="connsiteY16" fmla="*/ 215302 h 336551"/>
                <a:gd name="connsiteX17" fmla="*/ 167126 w 300038"/>
                <a:gd name="connsiteY17" fmla="*/ 215302 h 336551"/>
                <a:gd name="connsiteX18" fmla="*/ 172390 w 300038"/>
                <a:gd name="connsiteY18" fmla="*/ 217938 h 336551"/>
                <a:gd name="connsiteX19" fmla="*/ 173706 w 300038"/>
                <a:gd name="connsiteY19" fmla="*/ 225845 h 336551"/>
                <a:gd name="connsiteX20" fmla="*/ 168442 w 300038"/>
                <a:gd name="connsiteY20" fmla="*/ 239025 h 336551"/>
                <a:gd name="connsiteX21" fmla="*/ 171074 w 300038"/>
                <a:gd name="connsiteY21" fmla="*/ 248250 h 336551"/>
                <a:gd name="connsiteX22" fmla="*/ 188182 w 300038"/>
                <a:gd name="connsiteY22" fmla="*/ 202123 h 336551"/>
                <a:gd name="connsiteX23" fmla="*/ 192130 w 300038"/>
                <a:gd name="connsiteY23" fmla="*/ 196851 h 336551"/>
                <a:gd name="connsiteX24" fmla="*/ 198710 w 300038"/>
                <a:gd name="connsiteY24" fmla="*/ 196851 h 336551"/>
                <a:gd name="connsiteX25" fmla="*/ 265823 w 300038"/>
                <a:gd name="connsiteY25" fmla="*/ 224527 h 336551"/>
                <a:gd name="connsiteX26" fmla="*/ 300038 w 300038"/>
                <a:gd name="connsiteY26" fmla="*/ 274609 h 336551"/>
                <a:gd name="connsiteX27" fmla="*/ 300038 w 300038"/>
                <a:gd name="connsiteY27" fmla="*/ 328643 h 336551"/>
                <a:gd name="connsiteX28" fmla="*/ 292142 w 300038"/>
                <a:gd name="connsiteY28" fmla="*/ 336551 h 336551"/>
                <a:gd name="connsiteX29" fmla="*/ 7896 w 300038"/>
                <a:gd name="connsiteY29" fmla="*/ 336551 h 336551"/>
                <a:gd name="connsiteX30" fmla="*/ 0 w 300038"/>
                <a:gd name="connsiteY30" fmla="*/ 328643 h 336551"/>
                <a:gd name="connsiteX31" fmla="*/ 0 w 300038"/>
                <a:gd name="connsiteY31" fmla="*/ 274609 h 336551"/>
                <a:gd name="connsiteX32" fmla="*/ 34215 w 300038"/>
                <a:gd name="connsiteY32" fmla="*/ 224527 h 336551"/>
                <a:gd name="connsiteX33" fmla="*/ 101328 w 300038"/>
                <a:gd name="connsiteY33" fmla="*/ 196851 h 336551"/>
                <a:gd name="connsiteX34" fmla="*/ 155328 w 300038"/>
                <a:gd name="connsiteY34" fmla="*/ 0 h 336551"/>
                <a:gd name="connsiteX35" fmla="*/ 201775 w 300038"/>
                <a:gd name="connsiteY35" fmla="*/ 15854 h 336551"/>
                <a:gd name="connsiteX36" fmla="*/ 223008 w 300038"/>
                <a:gd name="connsiteY36" fmla="*/ 79268 h 336551"/>
                <a:gd name="connsiteX37" fmla="*/ 224335 w 300038"/>
                <a:gd name="connsiteY37" fmla="*/ 93801 h 336551"/>
                <a:gd name="connsiteX38" fmla="*/ 229643 w 300038"/>
                <a:gd name="connsiteY38" fmla="*/ 100407 h 336551"/>
                <a:gd name="connsiteX39" fmla="*/ 232297 w 300038"/>
                <a:gd name="connsiteY39" fmla="*/ 125508 h 336551"/>
                <a:gd name="connsiteX40" fmla="*/ 208410 w 300038"/>
                <a:gd name="connsiteY40" fmla="*/ 151931 h 336551"/>
                <a:gd name="connsiteX41" fmla="*/ 185850 w 300038"/>
                <a:gd name="connsiteY41" fmla="*/ 183639 h 336551"/>
                <a:gd name="connsiteX42" fmla="*/ 172579 w 300038"/>
                <a:gd name="connsiteY42" fmla="*/ 192887 h 336551"/>
                <a:gd name="connsiteX43" fmla="*/ 150019 w 300038"/>
                <a:gd name="connsiteY43" fmla="*/ 196850 h 336551"/>
                <a:gd name="connsiteX44" fmla="*/ 127459 w 300038"/>
                <a:gd name="connsiteY44" fmla="*/ 192887 h 336551"/>
                <a:gd name="connsiteX45" fmla="*/ 114189 w 300038"/>
                <a:gd name="connsiteY45" fmla="*/ 183639 h 336551"/>
                <a:gd name="connsiteX46" fmla="*/ 91629 w 300038"/>
                <a:gd name="connsiteY46" fmla="*/ 151931 h 336551"/>
                <a:gd name="connsiteX47" fmla="*/ 67742 w 300038"/>
                <a:gd name="connsiteY47" fmla="*/ 125508 h 336551"/>
                <a:gd name="connsiteX48" fmla="*/ 70396 w 300038"/>
                <a:gd name="connsiteY48" fmla="*/ 100407 h 336551"/>
                <a:gd name="connsiteX49" fmla="*/ 75704 w 300038"/>
                <a:gd name="connsiteY49" fmla="*/ 93801 h 336551"/>
                <a:gd name="connsiteX50" fmla="*/ 77031 w 300038"/>
                <a:gd name="connsiteY50" fmla="*/ 85874 h 336551"/>
                <a:gd name="connsiteX51" fmla="*/ 74377 w 300038"/>
                <a:gd name="connsiteY51" fmla="*/ 50203 h 336551"/>
                <a:gd name="connsiteX52" fmla="*/ 103572 w 300038"/>
                <a:gd name="connsiteY52" fmla="*/ 27744 h 336551"/>
                <a:gd name="connsiteX53" fmla="*/ 119497 w 300038"/>
                <a:gd name="connsiteY53" fmla="*/ 10569 h 336551"/>
                <a:gd name="connsiteX54" fmla="*/ 155328 w 300038"/>
                <a:gd name="connsiteY54" fmla="*/ 0 h 336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300038" h="336551">
                  <a:moveTo>
                    <a:pt x="199932" y="273051"/>
                  </a:moveTo>
                  <a:cubicBezTo>
                    <a:pt x="194703" y="273051"/>
                    <a:pt x="192088" y="277020"/>
                    <a:pt x="192088" y="280989"/>
                  </a:cubicBezTo>
                  <a:cubicBezTo>
                    <a:pt x="192088" y="306124"/>
                    <a:pt x="192088" y="306124"/>
                    <a:pt x="192088" y="306124"/>
                  </a:cubicBezTo>
                  <a:cubicBezTo>
                    <a:pt x="192088" y="310093"/>
                    <a:pt x="194703" y="312739"/>
                    <a:pt x="199932" y="312739"/>
                  </a:cubicBezTo>
                  <a:cubicBezTo>
                    <a:pt x="250919" y="312739"/>
                    <a:pt x="250919" y="312739"/>
                    <a:pt x="250919" y="312739"/>
                  </a:cubicBezTo>
                  <a:cubicBezTo>
                    <a:pt x="254841" y="312739"/>
                    <a:pt x="258763" y="310093"/>
                    <a:pt x="258763" y="306124"/>
                  </a:cubicBezTo>
                  <a:lnTo>
                    <a:pt x="258763" y="280989"/>
                  </a:lnTo>
                  <a:cubicBezTo>
                    <a:pt x="258763" y="277020"/>
                    <a:pt x="254841" y="273051"/>
                    <a:pt x="250919" y="273051"/>
                  </a:cubicBezTo>
                  <a:cubicBezTo>
                    <a:pt x="199932" y="273051"/>
                    <a:pt x="199932" y="273051"/>
                    <a:pt x="199932" y="273051"/>
                  </a:cubicBezTo>
                  <a:close/>
                  <a:moveTo>
                    <a:pt x="101328" y="196851"/>
                  </a:moveTo>
                  <a:cubicBezTo>
                    <a:pt x="103960" y="196851"/>
                    <a:pt x="105276" y="196851"/>
                    <a:pt x="107908" y="196851"/>
                  </a:cubicBezTo>
                  <a:cubicBezTo>
                    <a:pt x="109224" y="198169"/>
                    <a:pt x="110540" y="199487"/>
                    <a:pt x="111856" y="202123"/>
                  </a:cubicBezTo>
                  <a:cubicBezTo>
                    <a:pt x="128964" y="248250"/>
                    <a:pt x="128964" y="248250"/>
                    <a:pt x="128964" y="248250"/>
                  </a:cubicBezTo>
                  <a:cubicBezTo>
                    <a:pt x="131595" y="239025"/>
                    <a:pt x="131595" y="239025"/>
                    <a:pt x="131595" y="239025"/>
                  </a:cubicBezTo>
                  <a:cubicBezTo>
                    <a:pt x="126332" y="225845"/>
                    <a:pt x="126332" y="225845"/>
                    <a:pt x="126332" y="225845"/>
                  </a:cubicBezTo>
                  <a:cubicBezTo>
                    <a:pt x="125016" y="223209"/>
                    <a:pt x="126332" y="220574"/>
                    <a:pt x="127648" y="217938"/>
                  </a:cubicBezTo>
                  <a:cubicBezTo>
                    <a:pt x="128964" y="216620"/>
                    <a:pt x="131595" y="215302"/>
                    <a:pt x="132911" y="215302"/>
                  </a:cubicBezTo>
                  <a:cubicBezTo>
                    <a:pt x="167126" y="215302"/>
                    <a:pt x="167126" y="215302"/>
                    <a:pt x="167126" y="215302"/>
                  </a:cubicBezTo>
                  <a:cubicBezTo>
                    <a:pt x="168442" y="215302"/>
                    <a:pt x="171074" y="216620"/>
                    <a:pt x="172390" y="217938"/>
                  </a:cubicBezTo>
                  <a:cubicBezTo>
                    <a:pt x="173706" y="220574"/>
                    <a:pt x="175022" y="223209"/>
                    <a:pt x="173706" y="225845"/>
                  </a:cubicBezTo>
                  <a:cubicBezTo>
                    <a:pt x="168442" y="239025"/>
                    <a:pt x="168442" y="239025"/>
                    <a:pt x="168442" y="239025"/>
                  </a:cubicBezTo>
                  <a:cubicBezTo>
                    <a:pt x="171074" y="248250"/>
                    <a:pt x="171074" y="248250"/>
                    <a:pt x="171074" y="248250"/>
                  </a:cubicBezTo>
                  <a:cubicBezTo>
                    <a:pt x="188182" y="202123"/>
                    <a:pt x="188182" y="202123"/>
                    <a:pt x="188182" y="202123"/>
                  </a:cubicBezTo>
                  <a:cubicBezTo>
                    <a:pt x="189498" y="199487"/>
                    <a:pt x="190814" y="198169"/>
                    <a:pt x="192130" y="196851"/>
                  </a:cubicBezTo>
                  <a:cubicBezTo>
                    <a:pt x="194762" y="196851"/>
                    <a:pt x="196078" y="196851"/>
                    <a:pt x="198710" y="196851"/>
                  </a:cubicBezTo>
                  <a:cubicBezTo>
                    <a:pt x="265823" y="224527"/>
                    <a:pt x="265823" y="224527"/>
                    <a:pt x="265823" y="224527"/>
                  </a:cubicBezTo>
                  <a:cubicBezTo>
                    <a:pt x="286879" y="232435"/>
                    <a:pt x="300038" y="252204"/>
                    <a:pt x="300038" y="274609"/>
                  </a:cubicBezTo>
                  <a:cubicBezTo>
                    <a:pt x="300038" y="328643"/>
                    <a:pt x="300038" y="328643"/>
                    <a:pt x="300038" y="328643"/>
                  </a:cubicBezTo>
                  <a:cubicBezTo>
                    <a:pt x="300038" y="332597"/>
                    <a:pt x="296090" y="336551"/>
                    <a:pt x="292142" y="336551"/>
                  </a:cubicBezTo>
                  <a:cubicBezTo>
                    <a:pt x="7896" y="336551"/>
                    <a:pt x="7896" y="336551"/>
                    <a:pt x="7896" y="336551"/>
                  </a:cubicBezTo>
                  <a:cubicBezTo>
                    <a:pt x="3948" y="336551"/>
                    <a:pt x="0" y="332597"/>
                    <a:pt x="0" y="328643"/>
                  </a:cubicBezTo>
                  <a:cubicBezTo>
                    <a:pt x="0" y="274609"/>
                    <a:pt x="0" y="274609"/>
                    <a:pt x="0" y="274609"/>
                  </a:cubicBezTo>
                  <a:cubicBezTo>
                    <a:pt x="0" y="252204"/>
                    <a:pt x="13159" y="232435"/>
                    <a:pt x="34215" y="224527"/>
                  </a:cubicBezTo>
                  <a:cubicBezTo>
                    <a:pt x="101328" y="196851"/>
                    <a:pt x="101328" y="196851"/>
                    <a:pt x="101328" y="196851"/>
                  </a:cubicBezTo>
                  <a:close/>
                  <a:moveTo>
                    <a:pt x="155328" y="0"/>
                  </a:moveTo>
                  <a:cubicBezTo>
                    <a:pt x="171252" y="0"/>
                    <a:pt x="187177" y="5285"/>
                    <a:pt x="201775" y="15854"/>
                  </a:cubicBezTo>
                  <a:cubicBezTo>
                    <a:pt x="225662" y="34350"/>
                    <a:pt x="223008" y="72663"/>
                    <a:pt x="223008" y="79268"/>
                  </a:cubicBezTo>
                  <a:cubicBezTo>
                    <a:pt x="223008" y="84553"/>
                    <a:pt x="224335" y="89838"/>
                    <a:pt x="224335" y="93801"/>
                  </a:cubicBezTo>
                  <a:cubicBezTo>
                    <a:pt x="225662" y="95122"/>
                    <a:pt x="228316" y="96443"/>
                    <a:pt x="229643" y="100407"/>
                  </a:cubicBezTo>
                  <a:cubicBezTo>
                    <a:pt x="234951" y="107012"/>
                    <a:pt x="234951" y="114939"/>
                    <a:pt x="232297" y="125508"/>
                  </a:cubicBezTo>
                  <a:cubicBezTo>
                    <a:pt x="226989" y="146647"/>
                    <a:pt x="215045" y="150610"/>
                    <a:pt x="208410" y="151931"/>
                  </a:cubicBezTo>
                  <a:cubicBezTo>
                    <a:pt x="204429" y="159858"/>
                    <a:pt x="195139" y="175712"/>
                    <a:pt x="185850" y="183639"/>
                  </a:cubicBezTo>
                  <a:cubicBezTo>
                    <a:pt x="183196" y="187602"/>
                    <a:pt x="177888" y="190244"/>
                    <a:pt x="172579" y="192887"/>
                  </a:cubicBezTo>
                  <a:cubicBezTo>
                    <a:pt x="164617" y="195529"/>
                    <a:pt x="157982" y="196850"/>
                    <a:pt x="150019" y="196850"/>
                  </a:cubicBezTo>
                  <a:cubicBezTo>
                    <a:pt x="142057" y="196850"/>
                    <a:pt x="135422" y="195529"/>
                    <a:pt x="127459" y="192887"/>
                  </a:cubicBezTo>
                  <a:cubicBezTo>
                    <a:pt x="122151" y="190244"/>
                    <a:pt x="116843" y="187602"/>
                    <a:pt x="114189" y="183639"/>
                  </a:cubicBezTo>
                  <a:cubicBezTo>
                    <a:pt x="104900" y="175712"/>
                    <a:pt x="95610" y="159858"/>
                    <a:pt x="91629" y="151931"/>
                  </a:cubicBezTo>
                  <a:cubicBezTo>
                    <a:pt x="84994" y="150610"/>
                    <a:pt x="73050" y="146647"/>
                    <a:pt x="67742" y="125508"/>
                  </a:cubicBezTo>
                  <a:cubicBezTo>
                    <a:pt x="65088" y="114939"/>
                    <a:pt x="65088" y="107012"/>
                    <a:pt x="70396" y="100407"/>
                  </a:cubicBezTo>
                  <a:cubicBezTo>
                    <a:pt x="71723" y="96443"/>
                    <a:pt x="74377" y="95122"/>
                    <a:pt x="75704" y="93801"/>
                  </a:cubicBezTo>
                  <a:cubicBezTo>
                    <a:pt x="75704" y="91159"/>
                    <a:pt x="75704" y="88516"/>
                    <a:pt x="77031" y="85874"/>
                  </a:cubicBezTo>
                  <a:cubicBezTo>
                    <a:pt x="73050" y="80590"/>
                    <a:pt x="67742" y="68699"/>
                    <a:pt x="74377" y="50203"/>
                  </a:cubicBezTo>
                  <a:cubicBezTo>
                    <a:pt x="81013" y="30386"/>
                    <a:pt x="95610" y="27744"/>
                    <a:pt x="103572" y="27744"/>
                  </a:cubicBezTo>
                  <a:cubicBezTo>
                    <a:pt x="106227" y="22459"/>
                    <a:pt x="111535" y="17175"/>
                    <a:pt x="119497" y="10569"/>
                  </a:cubicBezTo>
                  <a:cubicBezTo>
                    <a:pt x="128786" y="3963"/>
                    <a:pt x="142057" y="0"/>
                    <a:pt x="15532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5009054" y="1799929"/>
            <a:ext cx="1210150" cy="1027383"/>
            <a:chOff x="5009054" y="1799929"/>
            <a:chExt cx="1210150" cy="1027383"/>
          </a:xfrm>
        </p:grpSpPr>
        <p:sp>
          <p:nvSpPr>
            <p:cNvPr id="46" name="任意多边形: 形状 45"/>
            <p:cNvSpPr>
              <a:spLocks/>
            </p:cNvSpPr>
            <p:nvPr/>
          </p:nvSpPr>
          <p:spPr bwMode="auto">
            <a:xfrm>
              <a:off x="5009054" y="1799929"/>
              <a:ext cx="1210150" cy="1027383"/>
            </a:xfrm>
            <a:custGeom>
              <a:avLst/>
              <a:gdLst>
                <a:gd name="T0" fmla="*/ 653 w 1102"/>
                <a:gd name="T1" fmla="*/ 115 h 871"/>
                <a:gd name="T2" fmla="*/ 543 w 1102"/>
                <a:gd name="T3" fmla="*/ 0 h 871"/>
                <a:gd name="T4" fmla="*/ 433 w 1102"/>
                <a:gd name="T5" fmla="*/ 115 h 871"/>
                <a:gd name="T6" fmla="*/ 0 w 1102"/>
                <a:gd name="T7" fmla="*/ 115 h 871"/>
                <a:gd name="T8" fmla="*/ 0 w 1102"/>
                <a:gd name="T9" fmla="*/ 871 h 871"/>
                <a:gd name="T10" fmla="*/ 1102 w 1102"/>
                <a:gd name="T11" fmla="*/ 871 h 871"/>
                <a:gd name="T12" fmla="*/ 1102 w 1102"/>
                <a:gd name="T13" fmla="*/ 115 h 871"/>
                <a:gd name="T14" fmla="*/ 653 w 1102"/>
                <a:gd name="T15" fmla="*/ 115 h 8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2" h="871">
                  <a:moveTo>
                    <a:pt x="653" y="115"/>
                  </a:moveTo>
                  <a:lnTo>
                    <a:pt x="543" y="0"/>
                  </a:lnTo>
                  <a:lnTo>
                    <a:pt x="433" y="115"/>
                  </a:lnTo>
                  <a:lnTo>
                    <a:pt x="0" y="115"/>
                  </a:lnTo>
                  <a:lnTo>
                    <a:pt x="0" y="871"/>
                  </a:lnTo>
                  <a:lnTo>
                    <a:pt x="1102" y="871"/>
                  </a:lnTo>
                  <a:lnTo>
                    <a:pt x="1102" y="115"/>
                  </a:lnTo>
                  <a:lnTo>
                    <a:pt x="653" y="115"/>
                  </a:lnTo>
                  <a:close/>
                </a:path>
              </a:pathLst>
            </a:custGeom>
            <a:solidFill>
              <a:srgbClr val="071E8E"/>
            </a:solidFill>
            <a:ln w="28575">
              <a:solidFill>
                <a:schemeClr val="bg1"/>
              </a:solidFill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47" name="任意多边形: 形状 46"/>
            <p:cNvSpPr>
              <a:spLocks/>
            </p:cNvSpPr>
            <p:nvPr/>
          </p:nvSpPr>
          <p:spPr bwMode="auto">
            <a:xfrm>
              <a:off x="5449298" y="2199025"/>
              <a:ext cx="327796" cy="324659"/>
            </a:xfrm>
            <a:custGeom>
              <a:avLst/>
              <a:gdLst>
                <a:gd name="connsiteX0" fmla="*/ 242094 w 331788"/>
                <a:gd name="connsiteY0" fmla="*/ 203585 h 328613"/>
                <a:gd name="connsiteX1" fmla="*/ 214264 w 331788"/>
                <a:gd name="connsiteY1" fmla="*/ 214264 h 328613"/>
                <a:gd name="connsiteX2" fmla="*/ 214264 w 331788"/>
                <a:gd name="connsiteY2" fmla="*/ 269924 h 328613"/>
                <a:gd name="connsiteX3" fmla="*/ 269924 w 331788"/>
                <a:gd name="connsiteY3" fmla="*/ 269924 h 328613"/>
                <a:gd name="connsiteX4" fmla="*/ 269924 w 331788"/>
                <a:gd name="connsiteY4" fmla="*/ 214264 h 328613"/>
                <a:gd name="connsiteX5" fmla="*/ 242094 w 331788"/>
                <a:gd name="connsiteY5" fmla="*/ 203585 h 328613"/>
                <a:gd name="connsiteX6" fmla="*/ 85725 w 331788"/>
                <a:gd name="connsiteY6" fmla="*/ 200752 h 328613"/>
                <a:gd name="connsiteX7" fmla="*/ 136525 w 331788"/>
                <a:gd name="connsiteY7" fmla="*/ 207698 h 328613"/>
                <a:gd name="connsiteX8" fmla="*/ 132667 w 331788"/>
                <a:gd name="connsiteY8" fmla="*/ 222250 h 328613"/>
                <a:gd name="connsiteX9" fmla="*/ 38783 w 331788"/>
                <a:gd name="connsiteY9" fmla="*/ 222250 h 328613"/>
                <a:gd name="connsiteX10" fmla="*/ 34925 w 331788"/>
                <a:gd name="connsiteY10" fmla="*/ 207698 h 328613"/>
                <a:gd name="connsiteX11" fmla="*/ 85725 w 331788"/>
                <a:gd name="connsiteY11" fmla="*/ 200752 h 328613"/>
                <a:gd name="connsiteX12" fmla="*/ 86038 w 331788"/>
                <a:gd name="connsiteY12" fmla="*/ 150283 h 328613"/>
                <a:gd name="connsiteX13" fmla="*/ 136525 w 331788"/>
                <a:gd name="connsiteY13" fmla="*/ 158221 h 328613"/>
                <a:gd name="connsiteX14" fmla="*/ 132678 w 331788"/>
                <a:gd name="connsiteY14" fmla="*/ 171450 h 328613"/>
                <a:gd name="connsiteX15" fmla="*/ 39076 w 331788"/>
                <a:gd name="connsiteY15" fmla="*/ 171450 h 328613"/>
                <a:gd name="connsiteX16" fmla="*/ 36512 w 331788"/>
                <a:gd name="connsiteY16" fmla="*/ 158221 h 328613"/>
                <a:gd name="connsiteX17" fmla="*/ 86038 w 331788"/>
                <a:gd name="connsiteY17" fmla="*/ 150283 h 328613"/>
                <a:gd name="connsiteX18" fmla="*/ 243681 w 331788"/>
                <a:gd name="connsiteY18" fmla="*/ 148724 h 328613"/>
                <a:gd name="connsiteX19" fmla="*/ 295275 w 331788"/>
                <a:gd name="connsiteY19" fmla="*/ 156745 h 328613"/>
                <a:gd name="connsiteX20" fmla="*/ 292663 w 331788"/>
                <a:gd name="connsiteY20" fmla="*/ 171450 h 328613"/>
                <a:gd name="connsiteX21" fmla="*/ 197312 w 331788"/>
                <a:gd name="connsiteY21" fmla="*/ 171450 h 328613"/>
                <a:gd name="connsiteX22" fmla="*/ 192087 w 331788"/>
                <a:gd name="connsiteY22" fmla="*/ 156745 h 328613"/>
                <a:gd name="connsiteX23" fmla="*/ 243681 w 331788"/>
                <a:gd name="connsiteY23" fmla="*/ 148724 h 328613"/>
                <a:gd name="connsiteX24" fmla="*/ 86038 w 331788"/>
                <a:gd name="connsiteY24" fmla="*/ 99483 h 328613"/>
                <a:gd name="connsiteX25" fmla="*/ 136525 w 331788"/>
                <a:gd name="connsiteY25" fmla="*/ 107421 h 328613"/>
                <a:gd name="connsiteX26" fmla="*/ 132678 w 331788"/>
                <a:gd name="connsiteY26" fmla="*/ 120650 h 328613"/>
                <a:gd name="connsiteX27" fmla="*/ 39076 w 331788"/>
                <a:gd name="connsiteY27" fmla="*/ 120650 h 328613"/>
                <a:gd name="connsiteX28" fmla="*/ 36512 w 331788"/>
                <a:gd name="connsiteY28" fmla="*/ 107421 h 328613"/>
                <a:gd name="connsiteX29" fmla="*/ 86038 w 331788"/>
                <a:gd name="connsiteY29" fmla="*/ 99483 h 328613"/>
                <a:gd name="connsiteX30" fmla="*/ 243681 w 331788"/>
                <a:gd name="connsiteY30" fmla="*/ 99152 h 328613"/>
                <a:gd name="connsiteX31" fmla="*/ 295275 w 331788"/>
                <a:gd name="connsiteY31" fmla="*/ 106098 h 328613"/>
                <a:gd name="connsiteX32" fmla="*/ 292663 w 331788"/>
                <a:gd name="connsiteY32" fmla="*/ 120650 h 328613"/>
                <a:gd name="connsiteX33" fmla="*/ 196006 w 331788"/>
                <a:gd name="connsiteY33" fmla="*/ 120650 h 328613"/>
                <a:gd name="connsiteX34" fmla="*/ 192087 w 331788"/>
                <a:gd name="connsiteY34" fmla="*/ 106098 h 328613"/>
                <a:gd name="connsiteX35" fmla="*/ 243681 w 331788"/>
                <a:gd name="connsiteY35" fmla="*/ 99152 h 328613"/>
                <a:gd name="connsiteX36" fmla="*/ 243681 w 331788"/>
                <a:gd name="connsiteY36" fmla="*/ 48711 h 328613"/>
                <a:gd name="connsiteX37" fmla="*/ 295275 w 331788"/>
                <a:gd name="connsiteY37" fmla="*/ 56732 h 328613"/>
                <a:gd name="connsiteX38" fmla="*/ 292663 w 331788"/>
                <a:gd name="connsiteY38" fmla="*/ 71437 h 328613"/>
                <a:gd name="connsiteX39" fmla="*/ 197312 w 331788"/>
                <a:gd name="connsiteY39" fmla="*/ 71437 h 328613"/>
                <a:gd name="connsiteX40" fmla="*/ 192087 w 331788"/>
                <a:gd name="connsiteY40" fmla="*/ 56732 h 328613"/>
                <a:gd name="connsiteX41" fmla="*/ 243681 w 331788"/>
                <a:gd name="connsiteY41" fmla="*/ 48711 h 328613"/>
                <a:gd name="connsiteX42" fmla="*/ 85725 w 331788"/>
                <a:gd name="connsiteY42" fmla="*/ 48683 h 328613"/>
                <a:gd name="connsiteX43" fmla="*/ 136525 w 331788"/>
                <a:gd name="connsiteY43" fmla="*/ 56621 h 328613"/>
                <a:gd name="connsiteX44" fmla="*/ 132667 w 331788"/>
                <a:gd name="connsiteY44" fmla="*/ 69850 h 328613"/>
                <a:gd name="connsiteX45" fmla="*/ 38783 w 331788"/>
                <a:gd name="connsiteY45" fmla="*/ 69850 h 328613"/>
                <a:gd name="connsiteX46" fmla="*/ 34925 w 331788"/>
                <a:gd name="connsiteY46" fmla="*/ 56621 h 328613"/>
                <a:gd name="connsiteX47" fmla="*/ 85725 w 331788"/>
                <a:gd name="connsiteY47" fmla="*/ 48683 h 328613"/>
                <a:gd name="connsiteX48" fmla="*/ 245779 w 331788"/>
                <a:gd name="connsiteY48" fmla="*/ 12700 h 328613"/>
                <a:gd name="connsiteX49" fmla="*/ 171450 w 331788"/>
                <a:gd name="connsiteY49" fmla="*/ 28215 h 328613"/>
                <a:gd name="connsiteX50" fmla="*/ 171450 w 331788"/>
                <a:gd name="connsiteY50" fmla="*/ 263525 h 328613"/>
                <a:gd name="connsiteX51" fmla="*/ 192314 w 331788"/>
                <a:gd name="connsiteY51" fmla="*/ 257061 h 328613"/>
                <a:gd name="connsiteX52" fmla="*/ 205355 w 331788"/>
                <a:gd name="connsiteY52" fmla="*/ 205344 h 328613"/>
                <a:gd name="connsiteX53" fmla="*/ 279684 w 331788"/>
                <a:gd name="connsiteY53" fmla="*/ 205344 h 328613"/>
                <a:gd name="connsiteX54" fmla="*/ 294028 w 331788"/>
                <a:gd name="connsiteY54" fmla="*/ 257061 h 328613"/>
                <a:gd name="connsiteX55" fmla="*/ 317500 w 331788"/>
                <a:gd name="connsiteY55" fmla="*/ 263525 h 328613"/>
                <a:gd name="connsiteX56" fmla="*/ 317500 w 331788"/>
                <a:gd name="connsiteY56" fmla="*/ 28215 h 328613"/>
                <a:gd name="connsiteX57" fmla="*/ 245779 w 331788"/>
                <a:gd name="connsiteY57" fmla="*/ 12700 h 328613"/>
                <a:gd name="connsiteX58" fmla="*/ 84931 w 331788"/>
                <a:gd name="connsiteY58" fmla="*/ 12700 h 328613"/>
                <a:gd name="connsiteX59" fmla="*/ 12700 w 331788"/>
                <a:gd name="connsiteY59" fmla="*/ 28215 h 328613"/>
                <a:gd name="connsiteX60" fmla="*/ 12700 w 331788"/>
                <a:gd name="connsiteY60" fmla="*/ 263525 h 328613"/>
                <a:gd name="connsiteX61" fmla="*/ 84931 w 331788"/>
                <a:gd name="connsiteY61" fmla="*/ 249303 h 328613"/>
                <a:gd name="connsiteX62" fmla="*/ 157163 w 331788"/>
                <a:gd name="connsiteY62" fmla="*/ 263525 h 328613"/>
                <a:gd name="connsiteX63" fmla="*/ 157163 w 331788"/>
                <a:gd name="connsiteY63" fmla="*/ 28215 h 328613"/>
                <a:gd name="connsiteX64" fmla="*/ 84931 w 331788"/>
                <a:gd name="connsiteY64" fmla="*/ 12700 h 328613"/>
                <a:gd name="connsiteX65" fmla="*/ 86835 w 331788"/>
                <a:gd name="connsiteY65" fmla="*/ 0 h 328613"/>
                <a:gd name="connsiteX66" fmla="*/ 165894 w 331788"/>
                <a:gd name="connsiteY66" fmla="*/ 15525 h 328613"/>
                <a:gd name="connsiteX67" fmla="*/ 244953 w 331788"/>
                <a:gd name="connsiteY67" fmla="*/ 0 h 328613"/>
                <a:gd name="connsiteX68" fmla="*/ 326604 w 331788"/>
                <a:gd name="connsiteY68" fmla="*/ 16819 h 328613"/>
                <a:gd name="connsiteX69" fmla="*/ 331788 w 331788"/>
                <a:gd name="connsiteY69" fmla="*/ 23288 h 328613"/>
                <a:gd name="connsiteX70" fmla="*/ 331788 w 331788"/>
                <a:gd name="connsiteY70" fmla="*/ 274276 h 328613"/>
                <a:gd name="connsiteX71" fmla="*/ 322716 w 331788"/>
                <a:gd name="connsiteY71" fmla="*/ 280744 h 328613"/>
                <a:gd name="connsiteX72" fmla="*/ 289019 w 331788"/>
                <a:gd name="connsiteY72" fmla="*/ 269101 h 328613"/>
                <a:gd name="connsiteX73" fmla="*/ 285130 w 331788"/>
                <a:gd name="connsiteY73" fmla="*/ 274276 h 328613"/>
                <a:gd name="connsiteX74" fmla="*/ 329196 w 331788"/>
                <a:gd name="connsiteY74" fmla="*/ 318263 h 328613"/>
                <a:gd name="connsiteX75" fmla="*/ 318828 w 331788"/>
                <a:gd name="connsiteY75" fmla="*/ 328613 h 328613"/>
                <a:gd name="connsiteX76" fmla="*/ 274762 w 331788"/>
                <a:gd name="connsiteY76" fmla="*/ 284626 h 328613"/>
                <a:gd name="connsiteX77" fmla="*/ 206072 w 331788"/>
                <a:gd name="connsiteY77" fmla="*/ 279451 h 328613"/>
                <a:gd name="connsiteX78" fmla="*/ 198295 w 331788"/>
                <a:gd name="connsiteY78" fmla="*/ 270394 h 328613"/>
                <a:gd name="connsiteX79" fmla="*/ 167190 w 331788"/>
                <a:gd name="connsiteY79" fmla="*/ 280744 h 328613"/>
                <a:gd name="connsiteX80" fmla="*/ 163302 w 331788"/>
                <a:gd name="connsiteY80" fmla="*/ 280744 h 328613"/>
                <a:gd name="connsiteX81" fmla="*/ 85539 w 331788"/>
                <a:gd name="connsiteY81" fmla="*/ 263926 h 328613"/>
                <a:gd name="connsiteX82" fmla="*/ 9072 w 331788"/>
                <a:gd name="connsiteY82" fmla="*/ 280744 h 328613"/>
                <a:gd name="connsiteX83" fmla="*/ 0 w 331788"/>
                <a:gd name="connsiteY83" fmla="*/ 274276 h 328613"/>
                <a:gd name="connsiteX84" fmla="*/ 0 w 331788"/>
                <a:gd name="connsiteY84" fmla="*/ 23288 h 328613"/>
                <a:gd name="connsiteX85" fmla="*/ 5184 w 331788"/>
                <a:gd name="connsiteY85" fmla="*/ 16819 h 328613"/>
                <a:gd name="connsiteX86" fmla="*/ 86835 w 331788"/>
                <a:gd name="connsiteY86" fmla="*/ 0 h 328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331788" h="328613">
                  <a:moveTo>
                    <a:pt x="242094" y="203585"/>
                  </a:moveTo>
                  <a:cubicBezTo>
                    <a:pt x="232062" y="203585"/>
                    <a:pt x="222031" y="207145"/>
                    <a:pt x="214264" y="214264"/>
                  </a:cubicBezTo>
                  <a:cubicBezTo>
                    <a:pt x="200025" y="229797"/>
                    <a:pt x="200025" y="254391"/>
                    <a:pt x="214264" y="269924"/>
                  </a:cubicBezTo>
                  <a:cubicBezTo>
                    <a:pt x="229797" y="284163"/>
                    <a:pt x="254391" y="284163"/>
                    <a:pt x="269924" y="269924"/>
                  </a:cubicBezTo>
                  <a:cubicBezTo>
                    <a:pt x="284163" y="254391"/>
                    <a:pt x="284163" y="229797"/>
                    <a:pt x="269924" y="214264"/>
                  </a:cubicBezTo>
                  <a:cubicBezTo>
                    <a:pt x="262158" y="207145"/>
                    <a:pt x="252126" y="203585"/>
                    <a:pt x="242094" y="203585"/>
                  </a:cubicBezTo>
                  <a:close/>
                  <a:moveTo>
                    <a:pt x="85725" y="200752"/>
                  </a:moveTo>
                  <a:cubicBezTo>
                    <a:pt x="102122" y="200752"/>
                    <a:pt x="118520" y="203067"/>
                    <a:pt x="136525" y="207698"/>
                  </a:cubicBezTo>
                  <a:cubicBezTo>
                    <a:pt x="136525" y="207698"/>
                    <a:pt x="136525" y="207698"/>
                    <a:pt x="132667" y="222250"/>
                  </a:cubicBezTo>
                  <a:cubicBezTo>
                    <a:pt x="99229" y="211667"/>
                    <a:pt x="72221" y="211667"/>
                    <a:pt x="38783" y="222250"/>
                  </a:cubicBezTo>
                  <a:cubicBezTo>
                    <a:pt x="38783" y="222250"/>
                    <a:pt x="38783" y="222250"/>
                    <a:pt x="34925" y="207698"/>
                  </a:cubicBezTo>
                  <a:cubicBezTo>
                    <a:pt x="52930" y="203067"/>
                    <a:pt x="69327" y="200752"/>
                    <a:pt x="85725" y="200752"/>
                  </a:cubicBezTo>
                  <a:close/>
                  <a:moveTo>
                    <a:pt x="86038" y="150283"/>
                  </a:moveTo>
                  <a:cubicBezTo>
                    <a:pt x="102226" y="150283"/>
                    <a:pt x="118574" y="152929"/>
                    <a:pt x="136525" y="158221"/>
                  </a:cubicBezTo>
                  <a:cubicBezTo>
                    <a:pt x="136525" y="158221"/>
                    <a:pt x="136525" y="158221"/>
                    <a:pt x="132678" y="171450"/>
                  </a:cubicBezTo>
                  <a:cubicBezTo>
                    <a:pt x="99341" y="162190"/>
                    <a:pt x="72414" y="162190"/>
                    <a:pt x="39076" y="171450"/>
                  </a:cubicBezTo>
                  <a:cubicBezTo>
                    <a:pt x="39076" y="171450"/>
                    <a:pt x="39076" y="171450"/>
                    <a:pt x="36512" y="158221"/>
                  </a:cubicBezTo>
                  <a:cubicBezTo>
                    <a:pt x="53822" y="152929"/>
                    <a:pt x="69850" y="150283"/>
                    <a:pt x="86038" y="150283"/>
                  </a:cubicBezTo>
                  <a:close/>
                  <a:moveTo>
                    <a:pt x="243681" y="148724"/>
                  </a:moveTo>
                  <a:cubicBezTo>
                    <a:pt x="260335" y="148724"/>
                    <a:pt x="276989" y="151398"/>
                    <a:pt x="295275" y="156745"/>
                  </a:cubicBezTo>
                  <a:cubicBezTo>
                    <a:pt x="295275" y="156745"/>
                    <a:pt x="295275" y="156745"/>
                    <a:pt x="292663" y="171450"/>
                  </a:cubicBezTo>
                  <a:cubicBezTo>
                    <a:pt x="257396" y="162092"/>
                    <a:pt x="231272" y="162092"/>
                    <a:pt x="197312" y="171450"/>
                  </a:cubicBezTo>
                  <a:cubicBezTo>
                    <a:pt x="197312" y="171450"/>
                    <a:pt x="197312" y="171450"/>
                    <a:pt x="192087" y="156745"/>
                  </a:cubicBezTo>
                  <a:cubicBezTo>
                    <a:pt x="210374" y="151398"/>
                    <a:pt x="227027" y="148724"/>
                    <a:pt x="243681" y="148724"/>
                  </a:cubicBezTo>
                  <a:close/>
                  <a:moveTo>
                    <a:pt x="86038" y="99483"/>
                  </a:moveTo>
                  <a:cubicBezTo>
                    <a:pt x="102226" y="99483"/>
                    <a:pt x="118574" y="102129"/>
                    <a:pt x="136525" y="107421"/>
                  </a:cubicBezTo>
                  <a:cubicBezTo>
                    <a:pt x="136525" y="107421"/>
                    <a:pt x="136525" y="107421"/>
                    <a:pt x="132678" y="120650"/>
                  </a:cubicBezTo>
                  <a:cubicBezTo>
                    <a:pt x="99341" y="111390"/>
                    <a:pt x="72414" y="111390"/>
                    <a:pt x="39076" y="120650"/>
                  </a:cubicBezTo>
                  <a:cubicBezTo>
                    <a:pt x="39076" y="120650"/>
                    <a:pt x="39076" y="120650"/>
                    <a:pt x="36512" y="107421"/>
                  </a:cubicBezTo>
                  <a:cubicBezTo>
                    <a:pt x="53822" y="102129"/>
                    <a:pt x="69850" y="99483"/>
                    <a:pt x="86038" y="99483"/>
                  </a:cubicBezTo>
                  <a:close/>
                  <a:moveTo>
                    <a:pt x="243681" y="99152"/>
                  </a:moveTo>
                  <a:cubicBezTo>
                    <a:pt x="260335" y="99152"/>
                    <a:pt x="276989" y="101467"/>
                    <a:pt x="295275" y="106098"/>
                  </a:cubicBezTo>
                  <a:cubicBezTo>
                    <a:pt x="295275" y="106098"/>
                    <a:pt x="295275" y="106098"/>
                    <a:pt x="292663" y="120650"/>
                  </a:cubicBezTo>
                  <a:cubicBezTo>
                    <a:pt x="257396" y="111390"/>
                    <a:pt x="231272" y="111390"/>
                    <a:pt x="196006" y="120650"/>
                  </a:cubicBezTo>
                  <a:cubicBezTo>
                    <a:pt x="196006" y="120650"/>
                    <a:pt x="196006" y="120650"/>
                    <a:pt x="192087" y="106098"/>
                  </a:cubicBezTo>
                  <a:cubicBezTo>
                    <a:pt x="210374" y="101467"/>
                    <a:pt x="227027" y="99152"/>
                    <a:pt x="243681" y="99152"/>
                  </a:cubicBezTo>
                  <a:close/>
                  <a:moveTo>
                    <a:pt x="243681" y="48711"/>
                  </a:moveTo>
                  <a:cubicBezTo>
                    <a:pt x="260335" y="48711"/>
                    <a:pt x="276989" y="51385"/>
                    <a:pt x="295275" y="56732"/>
                  </a:cubicBezTo>
                  <a:cubicBezTo>
                    <a:pt x="295275" y="56732"/>
                    <a:pt x="295275" y="56732"/>
                    <a:pt x="292663" y="71437"/>
                  </a:cubicBezTo>
                  <a:cubicBezTo>
                    <a:pt x="257396" y="60742"/>
                    <a:pt x="231272" y="60742"/>
                    <a:pt x="197312" y="71437"/>
                  </a:cubicBezTo>
                  <a:cubicBezTo>
                    <a:pt x="197312" y="71437"/>
                    <a:pt x="197312" y="71437"/>
                    <a:pt x="192087" y="56732"/>
                  </a:cubicBezTo>
                  <a:cubicBezTo>
                    <a:pt x="210374" y="51385"/>
                    <a:pt x="227027" y="48711"/>
                    <a:pt x="243681" y="48711"/>
                  </a:cubicBezTo>
                  <a:close/>
                  <a:moveTo>
                    <a:pt x="85725" y="48683"/>
                  </a:moveTo>
                  <a:cubicBezTo>
                    <a:pt x="102122" y="48683"/>
                    <a:pt x="118520" y="51329"/>
                    <a:pt x="136525" y="56621"/>
                  </a:cubicBezTo>
                  <a:cubicBezTo>
                    <a:pt x="136525" y="56621"/>
                    <a:pt x="136525" y="56621"/>
                    <a:pt x="132667" y="69850"/>
                  </a:cubicBezTo>
                  <a:cubicBezTo>
                    <a:pt x="99229" y="60590"/>
                    <a:pt x="72221" y="60590"/>
                    <a:pt x="38783" y="69850"/>
                  </a:cubicBezTo>
                  <a:lnTo>
                    <a:pt x="34925" y="56621"/>
                  </a:lnTo>
                  <a:cubicBezTo>
                    <a:pt x="52930" y="51329"/>
                    <a:pt x="69327" y="48683"/>
                    <a:pt x="85725" y="48683"/>
                  </a:cubicBezTo>
                  <a:close/>
                  <a:moveTo>
                    <a:pt x="245779" y="12700"/>
                  </a:moveTo>
                  <a:cubicBezTo>
                    <a:pt x="224915" y="12700"/>
                    <a:pt x="201443" y="16579"/>
                    <a:pt x="171450" y="28215"/>
                  </a:cubicBezTo>
                  <a:cubicBezTo>
                    <a:pt x="171450" y="28215"/>
                    <a:pt x="171450" y="28215"/>
                    <a:pt x="171450" y="263525"/>
                  </a:cubicBezTo>
                  <a:cubicBezTo>
                    <a:pt x="176666" y="262232"/>
                    <a:pt x="185794" y="259646"/>
                    <a:pt x="192314" y="257061"/>
                  </a:cubicBezTo>
                  <a:cubicBezTo>
                    <a:pt x="185794" y="238960"/>
                    <a:pt x="191010" y="219566"/>
                    <a:pt x="205355" y="205344"/>
                  </a:cubicBezTo>
                  <a:cubicBezTo>
                    <a:pt x="226219" y="184657"/>
                    <a:pt x="258819" y="184657"/>
                    <a:pt x="279684" y="205344"/>
                  </a:cubicBezTo>
                  <a:cubicBezTo>
                    <a:pt x="294028" y="218273"/>
                    <a:pt x="299244" y="238960"/>
                    <a:pt x="294028" y="257061"/>
                  </a:cubicBezTo>
                  <a:cubicBezTo>
                    <a:pt x="301852" y="258353"/>
                    <a:pt x="312284" y="262232"/>
                    <a:pt x="317500" y="263525"/>
                  </a:cubicBezTo>
                  <a:lnTo>
                    <a:pt x="317500" y="28215"/>
                  </a:lnTo>
                  <a:cubicBezTo>
                    <a:pt x="288812" y="17872"/>
                    <a:pt x="266643" y="12700"/>
                    <a:pt x="245779" y="12700"/>
                  </a:cubicBezTo>
                  <a:close/>
                  <a:moveTo>
                    <a:pt x="84931" y="12700"/>
                  </a:moveTo>
                  <a:cubicBezTo>
                    <a:pt x="63004" y="12700"/>
                    <a:pt x="42366" y="17872"/>
                    <a:pt x="12700" y="28215"/>
                  </a:cubicBezTo>
                  <a:cubicBezTo>
                    <a:pt x="12700" y="28215"/>
                    <a:pt x="12700" y="28215"/>
                    <a:pt x="12700" y="263525"/>
                  </a:cubicBezTo>
                  <a:cubicBezTo>
                    <a:pt x="41077" y="254475"/>
                    <a:pt x="63004" y="249303"/>
                    <a:pt x="84931" y="249303"/>
                  </a:cubicBezTo>
                  <a:cubicBezTo>
                    <a:pt x="106859" y="249303"/>
                    <a:pt x="128786" y="254475"/>
                    <a:pt x="157163" y="263525"/>
                  </a:cubicBezTo>
                  <a:lnTo>
                    <a:pt x="157163" y="28215"/>
                  </a:lnTo>
                  <a:cubicBezTo>
                    <a:pt x="128786" y="17872"/>
                    <a:pt x="106859" y="12700"/>
                    <a:pt x="84931" y="12700"/>
                  </a:cubicBezTo>
                  <a:close/>
                  <a:moveTo>
                    <a:pt x="86835" y="0"/>
                  </a:moveTo>
                  <a:cubicBezTo>
                    <a:pt x="110164" y="0"/>
                    <a:pt x="133493" y="5175"/>
                    <a:pt x="165894" y="15525"/>
                  </a:cubicBezTo>
                  <a:cubicBezTo>
                    <a:pt x="198295" y="5175"/>
                    <a:pt x="221624" y="0"/>
                    <a:pt x="244953" y="0"/>
                  </a:cubicBezTo>
                  <a:cubicBezTo>
                    <a:pt x="269578" y="0"/>
                    <a:pt x="294203" y="5175"/>
                    <a:pt x="326604" y="16819"/>
                  </a:cubicBezTo>
                  <a:cubicBezTo>
                    <a:pt x="329196" y="18113"/>
                    <a:pt x="331788" y="20700"/>
                    <a:pt x="331788" y="23288"/>
                  </a:cubicBezTo>
                  <a:cubicBezTo>
                    <a:pt x="331788" y="23288"/>
                    <a:pt x="331788" y="23288"/>
                    <a:pt x="331788" y="274276"/>
                  </a:cubicBezTo>
                  <a:cubicBezTo>
                    <a:pt x="331788" y="280744"/>
                    <a:pt x="325308" y="280744"/>
                    <a:pt x="322716" y="280744"/>
                  </a:cubicBezTo>
                  <a:cubicBezTo>
                    <a:pt x="313643" y="276863"/>
                    <a:pt x="299387" y="272982"/>
                    <a:pt x="289019" y="269101"/>
                  </a:cubicBezTo>
                  <a:cubicBezTo>
                    <a:pt x="287723" y="271688"/>
                    <a:pt x="286427" y="272982"/>
                    <a:pt x="285130" y="274276"/>
                  </a:cubicBezTo>
                  <a:cubicBezTo>
                    <a:pt x="285130" y="274276"/>
                    <a:pt x="285130" y="274276"/>
                    <a:pt x="329196" y="318263"/>
                  </a:cubicBezTo>
                  <a:cubicBezTo>
                    <a:pt x="329196" y="318263"/>
                    <a:pt x="329196" y="318263"/>
                    <a:pt x="318828" y="328613"/>
                  </a:cubicBezTo>
                  <a:cubicBezTo>
                    <a:pt x="318828" y="328613"/>
                    <a:pt x="318828" y="328613"/>
                    <a:pt x="274762" y="284626"/>
                  </a:cubicBezTo>
                  <a:cubicBezTo>
                    <a:pt x="254025" y="300151"/>
                    <a:pt x="224216" y="298857"/>
                    <a:pt x="206072" y="279451"/>
                  </a:cubicBezTo>
                  <a:cubicBezTo>
                    <a:pt x="202183" y="276863"/>
                    <a:pt x="200887" y="274276"/>
                    <a:pt x="198295" y="270394"/>
                  </a:cubicBezTo>
                  <a:cubicBezTo>
                    <a:pt x="189223" y="272982"/>
                    <a:pt x="174966" y="278157"/>
                    <a:pt x="167190" y="280744"/>
                  </a:cubicBezTo>
                  <a:cubicBezTo>
                    <a:pt x="165894" y="280744"/>
                    <a:pt x="164598" y="280744"/>
                    <a:pt x="163302" y="280744"/>
                  </a:cubicBezTo>
                  <a:cubicBezTo>
                    <a:pt x="130901" y="269101"/>
                    <a:pt x="108868" y="263926"/>
                    <a:pt x="85539" y="263926"/>
                  </a:cubicBezTo>
                  <a:cubicBezTo>
                    <a:pt x="63506" y="263926"/>
                    <a:pt x="40177" y="269101"/>
                    <a:pt x="9072" y="280744"/>
                  </a:cubicBezTo>
                  <a:cubicBezTo>
                    <a:pt x="6480" y="280744"/>
                    <a:pt x="0" y="280744"/>
                    <a:pt x="0" y="274276"/>
                  </a:cubicBezTo>
                  <a:cubicBezTo>
                    <a:pt x="0" y="274276"/>
                    <a:pt x="0" y="274276"/>
                    <a:pt x="0" y="23288"/>
                  </a:cubicBezTo>
                  <a:cubicBezTo>
                    <a:pt x="0" y="20700"/>
                    <a:pt x="2592" y="18113"/>
                    <a:pt x="5184" y="16819"/>
                  </a:cubicBezTo>
                  <a:cubicBezTo>
                    <a:pt x="37585" y="5175"/>
                    <a:pt x="62210" y="0"/>
                    <a:pt x="8683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5009054" y="2680341"/>
            <a:ext cx="1210150" cy="1027383"/>
            <a:chOff x="5009054" y="2680341"/>
            <a:chExt cx="1210150" cy="1027383"/>
          </a:xfrm>
        </p:grpSpPr>
        <p:sp>
          <p:nvSpPr>
            <p:cNvPr id="43" name="任意多边形: 形状 42"/>
            <p:cNvSpPr>
              <a:spLocks/>
            </p:cNvSpPr>
            <p:nvPr/>
          </p:nvSpPr>
          <p:spPr bwMode="auto">
            <a:xfrm>
              <a:off x="5009054" y="2680341"/>
              <a:ext cx="1210150" cy="1027383"/>
            </a:xfrm>
            <a:custGeom>
              <a:avLst/>
              <a:gdLst>
                <a:gd name="T0" fmla="*/ 653 w 1102"/>
                <a:gd name="T1" fmla="*/ 116 h 871"/>
                <a:gd name="T2" fmla="*/ 543 w 1102"/>
                <a:gd name="T3" fmla="*/ 0 h 871"/>
                <a:gd name="T4" fmla="*/ 433 w 1102"/>
                <a:gd name="T5" fmla="*/ 116 h 871"/>
                <a:gd name="T6" fmla="*/ 0 w 1102"/>
                <a:gd name="T7" fmla="*/ 116 h 871"/>
                <a:gd name="T8" fmla="*/ 0 w 1102"/>
                <a:gd name="T9" fmla="*/ 871 h 871"/>
                <a:gd name="T10" fmla="*/ 1102 w 1102"/>
                <a:gd name="T11" fmla="*/ 871 h 871"/>
                <a:gd name="T12" fmla="*/ 1102 w 1102"/>
                <a:gd name="T13" fmla="*/ 116 h 871"/>
                <a:gd name="T14" fmla="*/ 653 w 1102"/>
                <a:gd name="T15" fmla="*/ 116 h 8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2" h="871">
                  <a:moveTo>
                    <a:pt x="653" y="116"/>
                  </a:moveTo>
                  <a:lnTo>
                    <a:pt x="543" y="0"/>
                  </a:lnTo>
                  <a:lnTo>
                    <a:pt x="433" y="116"/>
                  </a:lnTo>
                  <a:lnTo>
                    <a:pt x="0" y="116"/>
                  </a:lnTo>
                  <a:lnTo>
                    <a:pt x="0" y="871"/>
                  </a:lnTo>
                  <a:lnTo>
                    <a:pt x="1102" y="871"/>
                  </a:lnTo>
                  <a:lnTo>
                    <a:pt x="1102" y="116"/>
                  </a:lnTo>
                  <a:lnTo>
                    <a:pt x="653" y="116"/>
                  </a:lnTo>
                  <a:close/>
                </a:path>
              </a:pathLst>
            </a:custGeom>
            <a:solidFill>
              <a:schemeClr val="accent3"/>
            </a:solidFill>
            <a:ln w="28575">
              <a:solidFill>
                <a:schemeClr val="bg1"/>
              </a:solidFill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44" name="任意多边形: 形状 43"/>
            <p:cNvSpPr>
              <a:spLocks/>
            </p:cNvSpPr>
            <p:nvPr/>
          </p:nvSpPr>
          <p:spPr bwMode="auto">
            <a:xfrm>
              <a:off x="5449297" y="3108427"/>
              <a:ext cx="327796" cy="265058"/>
            </a:xfrm>
            <a:custGeom>
              <a:avLst/>
              <a:gdLst>
                <a:gd name="connsiteX0" fmla="*/ 0 w 331788"/>
                <a:gd name="connsiteY0" fmla="*/ 255587 h 268287"/>
                <a:gd name="connsiteX1" fmla="*/ 331788 w 331788"/>
                <a:gd name="connsiteY1" fmla="*/ 255587 h 268287"/>
                <a:gd name="connsiteX2" fmla="*/ 331788 w 331788"/>
                <a:gd name="connsiteY2" fmla="*/ 268287 h 268287"/>
                <a:gd name="connsiteX3" fmla="*/ 0 w 331788"/>
                <a:gd name="connsiteY3" fmla="*/ 268287 h 268287"/>
                <a:gd name="connsiteX4" fmla="*/ 76201 w 331788"/>
                <a:gd name="connsiteY4" fmla="*/ 207962 h 268287"/>
                <a:gd name="connsiteX5" fmla="*/ 82551 w 331788"/>
                <a:gd name="connsiteY5" fmla="*/ 207962 h 268287"/>
                <a:gd name="connsiteX6" fmla="*/ 82551 w 331788"/>
                <a:gd name="connsiteY6" fmla="*/ 247650 h 268287"/>
                <a:gd name="connsiteX7" fmla="*/ 55563 w 331788"/>
                <a:gd name="connsiteY7" fmla="*/ 247650 h 268287"/>
                <a:gd name="connsiteX8" fmla="*/ 55563 w 331788"/>
                <a:gd name="connsiteY8" fmla="*/ 227012 h 268287"/>
                <a:gd name="connsiteX9" fmla="*/ 115888 w 331788"/>
                <a:gd name="connsiteY9" fmla="*/ 168275 h 268287"/>
                <a:gd name="connsiteX10" fmla="*/ 127168 w 331788"/>
                <a:gd name="connsiteY10" fmla="*/ 168275 h 268287"/>
                <a:gd name="connsiteX11" fmla="*/ 139701 w 331788"/>
                <a:gd name="connsiteY11" fmla="*/ 170835 h 268287"/>
                <a:gd name="connsiteX12" fmla="*/ 139701 w 331788"/>
                <a:gd name="connsiteY12" fmla="*/ 247650 h 268287"/>
                <a:gd name="connsiteX13" fmla="*/ 115888 w 331788"/>
                <a:gd name="connsiteY13" fmla="*/ 247650 h 268287"/>
                <a:gd name="connsiteX14" fmla="*/ 198438 w 331788"/>
                <a:gd name="connsiteY14" fmla="*/ 155575 h 268287"/>
                <a:gd name="connsiteX15" fmla="*/ 198438 w 331788"/>
                <a:gd name="connsiteY15" fmla="*/ 247650 h 268287"/>
                <a:gd name="connsiteX16" fmla="*/ 173038 w 331788"/>
                <a:gd name="connsiteY16" fmla="*/ 247650 h 268287"/>
                <a:gd name="connsiteX17" fmla="*/ 173038 w 331788"/>
                <a:gd name="connsiteY17" fmla="*/ 168363 h 268287"/>
                <a:gd name="connsiteX18" fmla="*/ 198438 w 331788"/>
                <a:gd name="connsiteY18" fmla="*/ 155575 h 268287"/>
                <a:gd name="connsiteX19" fmla="*/ 149226 w 331788"/>
                <a:gd name="connsiteY19" fmla="*/ 41376 h 268287"/>
                <a:gd name="connsiteX20" fmla="*/ 114947 w 331788"/>
                <a:gd name="connsiteY20" fmla="*/ 55968 h 268287"/>
                <a:gd name="connsiteX21" fmla="*/ 114947 w 331788"/>
                <a:gd name="connsiteY21" fmla="*/ 123418 h 268287"/>
                <a:gd name="connsiteX22" fmla="*/ 183504 w 331788"/>
                <a:gd name="connsiteY22" fmla="*/ 123418 h 268287"/>
                <a:gd name="connsiteX23" fmla="*/ 183504 w 331788"/>
                <a:gd name="connsiteY23" fmla="*/ 55968 h 268287"/>
                <a:gd name="connsiteX24" fmla="*/ 149226 w 331788"/>
                <a:gd name="connsiteY24" fmla="*/ 41376 h 268287"/>
                <a:gd name="connsiteX25" fmla="*/ 228600 w 331788"/>
                <a:gd name="connsiteY25" fmla="*/ 39687 h 268287"/>
                <a:gd name="connsiteX26" fmla="*/ 254000 w 331788"/>
                <a:gd name="connsiteY26" fmla="*/ 39687 h 268287"/>
                <a:gd name="connsiteX27" fmla="*/ 254000 w 331788"/>
                <a:gd name="connsiteY27" fmla="*/ 247650 h 268287"/>
                <a:gd name="connsiteX28" fmla="*/ 228600 w 331788"/>
                <a:gd name="connsiteY28" fmla="*/ 247650 h 268287"/>
                <a:gd name="connsiteX29" fmla="*/ 228600 w 331788"/>
                <a:gd name="connsiteY29" fmla="*/ 110730 h 268287"/>
                <a:gd name="connsiteX30" fmla="*/ 231140 w 331788"/>
                <a:gd name="connsiteY30" fmla="*/ 90063 h 268287"/>
                <a:gd name="connsiteX31" fmla="*/ 228600 w 331788"/>
                <a:gd name="connsiteY31" fmla="*/ 69396 h 268287"/>
                <a:gd name="connsiteX32" fmla="*/ 228600 w 331788"/>
                <a:gd name="connsiteY32" fmla="*/ 39687 h 268287"/>
                <a:gd name="connsiteX33" fmla="*/ 149707 w 331788"/>
                <a:gd name="connsiteY33" fmla="*/ 22312 h 268287"/>
                <a:gd name="connsiteX34" fmla="*/ 196764 w 331788"/>
                <a:gd name="connsiteY34" fmla="*/ 41623 h 268287"/>
                <a:gd name="connsiteX35" fmla="*/ 196764 w 331788"/>
                <a:gd name="connsiteY35" fmla="*/ 136893 h 268287"/>
                <a:gd name="connsiteX36" fmla="*/ 109096 w 331788"/>
                <a:gd name="connsiteY36" fmla="*/ 143330 h 268287"/>
                <a:gd name="connsiteX37" fmla="*/ 97492 w 331788"/>
                <a:gd name="connsiteY37" fmla="*/ 154917 h 268287"/>
                <a:gd name="connsiteX38" fmla="*/ 93625 w 331788"/>
                <a:gd name="connsiteY38" fmla="*/ 170366 h 268287"/>
                <a:gd name="connsiteX39" fmla="*/ 43344 w 331788"/>
                <a:gd name="connsiteY39" fmla="*/ 220576 h 268287"/>
                <a:gd name="connsiteX40" fmla="*/ 18848 w 331788"/>
                <a:gd name="connsiteY40" fmla="*/ 220576 h 268287"/>
                <a:gd name="connsiteX41" fmla="*/ 18848 w 331788"/>
                <a:gd name="connsiteY41" fmla="*/ 196115 h 268287"/>
                <a:gd name="connsiteX42" fmla="*/ 67840 w 331788"/>
                <a:gd name="connsiteY42" fmla="*/ 145905 h 268287"/>
                <a:gd name="connsiteX43" fmla="*/ 84600 w 331788"/>
                <a:gd name="connsiteY43" fmla="*/ 140755 h 268287"/>
                <a:gd name="connsiteX44" fmla="*/ 96203 w 331788"/>
                <a:gd name="connsiteY44" fmla="*/ 129168 h 268287"/>
                <a:gd name="connsiteX45" fmla="*/ 102649 w 331788"/>
                <a:gd name="connsiteY45" fmla="*/ 41623 h 268287"/>
                <a:gd name="connsiteX46" fmla="*/ 149707 w 331788"/>
                <a:gd name="connsiteY46" fmla="*/ 22312 h 268287"/>
                <a:gd name="connsiteX47" fmla="*/ 280988 w 331788"/>
                <a:gd name="connsiteY47" fmla="*/ 0 h 268287"/>
                <a:gd name="connsiteX48" fmla="*/ 306388 w 331788"/>
                <a:gd name="connsiteY48" fmla="*/ 0 h 268287"/>
                <a:gd name="connsiteX49" fmla="*/ 306388 w 331788"/>
                <a:gd name="connsiteY49" fmla="*/ 247650 h 268287"/>
                <a:gd name="connsiteX50" fmla="*/ 280988 w 331788"/>
                <a:gd name="connsiteY50" fmla="*/ 247650 h 268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331788" h="268287">
                  <a:moveTo>
                    <a:pt x="0" y="255587"/>
                  </a:moveTo>
                  <a:lnTo>
                    <a:pt x="331788" y="255587"/>
                  </a:lnTo>
                  <a:lnTo>
                    <a:pt x="331788" y="268287"/>
                  </a:lnTo>
                  <a:lnTo>
                    <a:pt x="0" y="268287"/>
                  </a:lnTo>
                  <a:close/>
                  <a:moveTo>
                    <a:pt x="76201" y="207962"/>
                  </a:moveTo>
                  <a:lnTo>
                    <a:pt x="82551" y="207962"/>
                  </a:lnTo>
                  <a:lnTo>
                    <a:pt x="82551" y="247650"/>
                  </a:lnTo>
                  <a:lnTo>
                    <a:pt x="55563" y="247650"/>
                  </a:lnTo>
                  <a:lnTo>
                    <a:pt x="55563" y="227012"/>
                  </a:lnTo>
                  <a:close/>
                  <a:moveTo>
                    <a:pt x="115888" y="168275"/>
                  </a:moveTo>
                  <a:cubicBezTo>
                    <a:pt x="115888" y="168275"/>
                    <a:pt x="115888" y="168275"/>
                    <a:pt x="127168" y="168275"/>
                  </a:cubicBezTo>
                  <a:cubicBezTo>
                    <a:pt x="130928" y="169555"/>
                    <a:pt x="135941" y="170835"/>
                    <a:pt x="139701" y="170835"/>
                  </a:cubicBezTo>
                  <a:cubicBezTo>
                    <a:pt x="139701" y="170835"/>
                    <a:pt x="139701" y="170835"/>
                    <a:pt x="139701" y="247650"/>
                  </a:cubicBezTo>
                  <a:cubicBezTo>
                    <a:pt x="139701" y="247650"/>
                    <a:pt x="139701" y="247650"/>
                    <a:pt x="115888" y="247650"/>
                  </a:cubicBezTo>
                  <a:close/>
                  <a:moveTo>
                    <a:pt x="198438" y="155575"/>
                  </a:moveTo>
                  <a:cubicBezTo>
                    <a:pt x="198438" y="155575"/>
                    <a:pt x="198438" y="155575"/>
                    <a:pt x="198438" y="247650"/>
                  </a:cubicBezTo>
                  <a:cubicBezTo>
                    <a:pt x="198438" y="247650"/>
                    <a:pt x="198438" y="247650"/>
                    <a:pt x="173038" y="247650"/>
                  </a:cubicBezTo>
                  <a:lnTo>
                    <a:pt x="173038" y="168363"/>
                  </a:lnTo>
                  <a:cubicBezTo>
                    <a:pt x="181928" y="165805"/>
                    <a:pt x="190818" y="161969"/>
                    <a:pt x="198438" y="155575"/>
                  </a:cubicBezTo>
                  <a:close/>
                  <a:moveTo>
                    <a:pt x="149226" y="41376"/>
                  </a:moveTo>
                  <a:cubicBezTo>
                    <a:pt x="136937" y="41376"/>
                    <a:pt x="124649" y="46240"/>
                    <a:pt x="114947" y="55968"/>
                  </a:cubicBezTo>
                  <a:cubicBezTo>
                    <a:pt x="96838" y="74128"/>
                    <a:pt x="96838" y="105259"/>
                    <a:pt x="114947" y="123418"/>
                  </a:cubicBezTo>
                  <a:cubicBezTo>
                    <a:pt x="134350" y="142875"/>
                    <a:pt x="164101" y="142875"/>
                    <a:pt x="183504" y="123418"/>
                  </a:cubicBezTo>
                  <a:cubicBezTo>
                    <a:pt x="201613" y="105259"/>
                    <a:pt x="201613" y="74128"/>
                    <a:pt x="183504" y="55968"/>
                  </a:cubicBezTo>
                  <a:cubicBezTo>
                    <a:pt x="173803" y="46240"/>
                    <a:pt x="161514" y="41376"/>
                    <a:pt x="149226" y="41376"/>
                  </a:cubicBezTo>
                  <a:close/>
                  <a:moveTo>
                    <a:pt x="228600" y="39687"/>
                  </a:moveTo>
                  <a:cubicBezTo>
                    <a:pt x="228600" y="39687"/>
                    <a:pt x="228600" y="39687"/>
                    <a:pt x="254000" y="39687"/>
                  </a:cubicBezTo>
                  <a:lnTo>
                    <a:pt x="254000" y="247650"/>
                  </a:lnTo>
                  <a:cubicBezTo>
                    <a:pt x="254000" y="247650"/>
                    <a:pt x="254000" y="247650"/>
                    <a:pt x="228600" y="247650"/>
                  </a:cubicBezTo>
                  <a:cubicBezTo>
                    <a:pt x="228600" y="247650"/>
                    <a:pt x="228600" y="247650"/>
                    <a:pt x="228600" y="110730"/>
                  </a:cubicBezTo>
                  <a:cubicBezTo>
                    <a:pt x="231140" y="104272"/>
                    <a:pt x="231140" y="96521"/>
                    <a:pt x="231140" y="90063"/>
                  </a:cubicBezTo>
                  <a:cubicBezTo>
                    <a:pt x="231140" y="83604"/>
                    <a:pt x="231140" y="75854"/>
                    <a:pt x="228600" y="69396"/>
                  </a:cubicBezTo>
                  <a:cubicBezTo>
                    <a:pt x="228600" y="69396"/>
                    <a:pt x="228600" y="69396"/>
                    <a:pt x="228600" y="39687"/>
                  </a:cubicBezTo>
                  <a:close/>
                  <a:moveTo>
                    <a:pt x="149707" y="22312"/>
                  </a:moveTo>
                  <a:cubicBezTo>
                    <a:pt x="166789" y="22312"/>
                    <a:pt x="183872" y="28749"/>
                    <a:pt x="196764" y="41623"/>
                  </a:cubicBezTo>
                  <a:cubicBezTo>
                    <a:pt x="223838" y="68659"/>
                    <a:pt x="223838" y="111144"/>
                    <a:pt x="196764" y="136893"/>
                  </a:cubicBezTo>
                  <a:cubicBezTo>
                    <a:pt x="173558" y="161354"/>
                    <a:pt x="136170" y="162641"/>
                    <a:pt x="109096" y="143330"/>
                  </a:cubicBezTo>
                  <a:cubicBezTo>
                    <a:pt x="109096" y="143330"/>
                    <a:pt x="109096" y="143330"/>
                    <a:pt x="97492" y="154917"/>
                  </a:cubicBezTo>
                  <a:cubicBezTo>
                    <a:pt x="98782" y="160067"/>
                    <a:pt x="97492" y="166504"/>
                    <a:pt x="93625" y="170366"/>
                  </a:cubicBezTo>
                  <a:cubicBezTo>
                    <a:pt x="93625" y="170366"/>
                    <a:pt x="93625" y="170366"/>
                    <a:pt x="43344" y="220576"/>
                  </a:cubicBezTo>
                  <a:cubicBezTo>
                    <a:pt x="35608" y="227013"/>
                    <a:pt x="25295" y="227013"/>
                    <a:pt x="18848" y="220576"/>
                  </a:cubicBezTo>
                  <a:cubicBezTo>
                    <a:pt x="11113" y="214139"/>
                    <a:pt x="11113" y="202552"/>
                    <a:pt x="18848" y="196115"/>
                  </a:cubicBezTo>
                  <a:cubicBezTo>
                    <a:pt x="18848" y="196115"/>
                    <a:pt x="18848" y="196115"/>
                    <a:pt x="67840" y="145905"/>
                  </a:cubicBezTo>
                  <a:cubicBezTo>
                    <a:pt x="72997" y="142043"/>
                    <a:pt x="78154" y="140755"/>
                    <a:pt x="84600" y="140755"/>
                  </a:cubicBezTo>
                  <a:cubicBezTo>
                    <a:pt x="84600" y="140755"/>
                    <a:pt x="84600" y="140755"/>
                    <a:pt x="96203" y="129168"/>
                  </a:cubicBezTo>
                  <a:cubicBezTo>
                    <a:pt x="75575" y="103420"/>
                    <a:pt x="78154" y="66084"/>
                    <a:pt x="102649" y="41623"/>
                  </a:cubicBezTo>
                  <a:cubicBezTo>
                    <a:pt x="115542" y="28749"/>
                    <a:pt x="132624" y="22312"/>
                    <a:pt x="149707" y="22312"/>
                  </a:cubicBezTo>
                  <a:close/>
                  <a:moveTo>
                    <a:pt x="280988" y="0"/>
                  </a:moveTo>
                  <a:lnTo>
                    <a:pt x="306388" y="0"/>
                  </a:lnTo>
                  <a:lnTo>
                    <a:pt x="306388" y="247650"/>
                  </a:lnTo>
                  <a:lnTo>
                    <a:pt x="280988" y="24765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4823464" y="899935"/>
            <a:ext cx="1546181" cy="1066306"/>
            <a:chOff x="4823464" y="899935"/>
            <a:chExt cx="1546181" cy="1066306"/>
          </a:xfrm>
        </p:grpSpPr>
        <p:sp>
          <p:nvSpPr>
            <p:cNvPr id="49" name="任意多边形: 形状 48"/>
            <p:cNvSpPr>
              <a:spLocks/>
            </p:cNvSpPr>
            <p:nvPr/>
          </p:nvSpPr>
          <p:spPr bwMode="auto">
            <a:xfrm>
              <a:off x="4823464" y="899935"/>
              <a:ext cx="1546181" cy="1066306"/>
            </a:xfrm>
            <a:custGeom>
              <a:avLst/>
              <a:gdLst>
                <a:gd name="T0" fmla="*/ 1408 w 1408"/>
                <a:gd name="T1" fmla="*/ 438 h 904"/>
                <a:gd name="T2" fmla="*/ 720 w 1408"/>
                <a:gd name="T3" fmla="*/ 0 h 904"/>
                <a:gd name="T4" fmla="*/ 0 w 1408"/>
                <a:gd name="T5" fmla="*/ 438 h 904"/>
                <a:gd name="T6" fmla="*/ 169 w 1408"/>
                <a:gd name="T7" fmla="*/ 438 h 904"/>
                <a:gd name="T8" fmla="*/ 169 w 1408"/>
                <a:gd name="T9" fmla="*/ 904 h 904"/>
                <a:gd name="T10" fmla="*/ 1271 w 1408"/>
                <a:gd name="T11" fmla="*/ 904 h 904"/>
                <a:gd name="T12" fmla="*/ 1271 w 1408"/>
                <a:gd name="T13" fmla="*/ 438 h 904"/>
                <a:gd name="T14" fmla="*/ 1408 w 1408"/>
                <a:gd name="T15" fmla="*/ 438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08" h="904">
                  <a:moveTo>
                    <a:pt x="1408" y="438"/>
                  </a:moveTo>
                  <a:lnTo>
                    <a:pt x="720" y="0"/>
                  </a:lnTo>
                  <a:lnTo>
                    <a:pt x="0" y="438"/>
                  </a:lnTo>
                  <a:lnTo>
                    <a:pt x="169" y="438"/>
                  </a:lnTo>
                  <a:lnTo>
                    <a:pt x="169" y="904"/>
                  </a:lnTo>
                  <a:lnTo>
                    <a:pt x="1271" y="904"/>
                  </a:lnTo>
                  <a:lnTo>
                    <a:pt x="1271" y="438"/>
                  </a:lnTo>
                  <a:lnTo>
                    <a:pt x="1408" y="438"/>
                  </a:lnTo>
                  <a:close/>
                </a:path>
              </a:pathLst>
            </a:custGeom>
            <a:solidFill>
              <a:schemeClr val="accent3"/>
            </a:solidFill>
            <a:ln w="28575">
              <a:solidFill>
                <a:schemeClr val="bg1"/>
              </a:solidFill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50" name="任意多边形: 形状 49"/>
            <p:cNvSpPr>
              <a:spLocks/>
            </p:cNvSpPr>
            <p:nvPr/>
          </p:nvSpPr>
          <p:spPr bwMode="auto">
            <a:xfrm>
              <a:off x="5470859" y="1317856"/>
              <a:ext cx="284668" cy="327796"/>
            </a:xfrm>
            <a:custGeom>
              <a:avLst/>
              <a:gdLst>
                <a:gd name="connsiteX0" fmla="*/ 184010 w 292270"/>
                <a:gd name="connsiteY0" fmla="*/ 131763 h 336550"/>
                <a:gd name="connsiteX1" fmla="*/ 178567 w 292270"/>
                <a:gd name="connsiteY1" fmla="*/ 141923 h 336550"/>
                <a:gd name="connsiteX2" fmla="*/ 184010 w 292270"/>
                <a:gd name="connsiteY2" fmla="*/ 150813 h 336550"/>
                <a:gd name="connsiteX3" fmla="*/ 188092 w 292270"/>
                <a:gd name="connsiteY3" fmla="*/ 141923 h 336550"/>
                <a:gd name="connsiteX4" fmla="*/ 184010 w 292270"/>
                <a:gd name="connsiteY4" fmla="*/ 131763 h 336550"/>
                <a:gd name="connsiteX5" fmla="*/ 141147 w 292270"/>
                <a:gd name="connsiteY5" fmla="*/ 131763 h 336550"/>
                <a:gd name="connsiteX6" fmla="*/ 135704 w 292270"/>
                <a:gd name="connsiteY6" fmla="*/ 141923 h 336550"/>
                <a:gd name="connsiteX7" fmla="*/ 141147 w 292270"/>
                <a:gd name="connsiteY7" fmla="*/ 150813 h 336550"/>
                <a:gd name="connsiteX8" fmla="*/ 145229 w 292270"/>
                <a:gd name="connsiteY8" fmla="*/ 141923 h 336550"/>
                <a:gd name="connsiteX9" fmla="*/ 141147 w 292270"/>
                <a:gd name="connsiteY9" fmla="*/ 131763 h 336550"/>
                <a:gd name="connsiteX10" fmla="*/ 96811 w 292270"/>
                <a:gd name="connsiteY10" fmla="*/ 131763 h 336550"/>
                <a:gd name="connsiteX11" fmla="*/ 92842 w 292270"/>
                <a:gd name="connsiteY11" fmla="*/ 134938 h 336550"/>
                <a:gd name="connsiteX12" fmla="*/ 100780 w 292270"/>
                <a:gd name="connsiteY12" fmla="*/ 134938 h 336550"/>
                <a:gd name="connsiteX13" fmla="*/ 96811 w 292270"/>
                <a:gd name="connsiteY13" fmla="*/ 131763 h 336550"/>
                <a:gd name="connsiteX14" fmla="*/ 225310 w 292270"/>
                <a:gd name="connsiteY14" fmla="*/ 127000 h 336550"/>
                <a:gd name="connsiteX15" fmla="*/ 226721 w 292270"/>
                <a:gd name="connsiteY15" fmla="*/ 127000 h 336550"/>
                <a:gd name="connsiteX16" fmla="*/ 229543 w 292270"/>
                <a:gd name="connsiteY16" fmla="*/ 127000 h 336550"/>
                <a:gd name="connsiteX17" fmla="*/ 230954 w 292270"/>
                <a:gd name="connsiteY17" fmla="*/ 127000 h 336550"/>
                <a:gd name="connsiteX18" fmla="*/ 230954 w 292270"/>
                <a:gd name="connsiteY18" fmla="*/ 155792 h 336550"/>
                <a:gd name="connsiteX19" fmla="*/ 229543 w 292270"/>
                <a:gd name="connsiteY19" fmla="*/ 157163 h 336550"/>
                <a:gd name="connsiteX20" fmla="*/ 225310 w 292270"/>
                <a:gd name="connsiteY20" fmla="*/ 157163 h 336550"/>
                <a:gd name="connsiteX21" fmla="*/ 225310 w 292270"/>
                <a:gd name="connsiteY21" fmla="*/ 155792 h 336550"/>
                <a:gd name="connsiteX22" fmla="*/ 225310 w 292270"/>
                <a:gd name="connsiteY22" fmla="*/ 132484 h 336550"/>
                <a:gd name="connsiteX23" fmla="*/ 221076 w 292270"/>
                <a:gd name="connsiteY23" fmla="*/ 133855 h 336550"/>
                <a:gd name="connsiteX24" fmla="*/ 221076 w 292270"/>
                <a:gd name="connsiteY24" fmla="*/ 135227 h 336550"/>
                <a:gd name="connsiteX25" fmla="*/ 219665 w 292270"/>
                <a:gd name="connsiteY25" fmla="*/ 133855 h 336550"/>
                <a:gd name="connsiteX26" fmla="*/ 219665 w 292270"/>
                <a:gd name="connsiteY26" fmla="*/ 131113 h 336550"/>
                <a:gd name="connsiteX27" fmla="*/ 219665 w 292270"/>
                <a:gd name="connsiteY27" fmla="*/ 129742 h 336550"/>
                <a:gd name="connsiteX28" fmla="*/ 225310 w 292270"/>
                <a:gd name="connsiteY28" fmla="*/ 127000 h 336550"/>
                <a:gd name="connsiteX29" fmla="*/ 203791 w 292270"/>
                <a:gd name="connsiteY29" fmla="*/ 127000 h 336550"/>
                <a:gd name="connsiteX30" fmla="*/ 207495 w 292270"/>
                <a:gd name="connsiteY30" fmla="*/ 127000 h 336550"/>
                <a:gd name="connsiteX31" fmla="*/ 208730 w 292270"/>
                <a:gd name="connsiteY31" fmla="*/ 127000 h 336550"/>
                <a:gd name="connsiteX32" fmla="*/ 208730 w 292270"/>
                <a:gd name="connsiteY32" fmla="*/ 155792 h 336550"/>
                <a:gd name="connsiteX33" fmla="*/ 207495 w 292270"/>
                <a:gd name="connsiteY33" fmla="*/ 157163 h 336550"/>
                <a:gd name="connsiteX34" fmla="*/ 203791 w 292270"/>
                <a:gd name="connsiteY34" fmla="*/ 157163 h 336550"/>
                <a:gd name="connsiteX35" fmla="*/ 202556 w 292270"/>
                <a:gd name="connsiteY35" fmla="*/ 155792 h 336550"/>
                <a:gd name="connsiteX36" fmla="*/ 202556 w 292270"/>
                <a:gd name="connsiteY36" fmla="*/ 132484 h 336550"/>
                <a:gd name="connsiteX37" fmla="*/ 200086 w 292270"/>
                <a:gd name="connsiteY37" fmla="*/ 133855 h 336550"/>
                <a:gd name="connsiteX38" fmla="*/ 198852 w 292270"/>
                <a:gd name="connsiteY38" fmla="*/ 135227 h 336550"/>
                <a:gd name="connsiteX39" fmla="*/ 198852 w 292270"/>
                <a:gd name="connsiteY39" fmla="*/ 133855 h 336550"/>
                <a:gd name="connsiteX40" fmla="*/ 197617 w 292270"/>
                <a:gd name="connsiteY40" fmla="*/ 131113 h 336550"/>
                <a:gd name="connsiteX41" fmla="*/ 198852 w 292270"/>
                <a:gd name="connsiteY41" fmla="*/ 129742 h 336550"/>
                <a:gd name="connsiteX42" fmla="*/ 203791 w 292270"/>
                <a:gd name="connsiteY42" fmla="*/ 127000 h 336550"/>
                <a:gd name="connsiteX43" fmla="*/ 183964 w 292270"/>
                <a:gd name="connsiteY43" fmla="*/ 127000 h 336550"/>
                <a:gd name="connsiteX44" fmla="*/ 192854 w 292270"/>
                <a:gd name="connsiteY44" fmla="*/ 141426 h 336550"/>
                <a:gd name="connsiteX45" fmla="*/ 182694 w 292270"/>
                <a:gd name="connsiteY45" fmla="*/ 157163 h 336550"/>
                <a:gd name="connsiteX46" fmla="*/ 173804 w 292270"/>
                <a:gd name="connsiteY46" fmla="*/ 142737 h 336550"/>
                <a:gd name="connsiteX47" fmla="*/ 183964 w 292270"/>
                <a:gd name="connsiteY47" fmla="*/ 127000 h 336550"/>
                <a:gd name="connsiteX48" fmla="*/ 161699 w 292270"/>
                <a:gd name="connsiteY48" fmla="*/ 127000 h 336550"/>
                <a:gd name="connsiteX49" fmla="*/ 164478 w 292270"/>
                <a:gd name="connsiteY49" fmla="*/ 127000 h 336550"/>
                <a:gd name="connsiteX50" fmla="*/ 165867 w 292270"/>
                <a:gd name="connsiteY50" fmla="*/ 127000 h 336550"/>
                <a:gd name="connsiteX51" fmla="*/ 165867 w 292270"/>
                <a:gd name="connsiteY51" fmla="*/ 155792 h 336550"/>
                <a:gd name="connsiteX52" fmla="*/ 164478 w 292270"/>
                <a:gd name="connsiteY52" fmla="*/ 157163 h 336550"/>
                <a:gd name="connsiteX53" fmla="*/ 161699 w 292270"/>
                <a:gd name="connsiteY53" fmla="*/ 157163 h 336550"/>
                <a:gd name="connsiteX54" fmla="*/ 160310 w 292270"/>
                <a:gd name="connsiteY54" fmla="*/ 155792 h 336550"/>
                <a:gd name="connsiteX55" fmla="*/ 160310 w 292270"/>
                <a:gd name="connsiteY55" fmla="*/ 132484 h 336550"/>
                <a:gd name="connsiteX56" fmla="*/ 156143 w 292270"/>
                <a:gd name="connsiteY56" fmla="*/ 133855 h 336550"/>
                <a:gd name="connsiteX57" fmla="*/ 156143 w 292270"/>
                <a:gd name="connsiteY57" fmla="*/ 135227 h 336550"/>
                <a:gd name="connsiteX58" fmla="*/ 154754 w 292270"/>
                <a:gd name="connsiteY58" fmla="*/ 133855 h 336550"/>
                <a:gd name="connsiteX59" fmla="*/ 154754 w 292270"/>
                <a:gd name="connsiteY59" fmla="*/ 131113 h 336550"/>
                <a:gd name="connsiteX60" fmla="*/ 154754 w 292270"/>
                <a:gd name="connsiteY60" fmla="*/ 129742 h 336550"/>
                <a:gd name="connsiteX61" fmla="*/ 161699 w 292270"/>
                <a:gd name="connsiteY61" fmla="*/ 127000 h 336550"/>
                <a:gd name="connsiteX62" fmla="*/ 141261 w 292270"/>
                <a:gd name="connsiteY62" fmla="*/ 127000 h 336550"/>
                <a:gd name="connsiteX63" fmla="*/ 151580 w 292270"/>
                <a:gd name="connsiteY63" fmla="*/ 141426 h 336550"/>
                <a:gd name="connsiteX64" fmla="*/ 141261 w 292270"/>
                <a:gd name="connsiteY64" fmla="*/ 157163 h 336550"/>
                <a:gd name="connsiteX65" fmla="*/ 130942 w 292270"/>
                <a:gd name="connsiteY65" fmla="*/ 142737 h 336550"/>
                <a:gd name="connsiteX66" fmla="*/ 141261 w 292270"/>
                <a:gd name="connsiteY66" fmla="*/ 127000 h 336550"/>
                <a:gd name="connsiteX67" fmla="*/ 247736 w 292270"/>
                <a:gd name="connsiteY67" fmla="*/ 80963 h 336550"/>
                <a:gd name="connsiteX68" fmla="*/ 243654 w 292270"/>
                <a:gd name="connsiteY68" fmla="*/ 91970 h 336550"/>
                <a:gd name="connsiteX69" fmla="*/ 247736 w 292270"/>
                <a:gd name="connsiteY69" fmla="*/ 101601 h 336550"/>
                <a:gd name="connsiteX70" fmla="*/ 253179 w 292270"/>
                <a:gd name="connsiteY70" fmla="*/ 90594 h 336550"/>
                <a:gd name="connsiteX71" fmla="*/ 247736 w 292270"/>
                <a:gd name="connsiteY71" fmla="*/ 80963 h 336550"/>
                <a:gd name="connsiteX72" fmla="*/ 205328 w 292270"/>
                <a:gd name="connsiteY72" fmla="*/ 80963 h 336550"/>
                <a:gd name="connsiteX73" fmla="*/ 200792 w 292270"/>
                <a:gd name="connsiteY73" fmla="*/ 91970 h 336550"/>
                <a:gd name="connsiteX74" fmla="*/ 205328 w 292270"/>
                <a:gd name="connsiteY74" fmla="*/ 101601 h 336550"/>
                <a:gd name="connsiteX75" fmla="*/ 208730 w 292270"/>
                <a:gd name="connsiteY75" fmla="*/ 90594 h 336550"/>
                <a:gd name="connsiteX76" fmla="*/ 205328 w 292270"/>
                <a:gd name="connsiteY76" fmla="*/ 80963 h 336550"/>
                <a:gd name="connsiteX77" fmla="*/ 184010 w 292270"/>
                <a:gd name="connsiteY77" fmla="*/ 80963 h 336550"/>
                <a:gd name="connsiteX78" fmla="*/ 178567 w 292270"/>
                <a:gd name="connsiteY78" fmla="*/ 91970 h 336550"/>
                <a:gd name="connsiteX79" fmla="*/ 184010 w 292270"/>
                <a:gd name="connsiteY79" fmla="*/ 101601 h 336550"/>
                <a:gd name="connsiteX80" fmla="*/ 188092 w 292270"/>
                <a:gd name="connsiteY80" fmla="*/ 90594 h 336550"/>
                <a:gd name="connsiteX81" fmla="*/ 184010 w 292270"/>
                <a:gd name="connsiteY81" fmla="*/ 80963 h 336550"/>
                <a:gd name="connsiteX82" fmla="*/ 162011 w 292270"/>
                <a:gd name="connsiteY82" fmla="*/ 80963 h 336550"/>
                <a:gd name="connsiteX83" fmla="*/ 157929 w 292270"/>
                <a:gd name="connsiteY83" fmla="*/ 91970 h 336550"/>
                <a:gd name="connsiteX84" fmla="*/ 162011 w 292270"/>
                <a:gd name="connsiteY84" fmla="*/ 101601 h 336550"/>
                <a:gd name="connsiteX85" fmla="*/ 167454 w 292270"/>
                <a:gd name="connsiteY85" fmla="*/ 90594 h 336550"/>
                <a:gd name="connsiteX86" fmla="*/ 162011 w 292270"/>
                <a:gd name="connsiteY86" fmla="*/ 80963 h 336550"/>
                <a:gd name="connsiteX87" fmla="*/ 76173 w 292270"/>
                <a:gd name="connsiteY87" fmla="*/ 80963 h 336550"/>
                <a:gd name="connsiteX88" fmla="*/ 72204 w 292270"/>
                <a:gd name="connsiteY88" fmla="*/ 91970 h 336550"/>
                <a:gd name="connsiteX89" fmla="*/ 76173 w 292270"/>
                <a:gd name="connsiteY89" fmla="*/ 101601 h 336550"/>
                <a:gd name="connsiteX90" fmla="*/ 80142 w 292270"/>
                <a:gd name="connsiteY90" fmla="*/ 90594 h 336550"/>
                <a:gd name="connsiteX91" fmla="*/ 76173 w 292270"/>
                <a:gd name="connsiteY91" fmla="*/ 80963 h 336550"/>
                <a:gd name="connsiteX92" fmla="*/ 225310 w 292270"/>
                <a:gd name="connsiteY92" fmla="*/ 76200 h 336550"/>
                <a:gd name="connsiteX93" fmla="*/ 226721 w 292270"/>
                <a:gd name="connsiteY93" fmla="*/ 76200 h 336550"/>
                <a:gd name="connsiteX94" fmla="*/ 229543 w 292270"/>
                <a:gd name="connsiteY94" fmla="*/ 76200 h 336550"/>
                <a:gd name="connsiteX95" fmla="*/ 230954 w 292270"/>
                <a:gd name="connsiteY95" fmla="*/ 77511 h 336550"/>
                <a:gd name="connsiteX96" fmla="*/ 230954 w 292270"/>
                <a:gd name="connsiteY96" fmla="*/ 105052 h 336550"/>
                <a:gd name="connsiteX97" fmla="*/ 229543 w 292270"/>
                <a:gd name="connsiteY97" fmla="*/ 106363 h 336550"/>
                <a:gd name="connsiteX98" fmla="*/ 225310 w 292270"/>
                <a:gd name="connsiteY98" fmla="*/ 106363 h 336550"/>
                <a:gd name="connsiteX99" fmla="*/ 225310 w 292270"/>
                <a:gd name="connsiteY99" fmla="*/ 105052 h 336550"/>
                <a:gd name="connsiteX100" fmla="*/ 225310 w 292270"/>
                <a:gd name="connsiteY100" fmla="*/ 82757 h 336550"/>
                <a:gd name="connsiteX101" fmla="*/ 221076 w 292270"/>
                <a:gd name="connsiteY101" fmla="*/ 84069 h 336550"/>
                <a:gd name="connsiteX102" fmla="*/ 219665 w 292270"/>
                <a:gd name="connsiteY102" fmla="*/ 84069 h 336550"/>
                <a:gd name="connsiteX103" fmla="*/ 219665 w 292270"/>
                <a:gd name="connsiteY103" fmla="*/ 81446 h 336550"/>
                <a:gd name="connsiteX104" fmla="*/ 219665 w 292270"/>
                <a:gd name="connsiteY104" fmla="*/ 80134 h 336550"/>
                <a:gd name="connsiteX105" fmla="*/ 225310 w 292270"/>
                <a:gd name="connsiteY105" fmla="*/ 76200 h 336550"/>
                <a:gd name="connsiteX106" fmla="*/ 205555 w 292270"/>
                <a:gd name="connsiteY106" fmla="*/ 76200 h 336550"/>
                <a:gd name="connsiteX107" fmla="*/ 216667 w 292270"/>
                <a:gd name="connsiteY107" fmla="*/ 90626 h 336550"/>
                <a:gd name="connsiteX108" fmla="*/ 205555 w 292270"/>
                <a:gd name="connsiteY108" fmla="*/ 106363 h 336550"/>
                <a:gd name="connsiteX109" fmla="*/ 194442 w 292270"/>
                <a:gd name="connsiteY109" fmla="*/ 91937 h 336550"/>
                <a:gd name="connsiteX110" fmla="*/ 205555 w 292270"/>
                <a:gd name="connsiteY110" fmla="*/ 76200 h 336550"/>
                <a:gd name="connsiteX111" fmla="*/ 183964 w 292270"/>
                <a:gd name="connsiteY111" fmla="*/ 76200 h 336550"/>
                <a:gd name="connsiteX112" fmla="*/ 192854 w 292270"/>
                <a:gd name="connsiteY112" fmla="*/ 90626 h 336550"/>
                <a:gd name="connsiteX113" fmla="*/ 182694 w 292270"/>
                <a:gd name="connsiteY113" fmla="*/ 106363 h 336550"/>
                <a:gd name="connsiteX114" fmla="*/ 173804 w 292270"/>
                <a:gd name="connsiteY114" fmla="*/ 91937 h 336550"/>
                <a:gd name="connsiteX115" fmla="*/ 183964 w 292270"/>
                <a:gd name="connsiteY115" fmla="*/ 76200 h 336550"/>
                <a:gd name="connsiteX116" fmla="*/ 161898 w 292270"/>
                <a:gd name="connsiteY116" fmla="*/ 76200 h 336550"/>
                <a:gd name="connsiteX117" fmla="*/ 172217 w 292270"/>
                <a:gd name="connsiteY117" fmla="*/ 90626 h 336550"/>
                <a:gd name="connsiteX118" fmla="*/ 161898 w 292270"/>
                <a:gd name="connsiteY118" fmla="*/ 106363 h 336550"/>
                <a:gd name="connsiteX119" fmla="*/ 151579 w 292270"/>
                <a:gd name="connsiteY119" fmla="*/ 91937 h 336550"/>
                <a:gd name="connsiteX120" fmla="*/ 161898 w 292270"/>
                <a:gd name="connsiteY120" fmla="*/ 76200 h 336550"/>
                <a:gd name="connsiteX121" fmla="*/ 139584 w 292270"/>
                <a:gd name="connsiteY121" fmla="*/ 76200 h 336550"/>
                <a:gd name="connsiteX122" fmla="*/ 140996 w 292270"/>
                <a:gd name="connsiteY122" fmla="*/ 76200 h 336550"/>
                <a:gd name="connsiteX123" fmla="*/ 143818 w 292270"/>
                <a:gd name="connsiteY123" fmla="*/ 76200 h 336550"/>
                <a:gd name="connsiteX124" fmla="*/ 145229 w 292270"/>
                <a:gd name="connsiteY124" fmla="*/ 77511 h 336550"/>
                <a:gd name="connsiteX125" fmla="*/ 145229 w 292270"/>
                <a:gd name="connsiteY125" fmla="*/ 105052 h 336550"/>
                <a:gd name="connsiteX126" fmla="*/ 143818 w 292270"/>
                <a:gd name="connsiteY126" fmla="*/ 106363 h 336550"/>
                <a:gd name="connsiteX127" fmla="*/ 139584 w 292270"/>
                <a:gd name="connsiteY127" fmla="*/ 106363 h 336550"/>
                <a:gd name="connsiteX128" fmla="*/ 139584 w 292270"/>
                <a:gd name="connsiteY128" fmla="*/ 105052 h 336550"/>
                <a:gd name="connsiteX129" fmla="*/ 139584 w 292270"/>
                <a:gd name="connsiteY129" fmla="*/ 82757 h 336550"/>
                <a:gd name="connsiteX130" fmla="*/ 135351 w 292270"/>
                <a:gd name="connsiteY130" fmla="*/ 84069 h 336550"/>
                <a:gd name="connsiteX131" fmla="*/ 133940 w 292270"/>
                <a:gd name="connsiteY131" fmla="*/ 84069 h 336550"/>
                <a:gd name="connsiteX132" fmla="*/ 132529 w 292270"/>
                <a:gd name="connsiteY132" fmla="*/ 81446 h 336550"/>
                <a:gd name="connsiteX133" fmla="*/ 133940 w 292270"/>
                <a:gd name="connsiteY133" fmla="*/ 80134 h 336550"/>
                <a:gd name="connsiteX134" fmla="*/ 139584 w 292270"/>
                <a:gd name="connsiteY134" fmla="*/ 76200 h 336550"/>
                <a:gd name="connsiteX135" fmla="*/ 118837 w 292270"/>
                <a:gd name="connsiteY135" fmla="*/ 76200 h 336550"/>
                <a:gd name="connsiteX136" fmla="*/ 123005 w 292270"/>
                <a:gd name="connsiteY136" fmla="*/ 76200 h 336550"/>
                <a:gd name="connsiteX137" fmla="*/ 123005 w 292270"/>
                <a:gd name="connsiteY137" fmla="*/ 77511 h 336550"/>
                <a:gd name="connsiteX138" fmla="*/ 123005 w 292270"/>
                <a:gd name="connsiteY138" fmla="*/ 105052 h 336550"/>
                <a:gd name="connsiteX139" fmla="*/ 123005 w 292270"/>
                <a:gd name="connsiteY139" fmla="*/ 106363 h 336550"/>
                <a:gd name="connsiteX140" fmla="*/ 118837 w 292270"/>
                <a:gd name="connsiteY140" fmla="*/ 106363 h 336550"/>
                <a:gd name="connsiteX141" fmla="*/ 117448 w 292270"/>
                <a:gd name="connsiteY141" fmla="*/ 105052 h 336550"/>
                <a:gd name="connsiteX142" fmla="*/ 117448 w 292270"/>
                <a:gd name="connsiteY142" fmla="*/ 82757 h 336550"/>
                <a:gd name="connsiteX143" fmla="*/ 114670 w 292270"/>
                <a:gd name="connsiteY143" fmla="*/ 84069 h 336550"/>
                <a:gd name="connsiteX144" fmla="*/ 113281 w 292270"/>
                <a:gd name="connsiteY144" fmla="*/ 84069 h 336550"/>
                <a:gd name="connsiteX145" fmla="*/ 111892 w 292270"/>
                <a:gd name="connsiteY145" fmla="*/ 81446 h 336550"/>
                <a:gd name="connsiteX146" fmla="*/ 111892 w 292270"/>
                <a:gd name="connsiteY146" fmla="*/ 80134 h 336550"/>
                <a:gd name="connsiteX147" fmla="*/ 118837 w 292270"/>
                <a:gd name="connsiteY147" fmla="*/ 76200 h 336550"/>
                <a:gd name="connsiteX148" fmla="*/ 97207 w 292270"/>
                <a:gd name="connsiteY148" fmla="*/ 76200 h 336550"/>
                <a:gd name="connsiteX149" fmla="*/ 99588 w 292270"/>
                <a:gd name="connsiteY149" fmla="*/ 76200 h 336550"/>
                <a:gd name="connsiteX150" fmla="*/ 100779 w 292270"/>
                <a:gd name="connsiteY150" fmla="*/ 77511 h 336550"/>
                <a:gd name="connsiteX151" fmla="*/ 100779 w 292270"/>
                <a:gd name="connsiteY151" fmla="*/ 105052 h 336550"/>
                <a:gd name="connsiteX152" fmla="*/ 99588 w 292270"/>
                <a:gd name="connsiteY152" fmla="*/ 106363 h 336550"/>
                <a:gd name="connsiteX153" fmla="*/ 97207 w 292270"/>
                <a:gd name="connsiteY153" fmla="*/ 106363 h 336550"/>
                <a:gd name="connsiteX154" fmla="*/ 96016 w 292270"/>
                <a:gd name="connsiteY154" fmla="*/ 105052 h 336550"/>
                <a:gd name="connsiteX155" fmla="*/ 96016 w 292270"/>
                <a:gd name="connsiteY155" fmla="*/ 82757 h 336550"/>
                <a:gd name="connsiteX156" fmla="*/ 92444 w 292270"/>
                <a:gd name="connsiteY156" fmla="*/ 84069 h 336550"/>
                <a:gd name="connsiteX157" fmla="*/ 91254 w 292270"/>
                <a:gd name="connsiteY157" fmla="*/ 84069 h 336550"/>
                <a:gd name="connsiteX158" fmla="*/ 91254 w 292270"/>
                <a:gd name="connsiteY158" fmla="*/ 81446 h 336550"/>
                <a:gd name="connsiteX159" fmla="*/ 91254 w 292270"/>
                <a:gd name="connsiteY159" fmla="*/ 80134 h 336550"/>
                <a:gd name="connsiteX160" fmla="*/ 97207 w 292270"/>
                <a:gd name="connsiteY160" fmla="*/ 76200 h 336550"/>
                <a:gd name="connsiteX161" fmla="*/ 201926 w 292270"/>
                <a:gd name="connsiteY161" fmla="*/ 36513 h 336550"/>
                <a:gd name="connsiteX162" fmla="*/ 200792 w 292270"/>
                <a:gd name="connsiteY162" fmla="*/ 40409 h 336550"/>
                <a:gd name="connsiteX163" fmla="*/ 205328 w 292270"/>
                <a:gd name="connsiteY163" fmla="*/ 50801 h 336550"/>
                <a:gd name="connsiteX164" fmla="*/ 208730 w 292270"/>
                <a:gd name="connsiteY164" fmla="*/ 40409 h 336550"/>
                <a:gd name="connsiteX165" fmla="*/ 208730 w 292270"/>
                <a:gd name="connsiteY165" fmla="*/ 39111 h 336550"/>
                <a:gd name="connsiteX166" fmla="*/ 201926 w 292270"/>
                <a:gd name="connsiteY166" fmla="*/ 36513 h 336550"/>
                <a:gd name="connsiteX167" fmla="*/ 123005 w 292270"/>
                <a:gd name="connsiteY167" fmla="*/ 34925 h 336550"/>
                <a:gd name="connsiteX168" fmla="*/ 116201 w 292270"/>
                <a:gd name="connsiteY168" fmla="*/ 37571 h 336550"/>
                <a:gd name="connsiteX169" fmla="*/ 115067 w 292270"/>
                <a:gd name="connsiteY169" fmla="*/ 38894 h 336550"/>
                <a:gd name="connsiteX170" fmla="*/ 115067 w 292270"/>
                <a:gd name="connsiteY170" fmla="*/ 40216 h 336550"/>
                <a:gd name="connsiteX171" fmla="*/ 119603 w 292270"/>
                <a:gd name="connsiteY171" fmla="*/ 50800 h 336550"/>
                <a:gd name="connsiteX172" fmla="*/ 123005 w 292270"/>
                <a:gd name="connsiteY172" fmla="*/ 40216 h 336550"/>
                <a:gd name="connsiteX173" fmla="*/ 123005 w 292270"/>
                <a:gd name="connsiteY173" fmla="*/ 34925 h 336550"/>
                <a:gd name="connsiteX174" fmla="*/ 162011 w 292270"/>
                <a:gd name="connsiteY174" fmla="*/ 31750 h 336550"/>
                <a:gd name="connsiteX175" fmla="*/ 157929 w 292270"/>
                <a:gd name="connsiteY175" fmla="*/ 40640 h 336550"/>
                <a:gd name="connsiteX176" fmla="*/ 162011 w 292270"/>
                <a:gd name="connsiteY176" fmla="*/ 50800 h 336550"/>
                <a:gd name="connsiteX177" fmla="*/ 167454 w 292270"/>
                <a:gd name="connsiteY177" fmla="*/ 40640 h 336550"/>
                <a:gd name="connsiteX178" fmla="*/ 162011 w 292270"/>
                <a:gd name="connsiteY178" fmla="*/ 31750 h 336550"/>
                <a:gd name="connsiteX179" fmla="*/ 144703 w 292270"/>
                <a:gd name="connsiteY179" fmla="*/ 28575 h 336550"/>
                <a:gd name="connsiteX180" fmla="*/ 144703 w 292270"/>
                <a:gd name="connsiteY180" fmla="*/ 55075 h 336550"/>
                <a:gd name="connsiteX181" fmla="*/ 143389 w 292270"/>
                <a:gd name="connsiteY181" fmla="*/ 55075 h 336550"/>
                <a:gd name="connsiteX182" fmla="*/ 139447 w 292270"/>
                <a:gd name="connsiteY182" fmla="*/ 55075 h 336550"/>
                <a:gd name="connsiteX183" fmla="*/ 139447 w 292270"/>
                <a:gd name="connsiteY183" fmla="*/ 32550 h 336550"/>
                <a:gd name="connsiteX184" fmla="*/ 135504 w 292270"/>
                <a:gd name="connsiteY184" fmla="*/ 33875 h 336550"/>
                <a:gd name="connsiteX185" fmla="*/ 134190 w 292270"/>
                <a:gd name="connsiteY185" fmla="*/ 33875 h 336550"/>
                <a:gd name="connsiteX186" fmla="*/ 132876 w 292270"/>
                <a:gd name="connsiteY186" fmla="*/ 31225 h 336550"/>
                <a:gd name="connsiteX187" fmla="*/ 127619 w 292270"/>
                <a:gd name="connsiteY187" fmla="*/ 32550 h 336550"/>
                <a:gd name="connsiteX188" fmla="*/ 128934 w 292270"/>
                <a:gd name="connsiteY188" fmla="*/ 40500 h 336550"/>
                <a:gd name="connsiteX189" fmla="*/ 118420 w 292270"/>
                <a:gd name="connsiteY189" fmla="*/ 56400 h 336550"/>
                <a:gd name="connsiteX190" fmla="*/ 109221 w 292270"/>
                <a:gd name="connsiteY190" fmla="*/ 41825 h 336550"/>
                <a:gd name="connsiteX191" fmla="*/ 101336 w 292270"/>
                <a:gd name="connsiteY191" fmla="*/ 47125 h 336550"/>
                <a:gd name="connsiteX192" fmla="*/ 101336 w 292270"/>
                <a:gd name="connsiteY192" fmla="*/ 55075 h 336550"/>
                <a:gd name="connsiteX193" fmla="*/ 100022 w 292270"/>
                <a:gd name="connsiteY193" fmla="*/ 55075 h 336550"/>
                <a:gd name="connsiteX194" fmla="*/ 97394 w 292270"/>
                <a:gd name="connsiteY194" fmla="*/ 55075 h 336550"/>
                <a:gd name="connsiteX195" fmla="*/ 96080 w 292270"/>
                <a:gd name="connsiteY195" fmla="*/ 55075 h 336550"/>
                <a:gd name="connsiteX196" fmla="*/ 96080 w 292270"/>
                <a:gd name="connsiteY196" fmla="*/ 49775 h 336550"/>
                <a:gd name="connsiteX197" fmla="*/ 72425 w 292270"/>
                <a:gd name="connsiteY197" fmla="*/ 77600 h 336550"/>
                <a:gd name="connsiteX198" fmla="*/ 76367 w 292270"/>
                <a:gd name="connsiteY198" fmla="*/ 76275 h 336550"/>
                <a:gd name="connsiteX199" fmla="*/ 86880 w 292270"/>
                <a:gd name="connsiteY199" fmla="*/ 90850 h 336550"/>
                <a:gd name="connsiteX200" fmla="*/ 76367 w 292270"/>
                <a:gd name="connsiteY200" fmla="*/ 106750 h 336550"/>
                <a:gd name="connsiteX201" fmla="*/ 67168 w 292270"/>
                <a:gd name="connsiteY201" fmla="*/ 97475 h 336550"/>
                <a:gd name="connsiteX202" fmla="*/ 75053 w 292270"/>
                <a:gd name="connsiteY202" fmla="*/ 127950 h 336550"/>
                <a:gd name="connsiteX203" fmla="*/ 76367 w 292270"/>
                <a:gd name="connsiteY203" fmla="*/ 127950 h 336550"/>
                <a:gd name="connsiteX204" fmla="*/ 78995 w 292270"/>
                <a:gd name="connsiteY204" fmla="*/ 127950 h 336550"/>
                <a:gd name="connsiteX205" fmla="*/ 80310 w 292270"/>
                <a:gd name="connsiteY205" fmla="*/ 127950 h 336550"/>
                <a:gd name="connsiteX206" fmla="*/ 80310 w 292270"/>
                <a:gd name="connsiteY206" fmla="*/ 133250 h 336550"/>
                <a:gd name="connsiteX207" fmla="*/ 88195 w 292270"/>
                <a:gd name="connsiteY207" fmla="*/ 135900 h 336550"/>
                <a:gd name="connsiteX208" fmla="*/ 97394 w 292270"/>
                <a:gd name="connsiteY208" fmla="*/ 126625 h 336550"/>
                <a:gd name="connsiteX209" fmla="*/ 107907 w 292270"/>
                <a:gd name="connsiteY209" fmla="*/ 135900 h 336550"/>
                <a:gd name="connsiteX210" fmla="*/ 114478 w 292270"/>
                <a:gd name="connsiteY210" fmla="*/ 145175 h 336550"/>
                <a:gd name="connsiteX211" fmla="*/ 117106 w 292270"/>
                <a:gd name="connsiteY211" fmla="*/ 151800 h 336550"/>
                <a:gd name="connsiteX212" fmla="*/ 117106 w 292270"/>
                <a:gd name="connsiteY212" fmla="*/ 133250 h 336550"/>
                <a:gd name="connsiteX213" fmla="*/ 114478 w 292270"/>
                <a:gd name="connsiteY213" fmla="*/ 134575 h 336550"/>
                <a:gd name="connsiteX214" fmla="*/ 113164 w 292270"/>
                <a:gd name="connsiteY214" fmla="*/ 135900 h 336550"/>
                <a:gd name="connsiteX215" fmla="*/ 113164 w 292270"/>
                <a:gd name="connsiteY215" fmla="*/ 134575 h 336550"/>
                <a:gd name="connsiteX216" fmla="*/ 111849 w 292270"/>
                <a:gd name="connsiteY216" fmla="*/ 131925 h 336550"/>
                <a:gd name="connsiteX217" fmla="*/ 111849 w 292270"/>
                <a:gd name="connsiteY217" fmla="*/ 130600 h 336550"/>
                <a:gd name="connsiteX218" fmla="*/ 118420 w 292270"/>
                <a:gd name="connsiteY218" fmla="*/ 127950 h 336550"/>
                <a:gd name="connsiteX219" fmla="*/ 122363 w 292270"/>
                <a:gd name="connsiteY219" fmla="*/ 127950 h 336550"/>
                <a:gd name="connsiteX220" fmla="*/ 122363 w 292270"/>
                <a:gd name="connsiteY220" fmla="*/ 155775 h 336550"/>
                <a:gd name="connsiteX221" fmla="*/ 122363 w 292270"/>
                <a:gd name="connsiteY221" fmla="*/ 157100 h 336550"/>
                <a:gd name="connsiteX222" fmla="*/ 121049 w 292270"/>
                <a:gd name="connsiteY222" fmla="*/ 157100 h 336550"/>
                <a:gd name="connsiteX223" fmla="*/ 135504 w 292270"/>
                <a:gd name="connsiteY223" fmla="*/ 162400 h 336550"/>
                <a:gd name="connsiteX224" fmla="*/ 161787 w 292270"/>
                <a:gd name="connsiteY224" fmla="*/ 159750 h 336550"/>
                <a:gd name="connsiteX225" fmla="*/ 181500 w 292270"/>
                <a:gd name="connsiteY225" fmla="*/ 191550 h 336550"/>
                <a:gd name="connsiteX226" fmla="*/ 181500 w 292270"/>
                <a:gd name="connsiteY226" fmla="*/ 183600 h 336550"/>
                <a:gd name="connsiteX227" fmla="*/ 178872 w 292270"/>
                <a:gd name="connsiteY227" fmla="*/ 186250 h 336550"/>
                <a:gd name="connsiteX228" fmla="*/ 177557 w 292270"/>
                <a:gd name="connsiteY228" fmla="*/ 186250 h 336550"/>
                <a:gd name="connsiteX229" fmla="*/ 176243 w 292270"/>
                <a:gd name="connsiteY229" fmla="*/ 184925 h 336550"/>
                <a:gd name="connsiteX230" fmla="*/ 176243 w 292270"/>
                <a:gd name="connsiteY230" fmla="*/ 182275 h 336550"/>
                <a:gd name="connsiteX231" fmla="*/ 176243 w 292270"/>
                <a:gd name="connsiteY231" fmla="*/ 180950 h 336550"/>
                <a:gd name="connsiteX232" fmla="*/ 182814 w 292270"/>
                <a:gd name="connsiteY232" fmla="*/ 178300 h 336550"/>
                <a:gd name="connsiteX233" fmla="*/ 186756 w 292270"/>
                <a:gd name="connsiteY233" fmla="*/ 178300 h 336550"/>
                <a:gd name="connsiteX234" fmla="*/ 186756 w 292270"/>
                <a:gd name="connsiteY234" fmla="*/ 194200 h 336550"/>
                <a:gd name="connsiteX235" fmla="*/ 199898 w 292270"/>
                <a:gd name="connsiteY235" fmla="*/ 186250 h 336550"/>
                <a:gd name="connsiteX236" fmla="*/ 198584 w 292270"/>
                <a:gd name="connsiteY236" fmla="*/ 186250 h 336550"/>
                <a:gd name="connsiteX237" fmla="*/ 198584 w 292270"/>
                <a:gd name="connsiteY237" fmla="*/ 184925 h 336550"/>
                <a:gd name="connsiteX238" fmla="*/ 197270 w 292270"/>
                <a:gd name="connsiteY238" fmla="*/ 182275 h 336550"/>
                <a:gd name="connsiteX239" fmla="*/ 198584 w 292270"/>
                <a:gd name="connsiteY239" fmla="*/ 180950 h 336550"/>
                <a:gd name="connsiteX240" fmla="*/ 199898 w 292270"/>
                <a:gd name="connsiteY240" fmla="*/ 180950 h 336550"/>
                <a:gd name="connsiteX241" fmla="*/ 199898 w 292270"/>
                <a:gd name="connsiteY241" fmla="*/ 166375 h 336550"/>
                <a:gd name="connsiteX242" fmla="*/ 234066 w 292270"/>
                <a:gd name="connsiteY242" fmla="*/ 161075 h 336550"/>
                <a:gd name="connsiteX243" fmla="*/ 241951 w 292270"/>
                <a:gd name="connsiteY243" fmla="*/ 146500 h 336550"/>
                <a:gd name="connsiteX244" fmla="*/ 245894 w 292270"/>
                <a:gd name="connsiteY244" fmla="*/ 143850 h 336550"/>
                <a:gd name="connsiteX245" fmla="*/ 245894 w 292270"/>
                <a:gd name="connsiteY245" fmla="*/ 133250 h 336550"/>
                <a:gd name="connsiteX246" fmla="*/ 241951 w 292270"/>
                <a:gd name="connsiteY246" fmla="*/ 134575 h 336550"/>
                <a:gd name="connsiteX247" fmla="*/ 241951 w 292270"/>
                <a:gd name="connsiteY247" fmla="*/ 135900 h 336550"/>
                <a:gd name="connsiteX248" fmla="*/ 240637 w 292270"/>
                <a:gd name="connsiteY248" fmla="*/ 134575 h 336550"/>
                <a:gd name="connsiteX249" fmla="*/ 240637 w 292270"/>
                <a:gd name="connsiteY249" fmla="*/ 131925 h 336550"/>
                <a:gd name="connsiteX250" fmla="*/ 240637 w 292270"/>
                <a:gd name="connsiteY250" fmla="*/ 130600 h 336550"/>
                <a:gd name="connsiteX251" fmla="*/ 247208 w 292270"/>
                <a:gd name="connsiteY251" fmla="*/ 127950 h 336550"/>
                <a:gd name="connsiteX252" fmla="*/ 249836 w 292270"/>
                <a:gd name="connsiteY252" fmla="*/ 127950 h 336550"/>
                <a:gd name="connsiteX253" fmla="*/ 251151 w 292270"/>
                <a:gd name="connsiteY253" fmla="*/ 127950 h 336550"/>
                <a:gd name="connsiteX254" fmla="*/ 251151 w 292270"/>
                <a:gd name="connsiteY254" fmla="*/ 143850 h 336550"/>
                <a:gd name="connsiteX255" fmla="*/ 252465 w 292270"/>
                <a:gd name="connsiteY255" fmla="*/ 143850 h 336550"/>
                <a:gd name="connsiteX256" fmla="*/ 257721 w 292270"/>
                <a:gd name="connsiteY256" fmla="*/ 94825 h 336550"/>
                <a:gd name="connsiteX257" fmla="*/ 247208 w 292270"/>
                <a:gd name="connsiteY257" fmla="*/ 106750 h 336550"/>
                <a:gd name="connsiteX258" fmla="*/ 238009 w 292270"/>
                <a:gd name="connsiteY258" fmla="*/ 92175 h 336550"/>
                <a:gd name="connsiteX259" fmla="*/ 248522 w 292270"/>
                <a:gd name="connsiteY259" fmla="*/ 76275 h 336550"/>
                <a:gd name="connsiteX260" fmla="*/ 249836 w 292270"/>
                <a:gd name="connsiteY260" fmla="*/ 76275 h 336550"/>
                <a:gd name="connsiteX261" fmla="*/ 230124 w 292270"/>
                <a:gd name="connsiteY261" fmla="*/ 52425 h 336550"/>
                <a:gd name="connsiteX262" fmla="*/ 230124 w 292270"/>
                <a:gd name="connsiteY262" fmla="*/ 55075 h 336550"/>
                <a:gd name="connsiteX263" fmla="*/ 228810 w 292270"/>
                <a:gd name="connsiteY263" fmla="*/ 55075 h 336550"/>
                <a:gd name="connsiteX264" fmla="*/ 224867 w 292270"/>
                <a:gd name="connsiteY264" fmla="*/ 55075 h 336550"/>
                <a:gd name="connsiteX265" fmla="*/ 224867 w 292270"/>
                <a:gd name="connsiteY265" fmla="*/ 48450 h 336550"/>
                <a:gd name="connsiteX266" fmla="*/ 215668 w 292270"/>
                <a:gd name="connsiteY266" fmla="*/ 43150 h 336550"/>
                <a:gd name="connsiteX267" fmla="*/ 205155 w 292270"/>
                <a:gd name="connsiteY267" fmla="*/ 56400 h 336550"/>
                <a:gd name="connsiteX268" fmla="*/ 194641 w 292270"/>
                <a:gd name="connsiteY268" fmla="*/ 40500 h 336550"/>
                <a:gd name="connsiteX269" fmla="*/ 195956 w 292270"/>
                <a:gd name="connsiteY269" fmla="*/ 33875 h 336550"/>
                <a:gd name="connsiteX270" fmla="*/ 186756 w 292270"/>
                <a:gd name="connsiteY270" fmla="*/ 31225 h 336550"/>
                <a:gd name="connsiteX271" fmla="*/ 186756 w 292270"/>
                <a:gd name="connsiteY271" fmla="*/ 55075 h 336550"/>
                <a:gd name="connsiteX272" fmla="*/ 182814 w 292270"/>
                <a:gd name="connsiteY272" fmla="*/ 55075 h 336550"/>
                <a:gd name="connsiteX273" fmla="*/ 181500 w 292270"/>
                <a:gd name="connsiteY273" fmla="*/ 55075 h 336550"/>
                <a:gd name="connsiteX274" fmla="*/ 181500 w 292270"/>
                <a:gd name="connsiteY274" fmla="*/ 32550 h 336550"/>
                <a:gd name="connsiteX275" fmla="*/ 178872 w 292270"/>
                <a:gd name="connsiteY275" fmla="*/ 33875 h 336550"/>
                <a:gd name="connsiteX276" fmla="*/ 177557 w 292270"/>
                <a:gd name="connsiteY276" fmla="*/ 33875 h 336550"/>
                <a:gd name="connsiteX277" fmla="*/ 176243 w 292270"/>
                <a:gd name="connsiteY277" fmla="*/ 33875 h 336550"/>
                <a:gd name="connsiteX278" fmla="*/ 176243 w 292270"/>
                <a:gd name="connsiteY278" fmla="*/ 31225 h 336550"/>
                <a:gd name="connsiteX279" fmla="*/ 176243 w 292270"/>
                <a:gd name="connsiteY279" fmla="*/ 29900 h 336550"/>
                <a:gd name="connsiteX280" fmla="*/ 177557 w 292270"/>
                <a:gd name="connsiteY280" fmla="*/ 29900 h 336550"/>
                <a:gd name="connsiteX281" fmla="*/ 168358 w 292270"/>
                <a:gd name="connsiteY281" fmla="*/ 28575 h 336550"/>
                <a:gd name="connsiteX282" fmla="*/ 172301 w 292270"/>
                <a:gd name="connsiteY282" fmla="*/ 40500 h 336550"/>
                <a:gd name="connsiteX283" fmla="*/ 161787 w 292270"/>
                <a:gd name="connsiteY283" fmla="*/ 56400 h 336550"/>
                <a:gd name="connsiteX284" fmla="*/ 151274 w 292270"/>
                <a:gd name="connsiteY284" fmla="*/ 40500 h 336550"/>
                <a:gd name="connsiteX285" fmla="*/ 156531 w 292270"/>
                <a:gd name="connsiteY285" fmla="*/ 28575 h 336550"/>
                <a:gd name="connsiteX286" fmla="*/ 144703 w 292270"/>
                <a:gd name="connsiteY286" fmla="*/ 28575 h 336550"/>
                <a:gd name="connsiteX287" fmla="*/ 164533 w 292270"/>
                <a:gd name="connsiteY287" fmla="*/ 0 h 336550"/>
                <a:gd name="connsiteX288" fmla="*/ 266895 w 292270"/>
                <a:gd name="connsiteY288" fmla="*/ 48642 h 336550"/>
                <a:gd name="connsiteX289" fmla="*/ 291829 w 292270"/>
                <a:gd name="connsiteY289" fmla="*/ 130150 h 336550"/>
                <a:gd name="connsiteX290" fmla="*/ 269520 w 292270"/>
                <a:gd name="connsiteY290" fmla="*/ 206400 h 336550"/>
                <a:gd name="connsiteX291" fmla="*/ 257709 w 292270"/>
                <a:gd name="connsiteY291" fmla="*/ 324718 h 336550"/>
                <a:gd name="connsiteX292" fmla="*/ 256396 w 292270"/>
                <a:gd name="connsiteY292" fmla="*/ 332606 h 336550"/>
                <a:gd name="connsiteX293" fmla="*/ 249835 w 292270"/>
                <a:gd name="connsiteY293" fmla="*/ 336550 h 336550"/>
                <a:gd name="connsiteX294" fmla="*/ 105478 w 292270"/>
                <a:gd name="connsiteY294" fmla="*/ 336550 h 336550"/>
                <a:gd name="connsiteX295" fmla="*/ 97604 w 292270"/>
                <a:gd name="connsiteY295" fmla="*/ 331292 h 336550"/>
                <a:gd name="connsiteX296" fmla="*/ 96292 w 292270"/>
                <a:gd name="connsiteY296" fmla="*/ 315516 h 336550"/>
                <a:gd name="connsiteX297" fmla="*/ 96292 w 292270"/>
                <a:gd name="connsiteY297" fmla="*/ 312887 h 336550"/>
                <a:gd name="connsiteX298" fmla="*/ 71357 w 292270"/>
                <a:gd name="connsiteY298" fmla="*/ 294481 h 336550"/>
                <a:gd name="connsiteX299" fmla="*/ 31987 w 292270"/>
                <a:gd name="connsiteY299" fmla="*/ 278706 h 336550"/>
                <a:gd name="connsiteX300" fmla="*/ 25426 w 292270"/>
                <a:gd name="connsiteY300" fmla="*/ 236637 h 336550"/>
                <a:gd name="connsiteX301" fmla="*/ 21489 w 292270"/>
                <a:gd name="connsiteY301" fmla="*/ 209029 h 336550"/>
                <a:gd name="connsiteX302" fmla="*/ 16239 w 292270"/>
                <a:gd name="connsiteY302" fmla="*/ 205085 h 336550"/>
                <a:gd name="connsiteX303" fmla="*/ 491 w 292270"/>
                <a:gd name="connsiteY303" fmla="*/ 191939 h 336550"/>
                <a:gd name="connsiteX304" fmla="*/ 4428 w 292270"/>
                <a:gd name="connsiteY304" fmla="*/ 177478 h 336550"/>
                <a:gd name="connsiteX305" fmla="*/ 24113 w 292270"/>
                <a:gd name="connsiteY305" fmla="*/ 126206 h 336550"/>
                <a:gd name="connsiteX306" fmla="*/ 29363 w 292270"/>
                <a:gd name="connsiteY306" fmla="*/ 97284 h 336550"/>
                <a:gd name="connsiteX307" fmla="*/ 81856 w 292270"/>
                <a:gd name="connsiteY307" fmla="*/ 26293 h 336550"/>
                <a:gd name="connsiteX308" fmla="*/ 164533 w 292270"/>
                <a:gd name="connsiteY308" fmla="*/ 0 h 33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</a:cxnLst>
              <a:rect l="l" t="t" r="r" b="b"/>
              <a:pathLst>
                <a:path w="292270" h="336550">
                  <a:moveTo>
                    <a:pt x="184010" y="131763"/>
                  </a:moveTo>
                  <a:cubicBezTo>
                    <a:pt x="179928" y="131763"/>
                    <a:pt x="178567" y="135573"/>
                    <a:pt x="178567" y="141923"/>
                  </a:cubicBezTo>
                  <a:cubicBezTo>
                    <a:pt x="178567" y="147003"/>
                    <a:pt x="179928" y="150813"/>
                    <a:pt x="184010" y="150813"/>
                  </a:cubicBezTo>
                  <a:cubicBezTo>
                    <a:pt x="188092" y="150813"/>
                    <a:pt x="188092" y="144463"/>
                    <a:pt x="188092" y="141923"/>
                  </a:cubicBezTo>
                  <a:cubicBezTo>
                    <a:pt x="188092" y="138113"/>
                    <a:pt x="188092" y="131763"/>
                    <a:pt x="184010" y="131763"/>
                  </a:cubicBezTo>
                  <a:close/>
                  <a:moveTo>
                    <a:pt x="141147" y="131763"/>
                  </a:moveTo>
                  <a:cubicBezTo>
                    <a:pt x="138425" y="131763"/>
                    <a:pt x="135704" y="135573"/>
                    <a:pt x="135704" y="141923"/>
                  </a:cubicBezTo>
                  <a:cubicBezTo>
                    <a:pt x="135704" y="147003"/>
                    <a:pt x="138425" y="150813"/>
                    <a:pt x="141147" y="150813"/>
                  </a:cubicBezTo>
                  <a:cubicBezTo>
                    <a:pt x="145229" y="150813"/>
                    <a:pt x="145229" y="144463"/>
                    <a:pt x="145229" y="141923"/>
                  </a:cubicBezTo>
                  <a:cubicBezTo>
                    <a:pt x="145229" y="138113"/>
                    <a:pt x="145229" y="131763"/>
                    <a:pt x="141147" y="131763"/>
                  </a:cubicBezTo>
                  <a:close/>
                  <a:moveTo>
                    <a:pt x="96811" y="131763"/>
                  </a:moveTo>
                  <a:cubicBezTo>
                    <a:pt x="95488" y="131763"/>
                    <a:pt x="94165" y="132822"/>
                    <a:pt x="92842" y="134938"/>
                  </a:cubicBezTo>
                  <a:cubicBezTo>
                    <a:pt x="95488" y="134938"/>
                    <a:pt x="98134" y="134938"/>
                    <a:pt x="100780" y="134938"/>
                  </a:cubicBezTo>
                  <a:cubicBezTo>
                    <a:pt x="100780" y="132822"/>
                    <a:pt x="99457" y="131763"/>
                    <a:pt x="96811" y="131763"/>
                  </a:cubicBezTo>
                  <a:close/>
                  <a:moveTo>
                    <a:pt x="225310" y="127000"/>
                  </a:moveTo>
                  <a:cubicBezTo>
                    <a:pt x="226721" y="127000"/>
                    <a:pt x="226721" y="127000"/>
                    <a:pt x="226721" y="127000"/>
                  </a:cubicBezTo>
                  <a:cubicBezTo>
                    <a:pt x="226721" y="127000"/>
                    <a:pt x="226721" y="127000"/>
                    <a:pt x="229543" y="127000"/>
                  </a:cubicBezTo>
                  <a:cubicBezTo>
                    <a:pt x="230954" y="127000"/>
                    <a:pt x="230954" y="127000"/>
                    <a:pt x="230954" y="127000"/>
                  </a:cubicBezTo>
                  <a:cubicBezTo>
                    <a:pt x="230954" y="127000"/>
                    <a:pt x="230954" y="127000"/>
                    <a:pt x="230954" y="155792"/>
                  </a:cubicBezTo>
                  <a:cubicBezTo>
                    <a:pt x="230954" y="155792"/>
                    <a:pt x="230954" y="157163"/>
                    <a:pt x="229543" y="157163"/>
                  </a:cubicBezTo>
                  <a:cubicBezTo>
                    <a:pt x="229543" y="157163"/>
                    <a:pt x="229543" y="157163"/>
                    <a:pt x="225310" y="157163"/>
                  </a:cubicBezTo>
                  <a:cubicBezTo>
                    <a:pt x="225310" y="157163"/>
                    <a:pt x="225310" y="155792"/>
                    <a:pt x="225310" y="155792"/>
                  </a:cubicBezTo>
                  <a:cubicBezTo>
                    <a:pt x="225310" y="155792"/>
                    <a:pt x="225310" y="155792"/>
                    <a:pt x="225310" y="132484"/>
                  </a:cubicBezTo>
                  <a:cubicBezTo>
                    <a:pt x="225310" y="132484"/>
                    <a:pt x="225310" y="132484"/>
                    <a:pt x="221076" y="133855"/>
                  </a:cubicBezTo>
                  <a:cubicBezTo>
                    <a:pt x="221076" y="135227"/>
                    <a:pt x="221076" y="135227"/>
                    <a:pt x="221076" y="135227"/>
                  </a:cubicBezTo>
                  <a:cubicBezTo>
                    <a:pt x="219665" y="133855"/>
                    <a:pt x="219665" y="133855"/>
                    <a:pt x="219665" y="133855"/>
                  </a:cubicBezTo>
                  <a:cubicBezTo>
                    <a:pt x="219665" y="133855"/>
                    <a:pt x="219665" y="133855"/>
                    <a:pt x="219665" y="131113"/>
                  </a:cubicBezTo>
                  <a:cubicBezTo>
                    <a:pt x="218254" y="131113"/>
                    <a:pt x="219665" y="129742"/>
                    <a:pt x="219665" y="129742"/>
                  </a:cubicBezTo>
                  <a:cubicBezTo>
                    <a:pt x="219665" y="129742"/>
                    <a:pt x="219665" y="129742"/>
                    <a:pt x="225310" y="127000"/>
                  </a:cubicBezTo>
                  <a:close/>
                  <a:moveTo>
                    <a:pt x="203791" y="127000"/>
                  </a:moveTo>
                  <a:cubicBezTo>
                    <a:pt x="203791" y="127000"/>
                    <a:pt x="203791" y="127000"/>
                    <a:pt x="207495" y="127000"/>
                  </a:cubicBezTo>
                  <a:cubicBezTo>
                    <a:pt x="207495" y="127000"/>
                    <a:pt x="208730" y="127000"/>
                    <a:pt x="208730" y="127000"/>
                  </a:cubicBezTo>
                  <a:cubicBezTo>
                    <a:pt x="208730" y="127000"/>
                    <a:pt x="208730" y="127000"/>
                    <a:pt x="208730" y="155792"/>
                  </a:cubicBezTo>
                  <a:cubicBezTo>
                    <a:pt x="208730" y="155792"/>
                    <a:pt x="207495" y="157163"/>
                    <a:pt x="207495" y="157163"/>
                  </a:cubicBezTo>
                  <a:cubicBezTo>
                    <a:pt x="207495" y="157163"/>
                    <a:pt x="207495" y="157163"/>
                    <a:pt x="203791" y="157163"/>
                  </a:cubicBezTo>
                  <a:cubicBezTo>
                    <a:pt x="203791" y="157163"/>
                    <a:pt x="202556" y="155792"/>
                    <a:pt x="202556" y="155792"/>
                  </a:cubicBezTo>
                  <a:cubicBezTo>
                    <a:pt x="202556" y="155792"/>
                    <a:pt x="202556" y="155792"/>
                    <a:pt x="202556" y="132484"/>
                  </a:cubicBezTo>
                  <a:cubicBezTo>
                    <a:pt x="202556" y="132484"/>
                    <a:pt x="202556" y="132484"/>
                    <a:pt x="200086" y="133855"/>
                  </a:cubicBezTo>
                  <a:cubicBezTo>
                    <a:pt x="200086" y="135227"/>
                    <a:pt x="198852" y="135227"/>
                    <a:pt x="198852" y="135227"/>
                  </a:cubicBezTo>
                  <a:cubicBezTo>
                    <a:pt x="198852" y="133855"/>
                    <a:pt x="198852" y="133855"/>
                    <a:pt x="198852" y="133855"/>
                  </a:cubicBezTo>
                  <a:cubicBezTo>
                    <a:pt x="198852" y="133855"/>
                    <a:pt x="198852" y="133855"/>
                    <a:pt x="197617" y="131113"/>
                  </a:cubicBezTo>
                  <a:cubicBezTo>
                    <a:pt x="197617" y="131113"/>
                    <a:pt x="197617" y="129742"/>
                    <a:pt x="198852" y="129742"/>
                  </a:cubicBezTo>
                  <a:cubicBezTo>
                    <a:pt x="198852" y="129742"/>
                    <a:pt x="198852" y="129742"/>
                    <a:pt x="203791" y="127000"/>
                  </a:cubicBezTo>
                  <a:close/>
                  <a:moveTo>
                    <a:pt x="183964" y="127000"/>
                  </a:moveTo>
                  <a:cubicBezTo>
                    <a:pt x="189044" y="127000"/>
                    <a:pt x="192854" y="132246"/>
                    <a:pt x="192854" y="141426"/>
                  </a:cubicBezTo>
                  <a:cubicBezTo>
                    <a:pt x="192854" y="151918"/>
                    <a:pt x="189044" y="157163"/>
                    <a:pt x="182694" y="157163"/>
                  </a:cubicBezTo>
                  <a:cubicBezTo>
                    <a:pt x="177614" y="157163"/>
                    <a:pt x="173804" y="151918"/>
                    <a:pt x="173804" y="142737"/>
                  </a:cubicBezTo>
                  <a:cubicBezTo>
                    <a:pt x="173804" y="133557"/>
                    <a:pt x="177614" y="127000"/>
                    <a:pt x="183964" y="127000"/>
                  </a:cubicBezTo>
                  <a:close/>
                  <a:moveTo>
                    <a:pt x="161699" y="127000"/>
                  </a:moveTo>
                  <a:cubicBezTo>
                    <a:pt x="161699" y="127000"/>
                    <a:pt x="161699" y="127000"/>
                    <a:pt x="164478" y="127000"/>
                  </a:cubicBezTo>
                  <a:cubicBezTo>
                    <a:pt x="165867" y="127000"/>
                    <a:pt x="165867" y="127000"/>
                    <a:pt x="165867" y="127000"/>
                  </a:cubicBezTo>
                  <a:cubicBezTo>
                    <a:pt x="165867" y="127000"/>
                    <a:pt x="165867" y="127000"/>
                    <a:pt x="165867" y="155792"/>
                  </a:cubicBezTo>
                  <a:cubicBezTo>
                    <a:pt x="165867" y="155792"/>
                    <a:pt x="165867" y="157163"/>
                    <a:pt x="164478" y="157163"/>
                  </a:cubicBezTo>
                  <a:cubicBezTo>
                    <a:pt x="164478" y="157163"/>
                    <a:pt x="164478" y="157163"/>
                    <a:pt x="161699" y="157163"/>
                  </a:cubicBezTo>
                  <a:cubicBezTo>
                    <a:pt x="160310" y="157163"/>
                    <a:pt x="160310" y="155792"/>
                    <a:pt x="160310" y="155792"/>
                  </a:cubicBezTo>
                  <a:cubicBezTo>
                    <a:pt x="160310" y="155792"/>
                    <a:pt x="160310" y="155792"/>
                    <a:pt x="160310" y="132484"/>
                  </a:cubicBezTo>
                  <a:cubicBezTo>
                    <a:pt x="160310" y="132484"/>
                    <a:pt x="160310" y="132484"/>
                    <a:pt x="156143" y="133855"/>
                  </a:cubicBezTo>
                  <a:cubicBezTo>
                    <a:pt x="156143" y="135227"/>
                    <a:pt x="156143" y="135227"/>
                    <a:pt x="156143" y="135227"/>
                  </a:cubicBezTo>
                  <a:cubicBezTo>
                    <a:pt x="154754" y="133855"/>
                    <a:pt x="154754" y="133855"/>
                    <a:pt x="154754" y="133855"/>
                  </a:cubicBezTo>
                  <a:cubicBezTo>
                    <a:pt x="154754" y="133855"/>
                    <a:pt x="154754" y="133855"/>
                    <a:pt x="154754" y="131113"/>
                  </a:cubicBezTo>
                  <a:cubicBezTo>
                    <a:pt x="154754" y="131113"/>
                    <a:pt x="154754" y="129742"/>
                    <a:pt x="154754" y="129742"/>
                  </a:cubicBezTo>
                  <a:cubicBezTo>
                    <a:pt x="154754" y="129742"/>
                    <a:pt x="154754" y="129742"/>
                    <a:pt x="161699" y="127000"/>
                  </a:cubicBezTo>
                  <a:close/>
                  <a:moveTo>
                    <a:pt x="141261" y="127000"/>
                  </a:moveTo>
                  <a:cubicBezTo>
                    <a:pt x="147710" y="127000"/>
                    <a:pt x="151580" y="132246"/>
                    <a:pt x="151580" y="141426"/>
                  </a:cubicBezTo>
                  <a:cubicBezTo>
                    <a:pt x="151580" y="151918"/>
                    <a:pt x="147710" y="157163"/>
                    <a:pt x="141261" y="157163"/>
                  </a:cubicBezTo>
                  <a:cubicBezTo>
                    <a:pt x="134811" y="157163"/>
                    <a:pt x="130942" y="151918"/>
                    <a:pt x="130942" y="142737"/>
                  </a:cubicBezTo>
                  <a:cubicBezTo>
                    <a:pt x="130942" y="133557"/>
                    <a:pt x="134811" y="127000"/>
                    <a:pt x="141261" y="127000"/>
                  </a:cubicBezTo>
                  <a:close/>
                  <a:moveTo>
                    <a:pt x="247736" y="80963"/>
                  </a:moveTo>
                  <a:cubicBezTo>
                    <a:pt x="245015" y="80963"/>
                    <a:pt x="243654" y="85091"/>
                    <a:pt x="243654" y="91970"/>
                  </a:cubicBezTo>
                  <a:cubicBezTo>
                    <a:pt x="243654" y="97474"/>
                    <a:pt x="245015" y="101601"/>
                    <a:pt x="247736" y="101601"/>
                  </a:cubicBezTo>
                  <a:cubicBezTo>
                    <a:pt x="251818" y="101601"/>
                    <a:pt x="253179" y="94722"/>
                    <a:pt x="253179" y="90594"/>
                  </a:cubicBezTo>
                  <a:cubicBezTo>
                    <a:pt x="253179" y="87843"/>
                    <a:pt x="251818" y="80963"/>
                    <a:pt x="247736" y="80963"/>
                  </a:cubicBezTo>
                  <a:close/>
                  <a:moveTo>
                    <a:pt x="205328" y="80963"/>
                  </a:moveTo>
                  <a:cubicBezTo>
                    <a:pt x="203060" y="80963"/>
                    <a:pt x="200792" y="85091"/>
                    <a:pt x="200792" y="91970"/>
                  </a:cubicBezTo>
                  <a:cubicBezTo>
                    <a:pt x="200792" y="97474"/>
                    <a:pt x="203060" y="101601"/>
                    <a:pt x="205328" y="101601"/>
                  </a:cubicBezTo>
                  <a:cubicBezTo>
                    <a:pt x="208730" y="101601"/>
                    <a:pt x="208730" y="94722"/>
                    <a:pt x="208730" y="90594"/>
                  </a:cubicBezTo>
                  <a:cubicBezTo>
                    <a:pt x="208730" y="87843"/>
                    <a:pt x="208730" y="80963"/>
                    <a:pt x="205328" y="80963"/>
                  </a:cubicBezTo>
                  <a:close/>
                  <a:moveTo>
                    <a:pt x="184010" y="80963"/>
                  </a:moveTo>
                  <a:cubicBezTo>
                    <a:pt x="179928" y="80963"/>
                    <a:pt x="178567" y="85091"/>
                    <a:pt x="178567" y="91970"/>
                  </a:cubicBezTo>
                  <a:cubicBezTo>
                    <a:pt x="178567" y="97474"/>
                    <a:pt x="179928" y="101601"/>
                    <a:pt x="184010" y="101601"/>
                  </a:cubicBezTo>
                  <a:cubicBezTo>
                    <a:pt x="188092" y="101601"/>
                    <a:pt x="188092" y="94722"/>
                    <a:pt x="188092" y="90594"/>
                  </a:cubicBezTo>
                  <a:cubicBezTo>
                    <a:pt x="188092" y="87843"/>
                    <a:pt x="188092" y="80963"/>
                    <a:pt x="184010" y="80963"/>
                  </a:cubicBezTo>
                  <a:close/>
                  <a:moveTo>
                    <a:pt x="162011" y="80963"/>
                  </a:moveTo>
                  <a:cubicBezTo>
                    <a:pt x="159290" y="80963"/>
                    <a:pt x="157929" y="85091"/>
                    <a:pt x="157929" y="91970"/>
                  </a:cubicBezTo>
                  <a:cubicBezTo>
                    <a:pt x="157929" y="97474"/>
                    <a:pt x="159290" y="101601"/>
                    <a:pt x="162011" y="101601"/>
                  </a:cubicBezTo>
                  <a:cubicBezTo>
                    <a:pt x="166093" y="101601"/>
                    <a:pt x="167454" y="94722"/>
                    <a:pt x="167454" y="90594"/>
                  </a:cubicBezTo>
                  <a:cubicBezTo>
                    <a:pt x="167454" y="87843"/>
                    <a:pt x="166093" y="80963"/>
                    <a:pt x="162011" y="80963"/>
                  </a:cubicBezTo>
                  <a:close/>
                  <a:moveTo>
                    <a:pt x="76173" y="80963"/>
                  </a:moveTo>
                  <a:cubicBezTo>
                    <a:pt x="73527" y="80963"/>
                    <a:pt x="72204" y="85091"/>
                    <a:pt x="72204" y="91970"/>
                  </a:cubicBezTo>
                  <a:cubicBezTo>
                    <a:pt x="72204" y="97474"/>
                    <a:pt x="73527" y="101601"/>
                    <a:pt x="76173" y="101601"/>
                  </a:cubicBezTo>
                  <a:cubicBezTo>
                    <a:pt x="80142" y="101601"/>
                    <a:pt x="80142" y="94722"/>
                    <a:pt x="80142" y="90594"/>
                  </a:cubicBezTo>
                  <a:cubicBezTo>
                    <a:pt x="80142" y="87843"/>
                    <a:pt x="80142" y="80963"/>
                    <a:pt x="76173" y="80963"/>
                  </a:cubicBezTo>
                  <a:close/>
                  <a:moveTo>
                    <a:pt x="225310" y="76200"/>
                  </a:moveTo>
                  <a:cubicBezTo>
                    <a:pt x="226721" y="76200"/>
                    <a:pt x="226721" y="76200"/>
                    <a:pt x="226721" y="76200"/>
                  </a:cubicBezTo>
                  <a:cubicBezTo>
                    <a:pt x="226721" y="76200"/>
                    <a:pt x="226721" y="76200"/>
                    <a:pt x="229543" y="76200"/>
                  </a:cubicBezTo>
                  <a:cubicBezTo>
                    <a:pt x="230954" y="76200"/>
                    <a:pt x="230954" y="77511"/>
                    <a:pt x="230954" y="77511"/>
                  </a:cubicBezTo>
                  <a:cubicBezTo>
                    <a:pt x="230954" y="77511"/>
                    <a:pt x="230954" y="77511"/>
                    <a:pt x="230954" y="105052"/>
                  </a:cubicBezTo>
                  <a:cubicBezTo>
                    <a:pt x="230954" y="105052"/>
                    <a:pt x="230954" y="106363"/>
                    <a:pt x="229543" y="106363"/>
                  </a:cubicBezTo>
                  <a:cubicBezTo>
                    <a:pt x="229543" y="106363"/>
                    <a:pt x="229543" y="106363"/>
                    <a:pt x="225310" y="106363"/>
                  </a:cubicBezTo>
                  <a:cubicBezTo>
                    <a:pt x="225310" y="106363"/>
                    <a:pt x="225310" y="105052"/>
                    <a:pt x="225310" y="105052"/>
                  </a:cubicBezTo>
                  <a:cubicBezTo>
                    <a:pt x="225310" y="105052"/>
                    <a:pt x="225310" y="105052"/>
                    <a:pt x="225310" y="82757"/>
                  </a:cubicBezTo>
                  <a:cubicBezTo>
                    <a:pt x="225310" y="82757"/>
                    <a:pt x="225310" y="82757"/>
                    <a:pt x="221076" y="84069"/>
                  </a:cubicBezTo>
                  <a:cubicBezTo>
                    <a:pt x="219665" y="84069"/>
                    <a:pt x="219665" y="84069"/>
                    <a:pt x="219665" y="84069"/>
                  </a:cubicBezTo>
                  <a:cubicBezTo>
                    <a:pt x="219665" y="84069"/>
                    <a:pt x="219665" y="84069"/>
                    <a:pt x="219665" y="81446"/>
                  </a:cubicBezTo>
                  <a:cubicBezTo>
                    <a:pt x="218254" y="80134"/>
                    <a:pt x="219665" y="80134"/>
                    <a:pt x="219665" y="80134"/>
                  </a:cubicBezTo>
                  <a:cubicBezTo>
                    <a:pt x="219665" y="80134"/>
                    <a:pt x="219665" y="80134"/>
                    <a:pt x="225310" y="76200"/>
                  </a:cubicBezTo>
                  <a:close/>
                  <a:moveTo>
                    <a:pt x="205555" y="76200"/>
                  </a:moveTo>
                  <a:cubicBezTo>
                    <a:pt x="212500" y="76200"/>
                    <a:pt x="216667" y="81446"/>
                    <a:pt x="216667" y="90626"/>
                  </a:cubicBezTo>
                  <a:cubicBezTo>
                    <a:pt x="216667" y="101118"/>
                    <a:pt x="212500" y="106363"/>
                    <a:pt x="205555" y="106363"/>
                  </a:cubicBezTo>
                  <a:cubicBezTo>
                    <a:pt x="198609" y="106363"/>
                    <a:pt x="194442" y="101118"/>
                    <a:pt x="194442" y="91937"/>
                  </a:cubicBezTo>
                  <a:cubicBezTo>
                    <a:pt x="194442" y="81446"/>
                    <a:pt x="198609" y="76200"/>
                    <a:pt x="205555" y="76200"/>
                  </a:cubicBezTo>
                  <a:close/>
                  <a:moveTo>
                    <a:pt x="183964" y="76200"/>
                  </a:moveTo>
                  <a:cubicBezTo>
                    <a:pt x="189044" y="76200"/>
                    <a:pt x="192854" y="81446"/>
                    <a:pt x="192854" y="90626"/>
                  </a:cubicBezTo>
                  <a:cubicBezTo>
                    <a:pt x="192854" y="101118"/>
                    <a:pt x="189044" y="106363"/>
                    <a:pt x="182694" y="106363"/>
                  </a:cubicBezTo>
                  <a:cubicBezTo>
                    <a:pt x="177614" y="106363"/>
                    <a:pt x="173804" y="101118"/>
                    <a:pt x="173804" y="91937"/>
                  </a:cubicBezTo>
                  <a:cubicBezTo>
                    <a:pt x="173804" y="81446"/>
                    <a:pt x="177614" y="76200"/>
                    <a:pt x="183964" y="76200"/>
                  </a:cubicBezTo>
                  <a:close/>
                  <a:moveTo>
                    <a:pt x="161898" y="76200"/>
                  </a:moveTo>
                  <a:cubicBezTo>
                    <a:pt x="168347" y="76200"/>
                    <a:pt x="172217" y="81446"/>
                    <a:pt x="172217" y="90626"/>
                  </a:cubicBezTo>
                  <a:cubicBezTo>
                    <a:pt x="172217" y="101118"/>
                    <a:pt x="168347" y="106363"/>
                    <a:pt x="161898" y="106363"/>
                  </a:cubicBezTo>
                  <a:cubicBezTo>
                    <a:pt x="155448" y="106363"/>
                    <a:pt x="152869" y="101118"/>
                    <a:pt x="151579" y="91937"/>
                  </a:cubicBezTo>
                  <a:cubicBezTo>
                    <a:pt x="151579" y="81446"/>
                    <a:pt x="156738" y="76200"/>
                    <a:pt x="161898" y="76200"/>
                  </a:cubicBezTo>
                  <a:close/>
                  <a:moveTo>
                    <a:pt x="139584" y="76200"/>
                  </a:moveTo>
                  <a:cubicBezTo>
                    <a:pt x="139584" y="76200"/>
                    <a:pt x="139584" y="76200"/>
                    <a:pt x="140996" y="76200"/>
                  </a:cubicBezTo>
                  <a:cubicBezTo>
                    <a:pt x="140996" y="76200"/>
                    <a:pt x="140996" y="76200"/>
                    <a:pt x="143818" y="76200"/>
                  </a:cubicBezTo>
                  <a:cubicBezTo>
                    <a:pt x="143818" y="76200"/>
                    <a:pt x="145229" y="77511"/>
                    <a:pt x="145229" y="77511"/>
                  </a:cubicBezTo>
                  <a:cubicBezTo>
                    <a:pt x="145229" y="77511"/>
                    <a:pt x="145229" y="77511"/>
                    <a:pt x="145229" y="105052"/>
                  </a:cubicBezTo>
                  <a:cubicBezTo>
                    <a:pt x="145229" y="105052"/>
                    <a:pt x="143818" y="106363"/>
                    <a:pt x="143818" y="106363"/>
                  </a:cubicBezTo>
                  <a:cubicBezTo>
                    <a:pt x="143818" y="106363"/>
                    <a:pt x="143818" y="106363"/>
                    <a:pt x="139584" y="106363"/>
                  </a:cubicBezTo>
                  <a:cubicBezTo>
                    <a:pt x="139584" y="106363"/>
                    <a:pt x="139584" y="105052"/>
                    <a:pt x="139584" y="105052"/>
                  </a:cubicBezTo>
                  <a:cubicBezTo>
                    <a:pt x="139584" y="105052"/>
                    <a:pt x="139584" y="105052"/>
                    <a:pt x="139584" y="82757"/>
                  </a:cubicBezTo>
                  <a:cubicBezTo>
                    <a:pt x="139584" y="82757"/>
                    <a:pt x="139584" y="82757"/>
                    <a:pt x="135351" y="84069"/>
                  </a:cubicBezTo>
                  <a:cubicBezTo>
                    <a:pt x="135351" y="84069"/>
                    <a:pt x="135351" y="84069"/>
                    <a:pt x="133940" y="84069"/>
                  </a:cubicBezTo>
                  <a:lnTo>
                    <a:pt x="132529" y="81446"/>
                  </a:lnTo>
                  <a:cubicBezTo>
                    <a:pt x="132529" y="80134"/>
                    <a:pt x="132529" y="80134"/>
                    <a:pt x="133940" y="80134"/>
                  </a:cubicBezTo>
                  <a:cubicBezTo>
                    <a:pt x="133940" y="80134"/>
                    <a:pt x="133940" y="80134"/>
                    <a:pt x="139584" y="76200"/>
                  </a:cubicBezTo>
                  <a:close/>
                  <a:moveTo>
                    <a:pt x="118837" y="76200"/>
                  </a:moveTo>
                  <a:cubicBezTo>
                    <a:pt x="118837" y="76200"/>
                    <a:pt x="118837" y="76200"/>
                    <a:pt x="123005" y="76200"/>
                  </a:cubicBezTo>
                  <a:cubicBezTo>
                    <a:pt x="123005" y="76200"/>
                    <a:pt x="123005" y="77511"/>
                    <a:pt x="123005" y="77511"/>
                  </a:cubicBezTo>
                  <a:cubicBezTo>
                    <a:pt x="123005" y="77511"/>
                    <a:pt x="123005" y="77511"/>
                    <a:pt x="123005" y="105052"/>
                  </a:cubicBezTo>
                  <a:cubicBezTo>
                    <a:pt x="123005" y="105052"/>
                    <a:pt x="123005" y="106363"/>
                    <a:pt x="123005" y="106363"/>
                  </a:cubicBezTo>
                  <a:cubicBezTo>
                    <a:pt x="123005" y="106363"/>
                    <a:pt x="123005" y="106363"/>
                    <a:pt x="118837" y="106363"/>
                  </a:cubicBezTo>
                  <a:cubicBezTo>
                    <a:pt x="118837" y="106363"/>
                    <a:pt x="117448" y="105052"/>
                    <a:pt x="117448" y="105052"/>
                  </a:cubicBezTo>
                  <a:cubicBezTo>
                    <a:pt x="117448" y="105052"/>
                    <a:pt x="117448" y="105052"/>
                    <a:pt x="117448" y="82757"/>
                  </a:cubicBezTo>
                  <a:cubicBezTo>
                    <a:pt x="117448" y="82757"/>
                    <a:pt x="117448" y="82757"/>
                    <a:pt x="114670" y="84069"/>
                  </a:cubicBezTo>
                  <a:cubicBezTo>
                    <a:pt x="113281" y="84069"/>
                    <a:pt x="113281" y="84069"/>
                    <a:pt x="113281" y="84069"/>
                  </a:cubicBezTo>
                  <a:cubicBezTo>
                    <a:pt x="113281" y="84069"/>
                    <a:pt x="113281" y="84069"/>
                    <a:pt x="111892" y="81446"/>
                  </a:cubicBezTo>
                  <a:cubicBezTo>
                    <a:pt x="111892" y="80134"/>
                    <a:pt x="111892" y="80134"/>
                    <a:pt x="111892" y="80134"/>
                  </a:cubicBezTo>
                  <a:cubicBezTo>
                    <a:pt x="111892" y="80134"/>
                    <a:pt x="111892" y="80134"/>
                    <a:pt x="118837" y="76200"/>
                  </a:cubicBezTo>
                  <a:close/>
                  <a:moveTo>
                    <a:pt x="97207" y="76200"/>
                  </a:moveTo>
                  <a:cubicBezTo>
                    <a:pt x="97207" y="76200"/>
                    <a:pt x="97207" y="76200"/>
                    <a:pt x="99588" y="76200"/>
                  </a:cubicBezTo>
                  <a:cubicBezTo>
                    <a:pt x="100779" y="76200"/>
                    <a:pt x="100779" y="77511"/>
                    <a:pt x="100779" y="77511"/>
                  </a:cubicBezTo>
                  <a:cubicBezTo>
                    <a:pt x="100779" y="77511"/>
                    <a:pt x="100779" y="77511"/>
                    <a:pt x="100779" y="105052"/>
                  </a:cubicBezTo>
                  <a:cubicBezTo>
                    <a:pt x="100779" y="105052"/>
                    <a:pt x="100779" y="106363"/>
                    <a:pt x="99588" y="106363"/>
                  </a:cubicBezTo>
                  <a:cubicBezTo>
                    <a:pt x="99588" y="106363"/>
                    <a:pt x="99588" y="106363"/>
                    <a:pt x="97207" y="106363"/>
                  </a:cubicBezTo>
                  <a:cubicBezTo>
                    <a:pt x="96016" y="106363"/>
                    <a:pt x="96016" y="105052"/>
                    <a:pt x="96016" y="105052"/>
                  </a:cubicBezTo>
                  <a:cubicBezTo>
                    <a:pt x="96016" y="105052"/>
                    <a:pt x="96016" y="105052"/>
                    <a:pt x="96016" y="82757"/>
                  </a:cubicBezTo>
                  <a:cubicBezTo>
                    <a:pt x="96016" y="82757"/>
                    <a:pt x="96016" y="82757"/>
                    <a:pt x="92444" y="84069"/>
                  </a:cubicBezTo>
                  <a:cubicBezTo>
                    <a:pt x="91254" y="84069"/>
                    <a:pt x="91254" y="84069"/>
                    <a:pt x="91254" y="84069"/>
                  </a:cubicBezTo>
                  <a:cubicBezTo>
                    <a:pt x="91254" y="84069"/>
                    <a:pt x="91254" y="84069"/>
                    <a:pt x="91254" y="81446"/>
                  </a:cubicBezTo>
                  <a:cubicBezTo>
                    <a:pt x="91254" y="80134"/>
                    <a:pt x="91254" y="80134"/>
                    <a:pt x="91254" y="80134"/>
                  </a:cubicBezTo>
                  <a:cubicBezTo>
                    <a:pt x="91254" y="80134"/>
                    <a:pt x="91254" y="80134"/>
                    <a:pt x="97207" y="76200"/>
                  </a:cubicBezTo>
                  <a:close/>
                  <a:moveTo>
                    <a:pt x="201926" y="36513"/>
                  </a:moveTo>
                  <a:cubicBezTo>
                    <a:pt x="200792" y="37812"/>
                    <a:pt x="200792" y="39111"/>
                    <a:pt x="200792" y="40409"/>
                  </a:cubicBezTo>
                  <a:cubicBezTo>
                    <a:pt x="200792" y="46904"/>
                    <a:pt x="203060" y="50801"/>
                    <a:pt x="205328" y="50801"/>
                  </a:cubicBezTo>
                  <a:cubicBezTo>
                    <a:pt x="208730" y="50801"/>
                    <a:pt x="208730" y="44306"/>
                    <a:pt x="208730" y="40409"/>
                  </a:cubicBezTo>
                  <a:cubicBezTo>
                    <a:pt x="208730" y="40409"/>
                    <a:pt x="208730" y="40409"/>
                    <a:pt x="208730" y="39111"/>
                  </a:cubicBezTo>
                  <a:cubicBezTo>
                    <a:pt x="206462" y="37812"/>
                    <a:pt x="204194" y="36513"/>
                    <a:pt x="201926" y="36513"/>
                  </a:cubicBezTo>
                  <a:close/>
                  <a:moveTo>
                    <a:pt x="123005" y="34925"/>
                  </a:moveTo>
                  <a:cubicBezTo>
                    <a:pt x="120737" y="34925"/>
                    <a:pt x="118469" y="36248"/>
                    <a:pt x="116201" y="37571"/>
                  </a:cubicBezTo>
                  <a:cubicBezTo>
                    <a:pt x="116201" y="38894"/>
                    <a:pt x="115067" y="38894"/>
                    <a:pt x="115067" y="38894"/>
                  </a:cubicBezTo>
                  <a:cubicBezTo>
                    <a:pt x="115067" y="38894"/>
                    <a:pt x="115067" y="40216"/>
                    <a:pt x="115067" y="40216"/>
                  </a:cubicBezTo>
                  <a:cubicBezTo>
                    <a:pt x="115067" y="46831"/>
                    <a:pt x="116201" y="50800"/>
                    <a:pt x="119603" y="50800"/>
                  </a:cubicBezTo>
                  <a:cubicBezTo>
                    <a:pt x="123005" y="50800"/>
                    <a:pt x="123005" y="44185"/>
                    <a:pt x="123005" y="40216"/>
                  </a:cubicBezTo>
                  <a:cubicBezTo>
                    <a:pt x="123005" y="38894"/>
                    <a:pt x="123005" y="36248"/>
                    <a:pt x="123005" y="34925"/>
                  </a:cubicBezTo>
                  <a:close/>
                  <a:moveTo>
                    <a:pt x="162011" y="31750"/>
                  </a:moveTo>
                  <a:cubicBezTo>
                    <a:pt x="159290" y="31750"/>
                    <a:pt x="157929" y="35560"/>
                    <a:pt x="157929" y="40640"/>
                  </a:cubicBezTo>
                  <a:cubicBezTo>
                    <a:pt x="157929" y="46990"/>
                    <a:pt x="159290" y="50800"/>
                    <a:pt x="162011" y="50800"/>
                  </a:cubicBezTo>
                  <a:cubicBezTo>
                    <a:pt x="166093" y="50800"/>
                    <a:pt x="167454" y="44450"/>
                    <a:pt x="167454" y="40640"/>
                  </a:cubicBezTo>
                  <a:cubicBezTo>
                    <a:pt x="167454" y="36830"/>
                    <a:pt x="166093" y="31750"/>
                    <a:pt x="162011" y="31750"/>
                  </a:cubicBezTo>
                  <a:close/>
                  <a:moveTo>
                    <a:pt x="144703" y="28575"/>
                  </a:moveTo>
                  <a:cubicBezTo>
                    <a:pt x="144703" y="28575"/>
                    <a:pt x="144703" y="28575"/>
                    <a:pt x="144703" y="55075"/>
                  </a:cubicBezTo>
                  <a:cubicBezTo>
                    <a:pt x="144703" y="55075"/>
                    <a:pt x="143389" y="55075"/>
                    <a:pt x="143389" y="55075"/>
                  </a:cubicBezTo>
                  <a:cubicBezTo>
                    <a:pt x="143389" y="55075"/>
                    <a:pt x="143389" y="55075"/>
                    <a:pt x="139447" y="55075"/>
                  </a:cubicBezTo>
                  <a:cubicBezTo>
                    <a:pt x="139447" y="55075"/>
                    <a:pt x="139447" y="55075"/>
                    <a:pt x="139447" y="32550"/>
                  </a:cubicBezTo>
                  <a:cubicBezTo>
                    <a:pt x="139447" y="32550"/>
                    <a:pt x="139447" y="32550"/>
                    <a:pt x="135504" y="33875"/>
                  </a:cubicBezTo>
                  <a:cubicBezTo>
                    <a:pt x="135504" y="33875"/>
                    <a:pt x="135504" y="33875"/>
                    <a:pt x="134190" y="33875"/>
                  </a:cubicBezTo>
                  <a:cubicBezTo>
                    <a:pt x="134190" y="33875"/>
                    <a:pt x="134190" y="33875"/>
                    <a:pt x="132876" y="31225"/>
                  </a:cubicBezTo>
                  <a:cubicBezTo>
                    <a:pt x="131562" y="31225"/>
                    <a:pt x="130248" y="32550"/>
                    <a:pt x="127619" y="32550"/>
                  </a:cubicBezTo>
                  <a:cubicBezTo>
                    <a:pt x="128934" y="35200"/>
                    <a:pt x="128934" y="37850"/>
                    <a:pt x="128934" y="40500"/>
                  </a:cubicBezTo>
                  <a:cubicBezTo>
                    <a:pt x="128934" y="51100"/>
                    <a:pt x="124991" y="56400"/>
                    <a:pt x="118420" y="56400"/>
                  </a:cubicBezTo>
                  <a:cubicBezTo>
                    <a:pt x="113164" y="56400"/>
                    <a:pt x="109221" y="51100"/>
                    <a:pt x="109221" y="41825"/>
                  </a:cubicBezTo>
                  <a:cubicBezTo>
                    <a:pt x="106593" y="43150"/>
                    <a:pt x="103964" y="44475"/>
                    <a:pt x="101336" y="47125"/>
                  </a:cubicBezTo>
                  <a:cubicBezTo>
                    <a:pt x="101336" y="47125"/>
                    <a:pt x="101336" y="47125"/>
                    <a:pt x="101336" y="55075"/>
                  </a:cubicBezTo>
                  <a:cubicBezTo>
                    <a:pt x="101336" y="55075"/>
                    <a:pt x="101336" y="55075"/>
                    <a:pt x="100022" y="55075"/>
                  </a:cubicBezTo>
                  <a:cubicBezTo>
                    <a:pt x="100022" y="55075"/>
                    <a:pt x="100022" y="55075"/>
                    <a:pt x="97394" y="55075"/>
                  </a:cubicBezTo>
                  <a:cubicBezTo>
                    <a:pt x="96080" y="55075"/>
                    <a:pt x="96080" y="55075"/>
                    <a:pt x="96080" y="55075"/>
                  </a:cubicBezTo>
                  <a:cubicBezTo>
                    <a:pt x="96080" y="55075"/>
                    <a:pt x="96080" y="55075"/>
                    <a:pt x="96080" y="49775"/>
                  </a:cubicBezTo>
                  <a:cubicBezTo>
                    <a:pt x="85566" y="57725"/>
                    <a:pt x="77681" y="65675"/>
                    <a:pt x="72425" y="77600"/>
                  </a:cubicBezTo>
                  <a:cubicBezTo>
                    <a:pt x="73739" y="76275"/>
                    <a:pt x="75053" y="76275"/>
                    <a:pt x="76367" y="76275"/>
                  </a:cubicBezTo>
                  <a:cubicBezTo>
                    <a:pt x="82938" y="76275"/>
                    <a:pt x="86880" y="81575"/>
                    <a:pt x="86880" y="90850"/>
                  </a:cubicBezTo>
                  <a:cubicBezTo>
                    <a:pt x="86880" y="101450"/>
                    <a:pt x="82938" y="106750"/>
                    <a:pt x="76367" y="106750"/>
                  </a:cubicBezTo>
                  <a:cubicBezTo>
                    <a:pt x="71111" y="106750"/>
                    <a:pt x="68482" y="102775"/>
                    <a:pt x="67168" y="97475"/>
                  </a:cubicBezTo>
                  <a:cubicBezTo>
                    <a:pt x="65854" y="106750"/>
                    <a:pt x="69796" y="120000"/>
                    <a:pt x="75053" y="127950"/>
                  </a:cubicBezTo>
                  <a:cubicBezTo>
                    <a:pt x="75053" y="127950"/>
                    <a:pt x="76367" y="127950"/>
                    <a:pt x="76367" y="127950"/>
                  </a:cubicBezTo>
                  <a:cubicBezTo>
                    <a:pt x="76367" y="127950"/>
                    <a:pt x="76367" y="127950"/>
                    <a:pt x="78995" y="127950"/>
                  </a:cubicBezTo>
                  <a:cubicBezTo>
                    <a:pt x="78995" y="127950"/>
                    <a:pt x="80310" y="127950"/>
                    <a:pt x="80310" y="127950"/>
                  </a:cubicBezTo>
                  <a:cubicBezTo>
                    <a:pt x="80310" y="127950"/>
                    <a:pt x="80310" y="127950"/>
                    <a:pt x="80310" y="133250"/>
                  </a:cubicBezTo>
                  <a:cubicBezTo>
                    <a:pt x="82938" y="134575"/>
                    <a:pt x="85566" y="135900"/>
                    <a:pt x="88195" y="135900"/>
                  </a:cubicBezTo>
                  <a:cubicBezTo>
                    <a:pt x="89509" y="130600"/>
                    <a:pt x="93451" y="126625"/>
                    <a:pt x="97394" y="126625"/>
                  </a:cubicBezTo>
                  <a:cubicBezTo>
                    <a:pt x="102650" y="126625"/>
                    <a:pt x="106593" y="130600"/>
                    <a:pt x="107907" y="135900"/>
                  </a:cubicBezTo>
                  <a:cubicBezTo>
                    <a:pt x="110535" y="137225"/>
                    <a:pt x="113164" y="138550"/>
                    <a:pt x="114478" y="145175"/>
                  </a:cubicBezTo>
                  <a:cubicBezTo>
                    <a:pt x="115792" y="147825"/>
                    <a:pt x="115792" y="150475"/>
                    <a:pt x="117106" y="151800"/>
                  </a:cubicBezTo>
                  <a:cubicBezTo>
                    <a:pt x="117106" y="151800"/>
                    <a:pt x="117106" y="151800"/>
                    <a:pt x="117106" y="133250"/>
                  </a:cubicBezTo>
                  <a:cubicBezTo>
                    <a:pt x="117106" y="133250"/>
                    <a:pt x="117106" y="133250"/>
                    <a:pt x="114478" y="134575"/>
                  </a:cubicBezTo>
                  <a:cubicBezTo>
                    <a:pt x="113164" y="135900"/>
                    <a:pt x="113164" y="135900"/>
                    <a:pt x="113164" y="135900"/>
                  </a:cubicBezTo>
                  <a:cubicBezTo>
                    <a:pt x="113164" y="134575"/>
                    <a:pt x="113164" y="134575"/>
                    <a:pt x="113164" y="134575"/>
                  </a:cubicBezTo>
                  <a:cubicBezTo>
                    <a:pt x="113164" y="134575"/>
                    <a:pt x="113164" y="134575"/>
                    <a:pt x="111849" y="131925"/>
                  </a:cubicBezTo>
                  <a:cubicBezTo>
                    <a:pt x="111849" y="131925"/>
                    <a:pt x="111849" y="130600"/>
                    <a:pt x="111849" y="130600"/>
                  </a:cubicBezTo>
                  <a:cubicBezTo>
                    <a:pt x="111849" y="130600"/>
                    <a:pt x="111849" y="130600"/>
                    <a:pt x="118420" y="127950"/>
                  </a:cubicBezTo>
                  <a:cubicBezTo>
                    <a:pt x="118420" y="127950"/>
                    <a:pt x="118420" y="127950"/>
                    <a:pt x="122363" y="127950"/>
                  </a:cubicBezTo>
                  <a:cubicBezTo>
                    <a:pt x="122363" y="127950"/>
                    <a:pt x="122363" y="127950"/>
                    <a:pt x="122363" y="155775"/>
                  </a:cubicBezTo>
                  <a:cubicBezTo>
                    <a:pt x="122363" y="155775"/>
                    <a:pt x="122363" y="157100"/>
                    <a:pt x="122363" y="157100"/>
                  </a:cubicBezTo>
                  <a:cubicBezTo>
                    <a:pt x="122363" y="157100"/>
                    <a:pt x="122363" y="157100"/>
                    <a:pt x="121049" y="157100"/>
                  </a:cubicBezTo>
                  <a:cubicBezTo>
                    <a:pt x="123677" y="159750"/>
                    <a:pt x="128934" y="161075"/>
                    <a:pt x="135504" y="162400"/>
                  </a:cubicBezTo>
                  <a:cubicBezTo>
                    <a:pt x="144703" y="165050"/>
                    <a:pt x="159159" y="151800"/>
                    <a:pt x="161787" y="159750"/>
                  </a:cubicBezTo>
                  <a:cubicBezTo>
                    <a:pt x="164416" y="175650"/>
                    <a:pt x="173615" y="186250"/>
                    <a:pt x="181500" y="191550"/>
                  </a:cubicBezTo>
                  <a:cubicBezTo>
                    <a:pt x="181500" y="191550"/>
                    <a:pt x="181500" y="191550"/>
                    <a:pt x="181500" y="183600"/>
                  </a:cubicBezTo>
                  <a:cubicBezTo>
                    <a:pt x="181500" y="183600"/>
                    <a:pt x="181500" y="183600"/>
                    <a:pt x="178872" y="186250"/>
                  </a:cubicBezTo>
                  <a:cubicBezTo>
                    <a:pt x="177557" y="186250"/>
                    <a:pt x="177557" y="186250"/>
                    <a:pt x="177557" y="186250"/>
                  </a:cubicBezTo>
                  <a:cubicBezTo>
                    <a:pt x="177557" y="186250"/>
                    <a:pt x="177557" y="184925"/>
                    <a:pt x="176243" y="184925"/>
                  </a:cubicBezTo>
                  <a:cubicBezTo>
                    <a:pt x="176243" y="184925"/>
                    <a:pt x="176243" y="184925"/>
                    <a:pt x="176243" y="182275"/>
                  </a:cubicBezTo>
                  <a:cubicBezTo>
                    <a:pt x="176243" y="182275"/>
                    <a:pt x="176243" y="180950"/>
                    <a:pt x="176243" y="180950"/>
                  </a:cubicBezTo>
                  <a:cubicBezTo>
                    <a:pt x="176243" y="180950"/>
                    <a:pt x="176243" y="180950"/>
                    <a:pt x="182814" y="178300"/>
                  </a:cubicBezTo>
                  <a:cubicBezTo>
                    <a:pt x="182814" y="178300"/>
                    <a:pt x="182814" y="178300"/>
                    <a:pt x="186756" y="178300"/>
                  </a:cubicBezTo>
                  <a:cubicBezTo>
                    <a:pt x="186756" y="178300"/>
                    <a:pt x="186756" y="178300"/>
                    <a:pt x="186756" y="194200"/>
                  </a:cubicBezTo>
                  <a:cubicBezTo>
                    <a:pt x="194641" y="196850"/>
                    <a:pt x="201213" y="194200"/>
                    <a:pt x="199898" y="186250"/>
                  </a:cubicBezTo>
                  <a:cubicBezTo>
                    <a:pt x="199898" y="186250"/>
                    <a:pt x="198584" y="186250"/>
                    <a:pt x="198584" y="186250"/>
                  </a:cubicBezTo>
                  <a:cubicBezTo>
                    <a:pt x="198584" y="186250"/>
                    <a:pt x="198584" y="184925"/>
                    <a:pt x="198584" y="184925"/>
                  </a:cubicBezTo>
                  <a:cubicBezTo>
                    <a:pt x="198584" y="184925"/>
                    <a:pt x="198584" y="184925"/>
                    <a:pt x="197270" y="182275"/>
                  </a:cubicBezTo>
                  <a:cubicBezTo>
                    <a:pt x="197270" y="182275"/>
                    <a:pt x="197270" y="180950"/>
                    <a:pt x="198584" y="180950"/>
                  </a:cubicBezTo>
                  <a:cubicBezTo>
                    <a:pt x="198584" y="180950"/>
                    <a:pt x="198584" y="180950"/>
                    <a:pt x="199898" y="180950"/>
                  </a:cubicBezTo>
                  <a:cubicBezTo>
                    <a:pt x="198584" y="167700"/>
                    <a:pt x="199898" y="166375"/>
                    <a:pt x="199898" y="166375"/>
                  </a:cubicBezTo>
                  <a:cubicBezTo>
                    <a:pt x="199898" y="166375"/>
                    <a:pt x="226182" y="169025"/>
                    <a:pt x="234066" y="161075"/>
                  </a:cubicBezTo>
                  <a:cubicBezTo>
                    <a:pt x="238009" y="157100"/>
                    <a:pt x="240637" y="151800"/>
                    <a:pt x="241951" y="146500"/>
                  </a:cubicBezTo>
                  <a:cubicBezTo>
                    <a:pt x="243266" y="145175"/>
                    <a:pt x="244580" y="143850"/>
                    <a:pt x="245894" y="143850"/>
                  </a:cubicBezTo>
                  <a:cubicBezTo>
                    <a:pt x="245894" y="143850"/>
                    <a:pt x="245894" y="143850"/>
                    <a:pt x="245894" y="133250"/>
                  </a:cubicBezTo>
                  <a:cubicBezTo>
                    <a:pt x="245894" y="133250"/>
                    <a:pt x="245894" y="133250"/>
                    <a:pt x="241951" y="134575"/>
                  </a:cubicBezTo>
                  <a:cubicBezTo>
                    <a:pt x="241951" y="135900"/>
                    <a:pt x="241951" y="135900"/>
                    <a:pt x="241951" y="135900"/>
                  </a:cubicBezTo>
                  <a:cubicBezTo>
                    <a:pt x="241951" y="134575"/>
                    <a:pt x="240637" y="134575"/>
                    <a:pt x="240637" y="134575"/>
                  </a:cubicBezTo>
                  <a:cubicBezTo>
                    <a:pt x="240637" y="134575"/>
                    <a:pt x="240637" y="134575"/>
                    <a:pt x="240637" y="131925"/>
                  </a:cubicBezTo>
                  <a:cubicBezTo>
                    <a:pt x="240637" y="131925"/>
                    <a:pt x="240637" y="130600"/>
                    <a:pt x="240637" y="130600"/>
                  </a:cubicBezTo>
                  <a:cubicBezTo>
                    <a:pt x="240637" y="130600"/>
                    <a:pt x="240637" y="130600"/>
                    <a:pt x="247208" y="127950"/>
                  </a:cubicBezTo>
                  <a:cubicBezTo>
                    <a:pt x="247208" y="127950"/>
                    <a:pt x="247208" y="127950"/>
                    <a:pt x="249836" y="127950"/>
                  </a:cubicBezTo>
                  <a:cubicBezTo>
                    <a:pt x="251151" y="127950"/>
                    <a:pt x="251151" y="127950"/>
                    <a:pt x="251151" y="127950"/>
                  </a:cubicBezTo>
                  <a:cubicBezTo>
                    <a:pt x="251151" y="127950"/>
                    <a:pt x="251151" y="127950"/>
                    <a:pt x="251151" y="143850"/>
                  </a:cubicBezTo>
                  <a:cubicBezTo>
                    <a:pt x="251151" y="143850"/>
                    <a:pt x="252465" y="143850"/>
                    <a:pt x="252465" y="143850"/>
                  </a:cubicBezTo>
                  <a:cubicBezTo>
                    <a:pt x="264292" y="137225"/>
                    <a:pt x="262978" y="113375"/>
                    <a:pt x="257721" y="94825"/>
                  </a:cubicBezTo>
                  <a:cubicBezTo>
                    <a:pt x="256407" y="102775"/>
                    <a:pt x="253779" y="106750"/>
                    <a:pt x="247208" y="106750"/>
                  </a:cubicBezTo>
                  <a:cubicBezTo>
                    <a:pt x="241951" y="106750"/>
                    <a:pt x="238009" y="101450"/>
                    <a:pt x="238009" y="92175"/>
                  </a:cubicBezTo>
                  <a:cubicBezTo>
                    <a:pt x="238009" y="81575"/>
                    <a:pt x="241951" y="76275"/>
                    <a:pt x="248522" y="76275"/>
                  </a:cubicBezTo>
                  <a:cubicBezTo>
                    <a:pt x="248522" y="76275"/>
                    <a:pt x="249836" y="76275"/>
                    <a:pt x="249836" y="76275"/>
                  </a:cubicBezTo>
                  <a:cubicBezTo>
                    <a:pt x="244580" y="67000"/>
                    <a:pt x="238009" y="59050"/>
                    <a:pt x="230124" y="52425"/>
                  </a:cubicBezTo>
                  <a:cubicBezTo>
                    <a:pt x="230124" y="52425"/>
                    <a:pt x="230124" y="52425"/>
                    <a:pt x="230124" y="55075"/>
                  </a:cubicBezTo>
                  <a:cubicBezTo>
                    <a:pt x="230124" y="55075"/>
                    <a:pt x="230124" y="55075"/>
                    <a:pt x="228810" y="55075"/>
                  </a:cubicBezTo>
                  <a:cubicBezTo>
                    <a:pt x="228810" y="55075"/>
                    <a:pt x="228810" y="55075"/>
                    <a:pt x="224867" y="55075"/>
                  </a:cubicBezTo>
                  <a:cubicBezTo>
                    <a:pt x="224867" y="55075"/>
                    <a:pt x="224867" y="55075"/>
                    <a:pt x="224867" y="48450"/>
                  </a:cubicBezTo>
                  <a:cubicBezTo>
                    <a:pt x="220925" y="47125"/>
                    <a:pt x="218297" y="44475"/>
                    <a:pt x="215668" y="43150"/>
                  </a:cubicBezTo>
                  <a:cubicBezTo>
                    <a:pt x="214354" y="51100"/>
                    <a:pt x="210412" y="56400"/>
                    <a:pt x="205155" y="56400"/>
                  </a:cubicBezTo>
                  <a:cubicBezTo>
                    <a:pt x="198584" y="56400"/>
                    <a:pt x="194641" y="49775"/>
                    <a:pt x="194641" y="40500"/>
                  </a:cubicBezTo>
                  <a:cubicBezTo>
                    <a:pt x="194641" y="37850"/>
                    <a:pt x="194641" y="36525"/>
                    <a:pt x="195956" y="33875"/>
                  </a:cubicBezTo>
                  <a:cubicBezTo>
                    <a:pt x="193327" y="32550"/>
                    <a:pt x="189385" y="32550"/>
                    <a:pt x="186756" y="31225"/>
                  </a:cubicBezTo>
                  <a:cubicBezTo>
                    <a:pt x="186756" y="31225"/>
                    <a:pt x="186756" y="31225"/>
                    <a:pt x="186756" y="55075"/>
                  </a:cubicBezTo>
                  <a:cubicBezTo>
                    <a:pt x="186756" y="55075"/>
                    <a:pt x="186756" y="55075"/>
                    <a:pt x="182814" y="55075"/>
                  </a:cubicBezTo>
                  <a:cubicBezTo>
                    <a:pt x="181500" y="55075"/>
                    <a:pt x="181500" y="55075"/>
                    <a:pt x="181500" y="55075"/>
                  </a:cubicBezTo>
                  <a:cubicBezTo>
                    <a:pt x="181500" y="55075"/>
                    <a:pt x="181500" y="55075"/>
                    <a:pt x="181500" y="32550"/>
                  </a:cubicBezTo>
                  <a:cubicBezTo>
                    <a:pt x="181500" y="32550"/>
                    <a:pt x="181500" y="32550"/>
                    <a:pt x="178872" y="33875"/>
                  </a:cubicBezTo>
                  <a:cubicBezTo>
                    <a:pt x="177557" y="33875"/>
                    <a:pt x="177557" y="33875"/>
                    <a:pt x="177557" y="33875"/>
                  </a:cubicBezTo>
                  <a:cubicBezTo>
                    <a:pt x="177557" y="33875"/>
                    <a:pt x="177557" y="33875"/>
                    <a:pt x="176243" y="33875"/>
                  </a:cubicBezTo>
                  <a:cubicBezTo>
                    <a:pt x="176243" y="33875"/>
                    <a:pt x="176243" y="33875"/>
                    <a:pt x="176243" y="31225"/>
                  </a:cubicBezTo>
                  <a:cubicBezTo>
                    <a:pt x="176243" y="29900"/>
                    <a:pt x="176243" y="29900"/>
                    <a:pt x="176243" y="29900"/>
                  </a:cubicBezTo>
                  <a:cubicBezTo>
                    <a:pt x="176243" y="29900"/>
                    <a:pt x="176243" y="29900"/>
                    <a:pt x="177557" y="29900"/>
                  </a:cubicBezTo>
                  <a:cubicBezTo>
                    <a:pt x="173615" y="28575"/>
                    <a:pt x="170987" y="28575"/>
                    <a:pt x="168358" y="28575"/>
                  </a:cubicBezTo>
                  <a:cubicBezTo>
                    <a:pt x="170987" y="31225"/>
                    <a:pt x="172301" y="35200"/>
                    <a:pt x="172301" y="40500"/>
                  </a:cubicBezTo>
                  <a:cubicBezTo>
                    <a:pt x="172301" y="51100"/>
                    <a:pt x="168358" y="56400"/>
                    <a:pt x="161787" y="56400"/>
                  </a:cubicBezTo>
                  <a:cubicBezTo>
                    <a:pt x="155217" y="56400"/>
                    <a:pt x="152588" y="49775"/>
                    <a:pt x="151274" y="40500"/>
                  </a:cubicBezTo>
                  <a:cubicBezTo>
                    <a:pt x="151274" y="35200"/>
                    <a:pt x="153903" y="29900"/>
                    <a:pt x="156531" y="28575"/>
                  </a:cubicBezTo>
                  <a:cubicBezTo>
                    <a:pt x="152588" y="28575"/>
                    <a:pt x="148646" y="28575"/>
                    <a:pt x="144703" y="28575"/>
                  </a:cubicBezTo>
                  <a:close/>
                  <a:moveTo>
                    <a:pt x="164533" y="0"/>
                  </a:moveTo>
                  <a:cubicBezTo>
                    <a:pt x="205215" y="0"/>
                    <a:pt x="240648" y="17090"/>
                    <a:pt x="266895" y="48642"/>
                  </a:cubicBezTo>
                  <a:cubicBezTo>
                    <a:pt x="285268" y="72305"/>
                    <a:pt x="294454" y="99914"/>
                    <a:pt x="291829" y="130150"/>
                  </a:cubicBezTo>
                  <a:cubicBezTo>
                    <a:pt x="289205" y="155129"/>
                    <a:pt x="278706" y="181422"/>
                    <a:pt x="269520" y="206400"/>
                  </a:cubicBezTo>
                  <a:cubicBezTo>
                    <a:pt x="253772" y="247154"/>
                    <a:pt x="239336" y="286594"/>
                    <a:pt x="257709" y="324718"/>
                  </a:cubicBezTo>
                  <a:cubicBezTo>
                    <a:pt x="257709" y="327348"/>
                    <a:pt x="257709" y="329977"/>
                    <a:pt x="256396" y="332606"/>
                  </a:cubicBezTo>
                  <a:cubicBezTo>
                    <a:pt x="255084" y="335236"/>
                    <a:pt x="252459" y="336550"/>
                    <a:pt x="249835" y="336550"/>
                  </a:cubicBezTo>
                  <a:cubicBezTo>
                    <a:pt x="249835" y="336550"/>
                    <a:pt x="249835" y="336550"/>
                    <a:pt x="105478" y="336550"/>
                  </a:cubicBezTo>
                  <a:cubicBezTo>
                    <a:pt x="101541" y="336550"/>
                    <a:pt x="98916" y="333921"/>
                    <a:pt x="97604" y="331292"/>
                  </a:cubicBezTo>
                  <a:cubicBezTo>
                    <a:pt x="96292" y="328662"/>
                    <a:pt x="96292" y="327348"/>
                    <a:pt x="96292" y="315516"/>
                  </a:cubicBezTo>
                  <a:cubicBezTo>
                    <a:pt x="96292" y="314201"/>
                    <a:pt x="96292" y="312887"/>
                    <a:pt x="96292" y="312887"/>
                  </a:cubicBezTo>
                  <a:cubicBezTo>
                    <a:pt x="94979" y="294481"/>
                    <a:pt x="87105" y="294481"/>
                    <a:pt x="71357" y="294481"/>
                  </a:cubicBezTo>
                  <a:cubicBezTo>
                    <a:pt x="58234" y="294481"/>
                    <a:pt x="42486" y="294481"/>
                    <a:pt x="31987" y="278706"/>
                  </a:cubicBezTo>
                  <a:cubicBezTo>
                    <a:pt x="24113" y="266874"/>
                    <a:pt x="24113" y="251098"/>
                    <a:pt x="25426" y="236637"/>
                  </a:cubicBezTo>
                  <a:cubicBezTo>
                    <a:pt x="25426" y="224805"/>
                    <a:pt x="25426" y="212973"/>
                    <a:pt x="21489" y="209029"/>
                  </a:cubicBezTo>
                  <a:cubicBezTo>
                    <a:pt x="21489" y="207715"/>
                    <a:pt x="17552" y="206400"/>
                    <a:pt x="16239" y="205085"/>
                  </a:cubicBezTo>
                  <a:cubicBezTo>
                    <a:pt x="10990" y="202456"/>
                    <a:pt x="3116" y="199827"/>
                    <a:pt x="491" y="191939"/>
                  </a:cubicBezTo>
                  <a:cubicBezTo>
                    <a:pt x="-821" y="187995"/>
                    <a:pt x="491" y="182736"/>
                    <a:pt x="4428" y="177478"/>
                  </a:cubicBezTo>
                  <a:cubicBezTo>
                    <a:pt x="17552" y="156443"/>
                    <a:pt x="20176" y="144612"/>
                    <a:pt x="24113" y="126206"/>
                  </a:cubicBezTo>
                  <a:cubicBezTo>
                    <a:pt x="25426" y="118319"/>
                    <a:pt x="26738" y="109116"/>
                    <a:pt x="29363" y="97284"/>
                  </a:cubicBezTo>
                  <a:cubicBezTo>
                    <a:pt x="38549" y="68361"/>
                    <a:pt x="55609" y="43383"/>
                    <a:pt x="81856" y="26293"/>
                  </a:cubicBezTo>
                  <a:cubicBezTo>
                    <a:pt x="105478" y="9202"/>
                    <a:pt x="135662" y="0"/>
                    <a:pt x="16453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</p:grpSp>
      <p:sp>
        <p:nvSpPr>
          <p:cNvPr id="6" name="矩形 5"/>
          <p:cNvSpPr/>
          <p:nvPr/>
        </p:nvSpPr>
        <p:spPr>
          <a:xfrm>
            <a:off x="1460380" y="1705271"/>
            <a:ext cx="3114608" cy="4501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100" dirty="0">
                <a:solidFill/>
              </a:rPr>
              <a:t>1.</a:t>
            </a:r>
            <a:r>
              <a:rPr lang="zh-CN" altLang="en-US" sz="1100" dirty="0"/>
              <a:t>选中</a:t>
            </a:r>
            <a:r>
              <a:rPr lang="en-US" altLang="zh-CN" sz="1100" dirty="0"/>
              <a:t>PPT</a:t>
            </a:r>
            <a:r>
              <a:rPr lang="zh-CN" altLang="en-US" sz="1100" dirty="0"/>
              <a:t>页面中图示里的图标（可按住</a:t>
            </a:r>
            <a:r>
              <a:rPr lang="en-US" altLang="zh-CN" sz="1100" dirty="0"/>
              <a:t>shift</a:t>
            </a:r>
            <a:r>
              <a:rPr lang="zh-CN" altLang="en-US" sz="1100" dirty="0"/>
              <a:t>键多选）；</a:t>
            </a:r>
          </a:p>
          <a:p>
            <a:r>
              <a:rPr lang="en-US" altLang="zh-CN" sz="1100" dirty="0"/>
              <a:t>2.</a:t>
            </a:r>
            <a:r>
              <a:rPr lang="zh-CN" altLang="en-US" sz="1100" dirty="0"/>
              <a:t>在</a:t>
            </a:r>
            <a:r>
              <a:rPr lang="en-US" altLang="zh-CN" sz="1100" dirty="0"/>
              <a:t>iSlide</a:t>
            </a:r>
            <a:r>
              <a:rPr lang="zh-CN" altLang="en-US" sz="1100" dirty="0"/>
              <a:t>菜单面板打开“图标库”，单击左键即可进行替换操作</a:t>
            </a:r>
          </a:p>
        </p:txBody>
      </p:sp>
      <p:sp>
        <p:nvSpPr>
          <p:cNvPr id="7" name="矩形 6"/>
          <p:cNvSpPr/>
          <p:nvPr/>
        </p:nvSpPr>
        <p:spPr>
          <a:xfrm>
            <a:off x="1460380" y="1392476"/>
            <a:ext cx="3114608" cy="311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/>
              </a:rPr>
              <a:t>标题内容</a:t>
            </a:r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7C0FD6B4-7679-4423-5FED-1CB688B748D7}"/>
              </a:ext>
            </a:extLst>
          </p:cNvPr>
          <p:cNvGrpSpPr/>
          <p:nvPr/>
        </p:nvGrpSpPr>
        <p:grpSpPr>
          <a:xfrm>
            <a:off x="2" y="62949"/>
            <a:ext cx="9145587" cy="514424"/>
            <a:chOff x="2" y="62949"/>
            <a:chExt cx="9145587" cy="514424"/>
          </a:xfrm>
        </p:grpSpPr>
        <p:pic>
          <p:nvPicPr>
            <p:cNvPr id="60" name="Picture 59" descr="122-吉林大学-logo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13973" y="62949"/>
              <a:ext cx="430096" cy="430096"/>
            </a:xfrm>
            <a:prstGeom prst="rect">
              <a:avLst/>
            </a:prstGeom>
          </p:spPr>
        </p:pic>
        <p:sp>
          <p:nvSpPr>
            <p:cNvPr id="57" name="任意多边形 7">
              <a:extLst>
                <a:ext uri="{FF2B5EF4-FFF2-40B4-BE49-F238E27FC236}">
                  <a16:creationId xmlns:a16="http://schemas.microsoft.com/office/drawing/2014/main" id="{B587A429-6345-10F0-70BA-4D01A02DF1DE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521636" y="555120"/>
              <a:ext cx="8623953" cy="22253"/>
            </a:xfrm>
            <a:custGeom>
              <a:avLst/>
              <a:gdLst>
                <a:gd name="connsiteX0" fmla="*/ 0 w 12125327"/>
                <a:gd name="connsiteY0" fmla="*/ 0 h 31282"/>
                <a:gd name="connsiteX1" fmla="*/ 12125327 w 12125327"/>
                <a:gd name="connsiteY1" fmla="*/ 0 h 31282"/>
                <a:gd name="connsiteX2" fmla="*/ 12125327 w 12125327"/>
                <a:gd name="connsiteY2" fmla="*/ 31282 h 31282"/>
                <a:gd name="connsiteX3" fmla="*/ 17139 w 12125327"/>
                <a:gd name="connsiteY3" fmla="*/ 31282 h 31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25327" h="31282">
                  <a:moveTo>
                    <a:pt x="0" y="0"/>
                  </a:moveTo>
                  <a:lnTo>
                    <a:pt x="12125327" y="0"/>
                  </a:lnTo>
                  <a:lnTo>
                    <a:pt x="12125327" y="31282"/>
                  </a:lnTo>
                  <a:lnTo>
                    <a:pt x="17139" y="3128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4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8" name="任意多边形 8">
              <a:extLst>
                <a:ext uri="{FF2B5EF4-FFF2-40B4-BE49-F238E27FC236}">
                  <a16:creationId xmlns:a16="http://schemas.microsoft.com/office/drawing/2014/main" id="{2A961FC1-6CA4-9892-CB9C-999CCBA39C7E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2" y="195486"/>
              <a:ext cx="410536" cy="381886"/>
            </a:xfrm>
            <a:custGeom>
              <a:avLst/>
              <a:gdLst>
                <a:gd name="connsiteX0" fmla="*/ 284734 w 577217"/>
                <a:gd name="connsiteY0" fmla="*/ 0 h 536832"/>
                <a:gd name="connsiteX1" fmla="*/ 577217 w 577217"/>
                <a:gd name="connsiteY1" fmla="*/ 536832 h 536832"/>
                <a:gd name="connsiteX2" fmla="*/ 0 w 577217"/>
                <a:gd name="connsiteY2" fmla="*/ 536832 h 536832"/>
                <a:gd name="connsiteX3" fmla="*/ 0 w 577217"/>
                <a:gd name="connsiteY3" fmla="*/ 184 h 536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7217" h="536832">
                  <a:moveTo>
                    <a:pt x="284734" y="0"/>
                  </a:moveTo>
                  <a:lnTo>
                    <a:pt x="577217" y="536832"/>
                  </a:lnTo>
                  <a:lnTo>
                    <a:pt x="0" y="536832"/>
                  </a:lnTo>
                  <a:lnTo>
                    <a:pt x="0" y="184"/>
                  </a:lnTo>
                  <a:close/>
                </a:path>
              </a:pathLst>
            </a:custGeom>
            <a:solidFill>
              <a:srgbClr val="071E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400" dirty="0">
                <a:solidFill>
                  <a:srgbClr val="7EC234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9" name="Title 1">
              <a:extLst>
                <a:ext uri="{FF2B5EF4-FFF2-40B4-BE49-F238E27FC236}">
                  <a16:creationId xmlns:a16="http://schemas.microsoft.com/office/drawing/2014/main" id="{53500F00-BDFB-1FC6-EC0C-7A2A199452E2}"/>
                </a:ext>
              </a:extLst>
            </p:cNvPr>
            <p:cNvSpPr txBox="1">
              <a:spLocks/>
            </p:cNvSpPr>
            <p:nvPr/>
          </p:nvSpPr>
          <p:spPr>
            <a:xfrm>
              <a:off x="611560" y="175643"/>
              <a:ext cx="2129944" cy="379477"/>
            </a:xfrm>
            <a:prstGeom prst="rect">
              <a:avLst/>
            </a:prstGeom>
          </p:spPr>
          <p:txBody>
            <a:bodyPr lIns="0" rIns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3000" b="0" kern="1200">
                  <a:solidFill>
                    <a:schemeClr val="accent1"/>
                  </a:solidFill>
                  <a:latin typeface="U.S. 101" pitchFamily="2" charset="0"/>
                  <a:ea typeface="Roboto" pitchFamily="2" charset="0"/>
                  <a:cs typeface="Open Sans Light" panose="020B0306030504020204" pitchFamily="34" charset="0"/>
                </a:defRPr>
              </a:lvl1pPr>
            </a:lstStyle>
            <a:p>
              <a:pPr algn="l"/>
              <a:r>
                <a:rPr lang="zh-CN" altLang="en-US" sz="18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点击输入标题内容</a:t>
              </a:r>
              <a:endParaRPr lang="en-GB" altLang="zh-CN" sz="1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28109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122-吉林大学-img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2647" y="-1314692"/>
            <a:ext cx="9154760" cy="5721725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5910FD68-A1FE-1674-A0DC-EBA3E249D817}"/>
              </a:ext>
            </a:extLst>
          </p:cNvPr>
          <p:cNvGrpSpPr/>
          <p:nvPr/>
        </p:nvGrpSpPr>
        <p:grpSpPr>
          <a:xfrm>
            <a:off x="-7279" y="2116274"/>
            <a:ext cx="9679759" cy="3163632"/>
            <a:chOff x="0" y="2639824"/>
            <a:chExt cx="12906345" cy="3722876"/>
          </a:xfrm>
        </p:grpSpPr>
        <p:sp>
          <p:nvSpPr>
            <p:cNvPr id="4" name="任意多边形 10">
              <a:extLst>
                <a:ext uri="{FF2B5EF4-FFF2-40B4-BE49-F238E27FC236}">
                  <a16:creationId xmlns:a16="http://schemas.microsoft.com/office/drawing/2014/main" id="{F660EBFC-0994-56BC-D265-FF9DF8381F5C}"/>
                </a:ext>
              </a:extLst>
            </p:cNvPr>
            <p:cNvSpPr/>
            <p:nvPr/>
          </p:nvSpPr>
          <p:spPr>
            <a:xfrm flipH="1">
              <a:off x="0" y="2639824"/>
              <a:ext cx="12211050" cy="3524250"/>
            </a:xfrm>
            <a:custGeom>
              <a:avLst/>
              <a:gdLst>
                <a:gd name="connsiteX0" fmla="*/ 19050 w 12192000"/>
                <a:gd name="connsiteY0" fmla="*/ 76200 h 3524250"/>
                <a:gd name="connsiteX1" fmla="*/ 7543800 w 12192000"/>
                <a:gd name="connsiteY1" fmla="*/ 1200150 h 3524250"/>
                <a:gd name="connsiteX2" fmla="*/ 12192000 w 12192000"/>
                <a:gd name="connsiteY2" fmla="*/ 0 h 3524250"/>
                <a:gd name="connsiteX3" fmla="*/ 12172950 w 12192000"/>
                <a:gd name="connsiteY3" fmla="*/ 3524250 h 3524250"/>
                <a:gd name="connsiteX4" fmla="*/ 0 w 12192000"/>
                <a:gd name="connsiteY4" fmla="*/ 3505200 h 3524250"/>
                <a:gd name="connsiteX5" fmla="*/ 19050 w 12192000"/>
                <a:gd name="connsiteY5" fmla="*/ 76200 h 3524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3524250">
                  <a:moveTo>
                    <a:pt x="19050" y="76200"/>
                  </a:moveTo>
                  <a:cubicBezTo>
                    <a:pt x="2767012" y="644525"/>
                    <a:pt x="5514975" y="1212850"/>
                    <a:pt x="7543800" y="1200150"/>
                  </a:cubicBezTo>
                  <a:cubicBezTo>
                    <a:pt x="9572625" y="1187450"/>
                    <a:pt x="10882312" y="593725"/>
                    <a:pt x="12192000" y="0"/>
                  </a:cubicBezTo>
                  <a:lnTo>
                    <a:pt x="12172950" y="3524250"/>
                  </a:lnTo>
                  <a:lnTo>
                    <a:pt x="0" y="3505200"/>
                  </a:lnTo>
                  <a:lnTo>
                    <a:pt x="19050" y="76200"/>
                  </a:lnTo>
                  <a:close/>
                </a:path>
              </a:pathLst>
            </a:custGeom>
            <a:solidFill>
              <a:srgbClr val="0824A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" name="任意多边形 9">
              <a:extLst>
                <a:ext uri="{FF2B5EF4-FFF2-40B4-BE49-F238E27FC236}">
                  <a16:creationId xmlns:a16="http://schemas.microsoft.com/office/drawing/2014/main" id="{02E732A1-2657-BD94-D262-9F14C9B01387}"/>
                </a:ext>
              </a:extLst>
            </p:cNvPr>
            <p:cNvSpPr/>
            <p:nvPr/>
          </p:nvSpPr>
          <p:spPr>
            <a:xfrm flipH="1">
              <a:off x="0" y="2838450"/>
              <a:ext cx="12906345" cy="3524250"/>
            </a:xfrm>
            <a:custGeom>
              <a:avLst/>
              <a:gdLst>
                <a:gd name="connsiteX0" fmla="*/ 19050 w 12192000"/>
                <a:gd name="connsiteY0" fmla="*/ 76200 h 3524250"/>
                <a:gd name="connsiteX1" fmla="*/ 7543800 w 12192000"/>
                <a:gd name="connsiteY1" fmla="*/ 1200150 h 3524250"/>
                <a:gd name="connsiteX2" fmla="*/ 12192000 w 12192000"/>
                <a:gd name="connsiteY2" fmla="*/ 0 h 3524250"/>
                <a:gd name="connsiteX3" fmla="*/ 12172950 w 12192000"/>
                <a:gd name="connsiteY3" fmla="*/ 3524250 h 3524250"/>
                <a:gd name="connsiteX4" fmla="*/ 0 w 12192000"/>
                <a:gd name="connsiteY4" fmla="*/ 3505200 h 3524250"/>
                <a:gd name="connsiteX5" fmla="*/ 19050 w 12192000"/>
                <a:gd name="connsiteY5" fmla="*/ 76200 h 3524250"/>
                <a:gd name="connsiteX0" fmla="*/ 19050 w 12192000"/>
                <a:gd name="connsiteY0" fmla="*/ 146845 h 3594895"/>
                <a:gd name="connsiteX1" fmla="*/ 2757941 w 12192000"/>
                <a:gd name="connsiteY1" fmla="*/ 691140 h 3594895"/>
                <a:gd name="connsiteX2" fmla="*/ 7543800 w 12192000"/>
                <a:gd name="connsiteY2" fmla="*/ 1270795 h 3594895"/>
                <a:gd name="connsiteX3" fmla="*/ 12192000 w 12192000"/>
                <a:gd name="connsiteY3" fmla="*/ 70645 h 3594895"/>
                <a:gd name="connsiteX4" fmla="*/ 12172950 w 12192000"/>
                <a:gd name="connsiteY4" fmla="*/ 3594895 h 3594895"/>
                <a:gd name="connsiteX5" fmla="*/ 0 w 12192000"/>
                <a:gd name="connsiteY5" fmla="*/ 3575845 h 3594895"/>
                <a:gd name="connsiteX6" fmla="*/ 19050 w 12192000"/>
                <a:gd name="connsiteY6" fmla="*/ 146845 h 3594895"/>
                <a:gd name="connsiteX0" fmla="*/ 19050 w 12192000"/>
                <a:gd name="connsiteY0" fmla="*/ 76200 h 3524250"/>
                <a:gd name="connsiteX1" fmla="*/ 2757941 w 12192000"/>
                <a:gd name="connsiteY1" fmla="*/ 620495 h 3524250"/>
                <a:gd name="connsiteX2" fmla="*/ 7543800 w 12192000"/>
                <a:gd name="connsiteY2" fmla="*/ 1200150 h 3524250"/>
                <a:gd name="connsiteX3" fmla="*/ 12192000 w 12192000"/>
                <a:gd name="connsiteY3" fmla="*/ 0 h 3524250"/>
                <a:gd name="connsiteX4" fmla="*/ 12172950 w 12192000"/>
                <a:gd name="connsiteY4" fmla="*/ 3524250 h 3524250"/>
                <a:gd name="connsiteX5" fmla="*/ 0 w 12192000"/>
                <a:gd name="connsiteY5" fmla="*/ 3505200 h 3524250"/>
                <a:gd name="connsiteX6" fmla="*/ 19050 w 12192000"/>
                <a:gd name="connsiteY6" fmla="*/ 76200 h 3524250"/>
                <a:gd name="connsiteX0" fmla="*/ 0 w 12886210"/>
                <a:gd name="connsiteY0" fmla="*/ 2447925 h 3524250"/>
                <a:gd name="connsiteX1" fmla="*/ 3452151 w 12886210"/>
                <a:gd name="connsiteY1" fmla="*/ 620495 h 3524250"/>
                <a:gd name="connsiteX2" fmla="*/ 8238010 w 12886210"/>
                <a:gd name="connsiteY2" fmla="*/ 1200150 h 3524250"/>
                <a:gd name="connsiteX3" fmla="*/ 12886210 w 12886210"/>
                <a:gd name="connsiteY3" fmla="*/ 0 h 3524250"/>
                <a:gd name="connsiteX4" fmla="*/ 12867160 w 12886210"/>
                <a:gd name="connsiteY4" fmla="*/ 3524250 h 3524250"/>
                <a:gd name="connsiteX5" fmla="*/ 694210 w 12886210"/>
                <a:gd name="connsiteY5" fmla="*/ 3505200 h 3524250"/>
                <a:gd name="connsiteX6" fmla="*/ 0 w 12886210"/>
                <a:gd name="connsiteY6" fmla="*/ 2447925 h 3524250"/>
                <a:gd name="connsiteX0" fmla="*/ 0 w 12886210"/>
                <a:gd name="connsiteY0" fmla="*/ 2447925 h 3524250"/>
                <a:gd name="connsiteX1" fmla="*/ 3452151 w 12886210"/>
                <a:gd name="connsiteY1" fmla="*/ 620495 h 3524250"/>
                <a:gd name="connsiteX2" fmla="*/ 8238010 w 12886210"/>
                <a:gd name="connsiteY2" fmla="*/ 1200150 h 3524250"/>
                <a:gd name="connsiteX3" fmla="*/ 12886210 w 12886210"/>
                <a:gd name="connsiteY3" fmla="*/ 0 h 3524250"/>
                <a:gd name="connsiteX4" fmla="*/ 12867160 w 12886210"/>
                <a:gd name="connsiteY4" fmla="*/ 3524250 h 3524250"/>
                <a:gd name="connsiteX5" fmla="*/ 694210 w 12886210"/>
                <a:gd name="connsiteY5" fmla="*/ 3505200 h 3524250"/>
                <a:gd name="connsiteX6" fmla="*/ 0 w 12886210"/>
                <a:gd name="connsiteY6" fmla="*/ 2447925 h 3524250"/>
                <a:gd name="connsiteX0" fmla="*/ 0 w 12886210"/>
                <a:gd name="connsiteY0" fmla="*/ 2447925 h 3524250"/>
                <a:gd name="connsiteX1" fmla="*/ 3452151 w 12886210"/>
                <a:gd name="connsiteY1" fmla="*/ 620495 h 3524250"/>
                <a:gd name="connsiteX2" fmla="*/ 8238010 w 12886210"/>
                <a:gd name="connsiteY2" fmla="*/ 1200150 h 3524250"/>
                <a:gd name="connsiteX3" fmla="*/ 12886210 w 12886210"/>
                <a:gd name="connsiteY3" fmla="*/ 0 h 3524250"/>
                <a:gd name="connsiteX4" fmla="*/ 12867160 w 12886210"/>
                <a:gd name="connsiteY4" fmla="*/ 3524250 h 3524250"/>
                <a:gd name="connsiteX5" fmla="*/ 694210 w 12886210"/>
                <a:gd name="connsiteY5" fmla="*/ 3505200 h 3524250"/>
                <a:gd name="connsiteX6" fmla="*/ 0 w 12886210"/>
                <a:gd name="connsiteY6" fmla="*/ 2447925 h 3524250"/>
                <a:gd name="connsiteX0" fmla="*/ 0 w 12886210"/>
                <a:gd name="connsiteY0" fmla="*/ 2447925 h 3524250"/>
                <a:gd name="connsiteX1" fmla="*/ 3442641 w 12886210"/>
                <a:gd name="connsiteY1" fmla="*/ 782420 h 3524250"/>
                <a:gd name="connsiteX2" fmla="*/ 8238010 w 12886210"/>
                <a:gd name="connsiteY2" fmla="*/ 1200150 h 3524250"/>
                <a:gd name="connsiteX3" fmla="*/ 12886210 w 12886210"/>
                <a:gd name="connsiteY3" fmla="*/ 0 h 3524250"/>
                <a:gd name="connsiteX4" fmla="*/ 12867160 w 12886210"/>
                <a:gd name="connsiteY4" fmla="*/ 3524250 h 3524250"/>
                <a:gd name="connsiteX5" fmla="*/ 694210 w 12886210"/>
                <a:gd name="connsiteY5" fmla="*/ 3505200 h 3524250"/>
                <a:gd name="connsiteX6" fmla="*/ 0 w 12886210"/>
                <a:gd name="connsiteY6" fmla="*/ 2447925 h 3524250"/>
                <a:gd name="connsiteX0" fmla="*/ 0 w 12886210"/>
                <a:gd name="connsiteY0" fmla="*/ 2447925 h 3524250"/>
                <a:gd name="connsiteX1" fmla="*/ 3442641 w 12886210"/>
                <a:gd name="connsiteY1" fmla="*/ 782420 h 3524250"/>
                <a:gd name="connsiteX2" fmla="*/ 8238010 w 12886210"/>
                <a:gd name="connsiteY2" fmla="*/ 1200150 h 3524250"/>
                <a:gd name="connsiteX3" fmla="*/ 12886210 w 12886210"/>
                <a:gd name="connsiteY3" fmla="*/ 0 h 3524250"/>
                <a:gd name="connsiteX4" fmla="*/ 12867160 w 12886210"/>
                <a:gd name="connsiteY4" fmla="*/ 3524250 h 3524250"/>
                <a:gd name="connsiteX5" fmla="*/ 694210 w 12886210"/>
                <a:gd name="connsiteY5" fmla="*/ 3505200 h 3524250"/>
                <a:gd name="connsiteX6" fmla="*/ 0 w 12886210"/>
                <a:gd name="connsiteY6" fmla="*/ 2447925 h 3524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886210" h="3524250">
                  <a:moveTo>
                    <a:pt x="0" y="2447925"/>
                  </a:moveTo>
                  <a:cubicBezTo>
                    <a:pt x="459657" y="1967141"/>
                    <a:pt x="1760560" y="709395"/>
                    <a:pt x="3442641" y="782420"/>
                  </a:cubicBezTo>
                  <a:cubicBezTo>
                    <a:pt x="4722127" y="868145"/>
                    <a:pt x="6664082" y="1330553"/>
                    <a:pt x="8238010" y="1200150"/>
                  </a:cubicBezTo>
                  <a:cubicBezTo>
                    <a:pt x="9811938" y="1069747"/>
                    <a:pt x="11576522" y="593725"/>
                    <a:pt x="12886210" y="0"/>
                  </a:cubicBezTo>
                  <a:lnTo>
                    <a:pt x="12867160" y="3524250"/>
                  </a:lnTo>
                  <a:lnTo>
                    <a:pt x="694210" y="3505200"/>
                  </a:lnTo>
                  <a:lnTo>
                    <a:pt x="0" y="244792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A6392333-4E7E-9DC0-5D76-089431B91B80}"/>
              </a:ext>
            </a:extLst>
          </p:cNvPr>
          <p:cNvSpPr/>
          <p:nvPr/>
        </p:nvSpPr>
        <p:spPr>
          <a:xfrm>
            <a:off x="1940623" y="3534185"/>
            <a:ext cx="581446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400" b="1" kern="10" dirty="0">
                <a:solidFill>
                  <a:srgbClr val="05176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 研究背景</a:t>
            </a:r>
            <a:r>
              <a:rPr lang="zh-CN" altLang="en-US" sz="4400" b="1" kern="10" dirty="0">
                <a:solidFill>
                  <a:srgbClr val="05176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</a:p>
        </p:txBody>
      </p:sp>
      <p:sp>
        <p:nvSpPr>
          <p:cNvPr id="7" name="WordArt 5">
            <a:extLst>
              <a:ext uri="{FF2B5EF4-FFF2-40B4-BE49-F238E27FC236}">
                <a16:creationId xmlns:a16="http://schemas.microsoft.com/office/drawing/2014/main" id="{588A964B-77C7-B1F9-E16A-9426450D33F4}"/>
              </a:ext>
            </a:extLst>
          </p:cNvPr>
          <p:cNvSpPr>
            <a:spLocks noChangeArrowheads="1" noChangeShapeType="1"/>
          </p:cNvSpPr>
          <p:nvPr/>
        </p:nvSpPr>
        <p:spPr bwMode="auto">
          <a:xfrm>
            <a:off x="3053665" y="4447018"/>
            <a:ext cx="3916669" cy="405366"/>
          </a:xfrm>
          <a:prstGeom prst="rect">
            <a:avLst/>
          </a:prstGeom>
        </p:spPr>
        <p:txBody>
          <a:bodyPr wrap="none" fromWordArt="1"/>
          <a:lstStyle/>
          <a:p>
            <a:pPr algn="ctr"/>
            <a:r>
              <a:rPr lang="en-US" altLang="zh-CN" sz="2100" kern="10" dirty="0">
                <a:solidFill>
                  <a:srgbClr val="05176B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Measurement of horizontal angle</a:t>
            </a:r>
            <a:endParaRPr lang="zh-CN" altLang="en-US" sz="2100" kern="10" dirty="0">
              <a:solidFill>
                <a:srgbClr val="00406E"/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9585F447-9756-325C-0142-A31E84F3574A}"/>
              </a:ext>
            </a:extLst>
          </p:cNvPr>
          <p:cNvGrpSpPr/>
          <p:nvPr/>
        </p:nvGrpSpPr>
        <p:grpSpPr>
          <a:xfrm>
            <a:off x="1375722" y="2165865"/>
            <a:ext cx="1705800" cy="1705800"/>
            <a:chOff x="1441054" y="2119509"/>
            <a:chExt cx="1705800" cy="1705800"/>
          </a:xfrm>
        </p:grpSpPr>
        <p:sp>
          <p:nvSpPr>
            <p:cNvPr id="9" name="white base">
              <a:extLst>
                <a:ext uri="{FF2B5EF4-FFF2-40B4-BE49-F238E27FC236}">
                  <a16:creationId xmlns:a16="http://schemas.microsoft.com/office/drawing/2014/main" id="{DAD92D49-8D00-1D60-2856-0E39031971D3}"/>
                </a:ext>
              </a:extLst>
            </p:cNvPr>
            <p:cNvSpPr/>
            <p:nvPr/>
          </p:nvSpPr>
          <p:spPr>
            <a:xfrm>
              <a:off x="1454240" y="2133600"/>
              <a:ext cx="1677600" cy="167761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1" name="Picture 20" descr="122-吉林大学-logo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41054" y="2119509"/>
              <a:ext cx="1705800" cy="1705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96551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E77E5FD6-136C-41F9-B991-6BBFD8EF54FC}"/>
              </a:ext>
            </a:extLst>
          </p:cNvPr>
          <p:cNvGrpSpPr/>
          <p:nvPr/>
        </p:nvGrpSpPr>
        <p:grpSpPr>
          <a:xfrm>
            <a:off x="3046420" y="1547591"/>
            <a:ext cx="2920708" cy="2605718"/>
            <a:chOff x="3640618" y="1371730"/>
            <a:chExt cx="4892478" cy="4364834"/>
          </a:xfrm>
        </p:grpSpPr>
        <p:sp>
          <p:nvSpPr>
            <p:cNvPr id="27" name="Color 3">
              <a:extLst>
                <a:ext uri="{FF2B5EF4-FFF2-40B4-BE49-F238E27FC236}">
                  <a16:creationId xmlns:a16="http://schemas.microsoft.com/office/drawing/2014/main" id="{98CBDF44-31D7-4298-BB09-974773F987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4278" y="3816465"/>
              <a:ext cx="1550931" cy="1614871"/>
            </a:xfrm>
            <a:custGeom>
              <a:avLst/>
              <a:gdLst>
                <a:gd name="T0" fmla="*/ 431 w 468"/>
                <a:gd name="T1" fmla="*/ 294 h 487"/>
                <a:gd name="T2" fmla="*/ 457 w 468"/>
                <a:gd name="T3" fmla="*/ 321 h 487"/>
                <a:gd name="T4" fmla="*/ 468 w 468"/>
                <a:gd name="T5" fmla="*/ 337 h 487"/>
                <a:gd name="T6" fmla="*/ 468 w 468"/>
                <a:gd name="T7" fmla="*/ 166 h 487"/>
                <a:gd name="T8" fmla="*/ 308 w 468"/>
                <a:gd name="T9" fmla="*/ 1 h 487"/>
                <a:gd name="T10" fmla="*/ 287 w 468"/>
                <a:gd name="T11" fmla="*/ 0 h 487"/>
                <a:gd name="T12" fmla="*/ 161 w 468"/>
                <a:gd name="T13" fmla="*/ 73 h 487"/>
                <a:gd name="T14" fmla="*/ 160 w 468"/>
                <a:gd name="T15" fmla="*/ 75 h 487"/>
                <a:gd name="T16" fmla="*/ 161 w 468"/>
                <a:gd name="T17" fmla="*/ 77 h 487"/>
                <a:gd name="T18" fmla="*/ 161 w 468"/>
                <a:gd name="T19" fmla="*/ 79 h 487"/>
                <a:gd name="T20" fmla="*/ 157 w 468"/>
                <a:gd name="T21" fmla="*/ 82 h 487"/>
                <a:gd name="T22" fmla="*/ 155 w 468"/>
                <a:gd name="T23" fmla="*/ 82 h 487"/>
                <a:gd name="T24" fmla="*/ 154 w 468"/>
                <a:gd name="T25" fmla="*/ 82 h 487"/>
                <a:gd name="T26" fmla="*/ 153 w 468"/>
                <a:gd name="T27" fmla="*/ 82 h 487"/>
                <a:gd name="T28" fmla="*/ 146 w 468"/>
                <a:gd name="T29" fmla="*/ 81 h 487"/>
                <a:gd name="T30" fmla="*/ 130 w 468"/>
                <a:gd name="T31" fmla="*/ 80 h 487"/>
                <a:gd name="T32" fmla="*/ 43 w 468"/>
                <a:gd name="T33" fmla="*/ 112 h 487"/>
                <a:gd name="T34" fmla="*/ 2 w 468"/>
                <a:gd name="T35" fmla="*/ 199 h 487"/>
                <a:gd name="T36" fmla="*/ 78 w 468"/>
                <a:gd name="T37" fmla="*/ 322 h 487"/>
                <a:gd name="T38" fmla="*/ 88 w 468"/>
                <a:gd name="T39" fmla="*/ 329 h 487"/>
                <a:gd name="T40" fmla="*/ 87 w 468"/>
                <a:gd name="T41" fmla="*/ 317 h 487"/>
                <a:gd name="T42" fmla="*/ 122 w 468"/>
                <a:gd name="T43" fmla="*/ 224 h 487"/>
                <a:gd name="T44" fmla="*/ 127 w 468"/>
                <a:gd name="T45" fmla="*/ 219 h 487"/>
                <a:gd name="T46" fmla="*/ 124 w 468"/>
                <a:gd name="T47" fmla="*/ 217 h 487"/>
                <a:gd name="T48" fmla="*/ 135 w 468"/>
                <a:gd name="T49" fmla="*/ 224 h 487"/>
                <a:gd name="T50" fmla="*/ 134 w 468"/>
                <a:gd name="T51" fmla="*/ 224 h 487"/>
                <a:gd name="T52" fmla="*/ 131 w 468"/>
                <a:gd name="T53" fmla="*/ 226 h 487"/>
                <a:gd name="T54" fmla="*/ 97 w 468"/>
                <a:gd name="T55" fmla="*/ 332 h 487"/>
                <a:gd name="T56" fmla="*/ 218 w 468"/>
                <a:gd name="T57" fmla="*/ 427 h 487"/>
                <a:gd name="T58" fmla="*/ 238 w 468"/>
                <a:gd name="T59" fmla="*/ 425 h 487"/>
                <a:gd name="T60" fmla="*/ 252 w 468"/>
                <a:gd name="T61" fmla="*/ 422 h 487"/>
                <a:gd name="T62" fmla="*/ 258 w 468"/>
                <a:gd name="T63" fmla="*/ 420 h 487"/>
                <a:gd name="T64" fmla="*/ 256 w 468"/>
                <a:gd name="T65" fmla="*/ 414 h 487"/>
                <a:gd name="T66" fmla="*/ 252 w 468"/>
                <a:gd name="T67" fmla="*/ 383 h 487"/>
                <a:gd name="T68" fmla="*/ 278 w 468"/>
                <a:gd name="T69" fmla="*/ 311 h 487"/>
                <a:gd name="T70" fmla="*/ 280 w 468"/>
                <a:gd name="T71" fmla="*/ 308 h 487"/>
                <a:gd name="T72" fmla="*/ 279 w 468"/>
                <a:gd name="T73" fmla="*/ 305 h 487"/>
                <a:gd name="T74" fmla="*/ 269 w 468"/>
                <a:gd name="T75" fmla="*/ 254 h 487"/>
                <a:gd name="T76" fmla="*/ 326 w 468"/>
                <a:gd name="T77" fmla="*/ 148 h 487"/>
                <a:gd name="T78" fmla="*/ 329 w 468"/>
                <a:gd name="T79" fmla="*/ 145 h 487"/>
                <a:gd name="T80" fmla="*/ 329 w 468"/>
                <a:gd name="T81" fmla="*/ 144 h 487"/>
                <a:gd name="T82" fmla="*/ 334 w 468"/>
                <a:gd name="T83" fmla="*/ 156 h 487"/>
                <a:gd name="T84" fmla="*/ 332 w 468"/>
                <a:gd name="T85" fmla="*/ 153 h 487"/>
                <a:gd name="T86" fmla="*/ 327 w 468"/>
                <a:gd name="T87" fmla="*/ 156 h 487"/>
                <a:gd name="T88" fmla="*/ 277 w 468"/>
                <a:gd name="T89" fmla="*/ 254 h 487"/>
                <a:gd name="T90" fmla="*/ 340 w 468"/>
                <a:gd name="T91" fmla="*/ 360 h 487"/>
                <a:gd name="T92" fmla="*/ 342 w 468"/>
                <a:gd name="T93" fmla="*/ 365 h 487"/>
                <a:gd name="T94" fmla="*/ 336 w 468"/>
                <a:gd name="T95" fmla="*/ 367 h 487"/>
                <a:gd name="T96" fmla="*/ 288 w 468"/>
                <a:gd name="T97" fmla="*/ 324 h 487"/>
                <a:gd name="T98" fmla="*/ 284 w 468"/>
                <a:gd name="T99" fmla="*/ 316 h 487"/>
                <a:gd name="T100" fmla="*/ 278 w 468"/>
                <a:gd name="T101" fmla="*/ 324 h 487"/>
                <a:gd name="T102" fmla="*/ 260 w 468"/>
                <a:gd name="T103" fmla="*/ 383 h 487"/>
                <a:gd name="T104" fmla="*/ 364 w 468"/>
                <a:gd name="T105" fmla="*/ 487 h 487"/>
                <a:gd name="T106" fmla="*/ 468 w 468"/>
                <a:gd name="T107" fmla="*/ 383 h 487"/>
                <a:gd name="T108" fmla="*/ 426 w 468"/>
                <a:gd name="T109" fmla="*/ 300 h 487"/>
                <a:gd name="T110" fmla="*/ 425 w 468"/>
                <a:gd name="T111" fmla="*/ 297 h 487"/>
                <a:gd name="T112" fmla="*/ 425 w 468"/>
                <a:gd name="T113" fmla="*/ 294 h 487"/>
                <a:gd name="T114" fmla="*/ 431 w 468"/>
                <a:gd name="T115" fmla="*/ 294 h 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68" h="487">
                  <a:moveTo>
                    <a:pt x="431" y="294"/>
                  </a:moveTo>
                  <a:cubicBezTo>
                    <a:pt x="441" y="301"/>
                    <a:pt x="450" y="310"/>
                    <a:pt x="457" y="321"/>
                  </a:cubicBezTo>
                  <a:cubicBezTo>
                    <a:pt x="468" y="337"/>
                    <a:pt x="468" y="337"/>
                    <a:pt x="468" y="337"/>
                  </a:cubicBezTo>
                  <a:cubicBezTo>
                    <a:pt x="468" y="166"/>
                    <a:pt x="468" y="166"/>
                    <a:pt x="468" y="166"/>
                  </a:cubicBezTo>
                  <a:cubicBezTo>
                    <a:pt x="468" y="86"/>
                    <a:pt x="396" y="12"/>
                    <a:pt x="308" y="1"/>
                  </a:cubicBezTo>
                  <a:cubicBezTo>
                    <a:pt x="301" y="0"/>
                    <a:pt x="294" y="0"/>
                    <a:pt x="287" y="0"/>
                  </a:cubicBezTo>
                  <a:cubicBezTo>
                    <a:pt x="231" y="0"/>
                    <a:pt x="182" y="28"/>
                    <a:pt x="161" y="73"/>
                  </a:cubicBezTo>
                  <a:cubicBezTo>
                    <a:pt x="160" y="75"/>
                    <a:pt x="160" y="75"/>
                    <a:pt x="160" y="75"/>
                  </a:cubicBezTo>
                  <a:cubicBezTo>
                    <a:pt x="161" y="77"/>
                    <a:pt x="161" y="77"/>
                    <a:pt x="161" y="77"/>
                  </a:cubicBezTo>
                  <a:cubicBezTo>
                    <a:pt x="161" y="78"/>
                    <a:pt x="161" y="78"/>
                    <a:pt x="161" y="79"/>
                  </a:cubicBezTo>
                  <a:cubicBezTo>
                    <a:pt x="161" y="81"/>
                    <a:pt x="159" y="83"/>
                    <a:pt x="157" y="82"/>
                  </a:cubicBezTo>
                  <a:cubicBezTo>
                    <a:pt x="156" y="82"/>
                    <a:pt x="156" y="82"/>
                    <a:pt x="155" y="82"/>
                  </a:cubicBezTo>
                  <a:cubicBezTo>
                    <a:pt x="154" y="82"/>
                    <a:pt x="154" y="82"/>
                    <a:pt x="154" y="82"/>
                  </a:cubicBezTo>
                  <a:cubicBezTo>
                    <a:pt x="154" y="82"/>
                    <a:pt x="154" y="82"/>
                    <a:pt x="153" y="82"/>
                  </a:cubicBezTo>
                  <a:cubicBezTo>
                    <a:pt x="151" y="81"/>
                    <a:pt x="148" y="81"/>
                    <a:pt x="146" y="81"/>
                  </a:cubicBezTo>
                  <a:cubicBezTo>
                    <a:pt x="140" y="80"/>
                    <a:pt x="135" y="80"/>
                    <a:pt x="130" y="80"/>
                  </a:cubicBezTo>
                  <a:cubicBezTo>
                    <a:pt x="97" y="80"/>
                    <a:pt x="67" y="91"/>
                    <a:pt x="43" y="112"/>
                  </a:cubicBezTo>
                  <a:cubicBezTo>
                    <a:pt x="18" y="134"/>
                    <a:pt x="3" y="165"/>
                    <a:pt x="2" y="199"/>
                  </a:cubicBezTo>
                  <a:cubicBezTo>
                    <a:pt x="0" y="253"/>
                    <a:pt x="40" y="298"/>
                    <a:pt x="78" y="322"/>
                  </a:cubicBezTo>
                  <a:cubicBezTo>
                    <a:pt x="88" y="329"/>
                    <a:pt x="88" y="329"/>
                    <a:pt x="88" y="329"/>
                  </a:cubicBezTo>
                  <a:cubicBezTo>
                    <a:pt x="87" y="317"/>
                    <a:pt x="87" y="317"/>
                    <a:pt x="87" y="317"/>
                  </a:cubicBezTo>
                  <a:cubicBezTo>
                    <a:pt x="84" y="281"/>
                    <a:pt x="97" y="247"/>
                    <a:pt x="122" y="224"/>
                  </a:cubicBezTo>
                  <a:cubicBezTo>
                    <a:pt x="127" y="219"/>
                    <a:pt x="127" y="219"/>
                    <a:pt x="127" y="219"/>
                  </a:cubicBezTo>
                  <a:cubicBezTo>
                    <a:pt x="124" y="217"/>
                    <a:pt x="124" y="217"/>
                    <a:pt x="124" y="217"/>
                  </a:cubicBezTo>
                  <a:cubicBezTo>
                    <a:pt x="128" y="220"/>
                    <a:pt x="131" y="222"/>
                    <a:pt x="135" y="224"/>
                  </a:cubicBezTo>
                  <a:cubicBezTo>
                    <a:pt x="134" y="224"/>
                    <a:pt x="134" y="224"/>
                    <a:pt x="134" y="224"/>
                  </a:cubicBezTo>
                  <a:cubicBezTo>
                    <a:pt x="131" y="226"/>
                    <a:pt x="131" y="226"/>
                    <a:pt x="131" y="226"/>
                  </a:cubicBezTo>
                  <a:cubicBezTo>
                    <a:pt x="101" y="252"/>
                    <a:pt x="88" y="293"/>
                    <a:pt x="97" y="332"/>
                  </a:cubicBezTo>
                  <a:cubicBezTo>
                    <a:pt x="110" y="387"/>
                    <a:pt x="161" y="427"/>
                    <a:pt x="218" y="427"/>
                  </a:cubicBezTo>
                  <a:cubicBezTo>
                    <a:pt x="225" y="427"/>
                    <a:pt x="231" y="426"/>
                    <a:pt x="238" y="425"/>
                  </a:cubicBezTo>
                  <a:cubicBezTo>
                    <a:pt x="243" y="424"/>
                    <a:pt x="247" y="423"/>
                    <a:pt x="252" y="422"/>
                  </a:cubicBezTo>
                  <a:cubicBezTo>
                    <a:pt x="258" y="420"/>
                    <a:pt x="258" y="420"/>
                    <a:pt x="258" y="420"/>
                  </a:cubicBezTo>
                  <a:cubicBezTo>
                    <a:pt x="256" y="414"/>
                    <a:pt x="256" y="414"/>
                    <a:pt x="256" y="414"/>
                  </a:cubicBezTo>
                  <a:cubicBezTo>
                    <a:pt x="253" y="404"/>
                    <a:pt x="252" y="394"/>
                    <a:pt x="252" y="383"/>
                  </a:cubicBezTo>
                  <a:cubicBezTo>
                    <a:pt x="252" y="357"/>
                    <a:pt x="261" y="331"/>
                    <a:pt x="278" y="311"/>
                  </a:cubicBezTo>
                  <a:cubicBezTo>
                    <a:pt x="280" y="308"/>
                    <a:pt x="280" y="308"/>
                    <a:pt x="280" y="308"/>
                  </a:cubicBezTo>
                  <a:cubicBezTo>
                    <a:pt x="279" y="305"/>
                    <a:pt x="279" y="305"/>
                    <a:pt x="279" y="305"/>
                  </a:cubicBezTo>
                  <a:cubicBezTo>
                    <a:pt x="272" y="289"/>
                    <a:pt x="269" y="272"/>
                    <a:pt x="269" y="254"/>
                  </a:cubicBezTo>
                  <a:cubicBezTo>
                    <a:pt x="269" y="210"/>
                    <a:pt x="290" y="170"/>
                    <a:pt x="326" y="148"/>
                  </a:cubicBezTo>
                  <a:cubicBezTo>
                    <a:pt x="329" y="145"/>
                    <a:pt x="329" y="145"/>
                    <a:pt x="329" y="145"/>
                  </a:cubicBezTo>
                  <a:cubicBezTo>
                    <a:pt x="329" y="144"/>
                    <a:pt x="329" y="144"/>
                    <a:pt x="329" y="144"/>
                  </a:cubicBezTo>
                  <a:cubicBezTo>
                    <a:pt x="330" y="148"/>
                    <a:pt x="332" y="152"/>
                    <a:pt x="334" y="156"/>
                  </a:cubicBezTo>
                  <a:cubicBezTo>
                    <a:pt x="332" y="153"/>
                    <a:pt x="332" y="153"/>
                    <a:pt x="332" y="153"/>
                  </a:cubicBezTo>
                  <a:cubicBezTo>
                    <a:pt x="327" y="156"/>
                    <a:pt x="327" y="156"/>
                    <a:pt x="327" y="156"/>
                  </a:cubicBezTo>
                  <a:cubicBezTo>
                    <a:pt x="295" y="177"/>
                    <a:pt x="277" y="214"/>
                    <a:pt x="277" y="254"/>
                  </a:cubicBezTo>
                  <a:cubicBezTo>
                    <a:pt x="277" y="301"/>
                    <a:pt x="301" y="342"/>
                    <a:pt x="340" y="360"/>
                  </a:cubicBezTo>
                  <a:cubicBezTo>
                    <a:pt x="342" y="361"/>
                    <a:pt x="343" y="363"/>
                    <a:pt x="342" y="365"/>
                  </a:cubicBezTo>
                  <a:cubicBezTo>
                    <a:pt x="341" y="367"/>
                    <a:pt x="338" y="368"/>
                    <a:pt x="336" y="367"/>
                  </a:cubicBezTo>
                  <a:cubicBezTo>
                    <a:pt x="317" y="358"/>
                    <a:pt x="300" y="343"/>
                    <a:pt x="288" y="324"/>
                  </a:cubicBezTo>
                  <a:cubicBezTo>
                    <a:pt x="284" y="316"/>
                    <a:pt x="284" y="316"/>
                    <a:pt x="284" y="316"/>
                  </a:cubicBezTo>
                  <a:cubicBezTo>
                    <a:pt x="278" y="324"/>
                    <a:pt x="278" y="324"/>
                    <a:pt x="278" y="324"/>
                  </a:cubicBezTo>
                  <a:cubicBezTo>
                    <a:pt x="266" y="341"/>
                    <a:pt x="260" y="362"/>
                    <a:pt x="260" y="383"/>
                  </a:cubicBezTo>
                  <a:cubicBezTo>
                    <a:pt x="260" y="440"/>
                    <a:pt x="306" y="487"/>
                    <a:pt x="364" y="487"/>
                  </a:cubicBezTo>
                  <a:cubicBezTo>
                    <a:pt x="421" y="487"/>
                    <a:pt x="468" y="440"/>
                    <a:pt x="468" y="383"/>
                  </a:cubicBezTo>
                  <a:cubicBezTo>
                    <a:pt x="468" y="350"/>
                    <a:pt x="453" y="320"/>
                    <a:pt x="426" y="300"/>
                  </a:cubicBezTo>
                  <a:cubicBezTo>
                    <a:pt x="425" y="299"/>
                    <a:pt x="425" y="298"/>
                    <a:pt x="425" y="297"/>
                  </a:cubicBezTo>
                  <a:cubicBezTo>
                    <a:pt x="425" y="296"/>
                    <a:pt x="425" y="295"/>
                    <a:pt x="425" y="294"/>
                  </a:cubicBezTo>
                  <a:cubicBezTo>
                    <a:pt x="427" y="293"/>
                    <a:pt x="429" y="292"/>
                    <a:pt x="431" y="29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1" rIns="91440" bIns="45721" numCol="1" anchor="t" anchorCtr="0" compatLnSpc="1">
              <a:prstTxWarp prst="textNoShape">
                <a:avLst/>
              </a:prstTxWarp>
            </a:bodyPr>
            <a:lstStyle/>
            <a:p>
              <a:endParaRPr lang="en-US" sz="1801"/>
            </a:p>
          </p:txBody>
        </p:sp>
        <p:sp>
          <p:nvSpPr>
            <p:cNvPr id="28" name="Color 2">
              <a:extLst>
                <a:ext uri="{FF2B5EF4-FFF2-40B4-BE49-F238E27FC236}">
                  <a16:creationId xmlns:a16="http://schemas.microsoft.com/office/drawing/2014/main" id="{AC5A7383-4C93-4806-8906-7901D3A958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4590" y="2986889"/>
              <a:ext cx="1770618" cy="1323046"/>
            </a:xfrm>
            <a:custGeom>
              <a:avLst/>
              <a:gdLst>
                <a:gd name="T0" fmla="*/ 365 w 534"/>
                <a:gd name="T1" fmla="*/ 140 h 399"/>
                <a:gd name="T2" fmla="*/ 430 w 534"/>
                <a:gd name="T3" fmla="*/ 120 h 399"/>
                <a:gd name="T4" fmla="*/ 523 w 534"/>
                <a:gd name="T5" fmla="*/ 169 h 399"/>
                <a:gd name="T6" fmla="*/ 534 w 534"/>
                <a:gd name="T7" fmla="*/ 186 h 399"/>
                <a:gd name="T8" fmla="*/ 534 w 534"/>
                <a:gd name="T9" fmla="*/ 0 h 399"/>
                <a:gd name="T10" fmla="*/ 523 w 534"/>
                <a:gd name="T11" fmla="*/ 17 h 399"/>
                <a:gd name="T12" fmla="*/ 388 w 534"/>
                <a:gd name="T13" fmla="*/ 83 h 399"/>
                <a:gd name="T14" fmla="*/ 247 w 534"/>
                <a:gd name="T15" fmla="*/ 5 h 399"/>
                <a:gd name="T16" fmla="*/ 245 w 534"/>
                <a:gd name="T17" fmla="*/ 0 h 399"/>
                <a:gd name="T18" fmla="*/ 240 w 534"/>
                <a:gd name="T19" fmla="*/ 2 h 399"/>
                <a:gd name="T20" fmla="*/ 164 w 534"/>
                <a:gd name="T21" fmla="*/ 102 h 399"/>
                <a:gd name="T22" fmla="*/ 166 w 534"/>
                <a:gd name="T23" fmla="*/ 123 h 399"/>
                <a:gd name="T24" fmla="*/ 165 w 534"/>
                <a:gd name="T25" fmla="*/ 126 h 399"/>
                <a:gd name="T26" fmla="*/ 163 w 534"/>
                <a:gd name="T27" fmla="*/ 127 h 399"/>
                <a:gd name="T28" fmla="*/ 158 w 534"/>
                <a:gd name="T29" fmla="*/ 124 h 399"/>
                <a:gd name="T30" fmla="*/ 156 w 534"/>
                <a:gd name="T31" fmla="*/ 102 h 399"/>
                <a:gd name="T32" fmla="*/ 158 w 534"/>
                <a:gd name="T33" fmla="*/ 78 h 399"/>
                <a:gd name="T34" fmla="*/ 160 w 534"/>
                <a:gd name="T35" fmla="*/ 73 h 399"/>
                <a:gd name="T36" fmla="*/ 155 w 534"/>
                <a:gd name="T37" fmla="*/ 71 h 399"/>
                <a:gd name="T38" fmla="*/ 123 w 534"/>
                <a:gd name="T39" fmla="*/ 63 h 399"/>
                <a:gd name="T40" fmla="*/ 110 w 534"/>
                <a:gd name="T41" fmla="*/ 63 h 399"/>
                <a:gd name="T42" fmla="*/ 39 w 534"/>
                <a:gd name="T43" fmla="*/ 89 h 399"/>
                <a:gd name="T44" fmla="*/ 1 w 534"/>
                <a:gd name="T45" fmla="*/ 171 h 399"/>
                <a:gd name="T46" fmla="*/ 20 w 534"/>
                <a:gd name="T47" fmla="*/ 242 h 399"/>
                <a:gd name="T48" fmla="*/ 25 w 534"/>
                <a:gd name="T49" fmla="*/ 251 h 399"/>
                <a:gd name="T50" fmla="*/ 30 w 534"/>
                <a:gd name="T51" fmla="*/ 242 h 399"/>
                <a:gd name="T52" fmla="*/ 84 w 534"/>
                <a:gd name="T53" fmla="*/ 190 h 399"/>
                <a:gd name="T54" fmla="*/ 89 w 534"/>
                <a:gd name="T55" fmla="*/ 192 h 399"/>
                <a:gd name="T56" fmla="*/ 90 w 534"/>
                <a:gd name="T57" fmla="*/ 195 h 399"/>
                <a:gd name="T58" fmla="*/ 88 w 534"/>
                <a:gd name="T59" fmla="*/ 197 h 399"/>
                <a:gd name="T60" fmla="*/ 24 w 534"/>
                <a:gd name="T61" fmla="*/ 295 h 399"/>
                <a:gd name="T62" fmla="*/ 65 w 534"/>
                <a:gd name="T63" fmla="*/ 394 h 399"/>
                <a:gd name="T64" fmla="*/ 71 w 534"/>
                <a:gd name="T65" fmla="*/ 399 h 399"/>
                <a:gd name="T66" fmla="*/ 75 w 534"/>
                <a:gd name="T67" fmla="*/ 392 h 399"/>
                <a:gd name="T68" fmla="*/ 104 w 534"/>
                <a:gd name="T69" fmla="*/ 355 h 399"/>
                <a:gd name="T70" fmla="*/ 196 w 534"/>
                <a:gd name="T71" fmla="*/ 322 h 399"/>
                <a:gd name="T72" fmla="*/ 212 w 534"/>
                <a:gd name="T73" fmla="*/ 323 h 399"/>
                <a:gd name="T74" fmla="*/ 214 w 534"/>
                <a:gd name="T75" fmla="*/ 323 h 399"/>
                <a:gd name="T76" fmla="*/ 218 w 534"/>
                <a:gd name="T77" fmla="*/ 323 h 399"/>
                <a:gd name="T78" fmla="*/ 220 w 534"/>
                <a:gd name="T79" fmla="*/ 320 h 399"/>
                <a:gd name="T80" fmla="*/ 375 w 534"/>
                <a:gd name="T81" fmla="*/ 243 h 399"/>
                <a:gd name="T82" fmla="*/ 522 w 534"/>
                <a:gd name="T83" fmla="*/ 342 h 399"/>
                <a:gd name="T84" fmla="*/ 534 w 534"/>
                <a:gd name="T85" fmla="*/ 363 h 399"/>
                <a:gd name="T86" fmla="*/ 534 w 534"/>
                <a:gd name="T87" fmla="*/ 232 h 399"/>
                <a:gd name="T88" fmla="*/ 430 w 534"/>
                <a:gd name="T89" fmla="*/ 128 h 399"/>
                <a:gd name="T90" fmla="*/ 366 w 534"/>
                <a:gd name="T91" fmla="*/ 149 h 399"/>
                <a:gd name="T92" fmla="*/ 363 w 534"/>
                <a:gd name="T93" fmla="*/ 152 h 399"/>
                <a:gd name="T94" fmla="*/ 364 w 534"/>
                <a:gd name="T95" fmla="*/ 153 h 399"/>
                <a:gd name="T96" fmla="*/ 359 w 534"/>
                <a:gd name="T97" fmla="*/ 141 h 399"/>
                <a:gd name="T98" fmla="*/ 360 w 534"/>
                <a:gd name="T99" fmla="*/ 144 h 399"/>
                <a:gd name="T100" fmla="*/ 365 w 534"/>
                <a:gd name="T101" fmla="*/ 140 h 3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534" h="399">
                  <a:moveTo>
                    <a:pt x="365" y="140"/>
                  </a:moveTo>
                  <a:cubicBezTo>
                    <a:pt x="384" y="127"/>
                    <a:pt x="406" y="120"/>
                    <a:pt x="430" y="120"/>
                  </a:cubicBezTo>
                  <a:cubicBezTo>
                    <a:pt x="467" y="120"/>
                    <a:pt x="502" y="138"/>
                    <a:pt x="523" y="169"/>
                  </a:cubicBezTo>
                  <a:cubicBezTo>
                    <a:pt x="534" y="186"/>
                    <a:pt x="534" y="186"/>
                    <a:pt x="534" y="186"/>
                  </a:cubicBezTo>
                  <a:cubicBezTo>
                    <a:pt x="534" y="0"/>
                    <a:pt x="534" y="0"/>
                    <a:pt x="534" y="0"/>
                  </a:cubicBezTo>
                  <a:cubicBezTo>
                    <a:pt x="523" y="17"/>
                    <a:pt x="523" y="17"/>
                    <a:pt x="523" y="17"/>
                  </a:cubicBezTo>
                  <a:cubicBezTo>
                    <a:pt x="496" y="57"/>
                    <a:pt x="444" y="83"/>
                    <a:pt x="388" y="83"/>
                  </a:cubicBezTo>
                  <a:cubicBezTo>
                    <a:pt x="326" y="83"/>
                    <a:pt x="271" y="52"/>
                    <a:pt x="247" y="5"/>
                  </a:cubicBezTo>
                  <a:cubicBezTo>
                    <a:pt x="245" y="0"/>
                    <a:pt x="245" y="0"/>
                    <a:pt x="245" y="0"/>
                  </a:cubicBezTo>
                  <a:cubicBezTo>
                    <a:pt x="240" y="2"/>
                    <a:pt x="240" y="2"/>
                    <a:pt x="240" y="2"/>
                  </a:cubicBezTo>
                  <a:cubicBezTo>
                    <a:pt x="195" y="14"/>
                    <a:pt x="164" y="55"/>
                    <a:pt x="164" y="102"/>
                  </a:cubicBezTo>
                  <a:cubicBezTo>
                    <a:pt x="164" y="109"/>
                    <a:pt x="165" y="116"/>
                    <a:pt x="166" y="123"/>
                  </a:cubicBezTo>
                  <a:cubicBezTo>
                    <a:pt x="166" y="124"/>
                    <a:pt x="166" y="125"/>
                    <a:pt x="165" y="126"/>
                  </a:cubicBezTo>
                  <a:cubicBezTo>
                    <a:pt x="165" y="127"/>
                    <a:pt x="164" y="127"/>
                    <a:pt x="163" y="127"/>
                  </a:cubicBezTo>
                  <a:cubicBezTo>
                    <a:pt x="161" y="128"/>
                    <a:pt x="159" y="126"/>
                    <a:pt x="158" y="124"/>
                  </a:cubicBezTo>
                  <a:cubicBezTo>
                    <a:pt x="157" y="117"/>
                    <a:pt x="156" y="109"/>
                    <a:pt x="156" y="102"/>
                  </a:cubicBezTo>
                  <a:cubicBezTo>
                    <a:pt x="156" y="94"/>
                    <a:pt x="157" y="86"/>
                    <a:pt x="158" y="78"/>
                  </a:cubicBezTo>
                  <a:cubicBezTo>
                    <a:pt x="160" y="73"/>
                    <a:pt x="160" y="73"/>
                    <a:pt x="160" y="73"/>
                  </a:cubicBezTo>
                  <a:cubicBezTo>
                    <a:pt x="155" y="71"/>
                    <a:pt x="155" y="71"/>
                    <a:pt x="155" y="71"/>
                  </a:cubicBezTo>
                  <a:cubicBezTo>
                    <a:pt x="144" y="67"/>
                    <a:pt x="133" y="64"/>
                    <a:pt x="123" y="63"/>
                  </a:cubicBezTo>
                  <a:cubicBezTo>
                    <a:pt x="118" y="63"/>
                    <a:pt x="114" y="63"/>
                    <a:pt x="110" y="63"/>
                  </a:cubicBezTo>
                  <a:cubicBezTo>
                    <a:pt x="84" y="63"/>
                    <a:pt x="59" y="72"/>
                    <a:pt x="39" y="89"/>
                  </a:cubicBezTo>
                  <a:cubicBezTo>
                    <a:pt x="16" y="109"/>
                    <a:pt x="2" y="138"/>
                    <a:pt x="1" y="171"/>
                  </a:cubicBezTo>
                  <a:cubicBezTo>
                    <a:pt x="0" y="196"/>
                    <a:pt x="6" y="221"/>
                    <a:pt x="20" y="242"/>
                  </a:cubicBezTo>
                  <a:cubicBezTo>
                    <a:pt x="25" y="251"/>
                    <a:pt x="25" y="251"/>
                    <a:pt x="25" y="251"/>
                  </a:cubicBezTo>
                  <a:cubicBezTo>
                    <a:pt x="30" y="242"/>
                    <a:pt x="30" y="242"/>
                    <a:pt x="30" y="242"/>
                  </a:cubicBezTo>
                  <a:cubicBezTo>
                    <a:pt x="42" y="219"/>
                    <a:pt x="61" y="201"/>
                    <a:pt x="84" y="190"/>
                  </a:cubicBezTo>
                  <a:cubicBezTo>
                    <a:pt x="86" y="189"/>
                    <a:pt x="89" y="190"/>
                    <a:pt x="89" y="192"/>
                  </a:cubicBezTo>
                  <a:cubicBezTo>
                    <a:pt x="90" y="193"/>
                    <a:pt x="90" y="194"/>
                    <a:pt x="90" y="195"/>
                  </a:cubicBezTo>
                  <a:cubicBezTo>
                    <a:pt x="89" y="196"/>
                    <a:pt x="89" y="197"/>
                    <a:pt x="88" y="197"/>
                  </a:cubicBezTo>
                  <a:cubicBezTo>
                    <a:pt x="50" y="215"/>
                    <a:pt x="26" y="252"/>
                    <a:pt x="24" y="295"/>
                  </a:cubicBezTo>
                  <a:cubicBezTo>
                    <a:pt x="23" y="332"/>
                    <a:pt x="38" y="368"/>
                    <a:pt x="65" y="394"/>
                  </a:cubicBezTo>
                  <a:cubicBezTo>
                    <a:pt x="71" y="399"/>
                    <a:pt x="71" y="399"/>
                    <a:pt x="71" y="399"/>
                  </a:cubicBezTo>
                  <a:cubicBezTo>
                    <a:pt x="75" y="392"/>
                    <a:pt x="75" y="392"/>
                    <a:pt x="75" y="392"/>
                  </a:cubicBezTo>
                  <a:cubicBezTo>
                    <a:pt x="82" y="378"/>
                    <a:pt x="92" y="366"/>
                    <a:pt x="104" y="355"/>
                  </a:cubicBezTo>
                  <a:cubicBezTo>
                    <a:pt x="129" y="334"/>
                    <a:pt x="161" y="322"/>
                    <a:pt x="196" y="322"/>
                  </a:cubicBezTo>
                  <a:cubicBezTo>
                    <a:pt x="201" y="322"/>
                    <a:pt x="207" y="322"/>
                    <a:pt x="212" y="323"/>
                  </a:cubicBezTo>
                  <a:cubicBezTo>
                    <a:pt x="213" y="323"/>
                    <a:pt x="213" y="323"/>
                    <a:pt x="214" y="323"/>
                  </a:cubicBezTo>
                  <a:cubicBezTo>
                    <a:pt x="218" y="323"/>
                    <a:pt x="218" y="323"/>
                    <a:pt x="218" y="323"/>
                  </a:cubicBezTo>
                  <a:cubicBezTo>
                    <a:pt x="220" y="320"/>
                    <a:pt x="220" y="320"/>
                    <a:pt x="220" y="320"/>
                  </a:cubicBezTo>
                  <a:cubicBezTo>
                    <a:pt x="245" y="265"/>
                    <a:pt x="307" y="235"/>
                    <a:pt x="375" y="243"/>
                  </a:cubicBezTo>
                  <a:cubicBezTo>
                    <a:pt x="437" y="251"/>
                    <a:pt x="493" y="289"/>
                    <a:pt x="522" y="342"/>
                  </a:cubicBezTo>
                  <a:cubicBezTo>
                    <a:pt x="534" y="363"/>
                    <a:pt x="534" y="363"/>
                    <a:pt x="534" y="363"/>
                  </a:cubicBezTo>
                  <a:cubicBezTo>
                    <a:pt x="534" y="232"/>
                    <a:pt x="534" y="232"/>
                    <a:pt x="534" y="232"/>
                  </a:cubicBezTo>
                  <a:cubicBezTo>
                    <a:pt x="534" y="174"/>
                    <a:pt x="487" y="128"/>
                    <a:pt x="430" y="128"/>
                  </a:cubicBezTo>
                  <a:cubicBezTo>
                    <a:pt x="407" y="128"/>
                    <a:pt x="385" y="135"/>
                    <a:pt x="366" y="149"/>
                  </a:cubicBezTo>
                  <a:cubicBezTo>
                    <a:pt x="363" y="152"/>
                    <a:pt x="363" y="152"/>
                    <a:pt x="363" y="152"/>
                  </a:cubicBezTo>
                  <a:cubicBezTo>
                    <a:pt x="364" y="153"/>
                    <a:pt x="364" y="153"/>
                    <a:pt x="364" y="153"/>
                  </a:cubicBezTo>
                  <a:cubicBezTo>
                    <a:pt x="362" y="149"/>
                    <a:pt x="361" y="145"/>
                    <a:pt x="359" y="141"/>
                  </a:cubicBezTo>
                  <a:cubicBezTo>
                    <a:pt x="360" y="144"/>
                    <a:pt x="360" y="144"/>
                    <a:pt x="360" y="144"/>
                  </a:cubicBezTo>
                  <a:lnTo>
                    <a:pt x="365" y="14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1" rIns="91440" bIns="45721" numCol="1" anchor="t" anchorCtr="0" compatLnSpc="1">
              <a:prstTxWarp prst="textNoShape">
                <a:avLst/>
              </a:prstTxWarp>
            </a:bodyPr>
            <a:lstStyle/>
            <a:p>
              <a:endParaRPr lang="en-US" sz="1801"/>
            </a:p>
          </p:txBody>
        </p:sp>
        <p:sp>
          <p:nvSpPr>
            <p:cNvPr id="29" name="Color 1">
              <a:extLst>
                <a:ext uri="{FF2B5EF4-FFF2-40B4-BE49-F238E27FC236}">
                  <a16:creationId xmlns:a16="http://schemas.microsoft.com/office/drawing/2014/main" id="{98DE0B92-D6F8-48DB-9F37-A9C96FC674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4926" y="1676960"/>
              <a:ext cx="1690286" cy="1601755"/>
            </a:xfrm>
            <a:custGeom>
              <a:avLst/>
              <a:gdLst>
                <a:gd name="T0" fmla="*/ 414 w 510"/>
                <a:gd name="T1" fmla="*/ 177 h 483"/>
                <a:gd name="T2" fmla="*/ 499 w 510"/>
                <a:gd name="T3" fmla="*/ 226 h 483"/>
                <a:gd name="T4" fmla="*/ 510 w 510"/>
                <a:gd name="T5" fmla="*/ 243 h 483"/>
                <a:gd name="T6" fmla="*/ 510 w 510"/>
                <a:gd name="T7" fmla="*/ 124 h 483"/>
                <a:gd name="T8" fmla="*/ 390 w 510"/>
                <a:gd name="T9" fmla="*/ 0 h 483"/>
                <a:gd name="T10" fmla="*/ 202 w 510"/>
                <a:gd name="T11" fmla="*/ 181 h 483"/>
                <a:gd name="T12" fmla="*/ 206 w 510"/>
                <a:gd name="T13" fmla="*/ 240 h 483"/>
                <a:gd name="T14" fmla="*/ 207 w 510"/>
                <a:gd name="T15" fmla="*/ 244 h 483"/>
                <a:gd name="T16" fmla="*/ 210 w 510"/>
                <a:gd name="T17" fmla="*/ 244 h 483"/>
                <a:gd name="T18" fmla="*/ 195 w 510"/>
                <a:gd name="T19" fmla="*/ 245 h 483"/>
                <a:gd name="T20" fmla="*/ 199 w 510"/>
                <a:gd name="T21" fmla="*/ 244 h 483"/>
                <a:gd name="T22" fmla="*/ 197 w 510"/>
                <a:gd name="T23" fmla="*/ 238 h 483"/>
                <a:gd name="T24" fmla="*/ 194 w 510"/>
                <a:gd name="T25" fmla="*/ 180 h 483"/>
                <a:gd name="T26" fmla="*/ 194 w 510"/>
                <a:gd name="T27" fmla="*/ 178 h 483"/>
                <a:gd name="T28" fmla="*/ 194 w 510"/>
                <a:gd name="T29" fmla="*/ 175 h 483"/>
                <a:gd name="T30" fmla="*/ 195 w 510"/>
                <a:gd name="T31" fmla="*/ 167 h 483"/>
                <a:gd name="T32" fmla="*/ 187 w 510"/>
                <a:gd name="T33" fmla="*/ 169 h 483"/>
                <a:gd name="T34" fmla="*/ 84 w 510"/>
                <a:gd name="T35" fmla="*/ 255 h 483"/>
                <a:gd name="T36" fmla="*/ 66 w 510"/>
                <a:gd name="T37" fmla="*/ 346 h 483"/>
                <a:gd name="T38" fmla="*/ 64 w 510"/>
                <a:gd name="T39" fmla="*/ 350 h 483"/>
                <a:gd name="T40" fmla="*/ 64 w 510"/>
                <a:gd name="T41" fmla="*/ 350 h 483"/>
                <a:gd name="T42" fmla="*/ 0 w 510"/>
                <a:gd name="T43" fmla="*/ 448 h 483"/>
                <a:gd name="T44" fmla="*/ 2 w 510"/>
                <a:gd name="T45" fmla="*/ 473 h 483"/>
                <a:gd name="T46" fmla="*/ 3 w 510"/>
                <a:gd name="T47" fmla="*/ 483 h 483"/>
                <a:gd name="T48" fmla="*/ 11 w 510"/>
                <a:gd name="T49" fmla="*/ 477 h 483"/>
                <a:gd name="T50" fmla="*/ 86 w 510"/>
                <a:gd name="T51" fmla="*/ 450 h 483"/>
                <a:gd name="T52" fmla="*/ 99 w 510"/>
                <a:gd name="T53" fmla="*/ 450 h 483"/>
                <a:gd name="T54" fmla="*/ 132 w 510"/>
                <a:gd name="T55" fmla="*/ 458 h 483"/>
                <a:gd name="T56" fmla="*/ 138 w 510"/>
                <a:gd name="T57" fmla="*/ 461 h 483"/>
                <a:gd name="T58" fmla="*/ 140 w 510"/>
                <a:gd name="T59" fmla="*/ 455 h 483"/>
                <a:gd name="T60" fmla="*/ 212 w 510"/>
                <a:gd name="T61" fmla="*/ 390 h 483"/>
                <a:gd name="T62" fmla="*/ 217 w 510"/>
                <a:gd name="T63" fmla="*/ 388 h 483"/>
                <a:gd name="T64" fmla="*/ 216 w 510"/>
                <a:gd name="T65" fmla="*/ 382 h 483"/>
                <a:gd name="T66" fmla="*/ 211 w 510"/>
                <a:gd name="T67" fmla="*/ 351 h 483"/>
                <a:gd name="T68" fmla="*/ 215 w 510"/>
                <a:gd name="T69" fmla="*/ 347 h 483"/>
                <a:gd name="T70" fmla="*/ 219 w 510"/>
                <a:gd name="T71" fmla="*/ 351 h 483"/>
                <a:gd name="T72" fmla="*/ 364 w 510"/>
                <a:gd name="T73" fmla="*/ 470 h 483"/>
                <a:gd name="T74" fmla="*/ 510 w 510"/>
                <a:gd name="T75" fmla="*/ 351 h 483"/>
                <a:gd name="T76" fmla="*/ 510 w 510"/>
                <a:gd name="T77" fmla="*/ 289 h 483"/>
                <a:gd name="T78" fmla="*/ 407 w 510"/>
                <a:gd name="T79" fmla="*/ 185 h 483"/>
                <a:gd name="T80" fmla="*/ 403 w 510"/>
                <a:gd name="T81" fmla="*/ 185 h 483"/>
                <a:gd name="T82" fmla="*/ 403 w 510"/>
                <a:gd name="T83" fmla="*/ 185 h 483"/>
                <a:gd name="T84" fmla="*/ 406 w 510"/>
                <a:gd name="T85" fmla="*/ 180 h 483"/>
                <a:gd name="T86" fmla="*/ 409 w 510"/>
                <a:gd name="T87" fmla="*/ 172 h 483"/>
                <a:gd name="T88" fmla="*/ 407 w 510"/>
                <a:gd name="T89" fmla="*/ 176 h 483"/>
                <a:gd name="T90" fmla="*/ 414 w 510"/>
                <a:gd name="T91" fmla="*/ 177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10" h="483">
                  <a:moveTo>
                    <a:pt x="414" y="177"/>
                  </a:moveTo>
                  <a:cubicBezTo>
                    <a:pt x="449" y="180"/>
                    <a:pt x="479" y="198"/>
                    <a:pt x="499" y="226"/>
                  </a:cubicBezTo>
                  <a:cubicBezTo>
                    <a:pt x="510" y="243"/>
                    <a:pt x="510" y="243"/>
                    <a:pt x="510" y="243"/>
                  </a:cubicBezTo>
                  <a:cubicBezTo>
                    <a:pt x="510" y="124"/>
                    <a:pt x="510" y="124"/>
                    <a:pt x="510" y="124"/>
                  </a:cubicBezTo>
                  <a:cubicBezTo>
                    <a:pt x="510" y="77"/>
                    <a:pt x="494" y="0"/>
                    <a:pt x="390" y="0"/>
                  </a:cubicBezTo>
                  <a:cubicBezTo>
                    <a:pt x="321" y="0"/>
                    <a:pt x="217" y="63"/>
                    <a:pt x="202" y="181"/>
                  </a:cubicBezTo>
                  <a:cubicBezTo>
                    <a:pt x="199" y="202"/>
                    <a:pt x="200" y="222"/>
                    <a:pt x="206" y="240"/>
                  </a:cubicBezTo>
                  <a:cubicBezTo>
                    <a:pt x="207" y="244"/>
                    <a:pt x="207" y="244"/>
                    <a:pt x="207" y="244"/>
                  </a:cubicBezTo>
                  <a:cubicBezTo>
                    <a:pt x="210" y="244"/>
                    <a:pt x="210" y="244"/>
                    <a:pt x="210" y="244"/>
                  </a:cubicBezTo>
                  <a:cubicBezTo>
                    <a:pt x="205" y="244"/>
                    <a:pt x="200" y="244"/>
                    <a:pt x="195" y="245"/>
                  </a:cubicBezTo>
                  <a:cubicBezTo>
                    <a:pt x="199" y="244"/>
                    <a:pt x="199" y="244"/>
                    <a:pt x="199" y="244"/>
                  </a:cubicBezTo>
                  <a:cubicBezTo>
                    <a:pt x="197" y="238"/>
                    <a:pt x="197" y="238"/>
                    <a:pt x="197" y="238"/>
                  </a:cubicBezTo>
                  <a:cubicBezTo>
                    <a:pt x="192" y="220"/>
                    <a:pt x="191" y="201"/>
                    <a:pt x="194" y="180"/>
                  </a:cubicBezTo>
                  <a:cubicBezTo>
                    <a:pt x="194" y="179"/>
                    <a:pt x="194" y="179"/>
                    <a:pt x="194" y="178"/>
                  </a:cubicBezTo>
                  <a:cubicBezTo>
                    <a:pt x="194" y="177"/>
                    <a:pt x="194" y="176"/>
                    <a:pt x="194" y="175"/>
                  </a:cubicBezTo>
                  <a:cubicBezTo>
                    <a:pt x="195" y="167"/>
                    <a:pt x="195" y="167"/>
                    <a:pt x="195" y="167"/>
                  </a:cubicBezTo>
                  <a:cubicBezTo>
                    <a:pt x="187" y="169"/>
                    <a:pt x="187" y="169"/>
                    <a:pt x="187" y="169"/>
                  </a:cubicBezTo>
                  <a:cubicBezTo>
                    <a:pt x="145" y="176"/>
                    <a:pt x="106" y="209"/>
                    <a:pt x="84" y="255"/>
                  </a:cubicBezTo>
                  <a:cubicBezTo>
                    <a:pt x="70" y="284"/>
                    <a:pt x="64" y="315"/>
                    <a:pt x="66" y="346"/>
                  </a:cubicBezTo>
                  <a:cubicBezTo>
                    <a:pt x="67" y="347"/>
                    <a:pt x="66" y="349"/>
                    <a:pt x="64" y="350"/>
                  </a:cubicBezTo>
                  <a:cubicBezTo>
                    <a:pt x="64" y="350"/>
                    <a:pt x="64" y="350"/>
                    <a:pt x="64" y="350"/>
                  </a:cubicBezTo>
                  <a:cubicBezTo>
                    <a:pt x="26" y="367"/>
                    <a:pt x="2" y="405"/>
                    <a:pt x="0" y="448"/>
                  </a:cubicBezTo>
                  <a:cubicBezTo>
                    <a:pt x="0" y="456"/>
                    <a:pt x="0" y="464"/>
                    <a:pt x="2" y="473"/>
                  </a:cubicBezTo>
                  <a:cubicBezTo>
                    <a:pt x="3" y="483"/>
                    <a:pt x="3" y="483"/>
                    <a:pt x="3" y="483"/>
                  </a:cubicBezTo>
                  <a:cubicBezTo>
                    <a:pt x="11" y="477"/>
                    <a:pt x="11" y="477"/>
                    <a:pt x="11" y="477"/>
                  </a:cubicBezTo>
                  <a:cubicBezTo>
                    <a:pt x="33" y="459"/>
                    <a:pt x="59" y="450"/>
                    <a:pt x="86" y="450"/>
                  </a:cubicBezTo>
                  <a:cubicBezTo>
                    <a:pt x="91" y="450"/>
                    <a:pt x="95" y="450"/>
                    <a:pt x="99" y="450"/>
                  </a:cubicBezTo>
                  <a:cubicBezTo>
                    <a:pt x="111" y="452"/>
                    <a:pt x="122" y="454"/>
                    <a:pt x="132" y="458"/>
                  </a:cubicBezTo>
                  <a:cubicBezTo>
                    <a:pt x="138" y="461"/>
                    <a:pt x="138" y="461"/>
                    <a:pt x="138" y="461"/>
                  </a:cubicBezTo>
                  <a:cubicBezTo>
                    <a:pt x="140" y="455"/>
                    <a:pt x="140" y="455"/>
                    <a:pt x="140" y="455"/>
                  </a:cubicBezTo>
                  <a:cubicBezTo>
                    <a:pt x="153" y="423"/>
                    <a:pt x="179" y="399"/>
                    <a:pt x="212" y="390"/>
                  </a:cubicBezTo>
                  <a:cubicBezTo>
                    <a:pt x="217" y="388"/>
                    <a:pt x="217" y="388"/>
                    <a:pt x="217" y="388"/>
                  </a:cubicBezTo>
                  <a:cubicBezTo>
                    <a:pt x="216" y="382"/>
                    <a:pt x="216" y="382"/>
                    <a:pt x="216" y="382"/>
                  </a:cubicBezTo>
                  <a:cubicBezTo>
                    <a:pt x="212" y="372"/>
                    <a:pt x="211" y="361"/>
                    <a:pt x="211" y="351"/>
                  </a:cubicBezTo>
                  <a:cubicBezTo>
                    <a:pt x="211" y="348"/>
                    <a:pt x="213" y="347"/>
                    <a:pt x="215" y="347"/>
                  </a:cubicBezTo>
                  <a:cubicBezTo>
                    <a:pt x="217" y="347"/>
                    <a:pt x="219" y="348"/>
                    <a:pt x="219" y="351"/>
                  </a:cubicBezTo>
                  <a:cubicBezTo>
                    <a:pt x="219" y="416"/>
                    <a:pt x="284" y="470"/>
                    <a:pt x="364" y="470"/>
                  </a:cubicBezTo>
                  <a:cubicBezTo>
                    <a:pt x="444" y="470"/>
                    <a:pt x="510" y="416"/>
                    <a:pt x="510" y="351"/>
                  </a:cubicBezTo>
                  <a:cubicBezTo>
                    <a:pt x="510" y="289"/>
                    <a:pt x="510" y="289"/>
                    <a:pt x="510" y="289"/>
                  </a:cubicBezTo>
                  <a:cubicBezTo>
                    <a:pt x="510" y="232"/>
                    <a:pt x="463" y="185"/>
                    <a:pt x="407" y="185"/>
                  </a:cubicBezTo>
                  <a:cubicBezTo>
                    <a:pt x="403" y="185"/>
                    <a:pt x="403" y="185"/>
                    <a:pt x="403" y="185"/>
                  </a:cubicBezTo>
                  <a:cubicBezTo>
                    <a:pt x="403" y="185"/>
                    <a:pt x="403" y="185"/>
                    <a:pt x="403" y="185"/>
                  </a:cubicBezTo>
                  <a:cubicBezTo>
                    <a:pt x="404" y="183"/>
                    <a:pt x="405" y="181"/>
                    <a:pt x="406" y="180"/>
                  </a:cubicBezTo>
                  <a:cubicBezTo>
                    <a:pt x="407" y="177"/>
                    <a:pt x="408" y="175"/>
                    <a:pt x="409" y="172"/>
                  </a:cubicBezTo>
                  <a:cubicBezTo>
                    <a:pt x="407" y="176"/>
                    <a:pt x="407" y="176"/>
                    <a:pt x="407" y="176"/>
                  </a:cubicBezTo>
                  <a:lnTo>
                    <a:pt x="414" y="177"/>
                  </a:lnTo>
                  <a:close/>
                </a:path>
              </a:pathLst>
            </a:custGeom>
            <a:solidFill>
              <a:srgbClr val="071E8E"/>
            </a:solidFill>
            <a:ln>
              <a:noFill/>
            </a:ln>
          </p:spPr>
          <p:txBody>
            <a:bodyPr vert="horz" wrap="square" lIns="91440" tIns="45721" rIns="91440" bIns="45721" numCol="1" anchor="t" anchorCtr="0" compatLnSpc="1">
              <a:prstTxWarp prst="textNoShape">
                <a:avLst/>
              </a:prstTxWarp>
            </a:bodyPr>
            <a:lstStyle/>
            <a:p>
              <a:endParaRPr lang="en-US" sz="1801"/>
            </a:p>
          </p:txBody>
        </p:sp>
        <p:sp>
          <p:nvSpPr>
            <p:cNvPr id="30" name="Color 3">
              <a:extLst>
                <a:ext uri="{FF2B5EF4-FFF2-40B4-BE49-F238E27FC236}">
                  <a16:creationId xmlns:a16="http://schemas.microsoft.com/office/drawing/2014/main" id="{591DC6B3-7072-4707-90B0-D5EC4EAFB923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1783" y="3816465"/>
              <a:ext cx="1550931" cy="1614871"/>
            </a:xfrm>
            <a:custGeom>
              <a:avLst/>
              <a:gdLst>
                <a:gd name="T0" fmla="*/ 466 w 468"/>
                <a:gd name="T1" fmla="*/ 199 h 487"/>
                <a:gd name="T2" fmla="*/ 424 w 468"/>
                <a:gd name="T3" fmla="*/ 112 h 487"/>
                <a:gd name="T4" fmla="*/ 338 w 468"/>
                <a:gd name="T5" fmla="*/ 80 h 487"/>
                <a:gd name="T6" fmla="*/ 322 w 468"/>
                <a:gd name="T7" fmla="*/ 81 h 487"/>
                <a:gd name="T8" fmla="*/ 314 w 468"/>
                <a:gd name="T9" fmla="*/ 82 h 487"/>
                <a:gd name="T10" fmla="*/ 314 w 468"/>
                <a:gd name="T11" fmla="*/ 82 h 487"/>
                <a:gd name="T12" fmla="*/ 312 w 468"/>
                <a:gd name="T13" fmla="*/ 82 h 487"/>
                <a:gd name="T14" fmla="*/ 311 w 468"/>
                <a:gd name="T15" fmla="*/ 82 h 487"/>
                <a:gd name="T16" fmla="*/ 307 w 468"/>
                <a:gd name="T17" fmla="*/ 79 h 487"/>
                <a:gd name="T18" fmla="*/ 307 w 468"/>
                <a:gd name="T19" fmla="*/ 77 h 487"/>
                <a:gd name="T20" fmla="*/ 308 w 468"/>
                <a:gd name="T21" fmla="*/ 75 h 487"/>
                <a:gd name="T22" fmla="*/ 307 w 468"/>
                <a:gd name="T23" fmla="*/ 73 h 487"/>
                <a:gd name="T24" fmla="*/ 181 w 468"/>
                <a:gd name="T25" fmla="*/ 0 h 487"/>
                <a:gd name="T26" fmla="*/ 160 w 468"/>
                <a:gd name="T27" fmla="*/ 1 h 487"/>
                <a:gd name="T28" fmla="*/ 0 w 468"/>
                <a:gd name="T29" fmla="*/ 166 h 487"/>
                <a:gd name="T30" fmla="*/ 0 w 468"/>
                <a:gd name="T31" fmla="*/ 337 h 487"/>
                <a:gd name="T32" fmla="*/ 11 w 468"/>
                <a:gd name="T33" fmla="*/ 321 h 487"/>
                <a:gd name="T34" fmla="*/ 37 w 468"/>
                <a:gd name="T35" fmla="*/ 294 h 487"/>
                <a:gd name="T36" fmla="*/ 42 w 468"/>
                <a:gd name="T37" fmla="*/ 294 h 487"/>
                <a:gd name="T38" fmla="*/ 43 w 468"/>
                <a:gd name="T39" fmla="*/ 297 h 487"/>
                <a:gd name="T40" fmla="*/ 42 w 468"/>
                <a:gd name="T41" fmla="*/ 300 h 487"/>
                <a:gd name="T42" fmla="*/ 0 w 468"/>
                <a:gd name="T43" fmla="*/ 383 h 487"/>
                <a:gd name="T44" fmla="*/ 104 w 468"/>
                <a:gd name="T45" fmla="*/ 487 h 487"/>
                <a:gd name="T46" fmla="*/ 208 w 468"/>
                <a:gd name="T47" fmla="*/ 383 h 487"/>
                <a:gd name="T48" fmla="*/ 189 w 468"/>
                <a:gd name="T49" fmla="*/ 324 h 487"/>
                <a:gd name="T50" fmla="*/ 184 w 468"/>
                <a:gd name="T51" fmla="*/ 316 h 487"/>
                <a:gd name="T52" fmla="*/ 179 w 468"/>
                <a:gd name="T53" fmla="*/ 324 h 487"/>
                <a:gd name="T54" fmla="*/ 131 w 468"/>
                <a:gd name="T55" fmla="*/ 367 h 487"/>
                <a:gd name="T56" fmla="*/ 126 w 468"/>
                <a:gd name="T57" fmla="*/ 365 h 487"/>
                <a:gd name="T58" fmla="*/ 128 w 468"/>
                <a:gd name="T59" fmla="*/ 360 h 487"/>
                <a:gd name="T60" fmla="*/ 191 w 468"/>
                <a:gd name="T61" fmla="*/ 254 h 487"/>
                <a:gd name="T62" fmla="*/ 141 w 468"/>
                <a:gd name="T63" fmla="*/ 156 h 487"/>
                <a:gd name="T64" fmla="*/ 136 w 468"/>
                <a:gd name="T65" fmla="*/ 153 h 487"/>
                <a:gd name="T66" fmla="*/ 134 w 468"/>
                <a:gd name="T67" fmla="*/ 156 h 487"/>
                <a:gd name="T68" fmla="*/ 139 w 468"/>
                <a:gd name="T69" fmla="*/ 144 h 487"/>
                <a:gd name="T70" fmla="*/ 139 w 468"/>
                <a:gd name="T71" fmla="*/ 145 h 487"/>
                <a:gd name="T72" fmla="*/ 142 w 468"/>
                <a:gd name="T73" fmla="*/ 148 h 487"/>
                <a:gd name="T74" fmla="*/ 199 w 468"/>
                <a:gd name="T75" fmla="*/ 254 h 487"/>
                <a:gd name="T76" fmla="*/ 189 w 468"/>
                <a:gd name="T77" fmla="*/ 305 h 487"/>
                <a:gd name="T78" fmla="*/ 188 w 468"/>
                <a:gd name="T79" fmla="*/ 308 h 487"/>
                <a:gd name="T80" fmla="*/ 190 w 468"/>
                <a:gd name="T81" fmla="*/ 311 h 487"/>
                <a:gd name="T82" fmla="*/ 216 w 468"/>
                <a:gd name="T83" fmla="*/ 383 h 487"/>
                <a:gd name="T84" fmla="*/ 212 w 468"/>
                <a:gd name="T85" fmla="*/ 414 h 487"/>
                <a:gd name="T86" fmla="*/ 210 w 468"/>
                <a:gd name="T87" fmla="*/ 420 h 487"/>
                <a:gd name="T88" fmla="*/ 216 w 468"/>
                <a:gd name="T89" fmla="*/ 422 h 487"/>
                <a:gd name="T90" fmla="*/ 230 w 468"/>
                <a:gd name="T91" fmla="*/ 425 h 487"/>
                <a:gd name="T92" fmla="*/ 250 w 468"/>
                <a:gd name="T93" fmla="*/ 427 h 487"/>
                <a:gd name="T94" fmla="*/ 370 w 468"/>
                <a:gd name="T95" fmla="*/ 332 h 487"/>
                <a:gd name="T96" fmla="*/ 337 w 468"/>
                <a:gd name="T97" fmla="*/ 226 h 487"/>
                <a:gd name="T98" fmla="*/ 334 w 468"/>
                <a:gd name="T99" fmla="*/ 224 h 487"/>
                <a:gd name="T100" fmla="*/ 333 w 468"/>
                <a:gd name="T101" fmla="*/ 224 h 487"/>
                <a:gd name="T102" fmla="*/ 343 w 468"/>
                <a:gd name="T103" fmla="*/ 217 h 487"/>
                <a:gd name="T104" fmla="*/ 341 w 468"/>
                <a:gd name="T105" fmla="*/ 219 h 487"/>
                <a:gd name="T106" fmla="*/ 346 w 468"/>
                <a:gd name="T107" fmla="*/ 224 h 487"/>
                <a:gd name="T108" fmla="*/ 381 w 468"/>
                <a:gd name="T109" fmla="*/ 317 h 487"/>
                <a:gd name="T110" fmla="*/ 380 w 468"/>
                <a:gd name="T111" fmla="*/ 329 h 487"/>
                <a:gd name="T112" fmla="*/ 390 w 468"/>
                <a:gd name="T113" fmla="*/ 322 h 487"/>
                <a:gd name="T114" fmla="*/ 466 w 468"/>
                <a:gd name="T115" fmla="*/ 199 h 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68" h="487">
                  <a:moveTo>
                    <a:pt x="466" y="199"/>
                  </a:moveTo>
                  <a:cubicBezTo>
                    <a:pt x="465" y="165"/>
                    <a:pt x="450" y="134"/>
                    <a:pt x="424" y="112"/>
                  </a:cubicBezTo>
                  <a:cubicBezTo>
                    <a:pt x="401" y="91"/>
                    <a:pt x="371" y="80"/>
                    <a:pt x="338" y="80"/>
                  </a:cubicBezTo>
                  <a:cubicBezTo>
                    <a:pt x="333" y="80"/>
                    <a:pt x="327" y="80"/>
                    <a:pt x="322" y="81"/>
                  </a:cubicBezTo>
                  <a:cubicBezTo>
                    <a:pt x="320" y="81"/>
                    <a:pt x="317" y="81"/>
                    <a:pt x="314" y="82"/>
                  </a:cubicBezTo>
                  <a:cubicBezTo>
                    <a:pt x="314" y="82"/>
                    <a:pt x="314" y="82"/>
                    <a:pt x="314" y="82"/>
                  </a:cubicBezTo>
                  <a:cubicBezTo>
                    <a:pt x="312" y="82"/>
                    <a:pt x="312" y="82"/>
                    <a:pt x="312" y="82"/>
                  </a:cubicBezTo>
                  <a:cubicBezTo>
                    <a:pt x="312" y="82"/>
                    <a:pt x="312" y="82"/>
                    <a:pt x="311" y="82"/>
                  </a:cubicBezTo>
                  <a:cubicBezTo>
                    <a:pt x="309" y="83"/>
                    <a:pt x="307" y="81"/>
                    <a:pt x="307" y="79"/>
                  </a:cubicBezTo>
                  <a:cubicBezTo>
                    <a:pt x="307" y="78"/>
                    <a:pt x="307" y="78"/>
                    <a:pt x="307" y="77"/>
                  </a:cubicBezTo>
                  <a:cubicBezTo>
                    <a:pt x="308" y="75"/>
                    <a:pt x="308" y="75"/>
                    <a:pt x="308" y="75"/>
                  </a:cubicBezTo>
                  <a:cubicBezTo>
                    <a:pt x="307" y="73"/>
                    <a:pt x="307" y="73"/>
                    <a:pt x="307" y="73"/>
                  </a:cubicBezTo>
                  <a:cubicBezTo>
                    <a:pt x="285" y="28"/>
                    <a:pt x="237" y="0"/>
                    <a:pt x="181" y="0"/>
                  </a:cubicBezTo>
                  <a:cubicBezTo>
                    <a:pt x="174" y="0"/>
                    <a:pt x="167" y="0"/>
                    <a:pt x="160" y="1"/>
                  </a:cubicBezTo>
                  <a:cubicBezTo>
                    <a:pt x="72" y="12"/>
                    <a:pt x="0" y="86"/>
                    <a:pt x="0" y="166"/>
                  </a:cubicBezTo>
                  <a:cubicBezTo>
                    <a:pt x="0" y="337"/>
                    <a:pt x="0" y="337"/>
                    <a:pt x="0" y="337"/>
                  </a:cubicBezTo>
                  <a:cubicBezTo>
                    <a:pt x="11" y="321"/>
                    <a:pt x="11" y="321"/>
                    <a:pt x="11" y="321"/>
                  </a:cubicBezTo>
                  <a:cubicBezTo>
                    <a:pt x="18" y="310"/>
                    <a:pt x="27" y="301"/>
                    <a:pt x="37" y="294"/>
                  </a:cubicBezTo>
                  <a:cubicBezTo>
                    <a:pt x="38" y="292"/>
                    <a:pt x="41" y="293"/>
                    <a:pt x="42" y="294"/>
                  </a:cubicBezTo>
                  <a:cubicBezTo>
                    <a:pt x="43" y="295"/>
                    <a:pt x="43" y="296"/>
                    <a:pt x="43" y="297"/>
                  </a:cubicBezTo>
                  <a:cubicBezTo>
                    <a:pt x="43" y="298"/>
                    <a:pt x="42" y="299"/>
                    <a:pt x="42" y="300"/>
                  </a:cubicBezTo>
                  <a:cubicBezTo>
                    <a:pt x="15" y="320"/>
                    <a:pt x="0" y="350"/>
                    <a:pt x="0" y="383"/>
                  </a:cubicBezTo>
                  <a:cubicBezTo>
                    <a:pt x="0" y="440"/>
                    <a:pt x="47" y="487"/>
                    <a:pt x="104" y="487"/>
                  </a:cubicBezTo>
                  <a:cubicBezTo>
                    <a:pt x="161" y="487"/>
                    <a:pt x="208" y="440"/>
                    <a:pt x="208" y="383"/>
                  </a:cubicBezTo>
                  <a:cubicBezTo>
                    <a:pt x="208" y="362"/>
                    <a:pt x="202" y="341"/>
                    <a:pt x="189" y="324"/>
                  </a:cubicBezTo>
                  <a:cubicBezTo>
                    <a:pt x="184" y="316"/>
                    <a:pt x="184" y="316"/>
                    <a:pt x="184" y="316"/>
                  </a:cubicBezTo>
                  <a:cubicBezTo>
                    <a:pt x="179" y="324"/>
                    <a:pt x="179" y="324"/>
                    <a:pt x="179" y="324"/>
                  </a:cubicBezTo>
                  <a:cubicBezTo>
                    <a:pt x="167" y="343"/>
                    <a:pt x="151" y="358"/>
                    <a:pt x="131" y="367"/>
                  </a:cubicBezTo>
                  <a:cubicBezTo>
                    <a:pt x="129" y="368"/>
                    <a:pt x="127" y="367"/>
                    <a:pt x="126" y="365"/>
                  </a:cubicBezTo>
                  <a:cubicBezTo>
                    <a:pt x="125" y="363"/>
                    <a:pt x="126" y="361"/>
                    <a:pt x="128" y="360"/>
                  </a:cubicBezTo>
                  <a:cubicBezTo>
                    <a:pt x="166" y="342"/>
                    <a:pt x="191" y="301"/>
                    <a:pt x="191" y="254"/>
                  </a:cubicBezTo>
                  <a:cubicBezTo>
                    <a:pt x="191" y="214"/>
                    <a:pt x="172" y="177"/>
                    <a:pt x="141" y="156"/>
                  </a:cubicBezTo>
                  <a:cubicBezTo>
                    <a:pt x="136" y="153"/>
                    <a:pt x="136" y="153"/>
                    <a:pt x="136" y="153"/>
                  </a:cubicBezTo>
                  <a:cubicBezTo>
                    <a:pt x="134" y="156"/>
                    <a:pt x="134" y="156"/>
                    <a:pt x="134" y="156"/>
                  </a:cubicBezTo>
                  <a:cubicBezTo>
                    <a:pt x="136" y="152"/>
                    <a:pt x="138" y="148"/>
                    <a:pt x="139" y="144"/>
                  </a:cubicBezTo>
                  <a:cubicBezTo>
                    <a:pt x="139" y="145"/>
                    <a:pt x="139" y="145"/>
                    <a:pt x="139" y="145"/>
                  </a:cubicBezTo>
                  <a:cubicBezTo>
                    <a:pt x="142" y="148"/>
                    <a:pt x="142" y="148"/>
                    <a:pt x="142" y="148"/>
                  </a:cubicBezTo>
                  <a:cubicBezTo>
                    <a:pt x="178" y="170"/>
                    <a:pt x="199" y="210"/>
                    <a:pt x="199" y="254"/>
                  </a:cubicBezTo>
                  <a:cubicBezTo>
                    <a:pt x="199" y="272"/>
                    <a:pt x="196" y="289"/>
                    <a:pt x="189" y="305"/>
                  </a:cubicBezTo>
                  <a:cubicBezTo>
                    <a:pt x="188" y="308"/>
                    <a:pt x="188" y="308"/>
                    <a:pt x="188" y="308"/>
                  </a:cubicBezTo>
                  <a:cubicBezTo>
                    <a:pt x="190" y="311"/>
                    <a:pt x="190" y="311"/>
                    <a:pt x="190" y="311"/>
                  </a:cubicBezTo>
                  <a:cubicBezTo>
                    <a:pt x="207" y="331"/>
                    <a:pt x="216" y="357"/>
                    <a:pt x="216" y="383"/>
                  </a:cubicBezTo>
                  <a:cubicBezTo>
                    <a:pt x="216" y="394"/>
                    <a:pt x="215" y="404"/>
                    <a:pt x="212" y="414"/>
                  </a:cubicBezTo>
                  <a:cubicBezTo>
                    <a:pt x="210" y="420"/>
                    <a:pt x="210" y="420"/>
                    <a:pt x="210" y="420"/>
                  </a:cubicBezTo>
                  <a:cubicBezTo>
                    <a:pt x="216" y="422"/>
                    <a:pt x="216" y="422"/>
                    <a:pt x="216" y="422"/>
                  </a:cubicBezTo>
                  <a:cubicBezTo>
                    <a:pt x="220" y="423"/>
                    <a:pt x="225" y="424"/>
                    <a:pt x="230" y="425"/>
                  </a:cubicBezTo>
                  <a:cubicBezTo>
                    <a:pt x="236" y="426"/>
                    <a:pt x="243" y="427"/>
                    <a:pt x="250" y="427"/>
                  </a:cubicBezTo>
                  <a:cubicBezTo>
                    <a:pt x="307" y="427"/>
                    <a:pt x="357" y="387"/>
                    <a:pt x="370" y="332"/>
                  </a:cubicBezTo>
                  <a:cubicBezTo>
                    <a:pt x="380" y="293"/>
                    <a:pt x="367" y="252"/>
                    <a:pt x="337" y="226"/>
                  </a:cubicBezTo>
                  <a:cubicBezTo>
                    <a:pt x="334" y="224"/>
                    <a:pt x="334" y="224"/>
                    <a:pt x="334" y="224"/>
                  </a:cubicBezTo>
                  <a:cubicBezTo>
                    <a:pt x="333" y="224"/>
                    <a:pt x="333" y="224"/>
                    <a:pt x="333" y="224"/>
                  </a:cubicBezTo>
                  <a:cubicBezTo>
                    <a:pt x="336" y="222"/>
                    <a:pt x="340" y="220"/>
                    <a:pt x="343" y="217"/>
                  </a:cubicBezTo>
                  <a:cubicBezTo>
                    <a:pt x="341" y="219"/>
                    <a:pt x="341" y="219"/>
                    <a:pt x="341" y="219"/>
                  </a:cubicBezTo>
                  <a:cubicBezTo>
                    <a:pt x="346" y="224"/>
                    <a:pt x="346" y="224"/>
                    <a:pt x="346" y="224"/>
                  </a:cubicBezTo>
                  <a:cubicBezTo>
                    <a:pt x="371" y="247"/>
                    <a:pt x="384" y="281"/>
                    <a:pt x="381" y="317"/>
                  </a:cubicBezTo>
                  <a:cubicBezTo>
                    <a:pt x="380" y="329"/>
                    <a:pt x="380" y="329"/>
                    <a:pt x="380" y="329"/>
                  </a:cubicBezTo>
                  <a:cubicBezTo>
                    <a:pt x="390" y="322"/>
                    <a:pt x="390" y="322"/>
                    <a:pt x="390" y="322"/>
                  </a:cubicBezTo>
                  <a:cubicBezTo>
                    <a:pt x="428" y="298"/>
                    <a:pt x="468" y="253"/>
                    <a:pt x="466" y="19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1" rIns="91440" bIns="45721" numCol="1" anchor="t" anchorCtr="0" compatLnSpc="1">
              <a:prstTxWarp prst="textNoShape">
                <a:avLst/>
              </a:prstTxWarp>
            </a:bodyPr>
            <a:lstStyle/>
            <a:p>
              <a:endParaRPr lang="en-US" sz="1801"/>
            </a:p>
          </p:txBody>
        </p:sp>
        <p:sp>
          <p:nvSpPr>
            <p:cNvPr id="31" name="Color 2">
              <a:extLst>
                <a:ext uri="{FF2B5EF4-FFF2-40B4-BE49-F238E27FC236}">
                  <a16:creationId xmlns:a16="http://schemas.microsoft.com/office/drawing/2014/main" id="{43615963-1FCC-4874-A222-F7D12931B725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1782" y="2986889"/>
              <a:ext cx="1770618" cy="1323046"/>
            </a:xfrm>
            <a:custGeom>
              <a:avLst/>
              <a:gdLst>
                <a:gd name="T0" fmla="*/ 450 w 534"/>
                <a:gd name="T1" fmla="*/ 190 h 399"/>
                <a:gd name="T2" fmla="*/ 504 w 534"/>
                <a:gd name="T3" fmla="*/ 242 h 399"/>
                <a:gd name="T4" fmla="*/ 509 w 534"/>
                <a:gd name="T5" fmla="*/ 251 h 399"/>
                <a:gd name="T6" fmla="*/ 514 w 534"/>
                <a:gd name="T7" fmla="*/ 242 h 399"/>
                <a:gd name="T8" fmla="*/ 533 w 534"/>
                <a:gd name="T9" fmla="*/ 171 h 399"/>
                <a:gd name="T10" fmla="*/ 495 w 534"/>
                <a:gd name="T11" fmla="*/ 89 h 399"/>
                <a:gd name="T12" fmla="*/ 423 w 534"/>
                <a:gd name="T13" fmla="*/ 63 h 399"/>
                <a:gd name="T14" fmla="*/ 411 w 534"/>
                <a:gd name="T15" fmla="*/ 63 h 399"/>
                <a:gd name="T16" fmla="*/ 379 w 534"/>
                <a:gd name="T17" fmla="*/ 71 h 399"/>
                <a:gd name="T18" fmla="*/ 374 w 534"/>
                <a:gd name="T19" fmla="*/ 73 h 399"/>
                <a:gd name="T20" fmla="*/ 375 w 534"/>
                <a:gd name="T21" fmla="*/ 78 h 399"/>
                <a:gd name="T22" fmla="*/ 378 w 534"/>
                <a:gd name="T23" fmla="*/ 102 h 399"/>
                <a:gd name="T24" fmla="*/ 376 w 534"/>
                <a:gd name="T25" fmla="*/ 124 h 399"/>
                <a:gd name="T26" fmla="*/ 372 w 534"/>
                <a:gd name="T27" fmla="*/ 127 h 399"/>
                <a:gd name="T28" fmla="*/ 371 w 534"/>
                <a:gd name="T29" fmla="*/ 127 h 399"/>
                <a:gd name="T30" fmla="*/ 368 w 534"/>
                <a:gd name="T31" fmla="*/ 126 h 399"/>
                <a:gd name="T32" fmla="*/ 368 w 534"/>
                <a:gd name="T33" fmla="*/ 123 h 399"/>
                <a:gd name="T34" fmla="*/ 370 w 534"/>
                <a:gd name="T35" fmla="*/ 102 h 399"/>
                <a:gd name="T36" fmla="*/ 294 w 534"/>
                <a:gd name="T37" fmla="*/ 2 h 399"/>
                <a:gd name="T38" fmla="*/ 289 w 534"/>
                <a:gd name="T39" fmla="*/ 0 h 399"/>
                <a:gd name="T40" fmla="*/ 287 w 534"/>
                <a:gd name="T41" fmla="*/ 5 h 399"/>
                <a:gd name="T42" fmla="*/ 146 w 534"/>
                <a:gd name="T43" fmla="*/ 83 h 399"/>
                <a:gd name="T44" fmla="*/ 11 w 534"/>
                <a:gd name="T45" fmla="*/ 17 h 399"/>
                <a:gd name="T46" fmla="*/ 0 w 534"/>
                <a:gd name="T47" fmla="*/ 0 h 399"/>
                <a:gd name="T48" fmla="*/ 0 w 534"/>
                <a:gd name="T49" fmla="*/ 186 h 399"/>
                <a:gd name="T50" fmla="*/ 11 w 534"/>
                <a:gd name="T51" fmla="*/ 169 h 399"/>
                <a:gd name="T52" fmla="*/ 104 w 534"/>
                <a:gd name="T53" fmla="*/ 120 h 399"/>
                <a:gd name="T54" fmla="*/ 168 w 534"/>
                <a:gd name="T55" fmla="*/ 140 h 399"/>
                <a:gd name="T56" fmla="*/ 174 w 534"/>
                <a:gd name="T57" fmla="*/ 144 h 399"/>
                <a:gd name="T58" fmla="*/ 175 w 534"/>
                <a:gd name="T59" fmla="*/ 141 h 399"/>
                <a:gd name="T60" fmla="*/ 170 w 534"/>
                <a:gd name="T61" fmla="*/ 153 h 399"/>
                <a:gd name="T62" fmla="*/ 171 w 534"/>
                <a:gd name="T63" fmla="*/ 152 h 399"/>
                <a:gd name="T64" fmla="*/ 167 w 534"/>
                <a:gd name="T65" fmla="*/ 149 h 399"/>
                <a:gd name="T66" fmla="*/ 104 w 534"/>
                <a:gd name="T67" fmla="*/ 128 h 399"/>
                <a:gd name="T68" fmla="*/ 0 w 534"/>
                <a:gd name="T69" fmla="*/ 232 h 399"/>
                <a:gd name="T70" fmla="*/ 0 w 534"/>
                <a:gd name="T71" fmla="*/ 363 h 399"/>
                <a:gd name="T72" fmla="*/ 11 w 534"/>
                <a:gd name="T73" fmla="*/ 342 h 399"/>
                <a:gd name="T74" fmla="*/ 159 w 534"/>
                <a:gd name="T75" fmla="*/ 243 h 399"/>
                <a:gd name="T76" fmla="*/ 314 w 534"/>
                <a:gd name="T77" fmla="*/ 320 h 399"/>
                <a:gd name="T78" fmla="*/ 316 w 534"/>
                <a:gd name="T79" fmla="*/ 323 h 399"/>
                <a:gd name="T80" fmla="*/ 320 w 534"/>
                <a:gd name="T81" fmla="*/ 323 h 399"/>
                <a:gd name="T82" fmla="*/ 322 w 534"/>
                <a:gd name="T83" fmla="*/ 323 h 399"/>
                <a:gd name="T84" fmla="*/ 338 w 534"/>
                <a:gd name="T85" fmla="*/ 322 h 399"/>
                <a:gd name="T86" fmla="*/ 430 w 534"/>
                <a:gd name="T87" fmla="*/ 355 h 399"/>
                <a:gd name="T88" fmla="*/ 459 w 534"/>
                <a:gd name="T89" fmla="*/ 392 h 399"/>
                <a:gd name="T90" fmla="*/ 463 w 534"/>
                <a:gd name="T91" fmla="*/ 399 h 399"/>
                <a:gd name="T92" fmla="*/ 468 w 534"/>
                <a:gd name="T93" fmla="*/ 394 h 399"/>
                <a:gd name="T94" fmla="*/ 510 w 534"/>
                <a:gd name="T95" fmla="*/ 295 h 399"/>
                <a:gd name="T96" fmla="*/ 446 w 534"/>
                <a:gd name="T97" fmla="*/ 197 h 399"/>
                <a:gd name="T98" fmla="*/ 444 w 534"/>
                <a:gd name="T99" fmla="*/ 195 h 399"/>
                <a:gd name="T100" fmla="*/ 444 w 534"/>
                <a:gd name="T101" fmla="*/ 192 h 399"/>
                <a:gd name="T102" fmla="*/ 450 w 534"/>
                <a:gd name="T103" fmla="*/ 190 h 3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34" h="399">
                  <a:moveTo>
                    <a:pt x="450" y="190"/>
                  </a:moveTo>
                  <a:cubicBezTo>
                    <a:pt x="473" y="201"/>
                    <a:pt x="492" y="219"/>
                    <a:pt x="504" y="242"/>
                  </a:cubicBezTo>
                  <a:cubicBezTo>
                    <a:pt x="509" y="251"/>
                    <a:pt x="509" y="251"/>
                    <a:pt x="509" y="251"/>
                  </a:cubicBezTo>
                  <a:cubicBezTo>
                    <a:pt x="514" y="242"/>
                    <a:pt x="514" y="242"/>
                    <a:pt x="514" y="242"/>
                  </a:cubicBezTo>
                  <a:cubicBezTo>
                    <a:pt x="528" y="221"/>
                    <a:pt x="534" y="196"/>
                    <a:pt x="533" y="171"/>
                  </a:cubicBezTo>
                  <a:cubicBezTo>
                    <a:pt x="532" y="138"/>
                    <a:pt x="518" y="109"/>
                    <a:pt x="495" y="89"/>
                  </a:cubicBezTo>
                  <a:cubicBezTo>
                    <a:pt x="475" y="72"/>
                    <a:pt x="450" y="63"/>
                    <a:pt x="423" y="63"/>
                  </a:cubicBezTo>
                  <a:cubicBezTo>
                    <a:pt x="419" y="63"/>
                    <a:pt x="415" y="63"/>
                    <a:pt x="411" y="63"/>
                  </a:cubicBezTo>
                  <a:cubicBezTo>
                    <a:pt x="400" y="64"/>
                    <a:pt x="389" y="67"/>
                    <a:pt x="379" y="71"/>
                  </a:cubicBezTo>
                  <a:cubicBezTo>
                    <a:pt x="374" y="73"/>
                    <a:pt x="374" y="73"/>
                    <a:pt x="374" y="73"/>
                  </a:cubicBezTo>
                  <a:cubicBezTo>
                    <a:pt x="375" y="78"/>
                    <a:pt x="375" y="78"/>
                    <a:pt x="375" y="78"/>
                  </a:cubicBezTo>
                  <a:cubicBezTo>
                    <a:pt x="377" y="86"/>
                    <a:pt x="378" y="94"/>
                    <a:pt x="378" y="102"/>
                  </a:cubicBezTo>
                  <a:cubicBezTo>
                    <a:pt x="378" y="109"/>
                    <a:pt x="377" y="117"/>
                    <a:pt x="376" y="124"/>
                  </a:cubicBezTo>
                  <a:cubicBezTo>
                    <a:pt x="375" y="126"/>
                    <a:pt x="374" y="127"/>
                    <a:pt x="372" y="127"/>
                  </a:cubicBezTo>
                  <a:cubicBezTo>
                    <a:pt x="371" y="127"/>
                    <a:pt x="371" y="127"/>
                    <a:pt x="371" y="127"/>
                  </a:cubicBezTo>
                  <a:cubicBezTo>
                    <a:pt x="370" y="127"/>
                    <a:pt x="369" y="127"/>
                    <a:pt x="368" y="126"/>
                  </a:cubicBezTo>
                  <a:cubicBezTo>
                    <a:pt x="368" y="125"/>
                    <a:pt x="367" y="124"/>
                    <a:pt x="368" y="123"/>
                  </a:cubicBezTo>
                  <a:cubicBezTo>
                    <a:pt x="369" y="116"/>
                    <a:pt x="370" y="109"/>
                    <a:pt x="370" y="102"/>
                  </a:cubicBezTo>
                  <a:cubicBezTo>
                    <a:pt x="370" y="55"/>
                    <a:pt x="339" y="14"/>
                    <a:pt x="294" y="2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287" y="5"/>
                    <a:pt x="287" y="5"/>
                    <a:pt x="287" y="5"/>
                  </a:cubicBezTo>
                  <a:cubicBezTo>
                    <a:pt x="263" y="52"/>
                    <a:pt x="207" y="83"/>
                    <a:pt x="146" y="83"/>
                  </a:cubicBezTo>
                  <a:cubicBezTo>
                    <a:pt x="90" y="83"/>
                    <a:pt x="38" y="57"/>
                    <a:pt x="11" y="1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86"/>
                    <a:pt x="0" y="186"/>
                    <a:pt x="0" y="186"/>
                  </a:cubicBezTo>
                  <a:cubicBezTo>
                    <a:pt x="11" y="169"/>
                    <a:pt x="11" y="169"/>
                    <a:pt x="11" y="169"/>
                  </a:cubicBezTo>
                  <a:cubicBezTo>
                    <a:pt x="32" y="138"/>
                    <a:pt x="67" y="120"/>
                    <a:pt x="104" y="120"/>
                  </a:cubicBezTo>
                  <a:cubicBezTo>
                    <a:pt x="127" y="120"/>
                    <a:pt x="150" y="127"/>
                    <a:pt x="168" y="140"/>
                  </a:cubicBezTo>
                  <a:cubicBezTo>
                    <a:pt x="174" y="144"/>
                    <a:pt x="174" y="144"/>
                    <a:pt x="174" y="144"/>
                  </a:cubicBezTo>
                  <a:cubicBezTo>
                    <a:pt x="175" y="141"/>
                    <a:pt x="175" y="141"/>
                    <a:pt x="175" y="141"/>
                  </a:cubicBezTo>
                  <a:cubicBezTo>
                    <a:pt x="173" y="145"/>
                    <a:pt x="171" y="149"/>
                    <a:pt x="170" y="153"/>
                  </a:cubicBezTo>
                  <a:cubicBezTo>
                    <a:pt x="171" y="152"/>
                    <a:pt x="171" y="152"/>
                    <a:pt x="171" y="152"/>
                  </a:cubicBezTo>
                  <a:cubicBezTo>
                    <a:pt x="167" y="149"/>
                    <a:pt x="167" y="149"/>
                    <a:pt x="167" y="149"/>
                  </a:cubicBezTo>
                  <a:cubicBezTo>
                    <a:pt x="149" y="135"/>
                    <a:pt x="127" y="128"/>
                    <a:pt x="104" y="128"/>
                  </a:cubicBezTo>
                  <a:cubicBezTo>
                    <a:pt x="47" y="128"/>
                    <a:pt x="0" y="174"/>
                    <a:pt x="0" y="232"/>
                  </a:cubicBezTo>
                  <a:cubicBezTo>
                    <a:pt x="0" y="363"/>
                    <a:pt x="0" y="363"/>
                    <a:pt x="0" y="363"/>
                  </a:cubicBezTo>
                  <a:cubicBezTo>
                    <a:pt x="11" y="342"/>
                    <a:pt x="11" y="342"/>
                    <a:pt x="11" y="342"/>
                  </a:cubicBezTo>
                  <a:cubicBezTo>
                    <a:pt x="40" y="289"/>
                    <a:pt x="97" y="251"/>
                    <a:pt x="159" y="243"/>
                  </a:cubicBezTo>
                  <a:cubicBezTo>
                    <a:pt x="227" y="235"/>
                    <a:pt x="289" y="265"/>
                    <a:pt x="314" y="320"/>
                  </a:cubicBezTo>
                  <a:cubicBezTo>
                    <a:pt x="316" y="323"/>
                    <a:pt x="316" y="323"/>
                    <a:pt x="316" y="323"/>
                  </a:cubicBezTo>
                  <a:cubicBezTo>
                    <a:pt x="320" y="323"/>
                    <a:pt x="320" y="323"/>
                    <a:pt x="320" y="323"/>
                  </a:cubicBezTo>
                  <a:cubicBezTo>
                    <a:pt x="320" y="323"/>
                    <a:pt x="321" y="323"/>
                    <a:pt x="322" y="323"/>
                  </a:cubicBezTo>
                  <a:cubicBezTo>
                    <a:pt x="327" y="322"/>
                    <a:pt x="333" y="322"/>
                    <a:pt x="338" y="322"/>
                  </a:cubicBezTo>
                  <a:cubicBezTo>
                    <a:pt x="373" y="322"/>
                    <a:pt x="404" y="334"/>
                    <a:pt x="430" y="355"/>
                  </a:cubicBezTo>
                  <a:cubicBezTo>
                    <a:pt x="442" y="366"/>
                    <a:pt x="452" y="378"/>
                    <a:pt x="459" y="392"/>
                  </a:cubicBezTo>
                  <a:cubicBezTo>
                    <a:pt x="463" y="399"/>
                    <a:pt x="463" y="399"/>
                    <a:pt x="463" y="399"/>
                  </a:cubicBezTo>
                  <a:cubicBezTo>
                    <a:pt x="468" y="394"/>
                    <a:pt x="468" y="394"/>
                    <a:pt x="468" y="394"/>
                  </a:cubicBezTo>
                  <a:cubicBezTo>
                    <a:pt x="496" y="368"/>
                    <a:pt x="511" y="332"/>
                    <a:pt x="510" y="295"/>
                  </a:cubicBezTo>
                  <a:cubicBezTo>
                    <a:pt x="508" y="252"/>
                    <a:pt x="484" y="215"/>
                    <a:pt x="446" y="197"/>
                  </a:cubicBezTo>
                  <a:cubicBezTo>
                    <a:pt x="445" y="197"/>
                    <a:pt x="444" y="196"/>
                    <a:pt x="444" y="195"/>
                  </a:cubicBezTo>
                  <a:cubicBezTo>
                    <a:pt x="444" y="194"/>
                    <a:pt x="444" y="193"/>
                    <a:pt x="444" y="192"/>
                  </a:cubicBezTo>
                  <a:cubicBezTo>
                    <a:pt x="445" y="190"/>
                    <a:pt x="447" y="189"/>
                    <a:pt x="450" y="1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1" rIns="91440" bIns="45721" numCol="1" anchor="t" anchorCtr="0" compatLnSpc="1">
              <a:prstTxWarp prst="textNoShape">
                <a:avLst/>
              </a:prstTxWarp>
            </a:bodyPr>
            <a:lstStyle/>
            <a:p>
              <a:endParaRPr lang="en-US" sz="1801"/>
            </a:p>
          </p:txBody>
        </p:sp>
        <p:sp>
          <p:nvSpPr>
            <p:cNvPr id="32" name="Color 1">
              <a:extLst>
                <a:ext uri="{FF2B5EF4-FFF2-40B4-BE49-F238E27FC236}">
                  <a16:creationId xmlns:a16="http://schemas.microsoft.com/office/drawing/2014/main" id="{C90F561D-03BD-4622-B631-E32E7BD8E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1783" y="1676960"/>
              <a:ext cx="1690286" cy="1601755"/>
            </a:xfrm>
            <a:custGeom>
              <a:avLst/>
              <a:gdLst>
                <a:gd name="T0" fmla="*/ 510 w 510"/>
                <a:gd name="T1" fmla="*/ 448 h 483"/>
                <a:gd name="T2" fmla="*/ 446 w 510"/>
                <a:gd name="T3" fmla="*/ 350 h 483"/>
                <a:gd name="T4" fmla="*/ 446 w 510"/>
                <a:gd name="T5" fmla="*/ 350 h 483"/>
                <a:gd name="T6" fmla="*/ 443 w 510"/>
                <a:gd name="T7" fmla="*/ 346 h 483"/>
                <a:gd name="T8" fmla="*/ 426 w 510"/>
                <a:gd name="T9" fmla="*/ 255 h 483"/>
                <a:gd name="T10" fmla="*/ 322 w 510"/>
                <a:gd name="T11" fmla="*/ 169 h 483"/>
                <a:gd name="T12" fmla="*/ 314 w 510"/>
                <a:gd name="T13" fmla="*/ 167 h 483"/>
                <a:gd name="T14" fmla="*/ 315 w 510"/>
                <a:gd name="T15" fmla="*/ 175 h 483"/>
                <a:gd name="T16" fmla="*/ 316 w 510"/>
                <a:gd name="T17" fmla="*/ 179 h 483"/>
                <a:gd name="T18" fmla="*/ 316 w 510"/>
                <a:gd name="T19" fmla="*/ 180 h 483"/>
                <a:gd name="T20" fmla="*/ 313 w 510"/>
                <a:gd name="T21" fmla="*/ 238 h 483"/>
                <a:gd name="T22" fmla="*/ 311 w 510"/>
                <a:gd name="T23" fmla="*/ 244 h 483"/>
                <a:gd name="T24" fmla="*/ 315 w 510"/>
                <a:gd name="T25" fmla="*/ 245 h 483"/>
                <a:gd name="T26" fmla="*/ 300 w 510"/>
                <a:gd name="T27" fmla="*/ 244 h 483"/>
                <a:gd name="T28" fmla="*/ 302 w 510"/>
                <a:gd name="T29" fmla="*/ 244 h 483"/>
                <a:gd name="T30" fmla="*/ 304 w 510"/>
                <a:gd name="T31" fmla="*/ 240 h 483"/>
                <a:gd name="T32" fmla="*/ 308 w 510"/>
                <a:gd name="T33" fmla="*/ 181 h 483"/>
                <a:gd name="T34" fmla="*/ 120 w 510"/>
                <a:gd name="T35" fmla="*/ 0 h 483"/>
                <a:gd name="T36" fmla="*/ 0 w 510"/>
                <a:gd name="T37" fmla="*/ 124 h 483"/>
                <a:gd name="T38" fmla="*/ 0 w 510"/>
                <a:gd name="T39" fmla="*/ 243 h 483"/>
                <a:gd name="T40" fmla="*/ 11 w 510"/>
                <a:gd name="T41" fmla="*/ 226 h 483"/>
                <a:gd name="T42" fmla="*/ 95 w 510"/>
                <a:gd name="T43" fmla="*/ 177 h 483"/>
                <a:gd name="T44" fmla="*/ 102 w 510"/>
                <a:gd name="T45" fmla="*/ 176 h 483"/>
                <a:gd name="T46" fmla="*/ 101 w 510"/>
                <a:gd name="T47" fmla="*/ 172 h 483"/>
                <a:gd name="T48" fmla="*/ 104 w 510"/>
                <a:gd name="T49" fmla="*/ 180 h 483"/>
                <a:gd name="T50" fmla="*/ 107 w 510"/>
                <a:gd name="T51" fmla="*/ 185 h 483"/>
                <a:gd name="T52" fmla="*/ 107 w 510"/>
                <a:gd name="T53" fmla="*/ 185 h 483"/>
                <a:gd name="T54" fmla="*/ 103 w 510"/>
                <a:gd name="T55" fmla="*/ 185 h 483"/>
                <a:gd name="T56" fmla="*/ 0 w 510"/>
                <a:gd name="T57" fmla="*/ 289 h 483"/>
                <a:gd name="T58" fmla="*/ 0 w 510"/>
                <a:gd name="T59" fmla="*/ 351 h 483"/>
                <a:gd name="T60" fmla="*/ 146 w 510"/>
                <a:gd name="T61" fmla="*/ 470 h 483"/>
                <a:gd name="T62" fmla="*/ 291 w 510"/>
                <a:gd name="T63" fmla="*/ 351 h 483"/>
                <a:gd name="T64" fmla="*/ 295 w 510"/>
                <a:gd name="T65" fmla="*/ 347 h 483"/>
                <a:gd name="T66" fmla="*/ 299 w 510"/>
                <a:gd name="T67" fmla="*/ 351 h 483"/>
                <a:gd name="T68" fmla="*/ 294 w 510"/>
                <a:gd name="T69" fmla="*/ 382 h 483"/>
                <a:gd name="T70" fmla="*/ 292 w 510"/>
                <a:gd name="T71" fmla="*/ 388 h 483"/>
                <a:gd name="T72" fmla="*/ 298 w 510"/>
                <a:gd name="T73" fmla="*/ 390 h 483"/>
                <a:gd name="T74" fmla="*/ 370 w 510"/>
                <a:gd name="T75" fmla="*/ 455 h 483"/>
                <a:gd name="T76" fmla="*/ 372 w 510"/>
                <a:gd name="T77" fmla="*/ 461 h 483"/>
                <a:gd name="T78" fmla="*/ 377 w 510"/>
                <a:gd name="T79" fmla="*/ 458 h 483"/>
                <a:gd name="T80" fmla="*/ 410 w 510"/>
                <a:gd name="T81" fmla="*/ 450 h 483"/>
                <a:gd name="T82" fmla="*/ 423 w 510"/>
                <a:gd name="T83" fmla="*/ 450 h 483"/>
                <a:gd name="T84" fmla="*/ 498 w 510"/>
                <a:gd name="T85" fmla="*/ 477 h 483"/>
                <a:gd name="T86" fmla="*/ 506 w 510"/>
                <a:gd name="T87" fmla="*/ 483 h 483"/>
                <a:gd name="T88" fmla="*/ 508 w 510"/>
                <a:gd name="T89" fmla="*/ 473 h 483"/>
                <a:gd name="T90" fmla="*/ 510 w 510"/>
                <a:gd name="T91" fmla="*/ 448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10" h="483">
                  <a:moveTo>
                    <a:pt x="510" y="448"/>
                  </a:moveTo>
                  <a:cubicBezTo>
                    <a:pt x="508" y="405"/>
                    <a:pt x="484" y="367"/>
                    <a:pt x="446" y="350"/>
                  </a:cubicBezTo>
                  <a:cubicBezTo>
                    <a:pt x="446" y="350"/>
                    <a:pt x="446" y="350"/>
                    <a:pt x="446" y="350"/>
                  </a:cubicBezTo>
                  <a:cubicBezTo>
                    <a:pt x="444" y="349"/>
                    <a:pt x="443" y="347"/>
                    <a:pt x="443" y="346"/>
                  </a:cubicBezTo>
                  <a:cubicBezTo>
                    <a:pt x="446" y="315"/>
                    <a:pt x="440" y="284"/>
                    <a:pt x="426" y="255"/>
                  </a:cubicBezTo>
                  <a:cubicBezTo>
                    <a:pt x="404" y="209"/>
                    <a:pt x="364" y="176"/>
                    <a:pt x="322" y="169"/>
                  </a:cubicBezTo>
                  <a:cubicBezTo>
                    <a:pt x="314" y="167"/>
                    <a:pt x="314" y="167"/>
                    <a:pt x="314" y="167"/>
                  </a:cubicBezTo>
                  <a:cubicBezTo>
                    <a:pt x="315" y="175"/>
                    <a:pt x="315" y="175"/>
                    <a:pt x="315" y="175"/>
                  </a:cubicBezTo>
                  <a:cubicBezTo>
                    <a:pt x="316" y="177"/>
                    <a:pt x="316" y="178"/>
                    <a:pt x="316" y="179"/>
                  </a:cubicBezTo>
                  <a:cubicBezTo>
                    <a:pt x="316" y="180"/>
                    <a:pt x="316" y="180"/>
                    <a:pt x="316" y="180"/>
                  </a:cubicBezTo>
                  <a:cubicBezTo>
                    <a:pt x="319" y="201"/>
                    <a:pt x="318" y="220"/>
                    <a:pt x="313" y="238"/>
                  </a:cubicBezTo>
                  <a:cubicBezTo>
                    <a:pt x="311" y="244"/>
                    <a:pt x="311" y="244"/>
                    <a:pt x="311" y="244"/>
                  </a:cubicBezTo>
                  <a:cubicBezTo>
                    <a:pt x="315" y="245"/>
                    <a:pt x="315" y="245"/>
                    <a:pt x="315" y="245"/>
                  </a:cubicBezTo>
                  <a:cubicBezTo>
                    <a:pt x="310" y="244"/>
                    <a:pt x="305" y="244"/>
                    <a:pt x="300" y="244"/>
                  </a:cubicBezTo>
                  <a:cubicBezTo>
                    <a:pt x="302" y="244"/>
                    <a:pt x="302" y="244"/>
                    <a:pt x="302" y="244"/>
                  </a:cubicBezTo>
                  <a:cubicBezTo>
                    <a:pt x="304" y="240"/>
                    <a:pt x="304" y="240"/>
                    <a:pt x="304" y="240"/>
                  </a:cubicBezTo>
                  <a:cubicBezTo>
                    <a:pt x="309" y="222"/>
                    <a:pt x="311" y="202"/>
                    <a:pt x="308" y="181"/>
                  </a:cubicBezTo>
                  <a:cubicBezTo>
                    <a:pt x="293" y="63"/>
                    <a:pt x="189" y="0"/>
                    <a:pt x="120" y="0"/>
                  </a:cubicBezTo>
                  <a:cubicBezTo>
                    <a:pt x="16" y="0"/>
                    <a:pt x="0" y="77"/>
                    <a:pt x="0" y="124"/>
                  </a:cubicBezTo>
                  <a:cubicBezTo>
                    <a:pt x="0" y="243"/>
                    <a:pt x="0" y="243"/>
                    <a:pt x="0" y="243"/>
                  </a:cubicBezTo>
                  <a:cubicBezTo>
                    <a:pt x="11" y="226"/>
                    <a:pt x="11" y="226"/>
                    <a:pt x="11" y="226"/>
                  </a:cubicBezTo>
                  <a:cubicBezTo>
                    <a:pt x="30" y="198"/>
                    <a:pt x="61" y="180"/>
                    <a:pt x="95" y="177"/>
                  </a:cubicBezTo>
                  <a:cubicBezTo>
                    <a:pt x="102" y="176"/>
                    <a:pt x="102" y="176"/>
                    <a:pt x="102" y="176"/>
                  </a:cubicBezTo>
                  <a:cubicBezTo>
                    <a:pt x="101" y="172"/>
                    <a:pt x="101" y="172"/>
                    <a:pt x="101" y="172"/>
                  </a:cubicBezTo>
                  <a:cubicBezTo>
                    <a:pt x="102" y="175"/>
                    <a:pt x="103" y="177"/>
                    <a:pt x="104" y="180"/>
                  </a:cubicBezTo>
                  <a:cubicBezTo>
                    <a:pt x="105" y="181"/>
                    <a:pt x="106" y="183"/>
                    <a:pt x="107" y="185"/>
                  </a:cubicBezTo>
                  <a:cubicBezTo>
                    <a:pt x="107" y="185"/>
                    <a:pt x="107" y="185"/>
                    <a:pt x="107" y="185"/>
                  </a:cubicBezTo>
                  <a:cubicBezTo>
                    <a:pt x="103" y="185"/>
                    <a:pt x="103" y="185"/>
                    <a:pt x="103" y="185"/>
                  </a:cubicBezTo>
                  <a:cubicBezTo>
                    <a:pt x="46" y="185"/>
                    <a:pt x="0" y="232"/>
                    <a:pt x="0" y="289"/>
                  </a:cubicBezTo>
                  <a:cubicBezTo>
                    <a:pt x="0" y="351"/>
                    <a:pt x="0" y="351"/>
                    <a:pt x="0" y="351"/>
                  </a:cubicBezTo>
                  <a:cubicBezTo>
                    <a:pt x="0" y="416"/>
                    <a:pt x="65" y="470"/>
                    <a:pt x="146" y="470"/>
                  </a:cubicBezTo>
                  <a:cubicBezTo>
                    <a:pt x="226" y="470"/>
                    <a:pt x="291" y="416"/>
                    <a:pt x="291" y="351"/>
                  </a:cubicBezTo>
                  <a:cubicBezTo>
                    <a:pt x="291" y="348"/>
                    <a:pt x="293" y="347"/>
                    <a:pt x="295" y="347"/>
                  </a:cubicBezTo>
                  <a:cubicBezTo>
                    <a:pt x="297" y="347"/>
                    <a:pt x="299" y="348"/>
                    <a:pt x="299" y="351"/>
                  </a:cubicBezTo>
                  <a:cubicBezTo>
                    <a:pt x="299" y="361"/>
                    <a:pt x="297" y="372"/>
                    <a:pt x="294" y="382"/>
                  </a:cubicBezTo>
                  <a:cubicBezTo>
                    <a:pt x="292" y="388"/>
                    <a:pt x="292" y="388"/>
                    <a:pt x="292" y="388"/>
                  </a:cubicBezTo>
                  <a:cubicBezTo>
                    <a:pt x="298" y="390"/>
                    <a:pt x="298" y="390"/>
                    <a:pt x="298" y="390"/>
                  </a:cubicBezTo>
                  <a:cubicBezTo>
                    <a:pt x="331" y="399"/>
                    <a:pt x="357" y="423"/>
                    <a:pt x="370" y="455"/>
                  </a:cubicBezTo>
                  <a:cubicBezTo>
                    <a:pt x="372" y="461"/>
                    <a:pt x="372" y="461"/>
                    <a:pt x="372" y="461"/>
                  </a:cubicBezTo>
                  <a:cubicBezTo>
                    <a:pt x="377" y="458"/>
                    <a:pt x="377" y="458"/>
                    <a:pt x="377" y="458"/>
                  </a:cubicBezTo>
                  <a:cubicBezTo>
                    <a:pt x="388" y="454"/>
                    <a:pt x="399" y="452"/>
                    <a:pt x="410" y="450"/>
                  </a:cubicBezTo>
                  <a:cubicBezTo>
                    <a:pt x="415" y="450"/>
                    <a:pt x="419" y="450"/>
                    <a:pt x="423" y="450"/>
                  </a:cubicBezTo>
                  <a:cubicBezTo>
                    <a:pt x="451" y="450"/>
                    <a:pt x="477" y="459"/>
                    <a:pt x="498" y="477"/>
                  </a:cubicBezTo>
                  <a:cubicBezTo>
                    <a:pt x="506" y="483"/>
                    <a:pt x="506" y="483"/>
                    <a:pt x="506" y="483"/>
                  </a:cubicBezTo>
                  <a:cubicBezTo>
                    <a:pt x="508" y="473"/>
                    <a:pt x="508" y="473"/>
                    <a:pt x="508" y="473"/>
                  </a:cubicBezTo>
                  <a:cubicBezTo>
                    <a:pt x="509" y="464"/>
                    <a:pt x="510" y="456"/>
                    <a:pt x="510" y="448"/>
                  </a:cubicBezTo>
                  <a:close/>
                </a:path>
              </a:pathLst>
            </a:custGeom>
            <a:solidFill>
              <a:srgbClr val="071F93"/>
            </a:solidFill>
            <a:ln>
              <a:noFill/>
            </a:ln>
          </p:spPr>
          <p:txBody>
            <a:bodyPr vert="horz" wrap="square" lIns="91440" tIns="45721" rIns="91440" bIns="45721" numCol="1" anchor="t" anchorCtr="0" compatLnSpc="1">
              <a:prstTxWarp prst="textNoShape">
                <a:avLst/>
              </a:prstTxWarp>
            </a:bodyPr>
            <a:lstStyle/>
            <a:p>
              <a:endParaRPr lang="en-US" sz="1801"/>
            </a:p>
          </p:txBody>
        </p:sp>
        <p:grpSp>
          <p:nvGrpSpPr>
            <p:cNvPr id="33" name="Group 139">
              <a:extLst>
                <a:ext uri="{FF2B5EF4-FFF2-40B4-BE49-F238E27FC236}">
                  <a16:creationId xmlns:a16="http://schemas.microsoft.com/office/drawing/2014/main" id="{9D95E827-53A5-40C9-80AA-4618186479E7}"/>
                </a:ext>
              </a:extLst>
            </p:cNvPr>
            <p:cNvGrpSpPr/>
            <p:nvPr/>
          </p:nvGrpSpPr>
          <p:grpSpPr>
            <a:xfrm>
              <a:off x="4165409" y="1631054"/>
              <a:ext cx="3842901" cy="3846178"/>
              <a:chOff x="4446520" y="2334033"/>
              <a:chExt cx="3298959" cy="3301772"/>
            </a:xfrm>
          </p:grpSpPr>
          <p:sp>
            <p:nvSpPr>
              <p:cNvPr id="43" name="Left Outline">
                <a:extLst>
                  <a:ext uri="{FF2B5EF4-FFF2-40B4-BE49-F238E27FC236}">
                    <a16:creationId xmlns:a16="http://schemas.microsoft.com/office/drawing/2014/main" id="{E320CD0C-0DD4-49C9-AA84-338A00A4F5F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46520" y="2334034"/>
                <a:ext cx="1603035" cy="3301771"/>
              </a:xfrm>
              <a:custGeom>
                <a:avLst/>
                <a:gdLst>
                  <a:gd name="T0" fmla="*/ 372 w 563"/>
                  <a:gd name="T1" fmla="*/ 615 h 1160"/>
                  <a:gd name="T2" fmla="*/ 343 w 563"/>
                  <a:gd name="T3" fmla="*/ 523 h 1160"/>
                  <a:gd name="T4" fmla="*/ 377 w 563"/>
                  <a:gd name="T5" fmla="*/ 544 h 1160"/>
                  <a:gd name="T6" fmla="*/ 543 w 563"/>
                  <a:gd name="T7" fmla="*/ 429 h 1160"/>
                  <a:gd name="T8" fmla="*/ 185 w 563"/>
                  <a:gd name="T9" fmla="*/ 511 h 1160"/>
                  <a:gd name="T10" fmla="*/ 167 w 563"/>
                  <a:gd name="T11" fmla="*/ 534 h 1160"/>
                  <a:gd name="T12" fmla="*/ 137 w 563"/>
                  <a:gd name="T13" fmla="*/ 478 h 1160"/>
                  <a:gd name="T14" fmla="*/ 40 w 563"/>
                  <a:gd name="T15" fmla="*/ 648 h 1160"/>
                  <a:gd name="T16" fmla="*/ 110 w 563"/>
                  <a:gd name="T17" fmla="*/ 598 h 1160"/>
                  <a:gd name="T18" fmla="*/ 84 w 563"/>
                  <a:gd name="T19" fmla="*/ 799 h 1160"/>
                  <a:gd name="T20" fmla="*/ 228 w 563"/>
                  <a:gd name="T21" fmla="*/ 726 h 1160"/>
                  <a:gd name="T22" fmla="*/ 391 w 563"/>
                  <a:gd name="T23" fmla="*/ 646 h 1160"/>
                  <a:gd name="T24" fmla="*/ 543 w 563"/>
                  <a:gd name="T25" fmla="*/ 641 h 1160"/>
                  <a:gd name="T26" fmla="*/ 280 w 563"/>
                  <a:gd name="T27" fmla="*/ 276 h 1160"/>
                  <a:gd name="T28" fmla="*/ 191 w 563"/>
                  <a:gd name="T29" fmla="*/ 279 h 1160"/>
                  <a:gd name="T30" fmla="*/ 227 w 563"/>
                  <a:gd name="T31" fmla="*/ 189 h 1160"/>
                  <a:gd name="T32" fmla="*/ 105 w 563"/>
                  <a:gd name="T33" fmla="*/ 369 h 1160"/>
                  <a:gd name="T34" fmla="*/ 47 w 563"/>
                  <a:gd name="T35" fmla="*/ 486 h 1160"/>
                  <a:gd name="T36" fmla="*/ 173 w 563"/>
                  <a:gd name="T37" fmla="*/ 467 h 1160"/>
                  <a:gd name="T38" fmla="*/ 254 w 563"/>
                  <a:gd name="T39" fmla="*/ 355 h 1160"/>
                  <a:gd name="T40" fmla="*/ 543 w 563"/>
                  <a:gd name="T41" fmla="*/ 365 h 1160"/>
                  <a:gd name="T42" fmla="*/ 445 w 563"/>
                  <a:gd name="T43" fmla="*/ 205 h 1160"/>
                  <a:gd name="T44" fmla="*/ 408 w 563"/>
                  <a:gd name="T45" fmla="*/ 221 h 1160"/>
                  <a:gd name="T46" fmla="*/ 446 w 563"/>
                  <a:gd name="T47" fmla="*/ 140 h 1160"/>
                  <a:gd name="T48" fmla="*/ 543 w 563"/>
                  <a:gd name="T49" fmla="*/ 237 h 1160"/>
                  <a:gd name="T50" fmla="*/ 247 w 563"/>
                  <a:gd name="T51" fmla="*/ 196 h 1160"/>
                  <a:gd name="T52" fmla="*/ 288 w 563"/>
                  <a:gd name="T53" fmla="*/ 275 h 1160"/>
                  <a:gd name="T54" fmla="*/ 226 w 563"/>
                  <a:gd name="T55" fmla="*/ 746 h 1160"/>
                  <a:gd name="T56" fmla="*/ 162 w 563"/>
                  <a:gd name="T57" fmla="*/ 976 h 1160"/>
                  <a:gd name="T58" fmla="*/ 183 w 563"/>
                  <a:gd name="T59" fmla="*/ 833 h 1160"/>
                  <a:gd name="T60" fmla="*/ 256 w 563"/>
                  <a:gd name="T61" fmla="*/ 883 h 1160"/>
                  <a:gd name="T62" fmla="*/ 216 w 563"/>
                  <a:gd name="T63" fmla="*/ 890 h 1160"/>
                  <a:gd name="T64" fmla="*/ 331 w 563"/>
                  <a:gd name="T65" fmla="*/ 1075 h 1160"/>
                  <a:gd name="T66" fmla="*/ 344 w 563"/>
                  <a:gd name="T67" fmla="*/ 913 h 1160"/>
                  <a:gd name="T68" fmla="*/ 415 w 563"/>
                  <a:gd name="T69" fmla="*/ 762 h 1160"/>
                  <a:gd name="T70" fmla="*/ 433 w 563"/>
                  <a:gd name="T71" fmla="*/ 825 h 1160"/>
                  <a:gd name="T72" fmla="*/ 411 w 563"/>
                  <a:gd name="T73" fmla="*/ 820 h 1160"/>
                  <a:gd name="T74" fmla="*/ 428 w 563"/>
                  <a:gd name="T75" fmla="*/ 1027 h 1160"/>
                  <a:gd name="T76" fmla="*/ 347 w 563"/>
                  <a:gd name="T77" fmla="*/ 1042 h 1160"/>
                  <a:gd name="T78" fmla="*/ 504 w 563"/>
                  <a:gd name="T79" fmla="*/ 964 h 1160"/>
                  <a:gd name="T80" fmla="*/ 516 w 563"/>
                  <a:gd name="T81" fmla="*/ 948 h 1160"/>
                  <a:gd name="T82" fmla="*/ 543 w 563"/>
                  <a:gd name="T83" fmla="*/ 825 h 1160"/>
                  <a:gd name="T84" fmla="*/ 248 w 563"/>
                  <a:gd name="T85" fmla="*/ 739 h 1160"/>
                  <a:gd name="T86" fmla="*/ 233 w 563"/>
                  <a:gd name="T87" fmla="*/ 747 h 1160"/>
                  <a:gd name="T88" fmla="*/ 445 w 563"/>
                  <a:gd name="T89" fmla="*/ 1160 h 1160"/>
                  <a:gd name="T90" fmla="*/ 167 w 563"/>
                  <a:gd name="T91" fmla="*/ 1002 h 1160"/>
                  <a:gd name="T92" fmla="*/ 25 w 563"/>
                  <a:gd name="T93" fmla="*/ 703 h 1160"/>
                  <a:gd name="T94" fmla="*/ 30 w 563"/>
                  <a:gd name="T95" fmla="*/ 503 h 1160"/>
                  <a:gd name="T96" fmla="*/ 110 w 563"/>
                  <a:gd name="T97" fmla="*/ 263 h 1160"/>
                  <a:gd name="T98" fmla="*/ 563 w 563"/>
                  <a:gd name="T99" fmla="*/ 138 h 1160"/>
                  <a:gd name="T100" fmla="*/ 563 w 563"/>
                  <a:gd name="T101" fmla="*/ 641 h 1160"/>
                  <a:gd name="T102" fmla="*/ 563 w 563"/>
                  <a:gd name="T103" fmla="*/ 848 h 11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563" h="1160">
                    <a:moveTo>
                      <a:pt x="385" y="563"/>
                    </a:moveTo>
                    <a:cubicBezTo>
                      <a:pt x="390" y="579"/>
                      <a:pt x="388" y="597"/>
                      <a:pt x="380" y="613"/>
                    </a:cubicBezTo>
                    <a:cubicBezTo>
                      <a:pt x="378" y="616"/>
                      <a:pt x="375" y="617"/>
                      <a:pt x="372" y="615"/>
                    </a:cubicBezTo>
                    <a:cubicBezTo>
                      <a:pt x="369" y="614"/>
                      <a:pt x="368" y="610"/>
                      <a:pt x="369" y="607"/>
                    </a:cubicBezTo>
                    <a:cubicBezTo>
                      <a:pt x="384" y="580"/>
                      <a:pt x="373" y="545"/>
                      <a:pt x="345" y="531"/>
                    </a:cubicBezTo>
                    <a:cubicBezTo>
                      <a:pt x="342" y="529"/>
                      <a:pt x="341" y="526"/>
                      <a:pt x="343" y="523"/>
                    </a:cubicBezTo>
                    <a:cubicBezTo>
                      <a:pt x="344" y="521"/>
                      <a:pt x="346" y="520"/>
                      <a:pt x="348" y="520"/>
                    </a:cubicBezTo>
                    <a:cubicBezTo>
                      <a:pt x="349" y="520"/>
                      <a:pt x="350" y="520"/>
                      <a:pt x="351" y="520"/>
                    </a:cubicBezTo>
                    <a:cubicBezTo>
                      <a:pt x="362" y="526"/>
                      <a:pt x="371" y="534"/>
                      <a:pt x="377" y="544"/>
                    </a:cubicBezTo>
                    <a:cubicBezTo>
                      <a:pt x="397" y="530"/>
                      <a:pt x="420" y="523"/>
                      <a:pt x="445" y="523"/>
                    </a:cubicBezTo>
                    <a:cubicBezTo>
                      <a:pt x="485" y="523"/>
                      <a:pt x="521" y="543"/>
                      <a:pt x="543" y="575"/>
                    </a:cubicBezTo>
                    <a:cubicBezTo>
                      <a:pt x="543" y="429"/>
                      <a:pt x="543" y="429"/>
                      <a:pt x="543" y="429"/>
                    </a:cubicBezTo>
                    <a:cubicBezTo>
                      <a:pt x="515" y="470"/>
                      <a:pt x="463" y="498"/>
                      <a:pt x="403" y="498"/>
                    </a:cubicBezTo>
                    <a:cubicBezTo>
                      <a:pt x="337" y="498"/>
                      <a:pt x="281" y="464"/>
                      <a:pt x="256" y="416"/>
                    </a:cubicBezTo>
                    <a:cubicBezTo>
                      <a:pt x="214" y="428"/>
                      <a:pt x="185" y="467"/>
                      <a:pt x="185" y="511"/>
                    </a:cubicBezTo>
                    <a:cubicBezTo>
                      <a:pt x="185" y="517"/>
                      <a:pt x="186" y="524"/>
                      <a:pt x="187" y="530"/>
                    </a:cubicBezTo>
                    <a:cubicBezTo>
                      <a:pt x="188" y="536"/>
                      <a:pt x="185" y="541"/>
                      <a:pt x="179" y="542"/>
                    </a:cubicBezTo>
                    <a:cubicBezTo>
                      <a:pt x="174" y="543"/>
                      <a:pt x="168" y="540"/>
                      <a:pt x="167" y="534"/>
                    </a:cubicBezTo>
                    <a:cubicBezTo>
                      <a:pt x="166" y="527"/>
                      <a:pt x="165" y="519"/>
                      <a:pt x="165" y="511"/>
                    </a:cubicBezTo>
                    <a:cubicBezTo>
                      <a:pt x="165" y="502"/>
                      <a:pt x="166" y="494"/>
                      <a:pt x="168" y="486"/>
                    </a:cubicBezTo>
                    <a:cubicBezTo>
                      <a:pt x="158" y="482"/>
                      <a:pt x="147" y="479"/>
                      <a:pt x="137" y="478"/>
                    </a:cubicBezTo>
                    <a:cubicBezTo>
                      <a:pt x="108" y="475"/>
                      <a:pt x="80" y="484"/>
                      <a:pt x="58" y="503"/>
                    </a:cubicBezTo>
                    <a:cubicBezTo>
                      <a:pt x="36" y="522"/>
                      <a:pt x="23" y="549"/>
                      <a:pt x="22" y="580"/>
                    </a:cubicBezTo>
                    <a:cubicBezTo>
                      <a:pt x="21" y="604"/>
                      <a:pt x="27" y="628"/>
                      <a:pt x="40" y="648"/>
                    </a:cubicBezTo>
                    <a:cubicBezTo>
                      <a:pt x="52" y="624"/>
                      <a:pt x="72" y="605"/>
                      <a:pt x="97" y="593"/>
                    </a:cubicBezTo>
                    <a:cubicBezTo>
                      <a:pt x="98" y="593"/>
                      <a:pt x="99" y="592"/>
                      <a:pt x="101" y="592"/>
                    </a:cubicBezTo>
                    <a:cubicBezTo>
                      <a:pt x="105" y="592"/>
                      <a:pt x="108" y="595"/>
                      <a:pt x="110" y="598"/>
                    </a:cubicBezTo>
                    <a:cubicBezTo>
                      <a:pt x="112" y="603"/>
                      <a:pt x="110" y="609"/>
                      <a:pt x="105" y="612"/>
                    </a:cubicBezTo>
                    <a:cubicBezTo>
                      <a:pt x="70" y="628"/>
                      <a:pt x="47" y="663"/>
                      <a:pt x="45" y="704"/>
                    </a:cubicBezTo>
                    <a:cubicBezTo>
                      <a:pt x="44" y="740"/>
                      <a:pt x="58" y="774"/>
                      <a:pt x="84" y="799"/>
                    </a:cubicBezTo>
                    <a:cubicBezTo>
                      <a:pt x="92" y="784"/>
                      <a:pt x="102" y="771"/>
                      <a:pt x="115" y="760"/>
                    </a:cubicBezTo>
                    <a:cubicBezTo>
                      <a:pt x="142" y="737"/>
                      <a:pt x="175" y="725"/>
                      <a:pt x="211" y="725"/>
                    </a:cubicBezTo>
                    <a:cubicBezTo>
                      <a:pt x="217" y="725"/>
                      <a:pt x="222" y="725"/>
                      <a:pt x="228" y="726"/>
                    </a:cubicBezTo>
                    <a:cubicBezTo>
                      <a:pt x="228" y="726"/>
                      <a:pt x="229" y="726"/>
                      <a:pt x="229" y="726"/>
                    </a:cubicBezTo>
                    <a:cubicBezTo>
                      <a:pt x="253" y="675"/>
                      <a:pt x="306" y="645"/>
                      <a:pt x="368" y="645"/>
                    </a:cubicBezTo>
                    <a:cubicBezTo>
                      <a:pt x="375" y="645"/>
                      <a:pt x="383" y="645"/>
                      <a:pt x="391" y="646"/>
                    </a:cubicBezTo>
                    <a:cubicBezTo>
                      <a:pt x="457" y="654"/>
                      <a:pt x="514" y="695"/>
                      <a:pt x="543" y="749"/>
                    </a:cubicBezTo>
                    <a:cubicBezTo>
                      <a:pt x="543" y="679"/>
                      <a:pt x="543" y="679"/>
                      <a:pt x="543" y="679"/>
                    </a:cubicBezTo>
                    <a:cubicBezTo>
                      <a:pt x="543" y="641"/>
                      <a:pt x="543" y="641"/>
                      <a:pt x="543" y="641"/>
                    </a:cubicBezTo>
                    <a:cubicBezTo>
                      <a:pt x="543" y="587"/>
                      <a:pt x="499" y="543"/>
                      <a:pt x="445" y="543"/>
                    </a:cubicBezTo>
                    <a:cubicBezTo>
                      <a:pt x="423" y="543"/>
                      <a:pt x="402" y="550"/>
                      <a:pt x="385" y="563"/>
                    </a:cubicBezTo>
                    <a:close/>
                    <a:moveTo>
                      <a:pt x="280" y="276"/>
                    </a:moveTo>
                    <a:cubicBezTo>
                      <a:pt x="255" y="257"/>
                      <a:pt x="220" y="261"/>
                      <a:pt x="200" y="286"/>
                    </a:cubicBezTo>
                    <a:cubicBezTo>
                      <a:pt x="198" y="289"/>
                      <a:pt x="195" y="289"/>
                      <a:pt x="192" y="287"/>
                    </a:cubicBezTo>
                    <a:cubicBezTo>
                      <a:pt x="189" y="285"/>
                      <a:pt x="189" y="281"/>
                      <a:pt x="191" y="279"/>
                    </a:cubicBezTo>
                    <a:cubicBezTo>
                      <a:pt x="201" y="266"/>
                      <a:pt x="215" y="257"/>
                      <a:pt x="230" y="254"/>
                    </a:cubicBezTo>
                    <a:cubicBezTo>
                      <a:pt x="225" y="235"/>
                      <a:pt x="224" y="215"/>
                      <a:pt x="227" y="193"/>
                    </a:cubicBezTo>
                    <a:cubicBezTo>
                      <a:pt x="227" y="192"/>
                      <a:pt x="227" y="190"/>
                      <a:pt x="227" y="189"/>
                    </a:cubicBezTo>
                    <a:cubicBezTo>
                      <a:pt x="187" y="196"/>
                      <a:pt x="150" y="227"/>
                      <a:pt x="128" y="272"/>
                    </a:cubicBezTo>
                    <a:cubicBezTo>
                      <a:pt x="115" y="300"/>
                      <a:pt x="109" y="330"/>
                      <a:pt x="111" y="359"/>
                    </a:cubicBezTo>
                    <a:cubicBezTo>
                      <a:pt x="112" y="364"/>
                      <a:pt x="109" y="368"/>
                      <a:pt x="105" y="369"/>
                    </a:cubicBezTo>
                    <a:cubicBezTo>
                      <a:pt x="105" y="369"/>
                      <a:pt x="105" y="369"/>
                      <a:pt x="105" y="369"/>
                    </a:cubicBezTo>
                    <a:cubicBezTo>
                      <a:pt x="70" y="386"/>
                      <a:pt x="47" y="421"/>
                      <a:pt x="45" y="462"/>
                    </a:cubicBezTo>
                    <a:cubicBezTo>
                      <a:pt x="45" y="470"/>
                      <a:pt x="45" y="478"/>
                      <a:pt x="47" y="486"/>
                    </a:cubicBezTo>
                    <a:cubicBezTo>
                      <a:pt x="69" y="468"/>
                      <a:pt x="96" y="458"/>
                      <a:pt x="125" y="458"/>
                    </a:cubicBezTo>
                    <a:cubicBezTo>
                      <a:pt x="130" y="458"/>
                      <a:pt x="134" y="458"/>
                      <a:pt x="139" y="458"/>
                    </a:cubicBezTo>
                    <a:cubicBezTo>
                      <a:pt x="151" y="460"/>
                      <a:pt x="162" y="462"/>
                      <a:pt x="173" y="467"/>
                    </a:cubicBezTo>
                    <a:cubicBezTo>
                      <a:pt x="187" y="434"/>
                      <a:pt x="214" y="408"/>
                      <a:pt x="249" y="398"/>
                    </a:cubicBezTo>
                    <a:cubicBezTo>
                      <a:pt x="246" y="387"/>
                      <a:pt x="244" y="376"/>
                      <a:pt x="244" y="365"/>
                    </a:cubicBezTo>
                    <a:cubicBezTo>
                      <a:pt x="244" y="359"/>
                      <a:pt x="248" y="355"/>
                      <a:pt x="254" y="355"/>
                    </a:cubicBezTo>
                    <a:cubicBezTo>
                      <a:pt x="259" y="355"/>
                      <a:pt x="264" y="359"/>
                      <a:pt x="264" y="365"/>
                    </a:cubicBezTo>
                    <a:cubicBezTo>
                      <a:pt x="264" y="427"/>
                      <a:pt x="326" y="478"/>
                      <a:pt x="403" y="478"/>
                    </a:cubicBezTo>
                    <a:cubicBezTo>
                      <a:pt x="480" y="478"/>
                      <a:pt x="543" y="427"/>
                      <a:pt x="543" y="365"/>
                    </a:cubicBezTo>
                    <a:cubicBezTo>
                      <a:pt x="543" y="320"/>
                      <a:pt x="543" y="320"/>
                      <a:pt x="543" y="320"/>
                    </a:cubicBezTo>
                    <a:cubicBezTo>
                      <a:pt x="543" y="303"/>
                      <a:pt x="543" y="303"/>
                      <a:pt x="543" y="303"/>
                    </a:cubicBezTo>
                    <a:cubicBezTo>
                      <a:pt x="543" y="249"/>
                      <a:pt x="499" y="205"/>
                      <a:pt x="445" y="205"/>
                    </a:cubicBezTo>
                    <a:cubicBezTo>
                      <a:pt x="438" y="217"/>
                      <a:pt x="426" y="227"/>
                      <a:pt x="412" y="232"/>
                    </a:cubicBezTo>
                    <a:cubicBezTo>
                      <a:pt x="409" y="233"/>
                      <a:pt x="405" y="232"/>
                      <a:pt x="404" y="229"/>
                    </a:cubicBezTo>
                    <a:cubicBezTo>
                      <a:pt x="403" y="226"/>
                      <a:pt x="404" y="222"/>
                      <a:pt x="408" y="221"/>
                    </a:cubicBezTo>
                    <a:cubicBezTo>
                      <a:pt x="437" y="210"/>
                      <a:pt x="452" y="177"/>
                      <a:pt x="440" y="148"/>
                    </a:cubicBezTo>
                    <a:cubicBezTo>
                      <a:pt x="439" y="145"/>
                      <a:pt x="441" y="141"/>
                      <a:pt x="444" y="140"/>
                    </a:cubicBezTo>
                    <a:cubicBezTo>
                      <a:pt x="445" y="140"/>
                      <a:pt x="445" y="140"/>
                      <a:pt x="446" y="140"/>
                    </a:cubicBezTo>
                    <a:cubicBezTo>
                      <a:pt x="449" y="140"/>
                      <a:pt x="451" y="141"/>
                      <a:pt x="452" y="144"/>
                    </a:cubicBezTo>
                    <a:cubicBezTo>
                      <a:pt x="457" y="157"/>
                      <a:pt x="457" y="172"/>
                      <a:pt x="454" y="185"/>
                    </a:cubicBezTo>
                    <a:cubicBezTo>
                      <a:pt x="491" y="188"/>
                      <a:pt x="523" y="208"/>
                      <a:pt x="543" y="237"/>
                    </a:cubicBezTo>
                    <a:cubicBezTo>
                      <a:pt x="543" y="138"/>
                      <a:pt x="543" y="138"/>
                      <a:pt x="543" y="138"/>
                    </a:cubicBezTo>
                    <a:cubicBezTo>
                      <a:pt x="543" y="93"/>
                      <a:pt x="528" y="20"/>
                      <a:pt x="429" y="20"/>
                    </a:cubicBezTo>
                    <a:cubicBezTo>
                      <a:pt x="362" y="20"/>
                      <a:pt x="262" y="81"/>
                      <a:pt x="247" y="196"/>
                    </a:cubicBezTo>
                    <a:cubicBezTo>
                      <a:pt x="244" y="216"/>
                      <a:pt x="245" y="235"/>
                      <a:pt x="251" y="253"/>
                    </a:cubicBezTo>
                    <a:cubicBezTo>
                      <a:pt x="264" y="254"/>
                      <a:pt x="276" y="258"/>
                      <a:pt x="287" y="267"/>
                    </a:cubicBezTo>
                    <a:cubicBezTo>
                      <a:pt x="290" y="269"/>
                      <a:pt x="290" y="273"/>
                      <a:pt x="288" y="275"/>
                    </a:cubicBezTo>
                    <a:cubicBezTo>
                      <a:pt x="286" y="278"/>
                      <a:pt x="283" y="278"/>
                      <a:pt x="280" y="276"/>
                    </a:cubicBezTo>
                    <a:close/>
                    <a:moveTo>
                      <a:pt x="233" y="747"/>
                    </a:moveTo>
                    <a:cubicBezTo>
                      <a:pt x="231" y="746"/>
                      <a:pt x="228" y="746"/>
                      <a:pt x="226" y="746"/>
                    </a:cubicBezTo>
                    <a:cubicBezTo>
                      <a:pt x="189" y="742"/>
                      <a:pt x="155" y="752"/>
                      <a:pt x="128" y="775"/>
                    </a:cubicBezTo>
                    <a:cubicBezTo>
                      <a:pt x="104" y="796"/>
                      <a:pt x="90" y="826"/>
                      <a:pt x="89" y="858"/>
                    </a:cubicBezTo>
                    <a:cubicBezTo>
                      <a:pt x="87" y="908"/>
                      <a:pt x="123" y="952"/>
                      <a:pt x="162" y="976"/>
                    </a:cubicBezTo>
                    <a:cubicBezTo>
                      <a:pt x="159" y="939"/>
                      <a:pt x="172" y="903"/>
                      <a:pt x="199" y="878"/>
                    </a:cubicBezTo>
                    <a:cubicBezTo>
                      <a:pt x="189" y="868"/>
                      <a:pt x="181" y="856"/>
                      <a:pt x="178" y="840"/>
                    </a:cubicBezTo>
                    <a:cubicBezTo>
                      <a:pt x="177" y="837"/>
                      <a:pt x="179" y="834"/>
                      <a:pt x="183" y="833"/>
                    </a:cubicBezTo>
                    <a:cubicBezTo>
                      <a:pt x="183" y="833"/>
                      <a:pt x="183" y="833"/>
                      <a:pt x="184" y="833"/>
                    </a:cubicBezTo>
                    <a:cubicBezTo>
                      <a:pt x="187" y="833"/>
                      <a:pt x="189" y="835"/>
                      <a:pt x="190" y="838"/>
                    </a:cubicBezTo>
                    <a:cubicBezTo>
                      <a:pt x="196" y="869"/>
                      <a:pt x="225" y="889"/>
                      <a:pt x="256" y="883"/>
                    </a:cubicBezTo>
                    <a:cubicBezTo>
                      <a:pt x="259" y="883"/>
                      <a:pt x="262" y="885"/>
                      <a:pt x="263" y="888"/>
                    </a:cubicBezTo>
                    <a:cubicBezTo>
                      <a:pt x="264" y="891"/>
                      <a:pt x="262" y="894"/>
                      <a:pt x="258" y="895"/>
                    </a:cubicBezTo>
                    <a:cubicBezTo>
                      <a:pt x="243" y="898"/>
                      <a:pt x="229" y="896"/>
                      <a:pt x="216" y="890"/>
                    </a:cubicBezTo>
                    <a:cubicBezTo>
                      <a:pt x="188" y="914"/>
                      <a:pt x="175" y="952"/>
                      <a:pt x="184" y="990"/>
                    </a:cubicBezTo>
                    <a:cubicBezTo>
                      <a:pt x="198" y="1049"/>
                      <a:pt x="258" y="1088"/>
                      <a:pt x="318" y="1078"/>
                    </a:cubicBezTo>
                    <a:cubicBezTo>
                      <a:pt x="323" y="1077"/>
                      <a:pt x="327" y="1076"/>
                      <a:pt x="331" y="1075"/>
                    </a:cubicBezTo>
                    <a:cubicBezTo>
                      <a:pt x="328" y="1064"/>
                      <a:pt x="327" y="1053"/>
                      <a:pt x="327" y="1042"/>
                    </a:cubicBezTo>
                    <a:cubicBezTo>
                      <a:pt x="327" y="1014"/>
                      <a:pt x="336" y="988"/>
                      <a:pt x="354" y="966"/>
                    </a:cubicBezTo>
                    <a:cubicBezTo>
                      <a:pt x="347" y="950"/>
                      <a:pt x="344" y="932"/>
                      <a:pt x="344" y="913"/>
                    </a:cubicBezTo>
                    <a:cubicBezTo>
                      <a:pt x="344" y="867"/>
                      <a:pt x="366" y="824"/>
                      <a:pt x="403" y="801"/>
                    </a:cubicBezTo>
                    <a:cubicBezTo>
                      <a:pt x="401" y="789"/>
                      <a:pt x="403" y="776"/>
                      <a:pt x="410" y="765"/>
                    </a:cubicBezTo>
                    <a:cubicBezTo>
                      <a:pt x="411" y="763"/>
                      <a:pt x="413" y="762"/>
                      <a:pt x="415" y="762"/>
                    </a:cubicBezTo>
                    <a:cubicBezTo>
                      <a:pt x="416" y="762"/>
                      <a:pt x="417" y="762"/>
                      <a:pt x="418" y="763"/>
                    </a:cubicBezTo>
                    <a:cubicBezTo>
                      <a:pt x="421" y="764"/>
                      <a:pt x="422" y="768"/>
                      <a:pt x="420" y="771"/>
                    </a:cubicBezTo>
                    <a:cubicBezTo>
                      <a:pt x="409" y="789"/>
                      <a:pt x="415" y="814"/>
                      <a:pt x="433" y="825"/>
                    </a:cubicBezTo>
                    <a:cubicBezTo>
                      <a:pt x="436" y="827"/>
                      <a:pt x="437" y="831"/>
                      <a:pt x="435" y="833"/>
                    </a:cubicBezTo>
                    <a:cubicBezTo>
                      <a:pt x="433" y="836"/>
                      <a:pt x="430" y="837"/>
                      <a:pt x="427" y="835"/>
                    </a:cubicBezTo>
                    <a:cubicBezTo>
                      <a:pt x="420" y="831"/>
                      <a:pt x="415" y="826"/>
                      <a:pt x="411" y="820"/>
                    </a:cubicBezTo>
                    <a:cubicBezTo>
                      <a:pt x="382" y="840"/>
                      <a:pt x="364" y="875"/>
                      <a:pt x="364" y="913"/>
                    </a:cubicBezTo>
                    <a:cubicBezTo>
                      <a:pt x="364" y="957"/>
                      <a:pt x="387" y="997"/>
                      <a:pt x="423" y="1014"/>
                    </a:cubicBezTo>
                    <a:cubicBezTo>
                      <a:pt x="428" y="1016"/>
                      <a:pt x="431" y="1022"/>
                      <a:pt x="428" y="1027"/>
                    </a:cubicBezTo>
                    <a:cubicBezTo>
                      <a:pt x="426" y="1032"/>
                      <a:pt x="420" y="1034"/>
                      <a:pt x="415" y="1032"/>
                    </a:cubicBezTo>
                    <a:cubicBezTo>
                      <a:pt x="394" y="1022"/>
                      <a:pt x="377" y="1006"/>
                      <a:pt x="364" y="986"/>
                    </a:cubicBezTo>
                    <a:cubicBezTo>
                      <a:pt x="353" y="1002"/>
                      <a:pt x="347" y="1022"/>
                      <a:pt x="347" y="1042"/>
                    </a:cubicBezTo>
                    <a:cubicBezTo>
                      <a:pt x="347" y="1096"/>
                      <a:pt x="391" y="1140"/>
                      <a:pt x="445" y="1140"/>
                    </a:cubicBezTo>
                    <a:cubicBezTo>
                      <a:pt x="499" y="1140"/>
                      <a:pt x="543" y="1096"/>
                      <a:pt x="543" y="1042"/>
                    </a:cubicBezTo>
                    <a:cubicBezTo>
                      <a:pt x="543" y="1011"/>
                      <a:pt x="528" y="982"/>
                      <a:pt x="504" y="964"/>
                    </a:cubicBezTo>
                    <a:cubicBezTo>
                      <a:pt x="499" y="960"/>
                      <a:pt x="498" y="954"/>
                      <a:pt x="502" y="950"/>
                    </a:cubicBezTo>
                    <a:cubicBezTo>
                      <a:pt x="504" y="947"/>
                      <a:pt x="507" y="946"/>
                      <a:pt x="510" y="946"/>
                    </a:cubicBezTo>
                    <a:cubicBezTo>
                      <a:pt x="512" y="946"/>
                      <a:pt x="514" y="946"/>
                      <a:pt x="516" y="948"/>
                    </a:cubicBezTo>
                    <a:cubicBezTo>
                      <a:pt x="526" y="956"/>
                      <a:pt x="535" y="965"/>
                      <a:pt x="543" y="976"/>
                    </a:cubicBezTo>
                    <a:cubicBezTo>
                      <a:pt x="543" y="848"/>
                      <a:pt x="543" y="848"/>
                      <a:pt x="543" y="848"/>
                    </a:cubicBezTo>
                    <a:cubicBezTo>
                      <a:pt x="543" y="825"/>
                      <a:pt x="543" y="825"/>
                      <a:pt x="543" y="825"/>
                    </a:cubicBezTo>
                    <a:cubicBezTo>
                      <a:pt x="543" y="748"/>
                      <a:pt x="473" y="676"/>
                      <a:pt x="388" y="666"/>
                    </a:cubicBezTo>
                    <a:cubicBezTo>
                      <a:pt x="326" y="658"/>
                      <a:pt x="271" y="686"/>
                      <a:pt x="248" y="734"/>
                    </a:cubicBezTo>
                    <a:cubicBezTo>
                      <a:pt x="248" y="736"/>
                      <a:pt x="248" y="737"/>
                      <a:pt x="248" y="739"/>
                    </a:cubicBezTo>
                    <a:cubicBezTo>
                      <a:pt x="247" y="745"/>
                      <a:pt x="242" y="748"/>
                      <a:pt x="236" y="747"/>
                    </a:cubicBezTo>
                    <a:cubicBezTo>
                      <a:pt x="236" y="747"/>
                      <a:pt x="235" y="747"/>
                      <a:pt x="235" y="747"/>
                    </a:cubicBezTo>
                    <a:cubicBezTo>
                      <a:pt x="234" y="747"/>
                      <a:pt x="234" y="747"/>
                      <a:pt x="233" y="747"/>
                    </a:cubicBezTo>
                    <a:close/>
                    <a:moveTo>
                      <a:pt x="563" y="848"/>
                    </a:moveTo>
                    <a:cubicBezTo>
                      <a:pt x="563" y="1042"/>
                      <a:pt x="563" y="1042"/>
                      <a:pt x="563" y="1042"/>
                    </a:cubicBezTo>
                    <a:cubicBezTo>
                      <a:pt x="563" y="1107"/>
                      <a:pt x="510" y="1160"/>
                      <a:pt x="445" y="1160"/>
                    </a:cubicBezTo>
                    <a:cubicBezTo>
                      <a:pt x="398" y="1160"/>
                      <a:pt x="358" y="1133"/>
                      <a:pt x="339" y="1094"/>
                    </a:cubicBezTo>
                    <a:cubicBezTo>
                      <a:pt x="333" y="1095"/>
                      <a:pt x="327" y="1097"/>
                      <a:pt x="321" y="1098"/>
                    </a:cubicBezTo>
                    <a:cubicBezTo>
                      <a:pt x="254" y="1109"/>
                      <a:pt x="186" y="1067"/>
                      <a:pt x="167" y="1002"/>
                    </a:cubicBezTo>
                    <a:cubicBezTo>
                      <a:pt x="116" y="976"/>
                      <a:pt x="66" y="922"/>
                      <a:pt x="69" y="857"/>
                    </a:cubicBezTo>
                    <a:cubicBezTo>
                      <a:pt x="69" y="844"/>
                      <a:pt x="72" y="830"/>
                      <a:pt x="76" y="818"/>
                    </a:cubicBezTo>
                    <a:cubicBezTo>
                      <a:pt x="42" y="789"/>
                      <a:pt x="23" y="747"/>
                      <a:pt x="25" y="703"/>
                    </a:cubicBezTo>
                    <a:cubicBezTo>
                      <a:pt x="26" y="692"/>
                      <a:pt x="28" y="681"/>
                      <a:pt x="31" y="670"/>
                    </a:cubicBezTo>
                    <a:cubicBezTo>
                      <a:pt x="11" y="644"/>
                      <a:pt x="0" y="612"/>
                      <a:pt x="2" y="579"/>
                    </a:cubicBezTo>
                    <a:cubicBezTo>
                      <a:pt x="3" y="550"/>
                      <a:pt x="13" y="524"/>
                      <a:pt x="30" y="503"/>
                    </a:cubicBezTo>
                    <a:cubicBezTo>
                      <a:pt x="26" y="489"/>
                      <a:pt x="25" y="475"/>
                      <a:pt x="25" y="461"/>
                    </a:cubicBezTo>
                    <a:cubicBezTo>
                      <a:pt x="27" y="415"/>
                      <a:pt x="52" y="375"/>
                      <a:pt x="91" y="354"/>
                    </a:cubicBezTo>
                    <a:cubicBezTo>
                      <a:pt x="90" y="323"/>
                      <a:pt x="96" y="292"/>
                      <a:pt x="110" y="263"/>
                    </a:cubicBezTo>
                    <a:cubicBezTo>
                      <a:pt x="136" y="209"/>
                      <a:pt x="182" y="173"/>
                      <a:pt x="232" y="168"/>
                    </a:cubicBezTo>
                    <a:cubicBezTo>
                      <a:pt x="259" y="58"/>
                      <a:pt x="360" y="0"/>
                      <a:pt x="429" y="0"/>
                    </a:cubicBezTo>
                    <a:cubicBezTo>
                      <a:pt x="514" y="0"/>
                      <a:pt x="563" y="50"/>
                      <a:pt x="563" y="138"/>
                    </a:cubicBezTo>
                    <a:cubicBezTo>
                      <a:pt x="563" y="320"/>
                      <a:pt x="563" y="320"/>
                      <a:pt x="563" y="320"/>
                    </a:cubicBezTo>
                    <a:cubicBezTo>
                      <a:pt x="563" y="365"/>
                      <a:pt x="563" y="365"/>
                      <a:pt x="563" y="365"/>
                    </a:cubicBezTo>
                    <a:cubicBezTo>
                      <a:pt x="563" y="641"/>
                      <a:pt x="563" y="641"/>
                      <a:pt x="563" y="641"/>
                    </a:cubicBezTo>
                    <a:cubicBezTo>
                      <a:pt x="563" y="679"/>
                      <a:pt x="563" y="679"/>
                      <a:pt x="563" y="679"/>
                    </a:cubicBezTo>
                    <a:cubicBezTo>
                      <a:pt x="563" y="825"/>
                      <a:pt x="563" y="825"/>
                      <a:pt x="563" y="825"/>
                    </a:cubicBezTo>
                    <a:lnTo>
                      <a:pt x="563" y="848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1" rIns="91440" bIns="45721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1"/>
              </a:p>
            </p:txBody>
          </p:sp>
          <p:sp>
            <p:nvSpPr>
              <p:cNvPr id="44" name="Right Outline">
                <a:extLst>
                  <a:ext uri="{FF2B5EF4-FFF2-40B4-BE49-F238E27FC236}">
                    <a16:creationId xmlns:a16="http://schemas.microsoft.com/office/drawing/2014/main" id="{B2357413-985D-4DAC-AE2A-4310FE3C76D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45259" y="2334033"/>
                <a:ext cx="1600220" cy="3301772"/>
              </a:xfrm>
              <a:custGeom>
                <a:avLst/>
                <a:gdLst>
                  <a:gd name="T0" fmla="*/ 191 w 562"/>
                  <a:gd name="T1" fmla="*/ 615 h 1160"/>
                  <a:gd name="T2" fmla="*/ 118 w 562"/>
                  <a:gd name="T3" fmla="*/ 543 h 1160"/>
                  <a:gd name="T4" fmla="*/ 20 w 562"/>
                  <a:gd name="T5" fmla="*/ 749 h 1160"/>
                  <a:gd name="T6" fmla="*/ 333 w 562"/>
                  <a:gd name="T7" fmla="*/ 726 h 1160"/>
                  <a:gd name="T8" fmla="*/ 448 w 562"/>
                  <a:gd name="T9" fmla="*/ 760 h 1160"/>
                  <a:gd name="T10" fmla="*/ 458 w 562"/>
                  <a:gd name="T11" fmla="*/ 612 h 1160"/>
                  <a:gd name="T12" fmla="*/ 466 w 562"/>
                  <a:gd name="T13" fmla="*/ 593 h 1160"/>
                  <a:gd name="T14" fmla="*/ 505 w 562"/>
                  <a:gd name="T15" fmla="*/ 503 h 1160"/>
                  <a:gd name="T16" fmla="*/ 398 w 562"/>
                  <a:gd name="T17" fmla="*/ 511 h 1160"/>
                  <a:gd name="T18" fmla="*/ 376 w 562"/>
                  <a:gd name="T19" fmla="*/ 530 h 1160"/>
                  <a:gd name="T20" fmla="*/ 160 w 562"/>
                  <a:gd name="T21" fmla="*/ 498 h 1160"/>
                  <a:gd name="T22" fmla="*/ 118 w 562"/>
                  <a:gd name="T23" fmla="*/ 523 h 1160"/>
                  <a:gd name="T24" fmla="*/ 215 w 562"/>
                  <a:gd name="T25" fmla="*/ 520 h 1160"/>
                  <a:gd name="T26" fmla="*/ 122 w 562"/>
                  <a:gd name="T27" fmla="*/ 148 h 1160"/>
                  <a:gd name="T28" fmla="*/ 151 w 562"/>
                  <a:gd name="T29" fmla="*/ 232 h 1160"/>
                  <a:gd name="T30" fmla="*/ 20 w 562"/>
                  <a:gd name="T31" fmla="*/ 320 h 1160"/>
                  <a:gd name="T32" fmla="*/ 299 w 562"/>
                  <a:gd name="T33" fmla="*/ 365 h 1160"/>
                  <a:gd name="T34" fmla="*/ 314 w 562"/>
                  <a:gd name="T35" fmla="*/ 398 h 1160"/>
                  <a:gd name="T36" fmla="*/ 437 w 562"/>
                  <a:gd name="T37" fmla="*/ 458 h 1160"/>
                  <a:gd name="T38" fmla="*/ 458 w 562"/>
                  <a:gd name="T39" fmla="*/ 369 h 1160"/>
                  <a:gd name="T40" fmla="*/ 435 w 562"/>
                  <a:gd name="T41" fmla="*/ 272 h 1160"/>
                  <a:gd name="T42" fmla="*/ 332 w 562"/>
                  <a:gd name="T43" fmla="*/ 254 h 1160"/>
                  <a:gd name="T44" fmla="*/ 362 w 562"/>
                  <a:gd name="T45" fmla="*/ 286 h 1160"/>
                  <a:gd name="T46" fmla="*/ 275 w 562"/>
                  <a:gd name="T47" fmla="*/ 267 h 1160"/>
                  <a:gd name="T48" fmla="*/ 134 w 562"/>
                  <a:gd name="T49" fmla="*/ 20 h 1160"/>
                  <a:gd name="T50" fmla="*/ 109 w 562"/>
                  <a:gd name="T51" fmla="*/ 185 h 1160"/>
                  <a:gd name="T52" fmla="*/ 119 w 562"/>
                  <a:gd name="T53" fmla="*/ 140 h 1160"/>
                  <a:gd name="T54" fmla="*/ 143 w 562"/>
                  <a:gd name="T55" fmla="*/ 771 h 1160"/>
                  <a:gd name="T56" fmla="*/ 153 w 562"/>
                  <a:gd name="T57" fmla="*/ 765 h 1160"/>
                  <a:gd name="T58" fmla="*/ 209 w 562"/>
                  <a:gd name="T59" fmla="*/ 966 h 1160"/>
                  <a:gd name="T60" fmla="*/ 245 w 562"/>
                  <a:gd name="T61" fmla="*/ 1078 h 1160"/>
                  <a:gd name="T62" fmla="*/ 304 w 562"/>
                  <a:gd name="T63" fmla="*/ 895 h 1160"/>
                  <a:gd name="T64" fmla="*/ 373 w 562"/>
                  <a:gd name="T65" fmla="*/ 838 h 1160"/>
                  <a:gd name="T66" fmla="*/ 385 w 562"/>
                  <a:gd name="T67" fmla="*/ 840 h 1160"/>
                  <a:gd name="T68" fmla="*/ 474 w 562"/>
                  <a:gd name="T69" fmla="*/ 858 h 1160"/>
                  <a:gd name="T70" fmla="*/ 330 w 562"/>
                  <a:gd name="T71" fmla="*/ 747 h 1160"/>
                  <a:gd name="T72" fmla="*/ 315 w 562"/>
                  <a:gd name="T73" fmla="*/ 739 h 1160"/>
                  <a:gd name="T74" fmla="*/ 20 w 562"/>
                  <a:gd name="T75" fmla="*/ 825 h 1160"/>
                  <a:gd name="T76" fmla="*/ 47 w 562"/>
                  <a:gd name="T77" fmla="*/ 948 h 1160"/>
                  <a:gd name="T78" fmla="*/ 59 w 562"/>
                  <a:gd name="T79" fmla="*/ 964 h 1160"/>
                  <a:gd name="T80" fmla="*/ 216 w 562"/>
                  <a:gd name="T81" fmla="*/ 1042 h 1160"/>
                  <a:gd name="T82" fmla="*/ 135 w 562"/>
                  <a:gd name="T83" fmla="*/ 1027 h 1160"/>
                  <a:gd name="T84" fmla="*/ 152 w 562"/>
                  <a:gd name="T85" fmla="*/ 820 h 1160"/>
                  <a:gd name="T86" fmla="*/ 130 w 562"/>
                  <a:gd name="T87" fmla="*/ 825 h 1160"/>
                  <a:gd name="T88" fmla="*/ 538 w 562"/>
                  <a:gd name="T89" fmla="*/ 703 h 1160"/>
                  <a:gd name="T90" fmla="*/ 396 w 562"/>
                  <a:gd name="T91" fmla="*/ 1002 h 1160"/>
                  <a:gd name="T92" fmla="*/ 118 w 562"/>
                  <a:gd name="T93" fmla="*/ 1160 h 1160"/>
                  <a:gd name="T94" fmla="*/ 0 w 562"/>
                  <a:gd name="T95" fmla="*/ 825 h 1160"/>
                  <a:gd name="T96" fmla="*/ 0 w 562"/>
                  <a:gd name="T97" fmla="*/ 365 h 1160"/>
                  <a:gd name="T98" fmla="*/ 134 w 562"/>
                  <a:gd name="T99" fmla="*/ 0 h 1160"/>
                  <a:gd name="T100" fmla="*/ 472 w 562"/>
                  <a:gd name="T101" fmla="*/ 354 h 1160"/>
                  <a:gd name="T102" fmla="*/ 561 w 562"/>
                  <a:gd name="T103" fmla="*/ 579 h 11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562" h="1160">
                    <a:moveTo>
                      <a:pt x="217" y="531"/>
                    </a:moveTo>
                    <a:cubicBezTo>
                      <a:pt x="190" y="545"/>
                      <a:pt x="179" y="580"/>
                      <a:pt x="194" y="607"/>
                    </a:cubicBezTo>
                    <a:cubicBezTo>
                      <a:pt x="195" y="610"/>
                      <a:pt x="194" y="614"/>
                      <a:pt x="191" y="615"/>
                    </a:cubicBezTo>
                    <a:cubicBezTo>
                      <a:pt x="188" y="617"/>
                      <a:pt x="185" y="616"/>
                      <a:pt x="183" y="613"/>
                    </a:cubicBezTo>
                    <a:cubicBezTo>
                      <a:pt x="175" y="597"/>
                      <a:pt x="173" y="579"/>
                      <a:pt x="178" y="563"/>
                    </a:cubicBezTo>
                    <a:cubicBezTo>
                      <a:pt x="160" y="550"/>
                      <a:pt x="140" y="543"/>
                      <a:pt x="118" y="543"/>
                    </a:cubicBezTo>
                    <a:cubicBezTo>
                      <a:pt x="64" y="543"/>
                      <a:pt x="20" y="587"/>
                      <a:pt x="20" y="641"/>
                    </a:cubicBezTo>
                    <a:cubicBezTo>
                      <a:pt x="20" y="679"/>
                      <a:pt x="20" y="679"/>
                      <a:pt x="20" y="679"/>
                    </a:cubicBezTo>
                    <a:cubicBezTo>
                      <a:pt x="20" y="749"/>
                      <a:pt x="20" y="749"/>
                      <a:pt x="20" y="749"/>
                    </a:cubicBezTo>
                    <a:cubicBezTo>
                      <a:pt x="49" y="695"/>
                      <a:pt x="106" y="654"/>
                      <a:pt x="172" y="646"/>
                    </a:cubicBezTo>
                    <a:cubicBezTo>
                      <a:pt x="180" y="645"/>
                      <a:pt x="187" y="645"/>
                      <a:pt x="195" y="645"/>
                    </a:cubicBezTo>
                    <a:cubicBezTo>
                      <a:pt x="257" y="645"/>
                      <a:pt x="310" y="675"/>
                      <a:pt x="333" y="726"/>
                    </a:cubicBezTo>
                    <a:cubicBezTo>
                      <a:pt x="334" y="726"/>
                      <a:pt x="334" y="726"/>
                      <a:pt x="335" y="726"/>
                    </a:cubicBezTo>
                    <a:cubicBezTo>
                      <a:pt x="340" y="725"/>
                      <a:pt x="346" y="725"/>
                      <a:pt x="352" y="725"/>
                    </a:cubicBezTo>
                    <a:cubicBezTo>
                      <a:pt x="388" y="725"/>
                      <a:pt x="421" y="737"/>
                      <a:pt x="448" y="760"/>
                    </a:cubicBezTo>
                    <a:cubicBezTo>
                      <a:pt x="460" y="771"/>
                      <a:pt x="471" y="784"/>
                      <a:pt x="478" y="799"/>
                    </a:cubicBezTo>
                    <a:cubicBezTo>
                      <a:pt x="505" y="774"/>
                      <a:pt x="519" y="740"/>
                      <a:pt x="518" y="704"/>
                    </a:cubicBezTo>
                    <a:cubicBezTo>
                      <a:pt x="516" y="663"/>
                      <a:pt x="493" y="628"/>
                      <a:pt x="458" y="612"/>
                    </a:cubicBezTo>
                    <a:cubicBezTo>
                      <a:pt x="453" y="609"/>
                      <a:pt x="450" y="603"/>
                      <a:pt x="453" y="598"/>
                    </a:cubicBezTo>
                    <a:cubicBezTo>
                      <a:pt x="455" y="595"/>
                      <a:pt x="458" y="592"/>
                      <a:pt x="462" y="592"/>
                    </a:cubicBezTo>
                    <a:cubicBezTo>
                      <a:pt x="463" y="592"/>
                      <a:pt x="465" y="593"/>
                      <a:pt x="466" y="593"/>
                    </a:cubicBezTo>
                    <a:cubicBezTo>
                      <a:pt x="491" y="605"/>
                      <a:pt x="511" y="624"/>
                      <a:pt x="523" y="648"/>
                    </a:cubicBezTo>
                    <a:cubicBezTo>
                      <a:pt x="536" y="628"/>
                      <a:pt x="542" y="604"/>
                      <a:pt x="541" y="580"/>
                    </a:cubicBezTo>
                    <a:cubicBezTo>
                      <a:pt x="540" y="549"/>
                      <a:pt x="527" y="522"/>
                      <a:pt x="505" y="503"/>
                    </a:cubicBezTo>
                    <a:cubicBezTo>
                      <a:pt x="483" y="484"/>
                      <a:pt x="455" y="475"/>
                      <a:pt x="426" y="478"/>
                    </a:cubicBezTo>
                    <a:cubicBezTo>
                      <a:pt x="415" y="479"/>
                      <a:pt x="405" y="482"/>
                      <a:pt x="395" y="486"/>
                    </a:cubicBezTo>
                    <a:cubicBezTo>
                      <a:pt x="397" y="494"/>
                      <a:pt x="398" y="502"/>
                      <a:pt x="398" y="511"/>
                    </a:cubicBezTo>
                    <a:cubicBezTo>
                      <a:pt x="398" y="519"/>
                      <a:pt x="397" y="527"/>
                      <a:pt x="395" y="534"/>
                    </a:cubicBezTo>
                    <a:cubicBezTo>
                      <a:pt x="394" y="540"/>
                      <a:pt x="389" y="543"/>
                      <a:pt x="384" y="542"/>
                    </a:cubicBezTo>
                    <a:cubicBezTo>
                      <a:pt x="378" y="541"/>
                      <a:pt x="375" y="536"/>
                      <a:pt x="376" y="530"/>
                    </a:cubicBezTo>
                    <a:cubicBezTo>
                      <a:pt x="377" y="524"/>
                      <a:pt x="378" y="517"/>
                      <a:pt x="378" y="511"/>
                    </a:cubicBezTo>
                    <a:cubicBezTo>
                      <a:pt x="378" y="467"/>
                      <a:pt x="349" y="428"/>
                      <a:pt x="306" y="416"/>
                    </a:cubicBezTo>
                    <a:cubicBezTo>
                      <a:pt x="282" y="464"/>
                      <a:pt x="225" y="498"/>
                      <a:pt x="160" y="498"/>
                    </a:cubicBezTo>
                    <a:cubicBezTo>
                      <a:pt x="100" y="498"/>
                      <a:pt x="47" y="470"/>
                      <a:pt x="20" y="429"/>
                    </a:cubicBezTo>
                    <a:cubicBezTo>
                      <a:pt x="20" y="575"/>
                      <a:pt x="20" y="575"/>
                      <a:pt x="20" y="575"/>
                    </a:cubicBezTo>
                    <a:cubicBezTo>
                      <a:pt x="41" y="543"/>
                      <a:pt x="77" y="523"/>
                      <a:pt x="118" y="523"/>
                    </a:cubicBezTo>
                    <a:cubicBezTo>
                      <a:pt x="143" y="523"/>
                      <a:pt x="166" y="530"/>
                      <a:pt x="186" y="544"/>
                    </a:cubicBezTo>
                    <a:cubicBezTo>
                      <a:pt x="192" y="534"/>
                      <a:pt x="201" y="526"/>
                      <a:pt x="212" y="520"/>
                    </a:cubicBezTo>
                    <a:cubicBezTo>
                      <a:pt x="213" y="520"/>
                      <a:pt x="214" y="520"/>
                      <a:pt x="215" y="520"/>
                    </a:cubicBezTo>
                    <a:cubicBezTo>
                      <a:pt x="217" y="520"/>
                      <a:pt x="219" y="521"/>
                      <a:pt x="220" y="523"/>
                    </a:cubicBezTo>
                    <a:cubicBezTo>
                      <a:pt x="222" y="526"/>
                      <a:pt x="220" y="529"/>
                      <a:pt x="217" y="531"/>
                    </a:cubicBezTo>
                    <a:close/>
                    <a:moveTo>
                      <a:pt x="122" y="148"/>
                    </a:moveTo>
                    <a:cubicBezTo>
                      <a:pt x="111" y="177"/>
                      <a:pt x="126" y="210"/>
                      <a:pt x="155" y="221"/>
                    </a:cubicBezTo>
                    <a:cubicBezTo>
                      <a:pt x="158" y="222"/>
                      <a:pt x="160" y="226"/>
                      <a:pt x="159" y="229"/>
                    </a:cubicBezTo>
                    <a:cubicBezTo>
                      <a:pt x="158" y="232"/>
                      <a:pt x="154" y="233"/>
                      <a:pt x="151" y="232"/>
                    </a:cubicBezTo>
                    <a:cubicBezTo>
                      <a:pt x="136" y="227"/>
                      <a:pt x="125" y="217"/>
                      <a:pt x="117" y="205"/>
                    </a:cubicBezTo>
                    <a:cubicBezTo>
                      <a:pt x="64" y="205"/>
                      <a:pt x="20" y="249"/>
                      <a:pt x="20" y="303"/>
                    </a:cubicBezTo>
                    <a:cubicBezTo>
                      <a:pt x="20" y="320"/>
                      <a:pt x="20" y="320"/>
                      <a:pt x="20" y="320"/>
                    </a:cubicBezTo>
                    <a:cubicBezTo>
                      <a:pt x="20" y="365"/>
                      <a:pt x="20" y="365"/>
                      <a:pt x="20" y="365"/>
                    </a:cubicBezTo>
                    <a:cubicBezTo>
                      <a:pt x="20" y="427"/>
                      <a:pt x="83" y="478"/>
                      <a:pt x="160" y="478"/>
                    </a:cubicBezTo>
                    <a:cubicBezTo>
                      <a:pt x="236" y="478"/>
                      <a:pt x="299" y="427"/>
                      <a:pt x="299" y="365"/>
                    </a:cubicBezTo>
                    <a:cubicBezTo>
                      <a:pt x="299" y="359"/>
                      <a:pt x="303" y="355"/>
                      <a:pt x="309" y="355"/>
                    </a:cubicBezTo>
                    <a:cubicBezTo>
                      <a:pt x="314" y="355"/>
                      <a:pt x="319" y="359"/>
                      <a:pt x="319" y="365"/>
                    </a:cubicBezTo>
                    <a:cubicBezTo>
                      <a:pt x="319" y="376"/>
                      <a:pt x="317" y="387"/>
                      <a:pt x="314" y="398"/>
                    </a:cubicBezTo>
                    <a:cubicBezTo>
                      <a:pt x="349" y="408"/>
                      <a:pt x="376" y="434"/>
                      <a:pt x="389" y="467"/>
                    </a:cubicBezTo>
                    <a:cubicBezTo>
                      <a:pt x="400" y="462"/>
                      <a:pt x="412" y="460"/>
                      <a:pt x="424" y="458"/>
                    </a:cubicBezTo>
                    <a:cubicBezTo>
                      <a:pt x="428" y="458"/>
                      <a:pt x="433" y="458"/>
                      <a:pt x="437" y="458"/>
                    </a:cubicBezTo>
                    <a:cubicBezTo>
                      <a:pt x="466" y="458"/>
                      <a:pt x="494" y="468"/>
                      <a:pt x="516" y="486"/>
                    </a:cubicBezTo>
                    <a:cubicBezTo>
                      <a:pt x="517" y="478"/>
                      <a:pt x="518" y="470"/>
                      <a:pt x="518" y="462"/>
                    </a:cubicBezTo>
                    <a:cubicBezTo>
                      <a:pt x="516" y="421"/>
                      <a:pt x="493" y="386"/>
                      <a:pt x="458" y="369"/>
                    </a:cubicBezTo>
                    <a:cubicBezTo>
                      <a:pt x="458" y="369"/>
                      <a:pt x="457" y="369"/>
                      <a:pt x="457" y="369"/>
                    </a:cubicBezTo>
                    <a:cubicBezTo>
                      <a:pt x="454" y="368"/>
                      <a:pt x="451" y="364"/>
                      <a:pt x="451" y="359"/>
                    </a:cubicBezTo>
                    <a:cubicBezTo>
                      <a:pt x="454" y="330"/>
                      <a:pt x="448" y="300"/>
                      <a:pt x="435" y="272"/>
                    </a:cubicBezTo>
                    <a:cubicBezTo>
                      <a:pt x="413" y="227"/>
                      <a:pt x="375" y="196"/>
                      <a:pt x="335" y="189"/>
                    </a:cubicBezTo>
                    <a:cubicBezTo>
                      <a:pt x="336" y="190"/>
                      <a:pt x="336" y="192"/>
                      <a:pt x="336" y="193"/>
                    </a:cubicBezTo>
                    <a:cubicBezTo>
                      <a:pt x="339" y="215"/>
                      <a:pt x="338" y="235"/>
                      <a:pt x="332" y="254"/>
                    </a:cubicBezTo>
                    <a:cubicBezTo>
                      <a:pt x="347" y="257"/>
                      <a:pt x="362" y="266"/>
                      <a:pt x="372" y="279"/>
                    </a:cubicBezTo>
                    <a:cubicBezTo>
                      <a:pt x="374" y="281"/>
                      <a:pt x="373" y="285"/>
                      <a:pt x="371" y="287"/>
                    </a:cubicBezTo>
                    <a:cubicBezTo>
                      <a:pt x="368" y="289"/>
                      <a:pt x="364" y="289"/>
                      <a:pt x="362" y="286"/>
                    </a:cubicBezTo>
                    <a:cubicBezTo>
                      <a:pt x="343" y="261"/>
                      <a:pt x="307" y="257"/>
                      <a:pt x="283" y="276"/>
                    </a:cubicBezTo>
                    <a:cubicBezTo>
                      <a:pt x="280" y="278"/>
                      <a:pt x="276" y="278"/>
                      <a:pt x="274" y="275"/>
                    </a:cubicBezTo>
                    <a:cubicBezTo>
                      <a:pt x="272" y="273"/>
                      <a:pt x="273" y="269"/>
                      <a:pt x="275" y="267"/>
                    </a:cubicBezTo>
                    <a:cubicBezTo>
                      <a:pt x="286" y="258"/>
                      <a:pt x="299" y="254"/>
                      <a:pt x="312" y="253"/>
                    </a:cubicBezTo>
                    <a:cubicBezTo>
                      <a:pt x="317" y="235"/>
                      <a:pt x="319" y="216"/>
                      <a:pt x="316" y="196"/>
                    </a:cubicBezTo>
                    <a:cubicBezTo>
                      <a:pt x="301" y="81"/>
                      <a:pt x="201" y="20"/>
                      <a:pt x="134" y="20"/>
                    </a:cubicBezTo>
                    <a:cubicBezTo>
                      <a:pt x="35" y="20"/>
                      <a:pt x="20" y="93"/>
                      <a:pt x="20" y="138"/>
                    </a:cubicBezTo>
                    <a:cubicBezTo>
                      <a:pt x="20" y="237"/>
                      <a:pt x="20" y="237"/>
                      <a:pt x="20" y="237"/>
                    </a:cubicBezTo>
                    <a:cubicBezTo>
                      <a:pt x="40" y="208"/>
                      <a:pt x="72" y="188"/>
                      <a:pt x="109" y="185"/>
                    </a:cubicBezTo>
                    <a:cubicBezTo>
                      <a:pt x="105" y="172"/>
                      <a:pt x="106" y="157"/>
                      <a:pt x="111" y="144"/>
                    </a:cubicBezTo>
                    <a:cubicBezTo>
                      <a:pt x="112" y="141"/>
                      <a:pt x="114" y="140"/>
                      <a:pt x="117" y="140"/>
                    </a:cubicBezTo>
                    <a:cubicBezTo>
                      <a:pt x="117" y="140"/>
                      <a:pt x="118" y="140"/>
                      <a:pt x="119" y="140"/>
                    </a:cubicBezTo>
                    <a:cubicBezTo>
                      <a:pt x="122" y="141"/>
                      <a:pt x="123" y="145"/>
                      <a:pt x="122" y="148"/>
                    </a:cubicBezTo>
                    <a:close/>
                    <a:moveTo>
                      <a:pt x="130" y="825"/>
                    </a:moveTo>
                    <a:cubicBezTo>
                      <a:pt x="148" y="814"/>
                      <a:pt x="154" y="789"/>
                      <a:pt x="143" y="771"/>
                    </a:cubicBezTo>
                    <a:cubicBezTo>
                      <a:pt x="141" y="768"/>
                      <a:pt x="142" y="764"/>
                      <a:pt x="145" y="763"/>
                    </a:cubicBezTo>
                    <a:cubicBezTo>
                      <a:pt x="146" y="762"/>
                      <a:pt x="147" y="762"/>
                      <a:pt x="148" y="762"/>
                    </a:cubicBezTo>
                    <a:cubicBezTo>
                      <a:pt x="150" y="762"/>
                      <a:pt x="152" y="763"/>
                      <a:pt x="153" y="765"/>
                    </a:cubicBezTo>
                    <a:cubicBezTo>
                      <a:pt x="160" y="776"/>
                      <a:pt x="162" y="789"/>
                      <a:pt x="159" y="801"/>
                    </a:cubicBezTo>
                    <a:cubicBezTo>
                      <a:pt x="196" y="824"/>
                      <a:pt x="219" y="867"/>
                      <a:pt x="219" y="913"/>
                    </a:cubicBezTo>
                    <a:cubicBezTo>
                      <a:pt x="219" y="932"/>
                      <a:pt x="215" y="950"/>
                      <a:pt x="209" y="966"/>
                    </a:cubicBezTo>
                    <a:cubicBezTo>
                      <a:pt x="226" y="988"/>
                      <a:pt x="236" y="1014"/>
                      <a:pt x="236" y="1042"/>
                    </a:cubicBezTo>
                    <a:cubicBezTo>
                      <a:pt x="236" y="1053"/>
                      <a:pt x="234" y="1064"/>
                      <a:pt x="231" y="1075"/>
                    </a:cubicBezTo>
                    <a:cubicBezTo>
                      <a:pt x="236" y="1076"/>
                      <a:pt x="240" y="1077"/>
                      <a:pt x="245" y="1078"/>
                    </a:cubicBezTo>
                    <a:cubicBezTo>
                      <a:pt x="305" y="1088"/>
                      <a:pt x="365" y="1049"/>
                      <a:pt x="379" y="990"/>
                    </a:cubicBezTo>
                    <a:cubicBezTo>
                      <a:pt x="387" y="952"/>
                      <a:pt x="375" y="914"/>
                      <a:pt x="347" y="890"/>
                    </a:cubicBezTo>
                    <a:cubicBezTo>
                      <a:pt x="334" y="896"/>
                      <a:pt x="319" y="898"/>
                      <a:pt x="304" y="895"/>
                    </a:cubicBezTo>
                    <a:cubicBezTo>
                      <a:pt x="301" y="894"/>
                      <a:pt x="299" y="891"/>
                      <a:pt x="300" y="888"/>
                    </a:cubicBezTo>
                    <a:cubicBezTo>
                      <a:pt x="300" y="885"/>
                      <a:pt x="303" y="883"/>
                      <a:pt x="307" y="883"/>
                    </a:cubicBezTo>
                    <a:cubicBezTo>
                      <a:pt x="337" y="889"/>
                      <a:pt x="367" y="869"/>
                      <a:pt x="373" y="838"/>
                    </a:cubicBezTo>
                    <a:cubicBezTo>
                      <a:pt x="374" y="835"/>
                      <a:pt x="376" y="833"/>
                      <a:pt x="379" y="833"/>
                    </a:cubicBezTo>
                    <a:cubicBezTo>
                      <a:pt x="379" y="833"/>
                      <a:pt x="380" y="833"/>
                      <a:pt x="380" y="833"/>
                    </a:cubicBezTo>
                    <a:cubicBezTo>
                      <a:pt x="383" y="834"/>
                      <a:pt x="385" y="837"/>
                      <a:pt x="385" y="840"/>
                    </a:cubicBezTo>
                    <a:cubicBezTo>
                      <a:pt x="382" y="856"/>
                      <a:pt x="374" y="868"/>
                      <a:pt x="364" y="878"/>
                    </a:cubicBezTo>
                    <a:cubicBezTo>
                      <a:pt x="391" y="903"/>
                      <a:pt x="404" y="939"/>
                      <a:pt x="401" y="976"/>
                    </a:cubicBezTo>
                    <a:cubicBezTo>
                      <a:pt x="440" y="952"/>
                      <a:pt x="476" y="908"/>
                      <a:pt x="474" y="858"/>
                    </a:cubicBezTo>
                    <a:cubicBezTo>
                      <a:pt x="473" y="826"/>
                      <a:pt x="459" y="796"/>
                      <a:pt x="434" y="775"/>
                    </a:cubicBezTo>
                    <a:cubicBezTo>
                      <a:pt x="408" y="752"/>
                      <a:pt x="374" y="742"/>
                      <a:pt x="337" y="746"/>
                    </a:cubicBezTo>
                    <a:cubicBezTo>
                      <a:pt x="334" y="746"/>
                      <a:pt x="332" y="746"/>
                      <a:pt x="330" y="747"/>
                    </a:cubicBezTo>
                    <a:cubicBezTo>
                      <a:pt x="329" y="747"/>
                      <a:pt x="328" y="747"/>
                      <a:pt x="328" y="747"/>
                    </a:cubicBezTo>
                    <a:cubicBezTo>
                      <a:pt x="327" y="747"/>
                      <a:pt x="327" y="747"/>
                      <a:pt x="326" y="747"/>
                    </a:cubicBezTo>
                    <a:cubicBezTo>
                      <a:pt x="321" y="748"/>
                      <a:pt x="316" y="745"/>
                      <a:pt x="315" y="739"/>
                    </a:cubicBezTo>
                    <a:cubicBezTo>
                      <a:pt x="314" y="737"/>
                      <a:pt x="315" y="736"/>
                      <a:pt x="315" y="734"/>
                    </a:cubicBezTo>
                    <a:cubicBezTo>
                      <a:pt x="292" y="686"/>
                      <a:pt x="237" y="658"/>
                      <a:pt x="174" y="666"/>
                    </a:cubicBezTo>
                    <a:cubicBezTo>
                      <a:pt x="89" y="676"/>
                      <a:pt x="20" y="748"/>
                      <a:pt x="20" y="825"/>
                    </a:cubicBezTo>
                    <a:cubicBezTo>
                      <a:pt x="20" y="848"/>
                      <a:pt x="20" y="848"/>
                      <a:pt x="20" y="848"/>
                    </a:cubicBezTo>
                    <a:cubicBezTo>
                      <a:pt x="20" y="976"/>
                      <a:pt x="20" y="976"/>
                      <a:pt x="20" y="976"/>
                    </a:cubicBezTo>
                    <a:cubicBezTo>
                      <a:pt x="27" y="965"/>
                      <a:pt x="36" y="956"/>
                      <a:pt x="47" y="948"/>
                    </a:cubicBezTo>
                    <a:cubicBezTo>
                      <a:pt x="49" y="946"/>
                      <a:pt x="51" y="946"/>
                      <a:pt x="53" y="946"/>
                    </a:cubicBezTo>
                    <a:cubicBezTo>
                      <a:pt x="56" y="946"/>
                      <a:pt x="59" y="947"/>
                      <a:pt x="61" y="950"/>
                    </a:cubicBezTo>
                    <a:cubicBezTo>
                      <a:pt x="64" y="954"/>
                      <a:pt x="64" y="960"/>
                      <a:pt x="59" y="964"/>
                    </a:cubicBezTo>
                    <a:cubicBezTo>
                      <a:pt x="34" y="982"/>
                      <a:pt x="20" y="1011"/>
                      <a:pt x="20" y="1042"/>
                    </a:cubicBezTo>
                    <a:cubicBezTo>
                      <a:pt x="20" y="1096"/>
                      <a:pt x="64" y="1140"/>
                      <a:pt x="118" y="1140"/>
                    </a:cubicBezTo>
                    <a:cubicBezTo>
                      <a:pt x="172" y="1140"/>
                      <a:pt x="216" y="1096"/>
                      <a:pt x="216" y="1042"/>
                    </a:cubicBezTo>
                    <a:cubicBezTo>
                      <a:pt x="216" y="1022"/>
                      <a:pt x="210" y="1002"/>
                      <a:pt x="199" y="986"/>
                    </a:cubicBezTo>
                    <a:cubicBezTo>
                      <a:pt x="186" y="1006"/>
                      <a:pt x="169" y="1022"/>
                      <a:pt x="148" y="1032"/>
                    </a:cubicBezTo>
                    <a:cubicBezTo>
                      <a:pt x="143" y="1034"/>
                      <a:pt x="137" y="1032"/>
                      <a:pt x="135" y="1027"/>
                    </a:cubicBezTo>
                    <a:cubicBezTo>
                      <a:pt x="132" y="1022"/>
                      <a:pt x="134" y="1016"/>
                      <a:pt x="139" y="1014"/>
                    </a:cubicBezTo>
                    <a:cubicBezTo>
                      <a:pt x="176" y="997"/>
                      <a:pt x="199" y="957"/>
                      <a:pt x="199" y="913"/>
                    </a:cubicBezTo>
                    <a:cubicBezTo>
                      <a:pt x="199" y="875"/>
                      <a:pt x="181" y="840"/>
                      <a:pt x="152" y="820"/>
                    </a:cubicBezTo>
                    <a:cubicBezTo>
                      <a:pt x="148" y="826"/>
                      <a:pt x="142" y="831"/>
                      <a:pt x="136" y="835"/>
                    </a:cubicBezTo>
                    <a:cubicBezTo>
                      <a:pt x="133" y="837"/>
                      <a:pt x="129" y="836"/>
                      <a:pt x="128" y="833"/>
                    </a:cubicBezTo>
                    <a:cubicBezTo>
                      <a:pt x="126" y="831"/>
                      <a:pt x="127" y="827"/>
                      <a:pt x="130" y="825"/>
                    </a:cubicBezTo>
                    <a:close/>
                    <a:moveTo>
                      <a:pt x="561" y="579"/>
                    </a:moveTo>
                    <a:cubicBezTo>
                      <a:pt x="562" y="612"/>
                      <a:pt x="552" y="644"/>
                      <a:pt x="532" y="670"/>
                    </a:cubicBezTo>
                    <a:cubicBezTo>
                      <a:pt x="535" y="681"/>
                      <a:pt x="537" y="692"/>
                      <a:pt x="538" y="703"/>
                    </a:cubicBezTo>
                    <a:cubicBezTo>
                      <a:pt x="540" y="747"/>
                      <a:pt x="521" y="789"/>
                      <a:pt x="487" y="818"/>
                    </a:cubicBezTo>
                    <a:cubicBezTo>
                      <a:pt x="491" y="830"/>
                      <a:pt x="493" y="844"/>
                      <a:pt x="494" y="857"/>
                    </a:cubicBezTo>
                    <a:cubicBezTo>
                      <a:pt x="496" y="922"/>
                      <a:pt x="447" y="976"/>
                      <a:pt x="396" y="1002"/>
                    </a:cubicBezTo>
                    <a:cubicBezTo>
                      <a:pt x="377" y="1067"/>
                      <a:pt x="309" y="1109"/>
                      <a:pt x="241" y="1098"/>
                    </a:cubicBezTo>
                    <a:cubicBezTo>
                      <a:pt x="235" y="1097"/>
                      <a:pt x="230" y="1095"/>
                      <a:pt x="224" y="1094"/>
                    </a:cubicBezTo>
                    <a:cubicBezTo>
                      <a:pt x="205" y="1133"/>
                      <a:pt x="165" y="1160"/>
                      <a:pt x="118" y="1160"/>
                    </a:cubicBezTo>
                    <a:cubicBezTo>
                      <a:pt x="53" y="1160"/>
                      <a:pt x="0" y="1107"/>
                      <a:pt x="0" y="1042"/>
                    </a:cubicBezTo>
                    <a:cubicBezTo>
                      <a:pt x="0" y="848"/>
                      <a:pt x="0" y="848"/>
                      <a:pt x="0" y="848"/>
                    </a:cubicBezTo>
                    <a:cubicBezTo>
                      <a:pt x="0" y="825"/>
                      <a:pt x="0" y="825"/>
                      <a:pt x="0" y="825"/>
                    </a:cubicBezTo>
                    <a:cubicBezTo>
                      <a:pt x="0" y="679"/>
                      <a:pt x="0" y="679"/>
                      <a:pt x="0" y="679"/>
                    </a:cubicBezTo>
                    <a:cubicBezTo>
                      <a:pt x="0" y="641"/>
                      <a:pt x="0" y="641"/>
                      <a:pt x="0" y="641"/>
                    </a:cubicBezTo>
                    <a:cubicBezTo>
                      <a:pt x="0" y="365"/>
                      <a:pt x="0" y="365"/>
                      <a:pt x="0" y="365"/>
                    </a:cubicBezTo>
                    <a:cubicBezTo>
                      <a:pt x="0" y="320"/>
                      <a:pt x="0" y="320"/>
                      <a:pt x="0" y="320"/>
                    </a:cubicBezTo>
                    <a:cubicBezTo>
                      <a:pt x="0" y="138"/>
                      <a:pt x="0" y="138"/>
                      <a:pt x="0" y="138"/>
                    </a:cubicBezTo>
                    <a:cubicBezTo>
                      <a:pt x="0" y="50"/>
                      <a:pt x="49" y="0"/>
                      <a:pt x="134" y="0"/>
                    </a:cubicBezTo>
                    <a:cubicBezTo>
                      <a:pt x="203" y="0"/>
                      <a:pt x="304" y="58"/>
                      <a:pt x="331" y="168"/>
                    </a:cubicBezTo>
                    <a:cubicBezTo>
                      <a:pt x="381" y="173"/>
                      <a:pt x="427" y="209"/>
                      <a:pt x="453" y="263"/>
                    </a:cubicBezTo>
                    <a:cubicBezTo>
                      <a:pt x="466" y="292"/>
                      <a:pt x="473" y="323"/>
                      <a:pt x="472" y="354"/>
                    </a:cubicBezTo>
                    <a:cubicBezTo>
                      <a:pt x="511" y="375"/>
                      <a:pt x="536" y="415"/>
                      <a:pt x="538" y="461"/>
                    </a:cubicBezTo>
                    <a:cubicBezTo>
                      <a:pt x="538" y="475"/>
                      <a:pt x="537" y="489"/>
                      <a:pt x="533" y="503"/>
                    </a:cubicBezTo>
                    <a:cubicBezTo>
                      <a:pt x="550" y="524"/>
                      <a:pt x="560" y="550"/>
                      <a:pt x="561" y="57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1" rIns="91440" bIns="45721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1"/>
              </a:p>
            </p:txBody>
          </p:sp>
        </p:grpSp>
        <p:grpSp>
          <p:nvGrpSpPr>
            <p:cNvPr id="34" name="Group 142">
              <a:extLst>
                <a:ext uri="{FF2B5EF4-FFF2-40B4-BE49-F238E27FC236}">
                  <a16:creationId xmlns:a16="http://schemas.microsoft.com/office/drawing/2014/main" id="{02F31DB2-96A3-47C9-9878-C765A4542D97}"/>
                </a:ext>
              </a:extLst>
            </p:cNvPr>
            <p:cNvGrpSpPr/>
            <p:nvPr/>
          </p:nvGrpSpPr>
          <p:grpSpPr>
            <a:xfrm>
              <a:off x="3640618" y="1371730"/>
              <a:ext cx="4892478" cy="4364834"/>
              <a:chOff x="3996013" y="2111410"/>
              <a:chExt cx="4199973" cy="3747014"/>
            </a:xfrm>
          </p:grpSpPr>
          <p:sp>
            <p:nvSpPr>
              <p:cNvPr id="35" name="Oval 143">
                <a:extLst>
                  <a:ext uri="{FF2B5EF4-FFF2-40B4-BE49-F238E27FC236}">
                    <a16:creationId xmlns:a16="http://schemas.microsoft.com/office/drawing/2014/main" id="{A2BAD36A-1727-47A0-B18F-4B781B730874}"/>
                  </a:ext>
                </a:extLst>
              </p:cNvPr>
              <p:cNvSpPr/>
              <p:nvPr/>
            </p:nvSpPr>
            <p:spPr>
              <a:xfrm>
                <a:off x="4222491" y="2111410"/>
                <a:ext cx="3747014" cy="3747014"/>
              </a:xfrm>
              <a:prstGeom prst="ellipse">
                <a:avLst/>
              </a:prstGeom>
              <a:noFill/>
              <a:ln w="635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1" rIns="91440" bIns="4572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801"/>
              </a:p>
            </p:txBody>
          </p:sp>
          <p:grpSp>
            <p:nvGrpSpPr>
              <p:cNvPr id="36" name="Group 144">
                <a:extLst>
                  <a:ext uri="{FF2B5EF4-FFF2-40B4-BE49-F238E27FC236}">
                    <a16:creationId xmlns:a16="http://schemas.microsoft.com/office/drawing/2014/main" id="{C84C3932-B141-493D-BE58-538BE345B20C}"/>
                  </a:ext>
                </a:extLst>
              </p:cNvPr>
              <p:cNvGrpSpPr/>
              <p:nvPr/>
            </p:nvGrpSpPr>
            <p:grpSpPr>
              <a:xfrm>
                <a:off x="3996013" y="2135968"/>
                <a:ext cx="4199973" cy="3697903"/>
                <a:chOff x="3996013" y="2135968"/>
                <a:chExt cx="4199973" cy="3697903"/>
              </a:xfrm>
            </p:grpSpPr>
            <p:sp>
              <p:nvSpPr>
                <p:cNvPr id="37" name="Oval 145">
                  <a:extLst>
                    <a:ext uri="{FF2B5EF4-FFF2-40B4-BE49-F238E27FC236}">
                      <a16:creationId xmlns:a16="http://schemas.microsoft.com/office/drawing/2014/main" id="{1F874751-84FB-4270-A834-7F225787E926}"/>
                    </a:ext>
                  </a:extLst>
                </p:cNvPr>
                <p:cNvSpPr/>
                <p:nvPr/>
              </p:nvSpPr>
              <p:spPr>
                <a:xfrm>
                  <a:off x="6806639" y="2135969"/>
                  <a:ext cx="452475" cy="452469"/>
                </a:xfrm>
                <a:prstGeom prst="ellipse">
                  <a:avLst/>
                </a:prstGeom>
                <a:solidFill>
                  <a:schemeClr val="bg1"/>
                </a:solidFill>
                <a:ln w="508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1" rIns="91440" bIns="45721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sz="1801" b="1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38" name="Oval 146">
                  <a:extLst>
                    <a:ext uri="{FF2B5EF4-FFF2-40B4-BE49-F238E27FC236}">
                      <a16:creationId xmlns:a16="http://schemas.microsoft.com/office/drawing/2014/main" id="{6E8A6313-C524-4FC2-A6EA-3D117C5E94B4}"/>
                    </a:ext>
                  </a:extLst>
                </p:cNvPr>
                <p:cNvSpPr/>
                <p:nvPr/>
              </p:nvSpPr>
              <p:spPr>
                <a:xfrm>
                  <a:off x="4932887" y="5381402"/>
                  <a:ext cx="452475" cy="452469"/>
                </a:xfrm>
                <a:prstGeom prst="ellipse">
                  <a:avLst/>
                </a:prstGeom>
                <a:solidFill>
                  <a:schemeClr val="bg1"/>
                </a:solidFill>
                <a:ln w="508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1" rIns="91440" bIns="45721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sz="1801" b="1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39" name="Oval 147">
                  <a:extLst>
                    <a:ext uri="{FF2B5EF4-FFF2-40B4-BE49-F238E27FC236}">
                      <a16:creationId xmlns:a16="http://schemas.microsoft.com/office/drawing/2014/main" id="{E89CE3FA-7B99-42FD-8883-5CBC2F62483E}"/>
                    </a:ext>
                  </a:extLst>
                </p:cNvPr>
                <p:cNvSpPr/>
                <p:nvPr/>
              </p:nvSpPr>
              <p:spPr>
                <a:xfrm>
                  <a:off x="7743517" y="3758686"/>
                  <a:ext cx="452469" cy="452469"/>
                </a:xfrm>
                <a:prstGeom prst="ellipse">
                  <a:avLst/>
                </a:prstGeom>
                <a:solidFill>
                  <a:schemeClr val="bg1"/>
                </a:solidFill>
                <a:ln w="508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1" rIns="91440" bIns="45721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sz="1801" b="1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40" name="Oval 148">
                  <a:extLst>
                    <a:ext uri="{FF2B5EF4-FFF2-40B4-BE49-F238E27FC236}">
                      <a16:creationId xmlns:a16="http://schemas.microsoft.com/office/drawing/2014/main" id="{CCFDED12-7B76-4585-B3F0-D9BFE3E901DF}"/>
                    </a:ext>
                  </a:extLst>
                </p:cNvPr>
                <p:cNvSpPr/>
                <p:nvPr/>
              </p:nvSpPr>
              <p:spPr>
                <a:xfrm>
                  <a:off x="3996013" y="3758686"/>
                  <a:ext cx="452469" cy="452469"/>
                </a:xfrm>
                <a:prstGeom prst="ellipse">
                  <a:avLst/>
                </a:prstGeom>
                <a:solidFill>
                  <a:schemeClr val="bg1"/>
                </a:solidFill>
                <a:ln w="508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1" rIns="91440" bIns="45721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sz="1801" b="1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  <p:sp>
              <p:nvSpPr>
                <p:cNvPr id="41" name="Oval 149">
                  <a:extLst>
                    <a:ext uri="{FF2B5EF4-FFF2-40B4-BE49-F238E27FC236}">
                      <a16:creationId xmlns:a16="http://schemas.microsoft.com/office/drawing/2014/main" id="{1D8E35D8-7BB4-4C27-B861-1F1FA76A575B}"/>
                    </a:ext>
                  </a:extLst>
                </p:cNvPr>
                <p:cNvSpPr/>
                <p:nvPr/>
              </p:nvSpPr>
              <p:spPr>
                <a:xfrm>
                  <a:off x="6806642" y="5381401"/>
                  <a:ext cx="452469" cy="452469"/>
                </a:xfrm>
                <a:prstGeom prst="ellipse">
                  <a:avLst/>
                </a:prstGeom>
                <a:solidFill>
                  <a:schemeClr val="bg1"/>
                </a:solidFill>
                <a:ln w="508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1" rIns="91440" bIns="45721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sz="1801" b="1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42" name="Oval 150">
                  <a:extLst>
                    <a:ext uri="{FF2B5EF4-FFF2-40B4-BE49-F238E27FC236}">
                      <a16:creationId xmlns:a16="http://schemas.microsoft.com/office/drawing/2014/main" id="{3A53CCAE-D54A-4BB8-94DE-B5D32CF266D9}"/>
                    </a:ext>
                  </a:extLst>
                </p:cNvPr>
                <p:cNvSpPr/>
                <p:nvPr/>
              </p:nvSpPr>
              <p:spPr>
                <a:xfrm>
                  <a:off x="4932890" y="2135968"/>
                  <a:ext cx="452469" cy="452469"/>
                </a:xfrm>
                <a:prstGeom prst="ellipse">
                  <a:avLst/>
                </a:prstGeom>
                <a:solidFill>
                  <a:schemeClr val="bg1"/>
                </a:solidFill>
                <a:ln w="508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1" rIns="91440" bIns="45721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sz="1801" b="1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</p:grpSp>
        </p:grpSp>
      </p:grpSp>
      <p:grpSp>
        <p:nvGrpSpPr>
          <p:cNvPr id="7" name="组合 6"/>
          <p:cNvGrpSpPr/>
          <p:nvPr/>
        </p:nvGrpSpPr>
        <p:grpSpPr>
          <a:xfrm>
            <a:off x="395536" y="1313467"/>
            <a:ext cx="2720270" cy="2986475"/>
            <a:chOff x="965022" y="1617266"/>
            <a:chExt cx="3627026" cy="3981965"/>
          </a:xfrm>
        </p:grpSpPr>
        <p:sp>
          <p:nvSpPr>
            <p:cNvPr id="18" name="Rounded Rectangle 31"/>
            <p:cNvSpPr/>
            <p:nvPr/>
          </p:nvSpPr>
          <p:spPr>
            <a:xfrm>
              <a:off x="965022" y="1617266"/>
              <a:ext cx="434666" cy="434666"/>
            </a:xfrm>
            <a:prstGeom prst="ellipse">
              <a:avLst/>
            </a:prstGeom>
            <a:solidFill>
              <a:srgbClr val="071F93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cs typeface="+mn-ea"/>
                  <a:sym typeface="+mn-lt"/>
                </a:rPr>
                <a:t>1</a:t>
              </a:r>
            </a:p>
          </p:txBody>
        </p:sp>
        <p:sp>
          <p:nvSpPr>
            <p:cNvPr id="19" name="TextBox 32"/>
            <p:cNvSpPr txBox="1"/>
            <p:nvPr/>
          </p:nvSpPr>
          <p:spPr>
            <a:xfrm>
              <a:off x="1542875" y="1652683"/>
              <a:ext cx="2076659" cy="203389"/>
            </a:xfrm>
            <a:prstGeom prst="rect">
              <a:avLst/>
            </a:prstGeom>
            <a:noFill/>
          </p:spPr>
          <p:txBody>
            <a:bodyPr wrap="square" lIns="144000" tIns="0" rIns="0" bIns="0" rtlCol="0" anchor="ctr" anchorCtr="0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b="1" dirty="0">
                  <a:solidFill>
                    <a:srgbClr val="071F93"/>
                  </a:solidFill>
                  <a:cs typeface="+mn-ea"/>
                  <a:sym typeface="+mn-lt"/>
                </a:rPr>
                <a:t>标题文本预设</a:t>
              </a:r>
              <a:endParaRPr lang="vi-VN" sz="1400" b="1" dirty="0">
                <a:solidFill>
                  <a:srgbClr val="005697"/>
                </a:solidFill>
                <a:cs typeface="+mn-ea"/>
                <a:sym typeface="+mn-lt"/>
              </a:endParaRPr>
            </a:p>
          </p:txBody>
        </p:sp>
        <p:sp>
          <p:nvSpPr>
            <p:cNvPr id="20" name="TextBox 33"/>
            <p:cNvSpPr txBox="1"/>
            <p:nvPr/>
          </p:nvSpPr>
          <p:spPr>
            <a:xfrm>
              <a:off x="1542875" y="1994822"/>
              <a:ext cx="3049173" cy="532069"/>
            </a:xfrm>
            <a:prstGeom prst="rect">
              <a:avLst/>
            </a:prstGeom>
            <a:noFill/>
          </p:spPr>
          <p:txBody>
            <a:bodyPr wrap="square" lIns="144000" tIns="0" rIns="0" bIns="0" rtlCol="0" anchor="ctr" anchorCtr="0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50" dirty="0">
                  <a:solidFill>
                    <a:sysClr val="windowText" lastClr="000000"/>
                  </a:solidFill>
                  <a:cs typeface="+mn-ea"/>
                  <a:sym typeface="+mn-lt"/>
                </a:rPr>
                <a:t>此部分内容作为文字排版占位显示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050" dirty="0">
                  <a:solidFill>
                    <a:sysClr val="windowText" lastClr="000000"/>
                  </a:solidFill>
                  <a:cs typeface="+mn-ea"/>
                  <a:sym typeface="+mn-lt"/>
                </a:rPr>
                <a:t>（建议使用主题字体）</a:t>
              </a:r>
              <a:endParaRPr lang="en-US" sz="1050" dirty="0">
                <a:solidFill>
                  <a:sysClr val="windowText" lastClr="000000"/>
                </a:solidFill>
                <a:cs typeface="+mn-ea"/>
                <a:sym typeface="+mn-lt"/>
              </a:endParaRPr>
            </a:p>
          </p:txBody>
        </p:sp>
        <p:sp>
          <p:nvSpPr>
            <p:cNvPr id="21" name="Rounded Rectangle 34"/>
            <p:cNvSpPr/>
            <p:nvPr/>
          </p:nvSpPr>
          <p:spPr>
            <a:xfrm>
              <a:off x="965022" y="3167410"/>
              <a:ext cx="434666" cy="434666"/>
            </a:xfrm>
            <a:prstGeom prst="ellipse">
              <a:avLst/>
            </a:prstGeom>
            <a:solidFill>
              <a:schemeClr val="accent3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>
                  <a:solidFill>
                    <a:schemeClr val="bg1"/>
                  </a:solidFill>
                  <a:cs typeface="+mn-ea"/>
                  <a:sym typeface="+mn-lt"/>
                </a:rPr>
                <a:t>3</a:t>
              </a:r>
              <a:endParaRPr lang="en-US" sz="28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2" name="TextBox 35"/>
            <p:cNvSpPr txBox="1"/>
            <p:nvPr/>
          </p:nvSpPr>
          <p:spPr>
            <a:xfrm>
              <a:off x="1542875" y="3202827"/>
              <a:ext cx="2076659" cy="203389"/>
            </a:xfrm>
            <a:prstGeom prst="rect">
              <a:avLst/>
            </a:prstGeom>
            <a:noFill/>
          </p:spPr>
          <p:txBody>
            <a:bodyPr wrap="square" lIns="144000" tIns="0" rIns="0" bIns="0" rtlCol="0" anchor="ctr" anchorCtr="0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b="1" dirty="0">
                  <a:solidFill>
                    <a:schemeClr val="accent3"/>
                  </a:solidFill>
                  <a:cs typeface="+mn-ea"/>
                  <a:sym typeface="+mn-lt"/>
                </a:rPr>
                <a:t>标题文本预设</a:t>
              </a:r>
              <a:endParaRPr lang="vi-VN" sz="1400" b="1" dirty="0">
                <a:solidFill>
                  <a:schemeClr val="accent3"/>
                </a:solidFill>
                <a:cs typeface="+mn-ea"/>
                <a:sym typeface="+mn-lt"/>
              </a:endParaRPr>
            </a:p>
          </p:txBody>
        </p:sp>
        <p:sp>
          <p:nvSpPr>
            <p:cNvPr id="23" name="TextBox 36"/>
            <p:cNvSpPr txBox="1"/>
            <p:nvPr/>
          </p:nvSpPr>
          <p:spPr>
            <a:xfrm>
              <a:off x="1542875" y="3530992"/>
              <a:ext cx="2908591" cy="532069"/>
            </a:xfrm>
            <a:prstGeom prst="rect">
              <a:avLst/>
            </a:prstGeom>
            <a:noFill/>
          </p:spPr>
          <p:txBody>
            <a:bodyPr wrap="square" lIns="144000" tIns="0" rIns="0" bIns="0" rtlCol="0" anchor="ctr" anchorCtr="0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50" dirty="0">
                  <a:solidFill>
                    <a:sysClr val="windowText" lastClr="000000"/>
                  </a:solidFill>
                  <a:cs typeface="+mn-ea"/>
                  <a:sym typeface="+mn-lt"/>
                </a:rPr>
                <a:t>此部分内容作为文字排版占位显示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050" dirty="0">
                  <a:solidFill>
                    <a:sysClr val="windowText" lastClr="000000"/>
                  </a:solidFill>
                  <a:cs typeface="+mn-ea"/>
                  <a:sym typeface="+mn-lt"/>
                </a:rPr>
                <a:t>（建议使用主题字体）</a:t>
              </a:r>
              <a:endParaRPr lang="en-US" sz="1050" dirty="0">
                <a:solidFill>
                  <a:sysClr val="windowText" lastClr="000000"/>
                </a:solidFill>
                <a:cs typeface="+mn-ea"/>
                <a:sym typeface="+mn-lt"/>
              </a:endParaRPr>
            </a:p>
          </p:txBody>
        </p:sp>
        <p:sp>
          <p:nvSpPr>
            <p:cNvPr id="24" name="Rounded Rectangle 37"/>
            <p:cNvSpPr/>
            <p:nvPr/>
          </p:nvSpPr>
          <p:spPr>
            <a:xfrm>
              <a:off x="965022" y="4715349"/>
              <a:ext cx="434666" cy="434666"/>
            </a:xfrm>
            <a:prstGeom prst="ellipse">
              <a:avLst/>
            </a:prstGeom>
            <a:solidFill>
              <a:schemeClr val="accent5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>
                  <a:solidFill>
                    <a:schemeClr val="bg1"/>
                  </a:solidFill>
                  <a:cs typeface="+mn-ea"/>
                  <a:sym typeface="+mn-lt"/>
                </a:rPr>
                <a:t>5</a:t>
              </a:r>
              <a:endParaRPr lang="en-US" sz="28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5" name="TextBox 38"/>
            <p:cNvSpPr txBox="1"/>
            <p:nvPr/>
          </p:nvSpPr>
          <p:spPr>
            <a:xfrm>
              <a:off x="1542875" y="4750766"/>
              <a:ext cx="2076659" cy="203389"/>
            </a:xfrm>
            <a:prstGeom prst="rect">
              <a:avLst/>
            </a:prstGeom>
            <a:noFill/>
          </p:spPr>
          <p:txBody>
            <a:bodyPr wrap="square" lIns="144000" tIns="0" rIns="0" bIns="0" rtlCol="0" anchor="ctr" anchorCtr="0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b="1" dirty="0">
                  <a:solidFill>
                    <a:schemeClr val="accent5"/>
                  </a:solidFill>
                  <a:cs typeface="+mn-ea"/>
                  <a:sym typeface="+mn-lt"/>
                </a:rPr>
                <a:t>标题文本预设</a:t>
              </a:r>
              <a:endParaRPr lang="vi-VN" sz="1400" b="1" dirty="0">
                <a:solidFill>
                  <a:schemeClr val="accent5"/>
                </a:solidFill>
                <a:cs typeface="+mn-ea"/>
                <a:sym typeface="+mn-lt"/>
              </a:endParaRPr>
            </a:p>
          </p:txBody>
        </p:sp>
        <p:sp>
          <p:nvSpPr>
            <p:cNvPr id="26" name="TextBox 39"/>
            <p:cNvSpPr txBox="1"/>
            <p:nvPr/>
          </p:nvSpPr>
          <p:spPr>
            <a:xfrm>
              <a:off x="1542875" y="5067162"/>
              <a:ext cx="2859949" cy="532069"/>
            </a:xfrm>
            <a:prstGeom prst="rect">
              <a:avLst/>
            </a:prstGeom>
            <a:noFill/>
          </p:spPr>
          <p:txBody>
            <a:bodyPr wrap="square" lIns="144000" tIns="0" rIns="0" bIns="0" rtlCol="0" anchor="ctr" anchorCtr="0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50" dirty="0">
                  <a:solidFill>
                    <a:sysClr val="windowText" lastClr="000000"/>
                  </a:solidFill>
                  <a:cs typeface="+mn-ea"/>
                  <a:sym typeface="+mn-lt"/>
                </a:rPr>
                <a:t>此部分内容作为文字排版占位显示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050" dirty="0">
                  <a:solidFill>
                    <a:sysClr val="windowText" lastClr="000000"/>
                  </a:solidFill>
                  <a:cs typeface="+mn-ea"/>
                  <a:sym typeface="+mn-lt"/>
                </a:rPr>
                <a:t>（建议使用主题字体）</a:t>
              </a:r>
              <a:endParaRPr lang="en-US" sz="1050" dirty="0">
                <a:solidFill>
                  <a:sysClr val="windowText" lastClr="000000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6001489" y="1313467"/>
            <a:ext cx="2746975" cy="2986475"/>
            <a:chOff x="7588249" y="1617266"/>
            <a:chExt cx="3662633" cy="3981965"/>
          </a:xfrm>
        </p:grpSpPr>
        <p:sp>
          <p:nvSpPr>
            <p:cNvPr id="9" name="Rounded Rectangle 40"/>
            <p:cNvSpPr/>
            <p:nvPr/>
          </p:nvSpPr>
          <p:spPr>
            <a:xfrm flipH="1">
              <a:off x="10816216" y="1617266"/>
              <a:ext cx="434666" cy="434666"/>
            </a:xfrm>
            <a:prstGeom prst="ellipse">
              <a:avLst/>
            </a:prstGeom>
            <a:solidFill>
              <a:schemeClr val="accent2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>
                  <a:solidFill>
                    <a:schemeClr val="bg1"/>
                  </a:solidFill>
                  <a:cs typeface="+mn-ea"/>
                  <a:sym typeface="+mn-lt"/>
                </a:rPr>
                <a:t>2</a:t>
              </a:r>
            </a:p>
          </p:txBody>
        </p:sp>
        <p:sp>
          <p:nvSpPr>
            <p:cNvPr id="10" name="TextBox 41"/>
            <p:cNvSpPr txBox="1"/>
            <p:nvPr/>
          </p:nvSpPr>
          <p:spPr>
            <a:xfrm flipH="1">
              <a:off x="8596370" y="1652683"/>
              <a:ext cx="2076659" cy="203389"/>
            </a:xfrm>
            <a:prstGeom prst="rect">
              <a:avLst/>
            </a:prstGeom>
            <a:noFill/>
          </p:spPr>
          <p:txBody>
            <a:bodyPr wrap="square" lIns="0" tIns="0" rIns="144000" bIns="0" rtlCol="0" anchor="ctr" anchorCtr="0">
              <a:noAutofit/>
            </a:bodyPr>
            <a:lstStyle/>
            <a:p>
              <a:pPr algn="r">
                <a:lnSpc>
                  <a:spcPct val="150000"/>
                </a:lnSpc>
              </a:pPr>
              <a:r>
                <a:rPr lang="zh-CN" altLang="en-US" sz="1400" b="1" dirty="0">
                  <a:solidFill>
                    <a:schemeClr val="accent2"/>
                  </a:solidFill>
                  <a:cs typeface="+mn-ea"/>
                  <a:sym typeface="+mn-lt"/>
                </a:rPr>
                <a:t>标题文本预设</a:t>
              </a:r>
              <a:endParaRPr lang="vi-VN" sz="1400" b="1" dirty="0">
                <a:solidFill>
                  <a:schemeClr val="accent2"/>
                </a:solidFill>
                <a:cs typeface="+mn-ea"/>
                <a:sym typeface="+mn-lt"/>
              </a:endParaRPr>
            </a:p>
          </p:txBody>
        </p:sp>
        <p:sp>
          <p:nvSpPr>
            <p:cNvPr id="11" name="TextBox 42"/>
            <p:cNvSpPr txBox="1"/>
            <p:nvPr/>
          </p:nvSpPr>
          <p:spPr>
            <a:xfrm flipH="1">
              <a:off x="7588249" y="1994822"/>
              <a:ext cx="3084778" cy="532069"/>
            </a:xfrm>
            <a:prstGeom prst="rect">
              <a:avLst/>
            </a:prstGeom>
            <a:noFill/>
          </p:spPr>
          <p:txBody>
            <a:bodyPr wrap="square" lIns="0" tIns="0" rIns="144000" bIns="0" rtlCol="0" anchor="ctr" anchorCtr="0">
              <a:noAutofit/>
            </a:bodyPr>
            <a:lstStyle/>
            <a:p>
              <a:pPr algn="r">
                <a:lnSpc>
                  <a:spcPct val="150000"/>
                </a:lnSpc>
              </a:pPr>
              <a:r>
                <a:rPr lang="zh-CN" altLang="en-US" sz="1050" dirty="0">
                  <a:solidFill>
                    <a:sysClr val="windowText" lastClr="000000"/>
                  </a:solidFill>
                  <a:cs typeface="+mn-ea"/>
                  <a:sym typeface="+mn-lt"/>
                </a:rPr>
                <a:t>此部分内容作为文字排版占位显示</a:t>
              </a:r>
            </a:p>
            <a:p>
              <a:pPr algn="r">
                <a:lnSpc>
                  <a:spcPct val="150000"/>
                </a:lnSpc>
              </a:pPr>
              <a:r>
                <a:rPr lang="zh-CN" altLang="en-US" sz="1050" dirty="0">
                  <a:solidFill>
                    <a:sysClr val="windowText" lastClr="000000"/>
                  </a:solidFill>
                  <a:cs typeface="+mn-ea"/>
                  <a:sym typeface="+mn-lt"/>
                </a:rPr>
                <a:t>（建议使用主题字体）</a:t>
              </a:r>
              <a:endParaRPr lang="en-US" sz="1050" dirty="0">
                <a:solidFill>
                  <a:sysClr val="windowText" lastClr="000000"/>
                </a:solidFill>
                <a:cs typeface="+mn-ea"/>
                <a:sym typeface="+mn-lt"/>
              </a:endParaRPr>
            </a:p>
          </p:txBody>
        </p:sp>
        <p:sp>
          <p:nvSpPr>
            <p:cNvPr id="12" name="Rounded Rectangle 43"/>
            <p:cNvSpPr/>
            <p:nvPr/>
          </p:nvSpPr>
          <p:spPr>
            <a:xfrm flipH="1">
              <a:off x="10816216" y="3167410"/>
              <a:ext cx="434666" cy="434666"/>
            </a:xfrm>
            <a:prstGeom prst="ellipse">
              <a:avLst/>
            </a:prstGeom>
            <a:solidFill>
              <a:schemeClr val="accent4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>
                  <a:solidFill>
                    <a:schemeClr val="bg1"/>
                  </a:solidFill>
                  <a:cs typeface="+mn-ea"/>
                  <a:sym typeface="+mn-lt"/>
                </a:rPr>
                <a:t>4</a:t>
              </a:r>
              <a:endParaRPr lang="en-US" sz="28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3" name="TextBox 44"/>
            <p:cNvSpPr txBox="1"/>
            <p:nvPr/>
          </p:nvSpPr>
          <p:spPr>
            <a:xfrm flipH="1">
              <a:off x="8503195" y="3202827"/>
              <a:ext cx="2076659" cy="203389"/>
            </a:xfrm>
            <a:prstGeom prst="rect">
              <a:avLst/>
            </a:prstGeom>
            <a:noFill/>
          </p:spPr>
          <p:txBody>
            <a:bodyPr wrap="square" lIns="0" tIns="0" rIns="144000" bIns="0" rtlCol="0" anchor="ctr" anchorCtr="0">
              <a:noAutofit/>
            </a:bodyPr>
            <a:lstStyle/>
            <a:p>
              <a:pPr algn="r">
                <a:lnSpc>
                  <a:spcPct val="150000"/>
                </a:lnSpc>
              </a:pPr>
              <a:r>
                <a:rPr lang="zh-CN" altLang="en-US" sz="1400" b="1" dirty="0">
                  <a:solidFill>
                    <a:schemeClr val="accent4"/>
                  </a:solidFill>
                  <a:cs typeface="+mn-ea"/>
                  <a:sym typeface="+mn-lt"/>
                </a:rPr>
                <a:t>标题文本预设</a:t>
              </a:r>
              <a:endParaRPr lang="vi-VN" sz="1400" b="1" dirty="0">
                <a:solidFill>
                  <a:schemeClr val="accent4"/>
                </a:solidFill>
                <a:cs typeface="+mn-ea"/>
                <a:sym typeface="+mn-lt"/>
              </a:endParaRPr>
            </a:p>
          </p:txBody>
        </p:sp>
        <p:sp>
          <p:nvSpPr>
            <p:cNvPr id="14" name="TextBox 45"/>
            <p:cNvSpPr txBox="1"/>
            <p:nvPr/>
          </p:nvSpPr>
          <p:spPr>
            <a:xfrm flipH="1">
              <a:off x="7760731" y="3530992"/>
              <a:ext cx="2912296" cy="532069"/>
            </a:xfrm>
            <a:prstGeom prst="rect">
              <a:avLst/>
            </a:prstGeom>
            <a:noFill/>
          </p:spPr>
          <p:txBody>
            <a:bodyPr wrap="square" lIns="0" tIns="0" rIns="144000" bIns="0" rtlCol="0" anchor="ctr" anchorCtr="0">
              <a:noAutofit/>
            </a:bodyPr>
            <a:lstStyle/>
            <a:p>
              <a:pPr algn="r">
                <a:lnSpc>
                  <a:spcPct val="150000"/>
                </a:lnSpc>
              </a:pPr>
              <a:r>
                <a:rPr lang="zh-CN" altLang="en-US" sz="1050" dirty="0">
                  <a:solidFill>
                    <a:sysClr val="windowText" lastClr="000000"/>
                  </a:solidFill>
                  <a:cs typeface="+mn-ea"/>
                  <a:sym typeface="+mn-lt"/>
                </a:rPr>
                <a:t>此部分内容作为文字排版占位显示</a:t>
              </a:r>
            </a:p>
            <a:p>
              <a:pPr algn="r">
                <a:lnSpc>
                  <a:spcPct val="150000"/>
                </a:lnSpc>
              </a:pPr>
              <a:r>
                <a:rPr lang="zh-CN" altLang="en-US" sz="1050" dirty="0">
                  <a:solidFill>
                    <a:sysClr val="windowText" lastClr="000000"/>
                  </a:solidFill>
                  <a:cs typeface="+mn-ea"/>
                  <a:sym typeface="+mn-lt"/>
                </a:rPr>
                <a:t>（建议使用主题字体）</a:t>
              </a:r>
              <a:endParaRPr lang="en-US" sz="1050" dirty="0">
                <a:solidFill>
                  <a:sysClr val="windowText" lastClr="000000"/>
                </a:solidFill>
                <a:cs typeface="+mn-ea"/>
                <a:sym typeface="+mn-lt"/>
              </a:endParaRPr>
            </a:p>
          </p:txBody>
        </p:sp>
        <p:sp>
          <p:nvSpPr>
            <p:cNvPr id="15" name="Rounded Rectangle 46"/>
            <p:cNvSpPr/>
            <p:nvPr/>
          </p:nvSpPr>
          <p:spPr>
            <a:xfrm flipH="1">
              <a:off x="10816216" y="4715349"/>
              <a:ext cx="434666" cy="434666"/>
            </a:xfrm>
            <a:prstGeom prst="ellipse">
              <a:avLst/>
            </a:prstGeom>
            <a:solidFill>
              <a:schemeClr val="accent6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>
                  <a:solidFill>
                    <a:schemeClr val="bg1"/>
                  </a:solidFill>
                  <a:cs typeface="+mn-ea"/>
                  <a:sym typeface="+mn-lt"/>
                </a:rPr>
                <a:t>6</a:t>
              </a:r>
            </a:p>
          </p:txBody>
        </p:sp>
        <p:sp>
          <p:nvSpPr>
            <p:cNvPr id="16" name="TextBox 47"/>
            <p:cNvSpPr txBox="1"/>
            <p:nvPr/>
          </p:nvSpPr>
          <p:spPr>
            <a:xfrm flipH="1">
              <a:off x="8596370" y="4750766"/>
              <a:ext cx="2076659" cy="203389"/>
            </a:xfrm>
            <a:prstGeom prst="rect">
              <a:avLst/>
            </a:prstGeom>
            <a:noFill/>
          </p:spPr>
          <p:txBody>
            <a:bodyPr wrap="square" lIns="0" tIns="0" rIns="144000" bIns="0" rtlCol="0" anchor="ctr" anchorCtr="0">
              <a:noAutofit/>
            </a:bodyPr>
            <a:lstStyle/>
            <a:p>
              <a:pPr algn="r">
                <a:lnSpc>
                  <a:spcPct val="150000"/>
                </a:lnSpc>
              </a:pPr>
              <a:r>
                <a:rPr lang="zh-CN" altLang="en-US" sz="1400" b="1" dirty="0">
                  <a:solidFill>
                    <a:schemeClr val="accent6"/>
                  </a:solidFill>
                  <a:cs typeface="+mn-ea"/>
                  <a:sym typeface="+mn-lt"/>
                </a:rPr>
                <a:t>标题文本预设</a:t>
              </a:r>
              <a:endParaRPr lang="vi-VN" sz="1400" b="1" dirty="0">
                <a:solidFill>
                  <a:schemeClr val="accent6"/>
                </a:solidFill>
                <a:cs typeface="+mn-ea"/>
                <a:sym typeface="+mn-lt"/>
              </a:endParaRPr>
            </a:p>
          </p:txBody>
        </p:sp>
        <p:sp>
          <p:nvSpPr>
            <p:cNvPr id="17" name="TextBox 48"/>
            <p:cNvSpPr txBox="1"/>
            <p:nvPr/>
          </p:nvSpPr>
          <p:spPr>
            <a:xfrm flipH="1">
              <a:off x="7674838" y="5067162"/>
              <a:ext cx="2998189" cy="532069"/>
            </a:xfrm>
            <a:prstGeom prst="rect">
              <a:avLst/>
            </a:prstGeom>
            <a:noFill/>
          </p:spPr>
          <p:txBody>
            <a:bodyPr wrap="square" lIns="0" tIns="0" rIns="144000" bIns="0" rtlCol="0" anchor="ctr" anchorCtr="0">
              <a:noAutofit/>
            </a:bodyPr>
            <a:lstStyle/>
            <a:p>
              <a:pPr algn="r">
                <a:lnSpc>
                  <a:spcPct val="150000"/>
                </a:lnSpc>
              </a:pPr>
              <a:r>
                <a:rPr lang="zh-CN" altLang="en-US" sz="1050" dirty="0">
                  <a:solidFill>
                    <a:sysClr val="windowText" lastClr="000000"/>
                  </a:solidFill>
                  <a:cs typeface="+mn-ea"/>
                  <a:sym typeface="+mn-lt"/>
                </a:rPr>
                <a:t>此部分内容作为文字排版占位显示</a:t>
              </a:r>
            </a:p>
            <a:p>
              <a:pPr algn="r">
                <a:lnSpc>
                  <a:spcPct val="150000"/>
                </a:lnSpc>
              </a:pPr>
              <a:r>
                <a:rPr lang="zh-CN" altLang="en-US" sz="1050" dirty="0">
                  <a:solidFill>
                    <a:sysClr val="windowText" lastClr="000000"/>
                  </a:solidFill>
                  <a:cs typeface="+mn-ea"/>
                  <a:sym typeface="+mn-lt"/>
                </a:rPr>
                <a:t>（建议使用主题字体）</a:t>
              </a:r>
              <a:endParaRPr lang="en-US" sz="1050" dirty="0">
                <a:solidFill>
                  <a:sysClr val="windowText" lastClr="000000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C812577B-7D6F-49CE-1BFE-238B793B582B}"/>
              </a:ext>
            </a:extLst>
          </p:cNvPr>
          <p:cNvGrpSpPr/>
          <p:nvPr/>
        </p:nvGrpSpPr>
        <p:grpSpPr>
          <a:xfrm>
            <a:off x="2" y="62949"/>
            <a:ext cx="9145587" cy="514424"/>
            <a:chOff x="2" y="62949"/>
            <a:chExt cx="9145587" cy="514424"/>
          </a:xfrm>
        </p:grpSpPr>
        <p:pic>
          <p:nvPicPr>
            <p:cNvPr id="50" name="Picture 49" descr="122-吉林大学-logo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13973" y="62949"/>
              <a:ext cx="430096" cy="430096"/>
            </a:xfrm>
            <a:prstGeom prst="rect">
              <a:avLst/>
            </a:prstGeom>
          </p:spPr>
        </p:pic>
        <p:sp>
          <p:nvSpPr>
            <p:cNvPr id="47" name="任意多边形 7">
              <a:extLst>
                <a:ext uri="{FF2B5EF4-FFF2-40B4-BE49-F238E27FC236}">
                  <a16:creationId xmlns:a16="http://schemas.microsoft.com/office/drawing/2014/main" id="{B028AC81-E460-2BE0-5F51-69C544867DDC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521636" y="555120"/>
              <a:ext cx="8623953" cy="22253"/>
            </a:xfrm>
            <a:custGeom>
              <a:avLst/>
              <a:gdLst>
                <a:gd name="connsiteX0" fmla="*/ 0 w 12125327"/>
                <a:gd name="connsiteY0" fmla="*/ 0 h 31282"/>
                <a:gd name="connsiteX1" fmla="*/ 12125327 w 12125327"/>
                <a:gd name="connsiteY1" fmla="*/ 0 h 31282"/>
                <a:gd name="connsiteX2" fmla="*/ 12125327 w 12125327"/>
                <a:gd name="connsiteY2" fmla="*/ 31282 h 31282"/>
                <a:gd name="connsiteX3" fmla="*/ 17139 w 12125327"/>
                <a:gd name="connsiteY3" fmla="*/ 31282 h 31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25327" h="31282">
                  <a:moveTo>
                    <a:pt x="0" y="0"/>
                  </a:moveTo>
                  <a:lnTo>
                    <a:pt x="12125327" y="0"/>
                  </a:lnTo>
                  <a:lnTo>
                    <a:pt x="12125327" y="31282"/>
                  </a:lnTo>
                  <a:lnTo>
                    <a:pt x="17139" y="3128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4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" name="任意多边形 8">
              <a:extLst>
                <a:ext uri="{FF2B5EF4-FFF2-40B4-BE49-F238E27FC236}">
                  <a16:creationId xmlns:a16="http://schemas.microsoft.com/office/drawing/2014/main" id="{85AE70C8-3553-7870-8C38-3B8891895BD6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2" y="195486"/>
              <a:ext cx="410536" cy="381886"/>
            </a:xfrm>
            <a:custGeom>
              <a:avLst/>
              <a:gdLst>
                <a:gd name="connsiteX0" fmla="*/ 284734 w 577217"/>
                <a:gd name="connsiteY0" fmla="*/ 0 h 536832"/>
                <a:gd name="connsiteX1" fmla="*/ 577217 w 577217"/>
                <a:gd name="connsiteY1" fmla="*/ 536832 h 536832"/>
                <a:gd name="connsiteX2" fmla="*/ 0 w 577217"/>
                <a:gd name="connsiteY2" fmla="*/ 536832 h 536832"/>
                <a:gd name="connsiteX3" fmla="*/ 0 w 577217"/>
                <a:gd name="connsiteY3" fmla="*/ 184 h 536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7217" h="536832">
                  <a:moveTo>
                    <a:pt x="284734" y="0"/>
                  </a:moveTo>
                  <a:lnTo>
                    <a:pt x="577217" y="536832"/>
                  </a:lnTo>
                  <a:lnTo>
                    <a:pt x="0" y="536832"/>
                  </a:lnTo>
                  <a:lnTo>
                    <a:pt x="0" y="184"/>
                  </a:lnTo>
                  <a:close/>
                </a:path>
              </a:pathLst>
            </a:custGeom>
            <a:solidFill>
              <a:srgbClr val="071E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400" dirty="0">
                <a:solidFill>
                  <a:srgbClr val="7EC234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" name="Title 1">
              <a:extLst>
                <a:ext uri="{FF2B5EF4-FFF2-40B4-BE49-F238E27FC236}">
                  <a16:creationId xmlns:a16="http://schemas.microsoft.com/office/drawing/2014/main" id="{57ADAF8D-84D4-5314-7559-74DBE9933420}"/>
                </a:ext>
              </a:extLst>
            </p:cNvPr>
            <p:cNvSpPr txBox="1">
              <a:spLocks/>
            </p:cNvSpPr>
            <p:nvPr/>
          </p:nvSpPr>
          <p:spPr>
            <a:xfrm>
              <a:off x="611560" y="175643"/>
              <a:ext cx="2129944" cy="379477"/>
            </a:xfrm>
            <a:prstGeom prst="rect">
              <a:avLst/>
            </a:prstGeom>
          </p:spPr>
          <p:txBody>
            <a:bodyPr lIns="0" rIns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3000" b="0" kern="1200">
                  <a:solidFill>
                    <a:schemeClr val="accent1"/>
                  </a:solidFill>
                  <a:latin typeface="U.S. 101" pitchFamily="2" charset="0"/>
                  <a:ea typeface="Roboto" pitchFamily="2" charset="0"/>
                  <a:cs typeface="Open Sans Light" panose="020B0306030504020204" pitchFamily="34" charset="0"/>
                </a:defRPr>
              </a:lvl1pPr>
            </a:lstStyle>
            <a:p>
              <a:pPr algn="l"/>
              <a:r>
                <a:rPr lang="zh-CN" altLang="en-US" sz="18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点击输入标题内容</a:t>
              </a:r>
              <a:endParaRPr lang="en-GB" altLang="zh-CN" sz="1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9710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组合 47"/>
          <p:cNvGrpSpPr/>
          <p:nvPr/>
        </p:nvGrpSpPr>
        <p:grpSpPr>
          <a:xfrm>
            <a:off x="4447469" y="2525058"/>
            <a:ext cx="1214614" cy="1598277"/>
            <a:chOff x="4447469" y="2525058"/>
            <a:chExt cx="1214614" cy="1598277"/>
          </a:xfrm>
        </p:grpSpPr>
        <p:grpSp>
          <p:nvGrpSpPr>
            <p:cNvPr id="35" name="Group 31"/>
            <p:cNvGrpSpPr/>
            <p:nvPr/>
          </p:nvGrpSpPr>
          <p:grpSpPr>
            <a:xfrm rot="4192024">
              <a:off x="4224169" y="2748358"/>
              <a:ext cx="1598277" cy="1151678"/>
              <a:chOff x="5849694" y="3640923"/>
              <a:chExt cx="1706315" cy="1229528"/>
            </a:xfrm>
          </p:grpSpPr>
          <p:grpSp>
            <p:nvGrpSpPr>
              <p:cNvPr id="36" name="Group 34"/>
              <p:cNvGrpSpPr/>
              <p:nvPr/>
            </p:nvGrpSpPr>
            <p:grpSpPr>
              <a:xfrm>
                <a:off x="5849694" y="3850624"/>
                <a:ext cx="1288882" cy="1019827"/>
                <a:chOff x="4325697" y="2993373"/>
                <a:chExt cx="1288882" cy="1019827"/>
              </a:xfrm>
            </p:grpSpPr>
            <p:sp>
              <p:nvSpPr>
                <p:cNvPr id="38" name="Freeform: Shape 10"/>
                <p:cNvSpPr>
                  <a:spLocks/>
                </p:cNvSpPr>
                <p:nvPr/>
              </p:nvSpPr>
              <p:spPr bwMode="auto">
                <a:xfrm>
                  <a:off x="5013167" y="2993373"/>
                  <a:ext cx="601412" cy="569758"/>
                </a:xfrm>
                <a:custGeom>
                  <a:avLst/>
                  <a:gdLst>
                    <a:gd name="T0" fmla="*/ 0 w 128"/>
                    <a:gd name="T1" fmla="*/ 44 h 121"/>
                    <a:gd name="T2" fmla="*/ 43 w 128"/>
                    <a:gd name="T3" fmla="*/ 121 h 121"/>
                    <a:gd name="T4" fmla="*/ 128 w 128"/>
                    <a:gd name="T5" fmla="*/ 82 h 121"/>
                    <a:gd name="T6" fmla="*/ 89 w 128"/>
                    <a:gd name="T7" fmla="*/ 0 h 121"/>
                    <a:gd name="T8" fmla="*/ 0 w 128"/>
                    <a:gd name="T9" fmla="*/ 44 h 1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28" h="121">
                      <a:moveTo>
                        <a:pt x="0" y="44"/>
                      </a:moveTo>
                      <a:cubicBezTo>
                        <a:pt x="0" y="44"/>
                        <a:pt x="40" y="68"/>
                        <a:pt x="43" y="121"/>
                      </a:cubicBezTo>
                      <a:cubicBezTo>
                        <a:pt x="43" y="121"/>
                        <a:pt x="74" y="73"/>
                        <a:pt x="128" y="82"/>
                      </a:cubicBezTo>
                      <a:cubicBezTo>
                        <a:pt x="128" y="82"/>
                        <a:pt x="75" y="60"/>
                        <a:pt x="89" y="0"/>
                      </a:cubicBezTo>
                      <a:cubicBezTo>
                        <a:pt x="89" y="0"/>
                        <a:pt x="67" y="45"/>
                        <a:pt x="0" y="44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5875" cap="flat">
                  <a:noFill/>
                  <a:prstDash val="solid"/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9" name="Oval 11"/>
                <p:cNvSpPr>
                  <a:spLocks/>
                </p:cNvSpPr>
                <p:nvPr/>
              </p:nvSpPr>
              <p:spPr bwMode="auto">
                <a:xfrm>
                  <a:off x="4325697" y="3120974"/>
                  <a:ext cx="892226" cy="892226"/>
                </a:xfrm>
                <a:prstGeom prst="ellipse">
                  <a:avLst/>
                </a:prstGeom>
                <a:solidFill>
                  <a:schemeClr val="accent3"/>
                </a:solidFill>
                <a:ln w="15875" cap="flat">
                  <a:noFill/>
                  <a:prstDash val="solid"/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sp>
            <p:nvSpPr>
              <p:cNvPr id="37" name="Oval 12"/>
              <p:cNvSpPr>
                <a:spLocks/>
              </p:cNvSpPr>
              <p:nvPr/>
            </p:nvSpPr>
            <p:spPr bwMode="auto">
              <a:xfrm>
                <a:off x="6936792" y="3640923"/>
                <a:ext cx="619217" cy="615260"/>
              </a:xfrm>
              <a:prstGeom prst="ellipse">
                <a:avLst/>
              </a:prstGeom>
              <a:solidFill>
                <a:schemeClr val="accent3"/>
              </a:solidFill>
              <a:ln w="15875" cap="flat">
                <a:noFill/>
                <a:prstDash val="solid"/>
                <a:miter lim="800000"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41" name="Freeform: Shape 41"/>
            <p:cNvSpPr>
              <a:spLocks/>
            </p:cNvSpPr>
            <p:nvPr/>
          </p:nvSpPr>
          <p:spPr bwMode="auto">
            <a:xfrm>
              <a:off x="5272765" y="3511441"/>
              <a:ext cx="389318" cy="389318"/>
            </a:xfrm>
            <a:custGeom>
              <a:avLst/>
              <a:gdLst>
                <a:gd name="T0" fmla="*/ 118 w 236"/>
                <a:gd name="T1" fmla="*/ 142 h 236"/>
                <a:gd name="T2" fmla="*/ 142 w 236"/>
                <a:gd name="T3" fmla="*/ 118 h 236"/>
                <a:gd name="T4" fmla="*/ 137 w 236"/>
                <a:gd name="T5" fmla="*/ 105 h 236"/>
                <a:gd name="T6" fmla="*/ 118 w 236"/>
                <a:gd name="T7" fmla="*/ 95 h 236"/>
                <a:gd name="T8" fmla="*/ 99 w 236"/>
                <a:gd name="T9" fmla="*/ 105 h 236"/>
                <a:gd name="T10" fmla="*/ 94 w 236"/>
                <a:gd name="T11" fmla="*/ 118 h 236"/>
                <a:gd name="T12" fmla="*/ 118 w 236"/>
                <a:gd name="T13" fmla="*/ 142 h 236"/>
                <a:gd name="T14" fmla="*/ 170 w 236"/>
                <a:gd name="T15" fmla="*/ 89 h 236"/>
                <a:gd name="T16" fmla="*/ 170 w 236"/>
                <a:gd name="T17" fmla="*/ 70 h 236"/>
                <a:gd name="T18" fmla="*/ 170 w 236"/>
                <a:gd name="T19" fmla="*/ 67 h 236"/>
                <a:gd name="T20" fmla="*/ 167 w 236"/>
                <a:gd name="T21" fmla="*/ 67 h 236"/>
                <a:gd name="T22" fmla="*/ 147 w 236"/>
                <a:gd name="T23" fmla="*/ 67 h 236"/>
                <a:gd name="T24" fmla="*/ 147 w 236"/>
                <a:gd name="T25" fmla="*/ 90 h 236"/>
                <a:gd name="T26" fmla="*/ 170 w 236"/>
                <a:gd name="T27" fmla="*/ 89 h 236"/>
                <a:gd name="T28" fmla="*/ 118 w 236"/>
                <a:gd name="T29" fmla="*/ 0 h 236"/>
                <a:gd name="T30" fmla="*/ 0 w 236"/>
                <a:gd name="T31" fmla="*/ 118 h 236"/>
                <a:gd name="T32" fmla="*/ 118 w 236"/>
                <a:gd name="T33" fmla="*/ 236 h 236"/>
                <a:gd name="T34" fmla="*/ 236 w 236"/>
                <a:gd name="T35" fmla="*/ 118 h 236"/>
                <a:gd name="T36" fmla="*/ 118 w 236"/>
                <a:gd name="T37" fmla="*/ 0 h 236"/>
                <a:gd name="T38" fmla="*/ 185 w 236"/>
                <a:gd name="T39" fmla="*/ 105 h 236"/>
                <a:gd name="T40" fmla="*/ 185 w 236"/>
                <a:gd name="T41" fmla="*/ 160 h 236"/>
                <a:gd name="T42" fmla="*/ 159 w 236"/>
                <a:gd name="T43" fmla="*/ 186 h 236"/>
                <a:gd name="T44" fmla="*/ 77 w 236"/>
                <a:gd name="T45" fmla="*/ 186 h 236"/>
                <a:gd name="T46" fmla="*/ 51 w 236"/>
                <a:gd name="T47" fmla="*/ 160 h 236"/>
                <a:gd name="T48" fmla="*/ 51 w 236"/>
                <a:gd name="T49" fmla="*/ 105 h 236"/>
                <a:gd name="T50" fmla="*/ 51 w 236"/>
                <a:gd name="T51" fmla="*/ 77 h 236"/>
                <a:gd name="T52" fmla="*/ 77 w 236"/>
                <a:gd name="T53" fmla="*/ 51 h 236"/>
                <a:gd name="T54" fmla="*/ 159 w 236"/>
                <a:gd name="T55" fmla="*/ 51 h 236"/>
                <a:gd name="T56" fmla="*/ 185 w 236"/>
                <a:gd name="T57" fmla="*/ 77 h 236"/>
                <a:gd name="T58" fmla="*/ 185 w 236"/>
                <a:gd name="T59" fmla="*/ 105 h 236"/>
                <a:gd name="T60" fmla="*/ 155 w 236"/>
                <a:gd name="T61" fmla="*/ 118 h 236"/>
                <a:gd name="T62" fmla="*/ 118 w 236"/>
                <a:gd name="T63" fmla="*/ 155 h 236"/>
                <a:gd name="T64" fmla="*/ 81 w 236"/>
                <a:gd name="T65" fmla="*/ 118 h 236"/>
                <a:gd name="T66" fmla="*/ 84 w 236"/>
                <a:gd name="T67" fmla="*/ 105 h 236"/>
                <a:gd name="T68" fmla="*/ 64 w 236"/>
                <a:gd name="T69" fmla="*/ 105 h 236"/>
                <a:gd name="T70" fmla="*/ 64 w 236"/>
                <a:gd name="T71" fmla="*/ 160 h 236"/>
                <a:gd name="T72" fmla="*/ 77 w 236"/>
                <a:gd name="T73" fmla="*/ 172 h 236"/>
                <a:gd name="T74" fmla="*/ 159 w 236"/>
                <a:gd name="T75" fmla="*/ 172 h 236"/>
                <a:gd name="T76" fmla="*/ 172 w 236"/>
                <a:gd name="T77" fmla="*/ 160 h 236"/>
                <a:gd name="T78" fmla="*/ 172 w 236"/>
                <a:gd name="T79" fmla="*/ 105 h 236"/>
                <a:gd name="T80" fmla="*/ 152 w 236"/>
                <a:gd name="T81" fmla="*/ 105 h 236"/>
                <a:gd name="T82" fmla="*/ 155 w 236"/>
                <a:gd name="T83" fmla="*/ 118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6" h="236">
                  <a:moveTo>
                    <a:pt x="118" y="142"/>
                  </a:moveTo>
                  <a:cubicBezTo>
                    <a:pt x="131" y="142"/>
                    <a:pt x="142" y="131"/>
                    <a:pt x="142" y="118"/>
                  </a:cubicBezTo>
                  <a:cubicBezTo>
                    <a:pt x="142" y="113"/>
                    <a:pt x="140" y="108"/>
                    <a:pt x="137" y="105"/>
                  </a:cubicBezTo>
                  <a:cubicBezTo>
                    <a:pt x="133" y="99"/>
                    <a:pt x="126" y="95"/>
                    <a:pt x="118" y="95"/>
                  </a:cubicBezTo>
                  <a:cubicBezTo>
                    <a:pt x="110" y="95"/>
                    <a:pt x="103" y="99"/>
                    <a:pt x="99" y="105"/>
                  </a:cubicBezTo>
                  <a:cubicBezTo>
                    <a:pt x="96" y="108"/>
                    <a:pt x="94" y="113"/>
                    <a:pt x="94" y="118"/>
                  </a:cubicBezTo>
                  <a:cubicBezTo>
                    <a:pt x="94" y="131"/>
                    <a:pt x="105" y="142"/>
                    <a:pt x="118" y="142"/>
                  </a:cubicBezTo>
                  <a:close/>
                  <a:moveTo>
                    <a:pt x="170" y="89"/>
                  </a:moveTo>
                  <a:cubicBezTo>
                    <a:pt x="170" y="70"/>
                    <a:pt x="170" y="70"/>
                    <a:pt x="170" y="70"/>
                  </a:cubicBezTo>
                  <a:cubicBezTo>
                    <a:pt x="170" y="67"/>
                    <a:pt x="170" y="67"/>
                    <a:pt x="170" y="67"/>
                  </a:cubicBezTo>
                  <a:cubicBezTo>
                    <a:pt x="167" y="67"/>
                    <a:pt x="167" y="67"/>
                    <a:pt x="167" y="67"/>
                  </a:cubicBezTo>
                  <a:cubicBezTo>
                    <a:pt x="147" y="67"/>
                    <a:pt x="147" y="67"/>
                    <a:pt x="147" y="67"/>
                  </a:cubicBezTo>
                  <a:cubicBezTo>
                    <a:pt x="147" y="90"/>
                    <a:pt x="147" y="90"/>
                    <a:pt x="147" y="90"/>
                  </a:cubicBezTo>
                  <a:lnTo>
                    <a:pt x="170" y="89"/>
                  </a:lnTo>
                  <a:close/>
                  <a:moveTo>
                    <a:pt x="118" y="0"/>
                  </a:moveTo>
                  <a:cubicBezTo>
                    <a:pt x="53" y="0"/>
                    <a:pt x="0" y="53"/>
                    <a:pt x="0" y="118"/>
                  </a:cubicBezTo>
                  <a:cubicBezTo>
                    <a:pt x="0" y="183"/>
                    <a:pt x="53" y="236"/>
                    <a:pt x="118" y="236"/>
                  </a:cubicBezTo>
                  <a:cubicBezTo>
                    <a:pt x="183" y="236"/>
                    <a:pt x="236" y="183"/>
                    <a:pt x="236" y="118"/>
                  </a:cubicBezTo>
                  <a:cubicBezTo>
                    <a:pt x="236" y="53"/>
                    <a:pt x="183" y="0"/>
                    <a:pt x="118" y="0"/>
                  </a:cubicBezTo>
                  <a:close/>
                  <a:moveTo>
                    <a:pt x="185" y="105"/>
                  </a:moveTo>
                  <a:cubicBezTo>
                    <a:pt x="185" y="160"/>
                    <a:pt x="185" y="160"/>
                    <a:pt x="185" y="160"/>
                  </a:cubicBezTo>
                  <a:cubicBezTo>
                    <a:pt x="185" y="174"/>
                    <a:pt x="173" y="186"/>
                    <a:pt x="159" y="186"/>
                  </a:cubicBezTo>
                  <a:cubicBezTo>
                    <a:pt x="77" y="186"/>
                    <a:pt x="77" y="186"/>
                    <a:pt x="77" y="186"/>
                  </a:cubicBezTo>
                  <a:cubicBezTo>
                    <a:pt x="62" y="186"/>
                    <a:pt x="51" y="174"/>
                    <a:pt x="51" y="160"/>
                  </a:cubicBezTo>
                  <a:cubicBezTo>
                    <a:pt x="51" y="105"/>
                    <a:pt x="51" y="105"/>
                    <a:pt x="51" y="105"/>
                  </a:cubicBezTo>
                  <a:cubicBezTo>
                    <a:pt x="51" y="77"/>
                    <a:pt x="51" y="77"/>
                    <a:pt x="51" y="77"/>
                  </a:cubicBezTo>
                  <a:cubicBezTo>
                    <a:pt x="51" y="63"/>
                    <a:pt x="62" y="51"/>
                    <a:pt x="77" y="51"/>
                  </a:cubicBezTo>
                  <a:cubicBezTo>
                    <a:pt x="159" y="51"/>
                    <a:pt x="159" y="51"/>
                    <a:pt x="159" y="51"/>
                  </a:cubicBezTo>
                  <a:cubicBezTo>
                    <a:pt x="173" y="51"/>
                    <a:pt x="185" y="63"/>
                    <a:pt x="185" y="77"/>
                  </a:cubicBezTo>
                  <a:lnTo>
                    <a:pt x="185" y="105"/>
                  </a:lnTo>
                  <a:close/>
                  <a:moveTo>
                    <a:pt x="155" y="118"/>
                  </a:moveTo>
                  <a:cubicBezTo>
                    <a:pt x="155" y="139"/>
                    <a:pt x="138" y="155"/>
                    <a:pt x="118" y="155"/>
                  </a:cubicBezTo>
                  <a:cubicBezTo>
                    <a:pt x="98" y="155"/>
                    <a:pt x="81" y="139"/>
                    <a:pt x="81" y="118"/>
                  </a:cubicBezTo>
                  <a:cubicBezTo>
                    <a:pt x="81" y="114"/>
                    <a:pt x="82" y="109"/>
                    <a:pt x="84" y="105"/>
                  </a:cubicBezTo>
                  <a:cubicBezTo>
                    <a:pt x="64" y="105"/>
                    <a:pt x="64" y="105"/>
                    <a:pt x="64" y="105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4" y="167"/>
                    <a:pt x="70" y="172"/>
                    <a:pt x="77" y="172"/>
                  </a:cubicBezTo>
                  <a:cubicBezTo>
                    <a:pt x="159" y="172"/>
                    <a:pt x="159" y="172"/>
                    <a:pt x="159" y="172"/>
                  </a:cubicBezTo>
                  <a:cubicBezTo>
                    <a:pt x="166" y="172"/>
                    <a:pt x="172" y="167"/>
                    <a:pt x="172" y="160"/>
                  </a:cubicBezTo>
                  <a:cubicBezTo>
                    <a:pt x="172" y="105"/>
                    <a:pt x="172" y="105"/>
                    <a:pt x="172" y="105"/>
                  </a:cubicBezTo>
                  <a:cubicBezTo>
                    <a:pt x="152" y="105"/>
                    <a:pt x="152" y="105"/>
                    <a:pt x="152" y="105"/>
                  </a:cubicBezTo>
                  <a:cubicBezTo>
                    <a:pt x="154" y="109"/>
                    <a:pt x="155" y="114"/>
                    <a:pt x="155" y="11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/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3124070" y="1071595"/>
            <a:ext cx="2254256" cy="1705746"/>
            <a:chOff x="3124070" y="1071595"/>
            <a:chExt cx="2254256" cy="1705746"/>
          </a:xfrm>
        </p:grpSpPr>
        <p:grpSp>
          <p:nvGrpSpPr>
            <p:cNvPr id="4" name="Group 37"/>
            <p:cNvGrpSpPr/>
            <p:nvPr/>
          </p:nvGrpSpPr>
          <p:grpSpPr>
            <a:xfrm>
              <a:off x="3124070" y="1071595"/>
              <a:ext cx="2254256" cy="1705746"/>
              <a:chOff x="4567743" y="2339183"/>
              <a:chExt cx="2406635" cy="1821049"/>
            </a:xfrm>
          </p:grpSpPr>
          <p:sp>
            <p:nvSpPr>
              <p:cNvPr id="31" name="Oval 5"/>
              <p:cNvSpPr>
                <a:spLocks/>
              </p:cNvSpPr>
              <p:nvPr/>
            </p:nvSpPr>
            <p:spPr bwMode="auto">
              <a:xfrm>
                <a:off x="4567743" y="3271963"/>
                <a:ext cx="888271" cy="888269"/>
              </a:xfrm>
              <a:prstGeom prst="ellipse">
                <a:avLst/>
              </a:prstGeom>
              <a:solidFill>
                <a:srgbClr val="071E8E"/>
              </a:solidFill>
              <a:ln w="15875" cap="flat">
                <a:noFill/>
                <a:prstDash val="solid"/>
                <a:miter lim="800000"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grpSp>
            <p:nvGrpSpPr>
              <p:cNvPr id="32" name="Group 32"/>
              <p:cNvGrpSpPr/>
              <p:nvPr/>
            </p:nvGrpSpPr>
            <p:grpSpPr>
              <a:xfrm>
                <a:off x="5173110" y="2339183"/>
                <a:ext cx="1801268" cy="1472864"/>
                <a:chOff x="3649108" y="1481932"/>
                <a:chExt cx="1801268" cy="1472864"/>
              </a:xfrm>
            </p:grpSpPr>
            <p:sp>
              <p:nvSpPr>
                <p:cNvPr id="33" name="Freeform: Shape 4"/>
                <p:cNvSpPr>
                  <a:spLocks/>
                </p:cNvSpPr>
                <p:nvPr/>
              </p:nvSpPr>
              <p:spPr bwMode="auto">
                <a:xfrm>
                  <a:off x="3649108" y="2127250"/>
                  <a:ext cx="859375" cy="827546"/>
                </a:xfrm>
                <a:custGeom>
                  <a:avLst/>
                  <a:gdLst>
                    <a:gd name="T0" fmla="*/ 116 w 182"/>
                    <a:gd name="T1" fmla="*/ 0 h 175"/>
                    <a:gd name="T2" fmla="*/ 0 w 182"/>
                    <a:gd name="T3" fmla="*/ 68 h 175"/>
                    <a:gd name="T4" fmla="*/ 58 w 182"/>
                    <a:gd name="T5" fmla="*/ 175 h 175"/>
                    <a:gd name="T6" fmla="*/ 182 w 182"/>
                    <a:gd name="T7" fmla="*/ 112 h 175"/>
                    <a:gd name="T8" fmla="*/ 116 w 182"/>
                    <a:gd name="T9" fmla="*/ 0 h 1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2" h="175">
                      <a:moveTo>
                        <a:pt x="116" y="0"/>
                      </a:moveTo>
                      <a:cubicBezTo>
                        <a:pt x="116" y="0"/>
                        <a:pt x="80" y="57"/>
                        <a:pt x="0" y="68"/>
                      </a:cubicBezTo>
                      <a:cubicBezTo>
                        <a:pt x="0" y="68"/>
                        <a:pt x="65" y="92"/>
                        <a:pt x="58" y="175"/>
                      </a:cubicBezTo>
                      <a:cubicBezTo>
                        <a:pt x="58" y="175"/>
                        <a:pt x="99" y="108"/>
                        <a:pt x="182" y="112"/>
                      </a:cubicBezTo>
                      <a:cubicBezTo>
                        <a:pt x="182" y="112"/>
                        <a:pt x="123" y="83"/>
                        <a:pt x="116" y="0"/>
                      </a:cubicBezTo>
                      <a:close/>
                    </a:path>
                  </a:pathLst>
                </a:custGeom>
                <a:solidFill>
                  <a:srgbClr val="071E8E"/>
                </a:solidFill>
                <a:ln w="15875" cap="flat">
                  <a:noFill/>
                  <a:prstDash val="solid"/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4" name="Oval 6"/>
                <p:cNvSpPr>
                  <a:spLocks/>
                </p:cNvSpPr>
                <p:nvPr/>
              </p:nvSpPr>
              <p:spPr bwMode="auto">
                <a:xfrm>
                  <a:off x="4192160" y="1481932"/>
                  <a:ext cx="1258216" cy="1272064"/>
                </a:xfrm>
                <a:prstGeom prst="ellipse">
                  <a:avLst/>
                </a:prstGeom>
                <a:solidFill>
                  <a:srgbClr val="071E8E"/>
                </a:solidFill>
                <a:ln w="15875" cap="flat">
                  <a:noFill/>
                  <a:prstDash val="solid"/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</p:grpSp>
        <p:sp>
          <p:nvSpPr>
            <p:cNvPr id="8" name="Freeform: Shape 39"/>
            <p:cNvSpPr>
              <a:spLocks/>
            </p:cNvSpPr>
            <p:nvPr/>
          </p:nvSpPr>
          <p:spPr bwMode="auto">
            <a:xfrm>
              <a:off x="3312342" y="2108104"/>
              <a:ext cx="496302" cy="496302"/>
            </a:xfrm>
            <a:custGeom>
              <a:avLst/>
              <a:gdLst>
                <a:gd name="T0" fmla="*/ 118 w 236"/>
                <a:gd name="T1" fmla="*/ 0 h 236"/>
                <a:gd name="T2" fmla="*/ 0 w 236"/>
                <a:gd name="T3" fmla="*/ 118 h 236"/>
                <a:gd name="T4" fmla="*/ 118 w 236"/>
                <a:gd name="T5" fmla="*/ 236 h 236"/>
                <a:gd name="T6" fmla="*/ 236 w 236"/>
                <a:gd name="T7" fmla="*/ 118 h 236"/>
                <a:gd name="T8" fmla="*/ 118 w 236"/>
                <a:gd name="T9" fmla="*/ 0 h 236"/>
                <a:gd name="T10" fmla="*/ 106 w 236"/>
                <a:gd name="T11" fmla="*/ 171 h 236"/>
                <a:gd name="T12" fmla="*/ 54 w 236"/>
                <a:gd name="T13" fmla="*/ 163 h 236"/>
                <a:gd name="T14" fmla="*/ 54 w 236"/>
                <a:gd name="T15" fmla="*/ 121 h 236"/>
                <a:gd name="T16" fmla="*/ 106 w 236"/>
                <a:gd name="T17" fmla="*/ 121 h 236"/>
                <a:gd name="T18" fmla="*/ 106 w 236"/>
                <a:gd name="T19" fmla="*/ 171 h 236"/>
                <a:gd name="T20" fmla="*/ 106 w 236"/>
                <a:gd name="T21" fmla="*/ 114 h 236"/>
                <a:gd name="T22" fmla="*/ 54 w 236"/>
                <a:gd name="T23" fmla="*/ 114 h 236"/>
                <a:gd name="T24" fmla="*/ 54 w 236"/>
                <a:gd name="T25" fmla="*/ 72 h 236"/>
                <a:gd name="T26" fmla="*/ 106 w 236"/>
                <a:gd name="T27" fmla="*/ 64 h 236"/>
                <a:gd name="T28" fmla="*/ 106 w 236"/>
                <a:gd name="T29" fmla="*/ 114 h 236"/>
                <a:gd name="T30" fmla="*/ 182 w 236"/>
                <a:gd name="T31" fmla="*/ 182 h 236"/>
                <a:gd name="T32" fmla="*/ 113 w 236"/>
                <a:gd name="T33" fmla="*/ 172 h 236"/>
                <a:gd name="T34" fmla="*/ 113 w 236"/>
                <a:gd name="T35" fmla="*/ 121 h 236"/>
                <a:gd name="T36" fmla="*/ 182 w 236"/>
                <a:gd name="T37" fmla="*/ 121 h 236"/>
                <a:gd name="T38" fmla="*/ 182 w 236"/>
                <a:gd name="T39" fmla="*/ 182 h 236"/>
                <a:gd name="T40" fmla="*/ 182 w 236"/>
                <a:gd name="T41" fmla="*/ 114 h 236"/>
                <a:gd name="T42" fmla="*/ 113 w 236"/>
                <a:gd name="T43" fmla="*/ 114 h 236"/>
                <a:gd name="T44" fmla="*/ 113 w 236"/>
                <a:gd name="T45" fmla="*/ 63 h 236"/>
                <a:gd name="T46" fmla="*/ 182 w 236"/>
                <a:gd name="T47" fmla="*/ 53 h 236"/>
                <a:gd name="T48" fmla="*/ 182 w 236"/>
                <a:gd name="T49" fmla="*/ 114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36" h="236">
                  <a:moveTo>
                    <a:pt x="118" y="0"/>
                  </a:moveTo>
                  <a:cubicBezTo>
                    <a:pt x="53" y="0"/>
                    <a:pt x="0" y="53"/>
                    <a:pt x="0" y="118"/>
                  </a:cubicBezTo>
                  <a:cubicBezTo>
                    <a:pt x="0" y="183"/>
                    <a:pt x="53" y="236"/>
                    <a:pt x="118" y="236"/>
                  </a:cubicBezTo>
                  <a:cubicBezTo>
                    <a:pt x="183" y="236"/>
                    <a:pt x="236" y="183"/>
                    <a:pt x="236" y="118"/>
                  </a:cubicBezTo>
                  <a:cubicBezTo>
                    <a:pt x="236" y="53"/>
                    <a:pt x="183" y="0"/>
                    <a:pt x="118" y="0"/>
                  </a:cubicBezTo>
                  <a:close/>
                  <a:moveTo>
                    <a:pt x="106" y="171"/>
                  </a:moveTo>
                  <a:cubicBezTo>
                    <a:pt x="54" y="163"/>
                    <a:pt x="54" y="163"/>
                    <a:pt x="54" y="163"/>
                  </a:cubicBezTo>
                  <a:cubicBezTo>
                    <a:pt x="54" y="121"/>
                    <a:pt x="54" y="121"/>
                    <a:pt x="54" y="121"/>
                  </a:cubicBezTo>
                  <a:cubicBezTo>
                    <a:pt x="106" y="121"/>
                    <a:pt x="106" y="121"/>
                    <a:pt x="106" y="121"/>
                  </a:cubicBezTo>
                  <a:lnTo>
                    <a:pt x="106" y="171"/>
                  </a:lnTo>
                  <a:close/>
                  <a:moveTo>
                    <a:pt x="106" y="114"/>
                  </a:moveTo>
                  <a:cubicBezTo>
                    <a:pt x="54" y="114"/>
                    <a:pt x="54" y="114"/>
                    <a:pt x="54" y="114"/>
                  </a:cubicBezTo>
                  <a:cubicBezTo>
                    <a:pt x="54" y="72"/>
                    <a:pt x="54" y="72"/>
                    <a:pt x="54" y="72"/>
                  </a:cubicBezTo>
                  <a:cubicBezTo>
                    <a:pt x="106" y="64"/>
                    <a:pt x="106" y="64"/>
                    <a:pt x="106" y="64"/>
                  </a:cubicBezTo>
                  <a:lnTo>
                    <a:pt x="106" y="114"/>
                  </a:lnTo>
                  <a:close/>
                  <a:moveTo>
                    <a:pt x="182" y="182"/>
                  </a:moveTo>
                  <a:cubicBezTo>
                    <a:pt x="113" y="172"/>
                    <a:pt x="113" y="172"/>
                    <a:pt x="113" y="172"/>
                  </a:cubicBezTo>
                  <a:cubicBezTo>
                    <a:pt x="113" y="121"/>
                    <a:pt x="113" y="121"/>
                    <a:pt x="113" y="121"/>
                  </a:cubicBezTo>
                  <a:cubicBezTo>
                    <a:pt x="182" y="121"/>
                    <a:pt x="182" y="121"/>
                    <a:pt x="182" y="121"/>
                  </a:cubicBezTo>
                  <a:lnTo>
                    <a:pt x="182" y="182"/>
                  </a:lnTo>
                  <a:close/>
                  <a:moveTo>
                    <a:pt x="182" y="114"/>
                  </a:moveTo>
                  <a:cubicBezTo>
                    <a:pt x="113" y="114"/>
                    <a:pt x="113" y="114"/>
                    <a:pt x="113" y="114"/>
                  </a:cubicBezTo>
                  <a:cubicBezTo>
                    <a:pt x="113" y="63"/>
                    <a:pt x="113" y="63"/>
                    <a:pt x="113" y="63"/>
                  </a:cubicBezTo>
                  <a:cubicBezTo>
                    <a:pt x="182" y="53"/>
                    <a:pt x="182" y="53"/>
                    <a:pt x="182" y="53"/>
                  </a:cubicBezTo>
                  <a:lnTo>
                    <a:pt x="182" y="1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4286868" y="1173513"/>
            <a:ext cx="1704653" cy="1752073"/>
            <a:chOff x="4286868" y="1173513"/>
            <a:chExt cx="1704653" cy="1752073"/>
          </a:xfrm>
        </p:grpSpPr>
        <p:grpSp>
          <p:nvGrpSpPr>
            <p:cNvPr id="5" name="Group 36"/>
            <p:cNvGrpSpPr/>
            <p:nvPr/>
          </p:nvGrpSpPr>
          <p:grpSpPr>
            <a:xfrm>
              <a:off x="4286868" y="1173513"/>
              <a:ext cx="1704653" cy="1752073"/>
              <a:chOff x="5809141" y="2447991"/>
              <a:chExt cx="1819882" cy="1870508"/>
            </a:xfrm>
          </p:grpSpPr>
          <p:sp>
            <p:nvSpPr>
              <p:cNvPr id="27" name="Oval 7"/>
              <p:cNvSpPr>
                <a:spLocks/>
              </p:cNvSpPr>
              <p:nvPr/>
            </p:nvSpPr>
            <p:spPr bwMode="auto">
              <a:xfrm>
                <a:off x="5809141" y="2447991"/>
                <a:ext cx="1076211" cy="1080167"/>
              </a:xfrm>
              <a:prstGeom prst="ellipse">
                <a:avLst/>
              </a:prstGeom>
              <a:solidFill>
                <a:schemeClr val="accent2"/>
              </a:solidFill>
              <a:ln w="15875" cap="flat">
                <a:noFill/>
                <a:prstDash val="solid"/>
                <a:miter lim="800000"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grpSp>
            <p:nvGrpSpPr>
              <p:cNvPr id="28" name="Group 33"/>
              <p:cNvGrpSpPr/>
              <p:nvPr/>
            </p:nvGrpSpPr>
            <p:grpSpPr>
              <a:xfrm>
                <a:off x="6461991" y="3138427"/>
                <a:ext cx="1167032" cy="1180072"/>
                <a:chOff x="4937990" y="2281176"/>
                <a:chExt cx="1167032" cy="1180072"/>
              </a:xfrm>
            </p:grpSpPr>
            <p:sp>
              <p:nvSpPr>
                <p:cNvPr id="29" name="Oval 8"/>
                <p:cNvSpPr>
                  <a:spLocks/>
                </p:cNvSpPr>
                <p:nvPr/>
              </p:nvSpPr>
              <p:spPr bwMode="auto">
                <a:xfrm>
                  <a:off x="5339409" y="2695635"/>
                  <a:ext cx="765613" cy="765613"/>
                </a:xfrm>
                <a:prstGeom prst="ellipse">
                  <a:avLst/>
                </a:prstGeom>
                <a:solidFill>
                  <a:schemeClr val="accent2"/>
                </a:solidFill>
                <a:ln w="15875" cap="flat">
                  <a:noFill/>
                  <a:prstDash val="solid"/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0" name="Freeform: Shape 9"/>
                <p:cNvSpPr>
                  <a:spLocks/>
                </p:cNvSpPr>
                <p:nvPr/>
              </p:nvSpPr>
              <p:spPr bwMode="auto">
                <a:xfrm>
                  <a:off x="4937990" y="2281176"/>
                  <a:ext cx="769865" cy="753950"/>
                </a:xfrm>
                <a:custGeom>
                  <a:avLst/>
                  <a:gdLst>
                    <a:gd name="T0" fmla="*/ 85 w 163"/>
                    <a:gd name="T1" fmla="*/ 0 h 160"/>
                    <a:gd name="T2" fmla="*/ 0 w 163"/>
                    <a:gd name="T3" fmla="*/ 79 h 160"/>
                    <a:gd name="T4" fmla="*/ 86 w 163"/>
                    <a:gd name="T5" fmla="*/ 160 h 160"/>
                    <a:gd name="T6" fmla="*/ 163 w 163"/>
                    <a:gd name="T7" fmla="*/ 89 h 160"/>
                    <a:gd name="T8" fmla="*/ 85 w 163"/>
                    <a:gd name="T9" fmla="*/ 0 h 1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63" h="160">
                      <a:moveTo>
                        <a:pt x="85" y="0"/>
                      </a:moveTo>
                      <a:cubicBezTo>
                        <a:pt x="85" y="0"/>
                        <a:pt x="57" y="58"/>
                        <a:pt x="0" y="79"/>
                      </a:cubicBezTo>
                      <a:cubicBezTo>
                        <a:pt x="0" y="79"/>
                        <a:pt x="69" y="106"/>
                        <a:pt x="86" y="160"/>
                      </a:cubicBezTo>
                      <a:cubicBezTo>
                        <a:pt x="86" y="160"/>
                        <a:pt x="99" y="95"/>
                        <a:pt x="163" y="89"/>
                      </a:cubicBezTo>
                      <a:cubicBezTo>
                        <a:pt x="163" y="89"/>
                        <a:pt x="108" y="70"/>
                        <a:pt x="8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15875" cap="flat">
                  <a:noFill/>
                  <a:prstDash val="solid"/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</p:grpSp>
        <p:sp>
          <p:nvSpPr>
            <p:cNvPr id="9" name="Freeform: Shape 40"/>
            <p:cNvSpPr>
              <a:spLocks/>
            </p:cNvSpPr>
            <p:nvPr/>
          </p:nvSpPr>
          <p:spPr bwMode="auto">
            <a:xfrm>
              <a:off x="4539296" y="1400411"/>
              <a:ext cx="551285" cy="551285"/>
            </a:xfrm>
            <a:custGeom>
              <a:avLst/>
              <a:gdLst>
                <a:gd name="T0" fmla="*/ 130 w 236"/>
                <a:gd name="T1" fmla="*/ 1 h 236"/>
                <a:gd name="T2" fmla="*/ 118 w 236"/>
                <a:gd name="T3" fmla="*/ 0 h 236"/>
                <a:gd name="T4" fmla="*/ 30 w 236"/>
                <a:gd name="T5" fmla="*/ 40 h 236"/>
                <a:gd name="T6" fmla="*/ 68 w 236"/>
                <a:gd name="T7" fmla="*/ 105 h 236"/>
                <a:gd name="T8" fmla="*/ 130 w 236"/>
                <a:gd name="T9" fmla="*/ 1 h 236"/>
                <a:gd name="T10" fmla="*/ 20 w 236"/>
                <a:gd name="T11" fmla="*/ 52 h 236"/>
                <a:gd name="T12" fmla="*/ 0 w 236"/>
                <a:gd name="T13" fmla="*/ 118 h 236"/>
                <a:gd name="T14" fmla="*/ 5 w 236"/>
                <a:gd name="T15" fmla="*/ 153 h 236"/>
                <a:gd name="T16" fmla="*/ 81 w 236"/>
                <a:gd name="T17" fmla="*/ 153 h 236"/>
                <a:gd name="T18" fmla="*/ 20 w 236"/>
                <a:gd name="T19" fmla="*/ 52 h 236"/>
                <a:gd name="T20" fmla="*/ 225 w 236"/>
                <a:gd name="T21" fmla="*/ 68 h 236"/>
                <a:gd name="T22" fmla="*/ 145 w 236"/>
                <a:gd name="T23" fmla="*/ 3 h 236"/>
                <a:gd name="T24" fmla="*/ 106 w 236"/>
                <a:gd name="T25" fmla="*/ 68 h 236"/>
                <a:gd name="T26" fmla="*/ 225 w 236"/>
                <a:gd name="T27" fmla="*/ 68 h 236"/>
                <a:gd name="T28" fmla="*/ 130 w 236"/>
                <a:gd name="T29" fmla="*/ 167 h 236"/>
                <a:gd name="T30" fmla="*/ 11 w 236"/>
                <a:gd name="T31" fmla="*/ 167 h 236"/>
                <a:gd name="T32" fmla="*/ 96 w 236"/>
                <a:gd name="T33" fmla="*/ 234 h 236"/>
                <a:gd name="T34" fmla="*/ 93 w 236"/>
                <a:gd name="T35" fmla="*/ 232 h 236"/>
                <a:gd name="T36" fmla="*/ 130 w 236"/>
                <a:gd name="T37" fmla="*/ 167 h 236"/>
                <a:gd name="T38" fmla="*/ 230 w 236"/>
                <a:gd name="T39" fmla="*/ 82 h 236"/>
                <a:gd name="T40" fmla="*/ 155 w 236"/>
                <a:gd name="T41" fmla="*/ 82 h 236"/>
                <a:gd name="T42" fmla="*/ 215 w 236"/>
                <a:gd name="T43" fmla="*/ 186 h 236"/>
                <a:gd name="T44" fmla="*/ 236 w 236"/>
                <a:gd name="T45" fmla="*/ 118 h 236"/>
                <a:gd name="T46" fmla="*/ 230 w 236"/>
                <a:gd name="T47" fmla="*/ 82 h 236"/>
                <a:gd name="T48" fmla="*/ 108 w 236"/>
                <a:gd name="T49" fmla="*/ 236 h 236"/>
                <a:gd name="T50" fmla="*/ 118 w 236"/>
                <a:gd name="T51" fmla="*/ 236 h 236"/>
                <a:gd name="T52" fmla="*/ 205 w 236"/>
                <a:gd name="T53" fmla="*/ 198 h 236"/>
                <a:gd name="T54" fmla="*/ 167 w 236"/>
                <a:gd name="T55" fmla="*/ 132 h 236"/>
                <a:gd name="T56" fmla="*/ 108 w 236"/>
                <a:gd name="T57" fmla="*/ 236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36" h="236">
                  <a:moveTo>
                    <a:pt x="130" y="1"/>
                  </a:moveTo>
                  <a:cubicBezTo>
                    <a:pt x="126" y="0"/>
                    <a:pt x="122" y="0"/>
                    <a:pt x="118" y="0"/>
                  </a:cubicBezTo>
                  <a:cubicBezTo>
                    <a:pt x="83" y="0"/>
                    <a:pt x="51" y="16"/>
                    <a:pt x="30" y="40"/>
                  </a:cubicBezTo>
                  <a:cubicBezTo>
                    <a:pt x="68" y="105"/>
                    <a:pt x="68" y="105"/>
                    <a:pt x="68" y="105"/>
                  </a:cubicBezTo>
                  <a:lnTo>
                    <a:pt x="130" y="1"/>
                  </a:lnTo>
                  <a:close/>
                  <a:moveTo>
                    <a:pt x="20" y="52"/>
                  </a:moveTo>
                  <a:cubicBezTo>
                    <a:pt x="7" y="71"/>
                    <a:pt x="0" y="94"/>
                    <a:pt x="0" y="118"/>
                  </a:cubicBezTo>
                  <a:cubicBezTo>
                    <a:pt x="0" y="130"/>
                    <a:pt x="2" y="142"/>
                    <a:pt x="5" y="153"/>
                  </a:cubicBezTo>
                  <a:cubicBezTo>
                    <a:pt x="81" y="153"/>
                    <a:pt x="81" y="153"/>
                    <a:pt x="81" y="153"/>
                  </a:cubicBezTo>
                  <a:lnTo>
                    <a:pt x="20" y="52"/>
                  </a:lnTo>
                  <a:close/>
                  <a:moveTo>
                    <a:pt x="225" y="68"/>
                  </a:moveTo>
                  <a:cubicBezTo>
                    <a:pt x="210" y="36"/>
                    <a:pt x="180" y="11"/>
                    <a:pt x="145" y="3"/>
                  </a:cubicBezTo>
                  <a:cubicBezTo>
                    <a:pt x="106" y="68"/>
                    <a:pt x="106" y="68"/>
                    <a:pt x="106" y="68"/>
                  </a:cubicBezTo>
                  <a:lnTo>
                    <a:pt x="225" y="68"/>
                  </a:lnTo>
                  <a:close/>
                  <a:moveTo>
                    <a:pt x="130" y="167"/>
                  </a:moveTo>
                  <a:cubicBezTo>
                    <a:pt x="11" y="167"/>
                    <a:pt x="11" y="167"/>
                    <a:pt x="11" y="167"/>
                  </a:cubicBezTo>
                  <a:cubicBezTo>
                    <a:pt x="26" y="201"/>
                    <a:pt x="58" y="227"/>
                    <a:pt x="96" y="234"/>
                  </a:cubicBezTo>
                  <a:cubicBezTo>
                    <a:pt x="93" y="232"/>
                    <a:pt x="93" y="232"/>
                    <a:pt x="93" y="232"/>
                  </a:cubicBezTo>
                  <a:lnTo>
                    <a:pt x="130" y="167"/>
                  </a:lnTo>
                  <a:close/>
                  <a:moveTo>
                    <a:pt x="230" y="82"/>
                  </a:moveTo>
                  <a:cubicBezTo>
                    <a:pt x="155" y="82"/>
                    <a:pt x="155" y="82"/>
                    <a:pt x="155" y="82"/>
                  </a:cubicBezTo>
                  <a:cubicBezTo>
                    <a:pt x="215" y="186"/>
                    <a:pt x="215" y="186"/>
                    <a:pt x="215" y="186"/>
                  </a:cubicBezTo>
                  <a:cubicBezTo>
                    <a:pt x="228" y="167"/>
                    <a:pt x="236" y="143"/>
                    <a:pt x="236" y="118"/>
                  </a:cubicBezTo>
                  <a:cubicBezTo>
                    <a:pt x="236" y="106"/>
                    <a:pt x="234" y="94"/>
                    <a:pt x="230" y="82"/>
                  </a:cubicBezTo>
                  <a:close/>
                  <a:moveTo>
                    <a:pt x="108" y="236"/>
                  </a:moveTo>
                  <a:cubicBezTo>
                    <a:pt x="111" y="236"/>
                    <a:pt x="115" y="236"/>
                    <a:pt x="118" y="236"/>
                  </a:cubicBezTo>
                  <a:cubicBezTo>
                    <a:pt x="152" y="236"/>
                    <a:pt x="183" y="221"/>
                    <a:pt x="205" y="198"/>
                  </a:cubicBezTo>
                  <a:cubicBezTo>
                    <a:pt x="167" y="132"/>
                    <a:pt x="167" y="132"/>
                    <a:pt x="167" y="132"/>
                  </a:cubicBezTo>
                  <a:lnTo>
                    <a:pt x="108" y="23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4324851" y="2290913"/>
            <a:ext cx="1598277" cy="1151678"/>
            <a:chOff x="4324851" y="2290913"/>
            <a:chExt cx="1598277" cy="1151678"/>
          </a:xfrm>
        </p:grpSpPr>
        <p:grpSp>
          <p:nvGrpSpPr>
            <p:cNvPr id="47" name="组合 46"/>
            <p:cNvGrpSpPr/>
            <p:nvPr/>
          </p:nvGrpSpPr>
          <p:grpSpPr>
            <a:xfrm>
              <a:off x="4324851" y="2290913"/>
              <a:ext cx="1598277" cy="1151678"/>
              <a:chOff x="4324851" y="2290913"/>
              <a:chExt cx="1598277" cy="1151678"/>
            </a:xfrm>
          </p:grpSpPr>
          <p:grpSp>
            <p:nvGrpSpPr>
              <p:cNvPr id="6" name="Group 31"/>
              <p:cNvGrpSpPr/>
              <p:nvPr/>
            </p:nvGrpSpPr>
            <p:grpSpPr>
              <a:xfrm>
                <a:off x="4324851" y="2290913"/>
                <a:ext cx="1598277" cy="1151678"/>
                <a:chOff x="5849694" y="3640923"/>
                <a:chExt cx="1706315" cy="1229528"/>
              </a:xfrm>
            </p:grpSpPr>
            <p:grpSp>
              <p:nvGrpSpPr>
                <p:cNvPr id="23" name="Group 34"/>
                <p:cNvGrpSpPr/>
                <p:nvPr/>
              </p:nvGrpSpPr>
              <p:grpSpPr>
                <a:xfrm>
                  <a:off x="5849694" y="3850624"/>
                  <a:ext cx="1288882" cy="1019827"/>
                  <a:chOff x="4325697" y="2993373"/>
                  <a:chExt cx="1288882" cy="1019827"/>
                </a:xfrm>
              </p:grpSpPr>
              <p:sp>
                <p:nvSpPr>
                  <p:cNvPr id="25" name="Freeform: Shape 10"/>
                  <p:cNvSpPr>
                    <a:spLocks/>
                  </p:cNvSpPr>
                  <p:nvPr/>
                </p:nvSpPr>
                <p:spPr bwMode="auto">
                  <a:xfrm>
                    <a:off x="5013167" y="2993373"/>
                    <a:ext cx="601412" cy="569758"/>
                  </a:xfrm>
                  <a:custGeom>
                    <a:avLst/>
                    <a:gdLst>
                      <a:gd name="T0" fmla="*/ 0 w 128"/>
                      <a:gd name="T1" fmla="*/ 44 h 121"/>
                      <a:gd name="T2" fmla="*/ 43 w 128"/>
                      <a:gd name="T3" fmla="*/ 121 h 121"/>
                      <a:gd name="T4" fmla="*/ 128 w 128"/>
                      <a:gd name="T5" fmla="*/ 82 h 121"/>
                      <a:gd name="T6" fmla="*/ 89 w 128"/>
                      <a:gd name="T7" fmla="*/ 0 h 121"/>
                      <a:gd name="T8" fmla="*/ 0 w 128"/>
                      <a:gd name="T9" fmla="*/ 44 h 12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28" h="121">
                        <a:moveTo>
                          <a:pt x="0" y="44"/>
                        </a:moveTo>
                        <a:cubicBezTo>
                          <a:pt x="0" y="44"/>
                          <a:pt x="40" y="68"/>
                          <a:pt x="43" y="121"/>
                        </a:cubicBezTo>
                        <a:cubicBezTo>
                          <a:pt x="43" y="121"/>
                          <a:pt x="74" y="73"/>
                          <a:pt x="128" y="82"/>
                        </a:cubicBezTo>
                        <a:cubicBezTo>
                          <a:pt x="128" y="82"/>
                          <a:pt x="75" y="60"/>
                          <a:pt x="89" y="0"/>
                        </a:cubicBezTo>
                        <a:cubicBezTo>
                          <a:pt x="89" y="0"/>
                          <a:pt x="67" y="45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 w="15875" cap="flat">
                    <a:noFill/>
                    <a:prstDash val="solid"/>
                    <a:miter lim="800000"/>
                    <a:headEnd/>
                    <a:tailEnd/>
                  </a:ln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26" name="Oval 11"/>
                  <p:cNvSpPr>
                    <a:spLocks/>
                  </p:cNvSpPr>
                  <p:nvPr/>
                </p:nvSpPr>
                <p:spPr bwMode="auto">
                  <a:xfrm>
                    <a:off x="4325697" y="3120974"/>
                    <a:ext cx="892226" cy="892226"/>
                  </a:xfrm>
                  <a:prstGeom prst="ellipse">
                    <a:avLst/>
                  </a:prstGeom>
                  <a:solidFill>
                    <a:schemeClr val="accent3"/>
                  </a:solidFill>
                  <a:ln w="15875" cap="flat">
                    <a:noFill/>
                    <a:prstDash val="solid"/>
                    <a:miter lim="800000"/>
                    <a:headEnd/>
                    <a:tailEnd/>
                  </a:ln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</p:grpSp>
            <p:sp>
              <p:nvSpPr>
                <p:cNvPr id="24" name="Oval 12"/>
                <p:cNvSpPr>
                  <a:spLocks/>
                </p:cNvSpPr>
                <p:nvPr/>
              </p:nvSpPr>
              <p:spPr bwMode="auto">
                <a:xfrm>
                  <a:off x="6936792" y="3640923"/>
                  <a:ext cx="619217" cy="615260"/>
                </a:xfrm>
                <a:prstGeom prst="ellipse">
                  <a:avLst/>
                </a:prstGeom>
                <a:solidFill>
                  <a:schemeClr val="accent3"/>
                </a:solidFill>
                <a:ln w="15875" cap="flat">
                  <a:noFill/>
                  <a:prstDash val="solid"/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sp>
            <p:nvSpPr>
              <p:cNvPr id="10" name="Freeform: Shape 41"/>
              <p:cNvSpPr>
                <a:spLocks/>
              </p:cNvSpPr>
              <p:nvPr/>
            </p:nvSpPr>
            <p:spPr bwMode="auto">
              <a:xfrm>
                <a:off x="5449707" y="2379503"/>
                <a:ext cx="389318" cy="389318"/>
              </a:xfrm>
              <a:custGeom>
                <a:avLst/>
                <a:gdLst>
                  <a:gd name="T0" fmla="*/ 118 w 236"/>
                  <a:gd name="T1" fmla="*/ 142 h 236"/>
                  <a:gd name="T2" fmla="*/ 142 w 236"/>
                  <a:gd name="T3" fmla="*/ 118 h 236"/>
                  <a:gd name="T4" fmla="*/ 137 w 236"/>
                  <a:gd name="T5" fmla="*/ 105 h 236"/>
                  <a:gd name="T6" fmla="*/ 118 w 236"/>
                  <a:gd name="T7" fmla="*/ 95 h 236"/>
                  <a:gd name="T8" fmla="*/ 99 w 236"/>
                  <a:gd name="T9" fmla="*/ 105 h 236"/>
                  <a:gd name="T10" fmla="*/ 94 w 236"/>
                  <a:gd name="T11" fmla="*/ 118 h 236"/>
                  <a:gd name="T12" fmla="*/ 118 w 236"/>
                  <a:gd name="T13" fmla="*/ 142 h 236"/>
                  <a:gd name="T14" fmla="*/ 170 w 236"/>
                  <a:gd name="T15" fmla="*/ 89 h 236"/>
                  <a:gd name="T16" fmla="*/ 170 w 236"/>
                  <a:gd name="T17" fmla="*/ 70 h 236"/>
                  <a:gd name="T18" fmla="*/ 170 w 236"/>
                  <a:gd name="T19" fmla="*/ 67 h 236"/>
                  <a:gd name="T20" fmla="*/ 167 w 236"/>
                  <a:gd name="T21" fmla="*/ 67 h 236"/>
                  <a:gd name="T22" fmla="*/ 147 w 236"/>
                  <a:gd name="T23" fmla="*/ 67 h 236"/>
                  <a:gd name="T24" fmla="*/ 147 w 236"/>
                  <a:gd name="T25" fmla="*/ 90 h 236"/>
                  <a:gd name="T26" fmla="*/ 170 w 236"/>
                  <a:gd name="T27" fmla="*/ 89 h 236"/>
                  <a:gd name="T28" fmla="*/ 118 w 236"/>
                  <a:gd name="T29" fmla="*/ 0 h 236"/>
                  <a:gd name="T30" fmla="*/ 0 w 236"/>
                  <a:gd name="T31" fmla="*/ 118 h 236"/>
                  <a:gd name="T32" fmla="*/ 118 w 236"/>
                  <a:gd name="T33" fmla="*/ 236 h 236"/>
                  <a:gd name="T34" fmla="*/ 236 w 236"/>
                  <a:gd name="T35" fmla="*/ 118 h 236"/>
                  <a:gd name="T36" fmla="*/ 118 w 236"/>
                  <a:gd name="T37" fmla="*/ 0 h 236"/>
                  <a:gd name="T38" fmla="*/ 185 w 236"/>
                  <a:gd name="T39" fmla="*/ 105 h 236"/>
                  <a:gd name="T40" fmla="*/ 185 w 236"/>
                  <a:gd name="T41" fmla="*/ 160 h 236"/>
                  <a:gd name="T42" fmla="*/ 159 w 236"/>
                  <a:gd name="T43" fmla="*/ 186 h 236"/>
                  <a:gd name="T44" fmla="*/ 77 w 236"/>
                  <a:gd name="T45" fmla="*/ 186 h 236"/>
                  <a:gd name="T46" fmla="*/ 51 w 236"/>
                  <a:gd name="T47" fmla="*/ 160 h 236"/>
                  <a:gd name="T48" fmla="*/ 51 w 236"/>
                  <a:gd name="T49" fmla="*/ 105 h 236"/>
                  <a:gd name="T50" fmla="*/ 51 w 236"/>
                  <a:gd name="T51" fmla="*/ 77 h 236"/>
                  <a:gd name="T52" fmla="*/ 77 w 236"/>
                  <a:gd name="T53" fmla="*/ 51 h 236"/>
                  <a:gd name="T54" fmla="*/ 159 w 236"/>
                  <a:gd name="T55" fmla="*/ 51 h 236"/>
                  <a:gd name="T56" fmla="*/ 185 w 236"/>
                  <a:gd name="T57" fmla="*/ 77 h 236"/>
                  <a:gd name="T58" fmla="*/ 185 w 236"/>
                  <a:gd name="T59" fmla="*/ 105 h 236"/>
                  <a:gd name="T60" fmla="*/ 155 w 236"/>
                  <a:gd name="T61" fmla="*/ 118 h 236"/>
                  <a:gd name="T62" fmla="*/ 118 w 236"/>
                  <a:gd name="T63" fmla="*/ 155 h 236"/>
                  <a:gd name="T64" fmla="*/ 81 w 236"/>
                  <a:gd name="T65" fmla="*/ 118 h 236"/>
                  <a:gd name="T66" fmla="*/ 84 w 236"/>
                  <a:gd name="T67" fmla="*/ 105 h 236"/>
                  <a:gd name="T68" fmla="*/ 64 w 236"/>
                  <a:gd name="T69" fmla="*/ 105 h 236"/>
                  <a:gd name="T70" fmla="*/ 64 w 236"/>
                  <a:gd name="T71" fmla="*/ 160 h 236"/>
                  <a:gd name="T72" fmla="*/ 77 w 236"/>
                  <a:gd name="T73" fmla="*/ 172 h 236"/>
                  <a:gd name="T74" fmla="*/ 159 w 236"/>
                  <a:gd name="T75" fmla="*/ 172 h 236"/>
                  <a:gd name="T76" fmla="*/ 172 w 236"/>
                  <a:gd name="T77" fmla="*/ 160 h 236"/>
                  <a:gd name="T78" fmla="*/ 172 w 236"/>
                  <a:gd name="T79" fmla="*/ 105 h 236"/>
                  <a:gd name="T80" fmla="*/ 152 w 236"/>
                  <a:gd name="T81" fmla="*/ 105 h 236"/>
                  <a:gd name="T82" fmla="*/ 155 w 236"/>
                  <a:gd name="T83" fmla="*/ 118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236" h="236">
                    <a:moveTo>
                      <a:pt x="118" y="142"/>
                    </a:moveTo>
                    <a:cubicBezTo>
                      <a:pt x="131" y="142"/>
                      <a:pt x="142" y="131"/>
                      <a:pt x="142" y="118"/>
                    </a:cubicBezTo>
                    <a:cubicBezTo>
                      <a:pt x="142" y="113"/>
                      <a:pt x="140" y="108"/>
                      <a:pt x="137" y="105"/>
                    </a:cubicBezTo>
                    <a:cubicBezTo>
                      <a:pt x="133" y="99"/>
                      <a:pt x="126" y="95"/>
                      <a:pt x="118" y="95"/>
                    </a:cubicBezTo>
                    <a:cubicBezTo>
                      <a:pt x="110" y="95"/>
                      <a:pt x="103" y="99"/>
                      <a:pt x="99" y="105"/>
                    </a:cubicBezTo>
                    <a:cubicBezTo>
                      <a:pt x="96" y="108"/>
                      <a:pt x="94" y="113"/>
                      <a:pt x="94" y="118"/>
                    </a:cubicBezTo>
                    <a:cubicBezTo>
                      <a:pt x="94" y="131"/>
                      <a:pt x="105" y="142"/>
                      <a:pt x="118" y="142"/>
                    </a:cubicBezTo>
                    <a:close/>
                    <a:moveTo>
                      <a:pt x="170" y="89"/>
                    </a:moveTo>
                    <a:cubicBezTo>
                      <a:pt x="170" y="70"/>
                      <a:pt x="170" y="70"/>
                      <a:pt x="170" y="70"/>
                    </a:cubicBezTo>
                    <a:cubicBezTo>
                      <a:pt x="170" y="67"/>
                      <a:pt x="170" y="67"/>
                      <a:pt x="170" y="67"/>
                    </a:cubicBezTo>
                    <a:cubicBezTo>
                      <a:pt x="167" y="67"/>
                      <a:pt x="167" y="67"/>
                      <a:pt x="167" y="67"/>
                    </a:cubicBezTo>
                    <a:cubicBezTo>
                      <a:pt x="147" y="67"/>
                      <a:pt x="147" y="67"/>
                      <a:pt x="147" y="67"/>
                    </a:cubicBezTo>
                    <a:cubicBezTo>
                      <a:pt x="147" y="90"/>
                      <a:pt x="147" y="90"/>
                      <a:pt x="147" y="90"/>
                    </a:cubicBezTo>
                    <a:lnTo>
                      <a:pt x="170" y="89"/>
                    </a:lnTo>
                    <a:close/>
                    <a:moveTo>
                      <a:pt x="118" y="0"/>
                    </a:moveTo>
                    <a:cubicBezTo>
                      <a:pt x="53" y="0"/>
                      <a:pt x="0" y="53"/>
                      <a:pt x="0" y="118"/>
                    </a:cubicBezTo>
                    <a:cubicBezTo>
                      <a:pt x="0" y="183"/>
                      <a:pt x="53" y="236"/>
                      <a:pt x="118" y="236"/>
                    </a:cubicBezTo>
                    <a:cubicBezTo>
                      <a:pt x="183" y="236"/>
                      <a:pt x="236" y="183"/>
                      <a:pt x="236" y="118"/>
                    </a:cubicBezTo>
                    <a:cubicBezTo>
                      <a:pt x="236" y="53"/>
                      <a:pt x="183" y="0"/>
                      <a:pt x="118" y="0"/>
                    </a:cubicBezTo>
                    <a:close/>
                    <a:moveTo>
                      <a:pt x="185" y="105"/>
                    </a:moveTo>
                    <a:cubicBezTo>
                      <a:pt x="185" y="160"/>
                      <a:pt x="185" y="160"/>
                      <a:pt x="185" y="160"/>
                    </a:cubicBezTo>
                    <a:cubicBezTo>
                      <a:pt x="185" y="174"/>
                      <a:pt x="173" y="186"/>
                      <a:pt x="159" y="186"/>
                    </a:cubicBezTo>
                    <a:cubicBezTo>
                      <a:pt x="77" y="186"/>
                      <a:pt x="77" y="186"/>
                      <a:pt x="77" y="186"/>
                    </a:cubicBezTo>
                    <a:cubicBezTo>
                      <a:pt x="62" y="186"/>
                      <a:pt x="51" y="174"/>
                      <a:pt x="51" y="160"/>
                    </a:cubicBezTo>
                    <a:cubicBezTo>
                      <a:pt x="51" y="105"/>
                      <a:pt x="51" y="105"/>
                      <a:pt x="51" y="105"/>
                    </a:cubicBezTo>
                    <a:cubicBezTo>
                      <a:pt x="51" y="77"/>
                      <a:pt x="51" y="77"/>
                      <a:pt x="51" y="77"/>
                    </a:cubicBezTo>
                    <a:cubicBezTo>
                      <a:pt x="51" y="63"/>
                      <a:pt x="62" y="51"/>
                      <a:pt x="77" y="51"/>
                    </a:cubicBezTo>
                    <a:cubicBezTo>
                      <a:pt x="159" y="51"/>
                      <a:pt x="159" y="51"/>
                      <a:pt x="159" y="51"/>
                    </a:cubicBezTo>
                    <a:cubicBezTo>
                      <a:pt x="173" y="51"/>
                      <a:pt x="185" y="63"/>
                      <a:pt x="185" y="77"/>
                    </a:cubicBezTo>
                    <a:lnTo>
                      <a:pt x="185" y="105"/>
                    </a:lnTo>
                    <a:close/>
                    <a:moveTo>
                      <a:pt x="155" y="118"/>
                    </a:moveTo>
                    <a:cubicBezTo>
                      <a:pt x="155" y="139"/>
                      <a:pt x="138" y="155"/>
                      <a:pt x="118" y="155"/>
                    </a:cubicBezTo>
                    <a:cubicBezTo>
                      <a:pt x="98" y="155"/>
                      <a:pt x="81" y="139"/>
                      <a:pt x="81" y="118"/>
                    </a:cubicBezTo>
                    <a:cubicBezTo>
                      <a:pt x="81" y="114"/>
                      <a:pt x="82" y="109"/>
                      <a:pt x="84" y="105"/>
                    </a:cubicBezTo>
                    <a:cubicBezTo>
                      <a:pt x="64" y="105"/>
                      <a:pt x="64" y="105"/>
                      <a:pt x="64" y="105"/>
                    </a:cubicBezTo>
                    <a:cubicBezTo>
                      <a:pt x="64" y="160"/>
                      <a:pt x="64" y="160"/>
                      <a:pt x="64" y="160"/>
                    </a:cubicBezTo>
                    <a:cubicBezTo>
                      <a:pt x="64" y="167"/>
                      <a:pt x="70" y="172"/>
                      <a:pt x="77" y="172"/>
                    </a:cubicBezTo>
                    <a:cubicBezTo>
                      <a:pt x="159" y="172"/>
                      <a:pt x="159" y="172"/>
                      <a:pt x="159" y="172"/>
                    </a:cubicBezTo>
                    <a:cubicBezTo>
                      <a:pt x="166" y="172"/>
                      <a:pt x="172" y="167"/>
                      <a:pt x="172" y="160"/>
                    </a:cubicBezTo>
                    <a:cubicBezTo>
                      <a:pt x="172" y="105"/>
                      <a:pt x="172" y="105"/>
                      <a:pt x="172" y="105"/>
                    </a:cubicBezTo>
                    <a:cubicBezTo>
                      <a:pt x="152" y="105"/>
                      <a:pt x="152" y="105"/>
                      <a:pt x="152" y="105"/>
                    </a:cubicBezTo>
                    <a:cubicBezTo>
                      <a:pt x="154" y="109"/>
                      <a:pt x="155" y="114"/>
                      <a:pt x="155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7" name="Freeform: Shape 38"/>
            <p:cNvSpPr>
              <a:spLocks/>
            </p:cNvSpPr>
            <p:nvPr/>
          </p:nvSpPr>
          <p:spPr bwMode="auto">
            <a:xfrm>
              <a:off x="4485981" y="2777342"/>
              <a:ext cx="496302" cy="496302"/>
            </a:xfrm>
            <a:custGeom>
              <a:avLst/>
              <a:gdLst>
                <a:gd name="T0" fmla="*/ 118 w 236"/>
                <a:gd name="T1" fmla="*/ 0 h 236"/>
                <a:gd name="T2" fmla="*/ 0 w 236"/>
                <a:gd name="T3" fmla="*/ 118 h 236"/>
                <a:gd name="T4" fmla="*/ 118 w 236"/>
                <a:gd name="T5" fmla="*/ 236 h 236"/>
                <a:gd name="T6" fmla="*/ 236 w 236"/>
                <a:gd name="T7" fmla="*/ 118 h 236"/>
                <a:gd name="T8" fmla="*/ 118 w 236"/>
                <a:gd name="T9" fmla="*/ 0 h 236"/>
                <a:gd name="T10" fmla="*/ 124 w 236"/>
                <a:gd name="T11" fmla="*/ 56 h 236"/>
                <a:gd name="T12" fmla="*/ 144 w 236"/>
                <a:gd name="T13" fmla="*/ 46 h 236"/>
                <a:gd name="T14" fmla="*/ 137 w 236"/>
                <a:gd name="T15" fmla="*/ 67 h 236"/>
                <a:gd name="T16" fmla="*/ 117 w 236"/>
                <a:gd name="T17" fmla="*/ 77 h 236"/>
                <a:gd name="T18" fmla="*/ 124 w 236"/>
                <a:gd name="T19" fmla="*/ 56 h 236"/>
                <a:gd name="T20" fmla="*/ 162 w 236"/>
                <a:gd name="T21" fmla="*/ 164 h 236"/>
                <a:gd name="T22" fmla="*/ 142 w 236"/>
                <a:gd name="T23" fmla="*/ 181 h 236"/>
                <a:gd name="T24" fmla="*/ 119 w 236"/>
                <a:gd name="T25" fmla="*/ 175 h 236"/>
                <a:gd name="T26" fmla="*/ 97 w 236"/>
                <a:gd name="T27" fmla="*/ 181 h 236"/>
                <a:gd name="T28" fmla="*/ 76 w 236"/>
                <a:gd name="T29" fmla="*/ 164 h 236"/>
                <a:gd name="T30" fmla="*/ 67 w 236"/>
                <a:gd name="T31" fmla="*/ 96 h 236"/>
                <a:gd name="T32" fmla="*/ 95 w 236"/>
                <a:gd name="T33" fmla="*/ 79 h 236"/>
                <a:gd name="T34" fmla="*/ 118 w 236"/>
                <a:gd name="T35" fmla="*/ 85 h 236"/>
                <a:gd name="T36" fmla="*/ 143 w 236"/>
                <a:gd name="T37" fmla="*/ 79 h 236"/>
                <a:gd name="T38" fmla="*/ 168 w 236"/>
                <a:gd name="T39" fmla="*/ 92 h 236"/>
                <a:gd name="T40" fmla="*/ 154 w 236"/>
                <a:gd name="T41" fmla="*/ 118 h 236"/>
                <a:gd name="T42" fmla="*/ 172 w 236"/>
                <a:gd name="T43" fmla="*/ 145 h 236"/>
                <a:gd name="T44" fmla="*/ 162 w 236"/>
                <a:gd name="T45" fmla="*/ 164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36" h="236">
                  <a:moveTo>
                    <a:pt x="118" y="0"/>
                  </a:moveTo>
                  <a:cubicBezTo>
                    <a:pt x="53" y="0"/>
                    <a:pt x="0" y="53"/>
                    <a:pt x="0" y="118"/>
                  </a:cubicBezTo>
                  <a:cubicBezTo>
                    <a:pt x="0" y="183"/>
                    <a:pt x="53" y="236"/>
                    <a:pt x="118" y="236"/>
                  </a:cubicBezTo>
                  <a:cubicBezTo>
                    <a:pt x="183" y="236"/>
                    <a:pt x="236" y="183"/>
                    <a:pt x="236" y="118"/>
                  </a:cubicBezTo>
                  <a:cubicBezTo>
                    <a:pt x="236" y="53"/>
                    <a:pt x="183" y="0"/>
                    <a:pt x="118" y="0"/>
                  </a:cubicBezTo>
                  <a:close/>
                  <a:moveTo>
                    <a:pt x="124" y="56"/>
                  </a:moveTo>
                  <a:cubicBezTo>
                    <a:pt x="129" y="50"/>
                    <a:pt x="137" y="46"/>
                    <a:pt x="144" y="46"/>
                  </a:cubicBezTo>
                  <a:cubicBezTo>
                    <a:pt x="144" y="54"/>
                    <a:pt x="141" y="62"/>
                    <a:pt x="137" y="67"/>
                  </a:cubicBezTo>
                  <a:cubicBezTo>
                    <a:pt x="132" y="73"/>
                    <a:pt x="124" y="78"/>
                    <a:pt x="117" y="77"/>
                  </a:cubicBezTo>
                  <a:cubicBezTo>
                    <a:pt x="115" y="69"/>
                    <a:pt x="119" y="61"/>
                    <a:pt x="124" y="56"/>
                  </a:cubicBezTo>
                  <a:close/>
                  <a:moveTo>
                    <a:pt x="162" y="164"/>
                  </a:moveTo>
                  <a:cubicBezTo>
                    <a:pt x="157" y="172"/>
                    <a:pt x="151" y="180"/>
                    <a:pt x="142" y="181"/>
                  </a:cubicBezTo>
                  <a:cubicBezTo>
                    <a:pt x="133" y="181"/>
                    <a:pt x="130" y="175"/>
                    <a:pt x="119" y="175"/>
                  </a:cubicBezTo>
                  <a:cubicBezTo>
                    <a:pt x="109" y="175"/>
                    <a:pt x="106" y="180"/>
                    <a:pt x="97" y="181"/>
                  </a:cubicBezTo>
                  <a:cubicBezTo>
                    <a:pt x="88" y="181"/>
                    <a:pt x="82" y="172"/>
                    <a:pt x="76" y="164"/>
                  </a:cubicBezTo>
                  <a:cubicBezTo>
                    <a:pt x="64" y="147"/>
                    <a:pt x="55" y="116"/>
                    <a:pt x="67" y="96"/>
                  </a:cubicBezTo>
                  <a:cubicBezTo>
                    <a:pt x="73" y="85"/>
                    <a:pt x="84" y="79"/>
                    <a:pt x="95" y="79"/>
                  </a:cubicBezTo>
                  <a:cubicBezTo>
                    <a:pt x="104" y="79"/>
                    <a:pt x="112" y="85"/>
                    <a:pt x="118" y="85"/>
                  </a:cubicBezTo>
                  <a:cubicBezTo>
                    <a:pt x="123" y="85"/>
                    <a:pt x="133" y="77"/>
                    <a:pt x="143" y="79"/>
                  </a:cubicBezTo>
                  <a:cubicBezTo>
                    <a:pt x="148" y="79"/>
                    <a:pt x="160" y="80"/>
                    <a:pt x="168" y="92"/>
                  </a:cubicBezTo>
                  <a:cubicBezTo>
                    <a:pt x="167" y="92"/>
                    <a:pt x="153" y="100"/>
                    <a:pt x="154" y="118"/>
                  </a:cubicBezTo>
                  <a:cubicBezTo>
                    <a:pt x="154" y="138"/>
                    <a:pt x="171" y="145"/>
                    <a:pt x="172" y="145"/>
                  </a:cubicBezTo>
                  <a:cubicBezTo>
                    <a:pt x="171" y="145"/>
                    <a:pt x="169" y="155"/>
                    <a:pt x="162" y="16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11" name="Group 2"/>
          <p:cNvGrpSpPr/>
          <p:nvPr/>
        </p:nvGrpSpPr>
        <p:grpSpPr>
          <a:xfrm>
            <a:off x="2068887" y="1059582"/>
            <a:ext cx="1955459" cy="672842"/>
            <a:chOff x="2758516" y="1556792"/>
            <a:chExt cx="2607278" cy="897122"/>
          </a:xfrm>
        </p:grpSpPr>
        <p:sp>
          <p:nvSpPr>
            <p:cNvPr id="21" name="TextBox 42"/>
            <p:cNvSpPr txBox="1">
              <a:spLocks/>
            </p:cNvSpPr>
            <p:nvPr/>
          </p:nvSpPr>
          <p:spPr bwMode="auto">
            <a:xfrm>
              <a:off x="4106818" y="1556792"/>
              <a:ext cx="1258976" cy="309958"/>
            </a:xfrm>
            <a:prstGeom prst="rect">
              <a:avLst/>
            </a:prstGeom>
            <a:noFill/>
          </p:spPr>
          <p:txBody>
            <a:bodyPr wrap="none" lIns="90000" tIns="46800" rIns="90000" bIns="46800">
              <a:normAutofit fontScale="77500" lnSpcReduction="20000"/>
            </a:bodyPr>
            <a:lstStyle/>
            <a:p>
              <a:pPr algn="r" latinLnBrk="0"/>
              <a:r>
                <a:rPr lang="zh-CN" altLang="en-US" sz="1400">
                  <a:solidFill>
                    <a:schemeClr val="accent2"/>
                  </a:solidFill>
                  <a:effectLst/>
                </a:rPr>
                <a:t>标题文本预设</a:t>
              </a:r>
            </a:p>
          </p:txBody>
        </p:sp>
        <p:sp>
          <p:nvSpPr>
            <p:cNvPr id="22" name="TextBox 43"/>
            <p:cNvSpPr txBox="1">
              <a:spLocks/>
            </p:cNvSpPr>
            <p:nvPr/>
          </p:nvSpPr>
          <p:spPr bwMode="auto">
            <a:xfrm>
              <a:off x="2758516" y="1943902"/>
              <a:ext cx="2607278" cy="510012"/>
            </a:xfrm>
            <a:prstGeom prst="rect">
              <a:avLst/>
            </a:prstGeom>
            <a:noFill/>
          </p:spPr>
          <p:txBody>
            <a:bodyPr wrap="square" lIns="90000" tIns="46800" rIns="90000" bIns="46800">
              <a:normAutofit fontScale="92500"/>
            </a:bodyPr>
            <a:lstStyle/>
            <a:p>
              <a:pPr algn="r" latinLnBrk="0">
                <a:lnSpc>
                  <a:spcPct val="120000"/>
                </a:lnSpc>
              </a:pPr>
              <a:r>
                <a:rPr lang="zh-CN" altLang="en-US" sz="900" b="0" dirty="0">
                  <a:solidFill>
                    <a:schemeClr val="tx1"/>
                  </a:solidFill>
                  <a:effectLst/>
                </a:rPr>
                <a:t>此部分内容作为文字排版占位显示 </a:t>
              </a:r>
              <a:br>
                <a:rPr lang="zh-CN" altLang="en-US" sz="900" b="0" dirty="0">
                  <a:solidFill>
                    <a:schemeClr val="tx1"/>
                  </a:solidFill>
                  <a:effectLst/>
                </a:rPr>
              </a:br>
              <a:r>
                <a:rPr lang="zh-CN" altLang="en-US" sz="900" b="0" dirty="0">
                  <a:solidFill>
                    <a:schemeClr val="tx1"/>
                  </a:solidFill>
                  <a:effectLst/>
                </a:rPr>
                <a:t>（建议使用主题字体）</a:t>
              </a:r>
            </a:p>
          </p:txBody>
        </p:sp>
      </p:grpSp>
      <p:grpSp>
        <p:nvGrpSpPr>
          <p:cNvPr id="12" name="Group 3"/>
          <p:cNvGrpSpPr/>
          <p:nvPr/>
        </p:nvGrpSpPr>
        <p:grpSpPr>
          <a:xfrm>
            <a:off x="1004194" y="2029861"/>
            <a:ext cx="1955459" cy="672842"/>
            <a:chOff x="1338925" y="2850497"/>
            <a:chExt cx="2607278" cy="897122"/>
          </a:xfrm>
        </p:grpSpPr>
        <p:sp>
          <p:nvSpPr>
            <p:cNvPr id="19" name="TextBox 44"/>
            <p:cNvSpPr txBox="1">
              <a:spLocks/>
            </p:cNvSpPr>
            <p:nvPr/>
          </p:nvSpPr>
          <p:spPr bwMode="auto">
            <a:xfrm>
              <a:off x="2687227" y="2850497"/>
              <a:ext cx="1258976" cy="309958"/>
            </a:xfrm>
            <a:prstGeom prst="rect">
              <a:avLst/>
            </a:prstGeom>
            <a:noFill/>
          </p:spPr>
          <p:txBody>
            <a:bodyPr wrap="none" lIns="90000" tIns="46800" rIns="90000" bIns="46800">
              <a:normAutofit fontScale="77500" lnSpcReduction="20000"/>
            </a:bodyPr>
            <a:lstStyle/>
            <a:p>
              <a:pPr algn="r" latinLnBrk="0"/>
              <a:r>
                <a:rPr lang="zh-CN" altLang="en-US" sz="1400" dirty="0">
                  <a:solidFill>
                    <a:srgbClr val="071F93"/>
                  </a:solidFill>
                  <a:effectLst/>
                </a:rPr>
                <a:t>标题文本预设</a:t>
              </a:r>
            </a:p>
          </p:txBody>
        </p:sp>
        <p:sp>
          <p:nvSpPr>
            <p:cNvPr id="20" name="TextBox 45"/>
            <p:cNvSpPr txBox="1">
              <a:spLocks/>
            </p:cNvSpPr>
            <p:nvPr/>
          </p:nvSpPr>
          <p:spPr bwMode="auto">
            <a:xfrm>
              <a:off x="1338925" y="3237607"/>
              <a:ext cx="2607278" cy="510012"/>
            </a:xfrm>
            <a:prstGeom prst="rect">
              <a:avLst/>
            </a:prstGeom>
            <a:noFill/>
          </p:spPr>
          <p:txBody>
            <a:bodyPr wrap="square" lIns="90000" tIns="46800" rIns="90000" bIns="46800">
              <a:normAutofit fontScale="92500"/>
            </a:bodyPr>
            <a:lstStyle/>
            <a:p>
              <a:pPr algn="r" latinLnBrk="0">
                <a:lnSpc>
                  <a:spcPct val="120000"/>
                </a:lnSpc>
              </a:pPr>
              <a:r>
                <a:rPr lang="zh-CN" altLang="en-US" sz="900" b="0">
                  <a:solidFill>
                    <a:schemeClr val="tx1"/>
                  </a:solidFill>
                  <a:effectLst/>
                </a:rPr>
                <a:t>此部分内容作为文字排版占位显示 </a:t>
              </a:r>
              <a:br>
                <a:rPr lang="zh-CN" altLang="en-US" sz="900" b="0">
                  <a:solidFill>
                    <a:schemeClr val="tx1"/>
                  </a:solidFill>
                  <a:effectLst/>
                </a:rPr>
              </a:br>
              <a:r>
                <a:rPr lang="zh-CN" altLang="en-US" sz="900" b="0">
                  <a:solidFill>
                    <a:schemeClr val="tx1"/>
                  </a:solidFill>
                  <a:effectLst/>
                </a:rPr>
                <a:t>（建议使用主题字体）</a:t>
              </a:r>
            </a:p>
          </p:txBody>
        </p:sp>
      </p:grpSp>
      <p:grpSp>
        <p:nvGrpSpPr>
          <p:cNvPr id="13" name="Group 14"/>
          <p:cNvGrpSpPr/>
          <p:nvPr/>
        </p:nvGrpSpPr>
        <p:grpSpPr>
          <a:xfrm>
            <a:off x="2560859" y="3163255"/>
            <a:ext cx="1955459" cy="672842"/>
            <a:chOff x="5820519" y="4805351"/>
            <a:chExt cx="2607278" cy="897122"/>
          </a:xfrm>
        </p:grpSpPr>
        <p:sp>
          <p:nvSpPr>
            <p:cNvPr id="17" name="TextBox 47"/>
            <p:cNvSpPr txBox="1">
              <a:spLocks/>
            </p:cNvSpPr>
            <p:nvPr/>
          </p:nvSpPr>
          <p:spPr bwMode="auto">
            <a:xfrm>
              <a:off x="5820520" y="4805351"/>
              <a:ext cx="1258976" cy="309958"/>
            </a:xfrm>
            <a:prstGeom prst="rect">
              <a:avLst/>
            </a:prstGeom>
            <a:noFill/>
          </p:spPr>
          <p:txBody>
            <a:bodyPr wrap="none" lIns="90000" tIns="46800" rIns="90000" bIns="46800">
              <a:normAutofit fontScale="77500" lnSpcReduction="20000"/>
            </a:bodyPr>
            <a:lstStyle/>
            <a:p>
              <a:pPr algn="l" latinLnBrk="0"/>
              <a:r>
                <a:rPr lang="zh-CN" altLang="en-US" sz="1400">
                  <a:solidFill>
                    <a:schemeClr val="accent3"/>
                  </a:solidFill>
                  <a:effectLst/>
                </a:rPr>
                <a:t>标题文本预设</a:t>
              </a:r>
            </a:p>
          </p:txBody>
        </p:sp>
        <p:sp>
          <p:nvSpPr>
            <p:cNvPr id="18" name="TextBox 48"/>
            <p:cNvSpPr txBox="1">
              <a:spLocks/>
            </p:cNvSpPr>
            <p:nvPr/>
          </p:nvSpPr>
          <p:spPr bwMode="auto">
            <a:xfrm>
              <a:off x="5820519" y="5192461"/>
              <a:ext cx="2607278" cy="510012"/>
            </a:xfrm>
            <a:prstGeom prst="rect">
              <a:avLst/>
            </a:prstGeom>
            <a:noFill/>
          </p:spPr>
          <p:txBody>
            <a:bodyPr wrap="square" lIns="90000" tIns="46800" rIns="90000" bIns="46800">
              <a:normAutofit fontScale="92500"/>
            </a:bodyPr>
            <a:lstStyle/>
            <a:p>
              <a:pPr algn="l" latinLnBrk="0">
                <a:lnSpc>
                  <a:spcPct val="120000"/>
                </a:lnSpc>
              </a:pPr>
              <a:r>
                <a:rPr lang="zh-CN" altLang="en-US" sz="900" b="0" dirty="0">
                  <a:solidFill>
                    <a:schemeClr val="tx1"/>
                  </a:solidFill>
                  <a:effectLst/>
                </a:rPr>
                <a:t>此部分内容作为文字排版占位显示 </a:t>
              </a:r>
              <a:br>
                <a:rPr lang="zh-CN" altLang="en-US" sz="900" b="0" dirty="0">
                  <a:solidFill>
                    <a:schemeClr val="tx1"/>
                  </a:solidFill>
                  <a:effectLst/>
                </a:rPr>
              </a:br>
              <a:r>
                <a:rPr lang="zh-CN" altLang="en-US" sz="900" b="0" dirty="0">
                  <a:solidFill>
                    <a:schemeClr val="tx1"/>
                  </a:solidFill>
                  <a:effectLst/>
                </a:rPr>
                <a:t>（建议使用主题字体）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6184347" y="2230403"/>
            <a:ext cx="1955459" cy="672842"/>
            <a:chOff x="8245796" y="3117887"/>
            <a:chExt cx="2607278" cy="897122"/>
          </a:xfrm>
        </p:grpSpPr>
        <p:sp>
          <p:nvSpPr>
            <p:cNvPr id="15" name="TextBox 50"/>
            <p:cNvSpPr txBox="1">
              <a:spLocks/>
            </p:cNvSpPr>
            <p:nvPr/>
          </p:nvSpPr>
          <p:spPr bwMode="auto">
            <a:xfrm>
              <a:off x="8245797" y="3117887"/>
              <a:ext cx="1258976" cy="309958"/>
            </a:xfrm>
            <a:prstGeom prst="rect">
              <a:avLst/>
            </a:prstGeom>
            <a:noFill/>
          </p:spPr>
          <p:txBody>
            <a:bodyPr wrap="none" lIns="90000" tIns="46800" rIns="90000" bIns="46800">
              <a:normAutofit fontScale="77500" lnSpcReduction="20000"/>
            </a:bodyPr>
            <a:lstStyle/>
            <a:p>
              <a:pPr algn="l" latinLnBrk="0"/>
              <a:r>
                <a:rPr lang="zh-CN" altLang="en-US" sz="1400">
                  <a:solidFill>
                    <a:schemeClr val="accent3"/>
                  </a:solidFill>
                  <a:effectLst/>
                </a:rPr>
                <a:t>标题文本预设</a:t>
              </a:r>
            </a:p>
          </p:txBody>
        </p:sp>
        <p:sp>
          <p:nvSpPr>
            <p:cNvPr id="16" name="TextBox 51"/>
            <p:cNvSpPr txBox="1">
              <a:spLocks/>
            </p:cNvSpPr>
            <p:nvPr/>
          </p:nvSpPr>
          <p:spPr bwMode="auto">
            <a:xfrm>
              <a:off x="8245796" y="3504997"/>
              <a:ext cx="2607278" cy="510012"/>
            </a:xfrm>
            <a:prstGeom prst="rect">
              <a:avLst/>
            </a:prstGeom>
            <a:noFill/>
          </p:spPr>
          <p:txBody>
            <a:bodyPr wrap="square" lIns="90000" tIns="46800" rIns="90000" bIns="46800">
              <a:normAutofit fontScale="92500"/>
            </a:bodyPr>
            <a:lstStyle/>
            <a:p>
              <a:pPr algn="l" latinLnBrk="0">
                <a:lnSpc>
                  <a:spcPct val="120000"/>
                </a:lnSpc>
              </a:pPr>
              <a:r>
                <a:rPr lang="zh-CN" altLang="en-US" sz="900" b="0">
                  <a:solidFill>
                    <a:schemeClr val="tx1"/>
                  </a:solidFill>
                  <a:effectLst/>
                </a:rPr>
                <a:t>此部分内容作为文字排版占位显示 </a:t>
              </a:r>
              <a:br>
                <a:rPr lang="zh-CN" altLang="en-US" sz="900" b="0">
                  <a:solidFill>
                    <a:schemeClr val="tx1"/>
                  </a:solidFill>
                  <a:effectLst/>
                </a:rPr>
              </a:br>
              <a:r>
                <a:rPr lang="zh-CN" altLang="en-US" sz="900" b="0">
                  <a:solidFill>
                    <a:schemeClr val="tx1"/>
                  </a:solidFill>
                  <a:effectLst/>
                </a:rPr>
                <a:t>（建议使用主题字体）</a:t>
              </a:r>
            </a:p>
          </p:txBody>
        </p:sp>
      </p:grpSp>
      <p:grpSp>
        <p:nvGrpSpPr>
          <p:cNvPr id="42" name="Group 14"/>
          <p:cNvGrpSpPr/>
          <p:nvPr/>
        </p:nvGrpSpPr>
        <p:grpSpPr>
          <a:xfrm>
            <a:off x="6184347" y="3508002"/>
            <a:ext cx="1955459" cy="672842"/>
            <a:chOff x="5820519" y="4805351"/>
            <a:chExt cx="2607278" cy="897122"/>
          </a:xfrm>
        </p:grpSpPr>
        <p:sp>
          <p:nvSpPr>
            <p:cNvPr id="43" name="TextBox 47"/>
            <p:cNvSpPr txBox="1">
              <a:spLocks/>
            </p:cNvSpPr>
            <p:nvPr/>
          </p:nvSpPr>
          <p:spPr bwMode="auto">
            <a:xfrm>
              <a:off x="5820520" y="4805351"/>
              <a:ext cx="1258976" cy="309958"/>
            </a:xfrm>
            <a:prstGeom prst="rect">
              <a:avLst/>
            </a:prstGeom>
            <a:noFill/>
          </p:spPr>
          <p:txBody>
            <a:bodyPr wrap="none" lIns="90000" tIns="46800" rIns="90000" bIns="46800">
              <a:normAutofit fontScale="77500" lnSpcReduction="20000"/>
            </a:bodyPr>
            <a:lstStyle/>
            <a:p>
              <a:pPr algn="l" latinLnBrk="0"/>
              <a:r>
                <a:rPr lang="zh-CN" altLang="en-US" sz="1400">
                  <a:solidFill>
                    <a:schemeClr val="accent3"/>
                  </a:solidFill>
                  <a:effectLst/>
                </a:rPr>
                <a:t>标题文本预设</a:t>
              </a:r>
            </a:p>
          </p:txBody>
        </p:sp>
        <p:sp>
          <p:nvSpPr>
            <p:cNvPr id="44" name="TextBox 48"/>
            <p:cNvSpPr txBox="1">
              <a:spLocks/>
            </p:cNvSpPr>
            <p:nvPr/>
          </p:nvSpPr>
          <p:spPr bwMode="auto">
            <a:xfrm>
              <a:off x="5820519" y="5192461"/>
              <a:ext cx="2607278" cy="510012"/>
            </a:xfrm>
            <a:prstGeom prst="rect">
              <a:avLst/>
            </a:prstGeom>
            <a:noFill/>
          </p:spPr>
          <p:txBody>
            <a:bodyPr wrap="square" lIns="90000" tIns="46800" rIns="90000" bIns="46800">
              <a:normAutofit fontScale="92500"/>
            </a:bodyPr>
            <a:lstStyle/>
            <a:p>
              <a:pPr algn="l" latinLnBrk="0">
                <a:lnSpc>
                  <a:spcPct val="120000"/>
                </a:lnSpc>
              </a:pPr>
              <a:r>
                <a:rPr lang="zh-CN" altLang="en-US" sz="900" b="0" dirty="0">
                  <a:solidFill>
                    <a:schemeClr val="tx1"/>
                  </a:solidFill>
                  <a:effectLst/>
                </a:rPr>
                <a:t>此部分内容作为文字排版占位显示 </a:t>
              </a:r>
              <a:br>
                <a:rPr lang="zh-CN" altLang="en-US" sz="900" b="0" dirty="0">
                  <a:solidFill>
                    <a:schemeClr val="tx1"/>
                  </a:solidFill>
                  <a:effectLst/>
                </a:rPr>
              </a:br>
              <a:r>
                <a:rPr lang="zh-CN" altLang="en-US" sz="900" b="0" dirty="0">
                  <a:solidFill>
                    <a:schemeClr val="tx1"/>
                  </a:solidFill>
                  <a:effectLst/>
                </a:rPr>
                <a:t>（建议使用主题字体）</a:t>
              </a:r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7E5CCED1-B0B8-F9BE-69BF-5880272862C1}"/>
              </a:ext>
            </a:extLst>
          </p:cNvPr>
          <p:cNvGrpSpPr/>
          <p:nvPr/>
        </p:nvGrpSpPr>
        <p:grpSpPr>
          <a:xfrm>
            <a:off x="2" y="62949"/>
            <a:ext cx="9145587" cy="514424"/>
            <a:chOff x="2" y="62949"/>
            <a:chExt cx="9145587" cy="514424"/>
          </a:xfrm>
        </p:grpSpPr>
        <p:pic>
          <p:nvPicPr>
            <p:cNvPr id="55" name="Picture 54" descr="122-吉林大学-logo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13973" y="62949"/>
              <a:ext cx="430096" cy="430096"/>
            </a:xfrm>
            <a:prstGeom prst="rect">
              <a:avLst/>
            </a:prstGeom>
          </p:spPr>
        </p:pic>
        <p:sp>
          <p:nvSpPr>
            <p:cNvPr id="52" name="任意多边形 7">
              <a:extLst>
                <a:ext uri="{FF2B5EF4-FFF2-40B4-BE49-F238E27FC236}">
                  <a16:creationId xmlns:a16="http://schemas.microsoft.com/office/drawing/2014/main" id="{6812592C-0EEA-3941-BCB4-6750F4387B32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521636" y="555120"/>
              <a:ext cx="8623953" cy="22253"/>
            </a:xfrm>
            <a:custGeom>
              <a:avLst/>
              <a:gdLst>
                <a:gd name="connsiteX0" fmla="*/ 0 w 12125327"/>
                <a:gd name="connsiteY0" fmla="*/ 0 h 31282"/>
                <a:gd name="connsiteX1" fmla="*/ 12125327 w 12125327"/>
                <a:gd name="connsiteY1" fmla="*/ 0 h 31282"/>
                <a:gd name="connsiteX2" fmla="*/ 12125327 w 12125327"/>
                <a:gd name="connsiteY2" fmla="*/ 31282 h 31282"/>
                <a:gd name="connsiteX3" fmla="*/ 17139 w 12125327"/>
                <a:gd name="connsiteY3" fmla="*/ 31282 h 31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25327" h="31282">
                  <a:moveTo>
                    <a:pt x="0" y="0"/>
                  </a:moveTo>
                  <a:lnTo>
                    <a:pt x="12125327" y="0"/>
                  </a:lnTo>
                  <a:lnTo>
                    <a:pt x="12125327" y="31282"/>
                  </a:lnTo>
                  <a:lnTo>
                    <a:pt x="17139" y="3128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4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3" name="任意多边形 8">
              <a:extLst>
                <a:ext uri="{FF2B5EF4-FFF2-40B4-BE49-F238E27FC236}">
                  <a16:creationId xmlns:a16="http://schemas.microsoft.com/office/drawing/2014/main" id="{AC0AC60A-79AE-13CB-68D8-8CA295E2EEBE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2" y="195486"/>
              <a:ext cx="410536" cy="381886"/>
            </a:xfrm>
            <a:custGeom>
              <a:avLst/>
              <a:gdLst>
                <a:gd name="connsiteX0" fmla="*/ 284734 w 577217"/>
                <a:gd name="connsiteY0" fmla="*/ 0 h 536832"/>
                <a:gd name="connsiteX1" fmla="*/ 577217 w 577217"/>
                <a:gd name="connsiteY1" fmla="*/ 536832 h 536832"/>
                <a:gd name="connsiteX2" fmla="*/ 0 w 577217"/>
                <a:gd name="connsiteY2" fmla="*/ 536832 h 536832"/>
                <a:gd name="connsiteX3" fmla="*/ 0 w 577217"/>
                <a:gd name="connsiteY3" fmla="*/ 184 h 536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7217" h="536832">
                  <a:moveTo>
                    <a:pt x="284734" y="0"/>
                  </a:moveTo>
                  <a:lnTo>
                    <a:pt x="577217" y="536832"/>
                  </a:lnTo>
                  <a:lnTo>
                    <a:pt x="0" y="536832"/>
                  </a:lnTo>
                  <a:lnTo>
                    <a:pt x="0" y="184"/>
                  </a:lnTo>
                  <a:close/>
                </a:path>
              </a:pathLst>
            </a:custGeom>
            <a:solidFill>
              <a:srgbClr val="071E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400" dirty="0">
                <a:solidFill>
                  <a:srgbClr val="7EC234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4" name="Title 1">
              <a:extLst>
                <a:ext uri="{FF2B5EF4-FFF2-40B4-BE49-F238E27FC236}">
                  <a16:creationId xmlns:a16="http://schemas.microsoft.com/office/drawing/2014/main" id="{A47B810E-361C-7012-FD96-1C563496C2D0}"/>
                </a:ext>
              </a:extLst>
            </p:cNvPr>
            <p:cNvSpPr txBox="1">
              <a:spLocks/>
            </p:cNvSpPr>
            <p:nvPr/>
          </p:nvSpPr>
          <p:spPr>
            <a:xfrm>
              <a:off x="611560" y="175643"/>
              <a:ext cx="2129944" cy="379477"/>
            </a:xfrm>
            <a:prstGeom prst="rect">
              <a:avLst/>
            </a:prstGeom>
          </p:spPr>
          <p:txBody>
            <a:bodyPr lIns="0" rIns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3000" b="0" kern="1200">
                  <a:solidFill>
                    <a:schemeClr val="accent1"/>
                  </a:solidFill>
                  <a:latin typeface="U.S. 101" pitchFamily="2" charset="0"/>
                  <a:ea typeface="Roboto" pitchFamily="2" charset="0"/>
                  <a:cs typeface="Open Sans Light" panose="020B0306030504020204" pitchFamily="34" charset="0"/>
                </a:defRPr>
              </a:lvl1pPr>
            </a:lstStyle>
            <a:p>
              <a:pPr algn="l"/>
              <a:r>
                <a:rPr lang="zh-CN" altLang="en-US" sz="18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点击输入标题内容</a:t>
              </a:r>
              <a:endParaRPr lang="en-GB" altLang="zh-CN" sz="1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27232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07750" y="1545636"/>
            <a:ext cx="2528499" cy="2626458"/>
            <a:chOff x="4405269" y="2326517"/>
            <a:chExt cx="3371332" cy="3501944"/>
          </a:xfrm>
        </p:grpSpPr>
        <p:sp>
          <p:nvSpPr>
            <p:cNvPr id="24" name="任意多边形: 形状 23"/>
            <p:cNvSpPr>
              <a:spLocks/>
            </p:cNvSpPr>
            <p:nvPr/>
          </p:nvSpPr>
          <p:spPr bwMode="auto">
            <a:xfrm>
              <a:off x="5184636" y="2853957"/>
              <a:ext cx="618379" cy="535929"/>
            </a:xfrm>
            <a:custGeom>
              <a:avLst/>
              <a:gdLst>
                <a:gd name="T0" fmla="*/ 177 w 177"/>
                <a:gd name="T1" fmla="*/ 89 h 154"/>
                <a:gd name="T2" fmla="*/ 153 w 177"/>
                <a:gd name="T3" fmla="*/ 0 h 154"/>
                <a:gd name="T4" fmla="*/ 0 w 177"/>
                <a:gd name="T5" fmla="*/ 89 h 154"/>
                <a:gd name="T6" fmla="*/ 65 w 177"/>
                <a:gd name="T7" fmla="*/ 154 h 154"/>
                <a:gd name="T8" fmla="*/ 177 w 177"/>
                <a:gd name="T9" fmla="*/ 89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7" h="154">
                  <a:moveTo>
                    <a:pt x="177" y="89"/>
                  </a:moveTo>
                  <a:cubicBezTo>
                    <a:pt x="153" y="0"/>
                    <a:pt x="153" y="0"/>
                    <a:pt x="153" y="0"/>
                  </a:cubicBezTo>
                  <a:cubicBezTo>
                    <a:pt x="94" y="18"/>
                    <a:pt x="42" y="49"/>
                    <a:pt x="0" y="89"/>
                  </a:cubicBezTo>
                  <a:cubicBezTo>
                    <a:pt x="65" y="154"/>
                    <a:pt x="65" y="154"/>
                    <a:pt x="65" y="154"/>
                  </a:cubicBezTo>
                  <a:cubicBezTo>
                    <a:pt x="96" y="125"/>
                    <a:pt x="134" y="103"/>
                    <a:pt x="177" y="8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" name="任意多边形: 形状 24"/>
            <p:cNvSpPr>
              <a:spLocks/>
            </p:cNvSpPr>
            <p:nvPr/>
          </p:nvSpPr>
          <p:spPr bwMode="auto">
            <a:xfrm>
              <a:off x="4825389" y="3213204"/>
              <a:ext cx="537401" cy="619851"/>
            </a:xfrm>
            <a:custGeom>
              <a:avLst/>
              <a:gdLst>
                <a:gd name="T0" fmla="*/ 154 w 154"/>
                <a:gd name="T1" fmla="*/ 65 h 178"/>
                <a:gd name="T2" fmla="*/ 88 w 154"/>
                <a:gd name="T3" fmla="*/ 0 h 178"/>
                <a:gd name="T4" fmla="*/ 0 w 154"/>
                <a:gd name="T5" fmla="*/ 154 h 178"/>
                <a:gd name="T6" fmla="*/ 89 w 154"/>
                <a:gd name="T7" fmla="*/ 178 h 178"/>
                <a:gd name="T8" fmla="*/ 154 w 154"/>
                <a:gd name="T9" fmla="*/ 6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4" h="178">
                  <a:moveTo>
                    <a:pt x="154" y="65"/>
                  </a:moveTo>
                  <a:cubicBezTo>
                    <a:pt x="88" y="0"/>
                    <a:pt x="88" y="0"/>
                    <a:pt x="88" y="0"/>
                  </a:cubicBezTo>
                  <a:cubicBezTo>
                    <a:pt x="47" y="44"/>
                    <a:pt x="17" y="96"/>
                    <a:pt x="0" y="154"/>
                  </a:cubicBezTo>
                  <a:cubicBezTo>
                    <a:pt x="89" y="178"/>
                    <a:pt x="89" y="178"/>
                    <a:pt x="89" y="178"/>
                  </a:cubicBezTo>
                  <a:cubicBezTo>
                    <a:pt x="102" y="136"/>
                    <a:pt x="124" y="97"/>
                    <a:pt x="154" y="6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" name="任意多边形: 形状 25"/>
            <p:cNvSpPr>
              <a:spLocks/>
            </p:cNvSpPr>
            <p:nvPr/>
          </p:nvSpPr>
          <p:spPr bwMode="auto">
            <a:xfrm>
              <a:off x="4756189" y="3815391"/>
              <a:ext cx="362193" cy="618379"/>
            </a:xfrm>
            <a:custGeom>
              <a:avLst/>
              <a:gdLst>
                <a:gd name="T0" fmla="*/ 104 w 104"/>
                <a:gd name="T1" fmla="*/ 24 h 177"/>
                <a:gd name="T2" fmla="*/ 15 w 104"/>
                <a:gd name="T3" fmla="*/ 0 h 177"/>
                <a:gd name="T4" fmla="*/ 15 w 104"/>
                <a:gd name="T5" fmla="*/ 177 h 177"/>
                <a:gd name="T6" fmla="*/ 104 w 104"/>
                <a:gd name="T7" fmla="*/ 154 h 177"/>
                <a:gd name="T8" fmla="*/ 104 w 104"/>
                <a:gd name="T9" fmla="*/ 24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177">
                  <a:moveTo>
                    <a:pt x="104" y="24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" y="57"/>
                    <a:pt x="0" y="117"/>
                    <a:pt x="15" y="177"/>
                  </a:cubicBezTo>
                  <a:cubicBezTo>
                    <a:pt x="104" y="154"/>
                    <a:pt x="104" y="154"/>
                    <a:pt x="104" y="154"/>
                  </a:cubicBezTo>
                  <a:cubicBezTo>
                    <a:pt x="93" y="110"/>
                    <a:pt x="94" y="65"/>
                    <a:pt x="104" y="2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7" name="任意多边形: 形状 26"/>
            <p:cNvSpPr>
              <a:spLocks/>
            </p:cNvSpPr>
            <p:nvPr/>
          </p:nvSpPr>
          <p:spPr bwMode="auto">
            <a:xfrm>
              <a:off x="4825389" y="4419044"/>
              <a:ext cx="537401" cy="618379"/>
            </a:xfrm>
            <a:custGeom>
              <a:avLst/>
              <a:gdLst>
                <a:gd name="T0" fmla="*/ 89 w 154"/>
                <a:gd name="T1" fmla="*/ 0 h 177"/>
                <a:gd name="T2" fmla="*/ 0 w 154"/>
                <a:gd name="T3" fmla="*/ 24 h 177"/>
                <a:gd name="T4" fmla="*/ 88 w 154"/>
                <a:gd name="T5" fmla="*/ 177 h 177"/>
                <a:gd name="T6" fmla="*/ 154 w 154"/>
                <a:gd name="T7" fmla="*/ 112 h 177"/>
                <a:gd name="T8" fmla="*/ 89 w 154"/>
                <a:gd name="T9" fmla="*/ 0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4" h="177">
                  <a:moveTo>
                    <a:pt x="89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17" y="83"/>
                    <a:pt x="48" y="135"/>
                    <a:pt x="88" y="177"/>
                  </a:cubicBezTo>
                  <a:cubicBezTo>
                    <a:pt x="154" y="112"/>
                    <a:pt x="154" y="112"/>
                    <a:pt x="154" y="112"/>
                  </a:cubicBezTo>
                  <a:cubicBezTo>
                    <a:pt x="124" y="81"/>
                    <a:pt x="102" y="43"/>
                    <a:pt x="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8" name="任意多边形: 形状 27"/>
            <p:cNvSpPr>
              <a:spLocks/>
            </p:cNvSpPr>
            <p:nvPr/>
          </p:nvSpPr>
          <p:spPr bwMode="auto">
            <a:xfrm>
              <a:off x="5184636" y="4859273"/>
              <a:ext cx="618379" cy="537401"/>
            </a:xfrm>
            <a:custGeom>
              <a:avLst/>
              <a:gdLst>
                <a:gd name="T0" fmla="*/ 65 w 177"/>
                <a:gd name="T1" fmla="*/ 0 h 154"/>
                <a:gd name="T2" fmla="*/ 0 w 177"/>
                <a:gd name="T3" fmla="*/ 66 h 154"/>
                <a:gd name="T4" fmla="*/ 153 w 177"/>
                <a:gd name="T5" fmla="*/ 154 h 154"/>
                <a:gd name="T6" fmla="*/ 177 w 177"/>
                <a:gd name="T7" fmla="*/ 65 h 154"/>
                <a:gd name="T8" fmla="*/ 65 w 177"/>
                <a:gd name="T9" fmla="*/ 0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7" h="154">
                  <a:moveTo>
                    <a:pt x="65" y="0"/>
                  </a:moveTo>
                  <a:cubicBezTo>
                    <a:pt x="0" y="66"/>
                    <a:pt x="0" y="66"/>
                    <a:pt x="0" y="66"/>
                  </a:cubicBezTo>
                  <a:cubicBezTo>
                    <a:pt x="43" y="107"/>
                    <a:pt x="96" y="137"/>
                    <a:pt x="153" y="154"/>
                  </a:cubicBezTo>
                  <a:cubicBezTo>
                    <a:pt x="177" y="65"/>
                    <a:pt x="177" y="65"/>
                    <a:pt x="177" y="65"/>
                  </a:cubicBezTo>
                  <a:cubicBezTo>
                    <a:pt x="135" y="52"/>
                    <a:pt x="97" y="30"/>
                    <a:pt x="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9" name="任意多边形: 形状 28"/>
            <p:cNvSpPr>
              <a:spLocks/>
            </p:cNvSpPr>
            <p:nvPr/>
          </p:nvSpPr>
          <p:spPr bwMode="auto">
            <a:xfrm>
              <a:off x="5785339" y="5103681"/>
              <a:ext cx="619852" cy="362193"/>
            </a:xfrm>
            <a:custGeom>
              <a:avLst/>
              <a:gdLst>
                <a:gd name="T0" fmla="*/ 24 w 178"/>
                <a:gd name="T1" fmla="*/ 0 h 104"/>
                <a:gd name="T2" fmla="*/ 0 w 178"/>
                <a:gd name="T3" fmla="*/ 89 h 104"/>
                <a:gd name="T4" fmla="*/ 178 w 178"/>
                <a:gd name="T5" fmla="*/ 89 h 104"/>
                <a:gd name="T6" fmla="*/ 154 w 178"/>
                <a:gd name="T7" fmla="*/ 0 h 104"/>
                <a:gd name="T8" fmla="*/ 24 w 178"/>
                <a:gd name="T9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104">
                  <a:moveTo>
                    <a:pt x="24" y="0"/>
                  </a:moveTo>
                  <a:cubicBezTo>
                    <a:pt x="0" y="89"/>
                    <a:pt x="0" y="89"/>
                    <a:pt x="0" y="89"/>
                  </a:cubicBezTo>
                  <a:cubicBezTo>
                    <a:pt x="57" y="103"/>
                    <a:pt x="118" y="104"/>
                    <a:pt x="178" y="89"/>
                  </a:cubicBezTo>
                  <a:cubicBezTo>
                    <a:pt x="154" y="0"/>
                    <a:pt x="154" y="0"/>
                    <a:pt x="154" y="0"/>
                  </a:cubicBezTo>
                  <a:cubicBezTo>
                    <a:pt x="110" y="11"/>
                    <a:pt x="66" y="10"/>
                    <a:pt x="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" name="任意多边形: 形状 29"/>
            <p:cNvSpPr>
              <a:spLocks/>
            </p:cNvSpPr>
            <p:nvPr/>
          </p:nvSpPr>
          <p:spPr bwMode="auto">
            <a:xfrm>
              <a:off x="6388999" y="4859273"/>
              <a:ext cx="619852" cy="537401"/>
            </a:xfrm>
            <a:custGeom>
              <a:avLst/>
              <a:gdLst>
                <a:gd name="T0" fmla="*/ 0 w 178"/>
                <a:gd name="T1" fmla="*/ 65 h 154"/>
                <a:gd name="T2" fmla="*/ 24 w 178"/>
                <a:gd name="T3" fmla="*/ 154 h 154"/>
                <a:gd name="T4" fmla="*/ 178 w 178"/>
                <a:gd name="T5" fmla="*/ 66 h 154"/>
                <a:gd name="T6" fmla="*/ 113 w 178"/>
                <a:gd name="T7" fmla="*/ 0 h 154"/>
                <a:gd name="T8" fmla="*/ 0 w 178"/>
                <a:gd name="T9" fmla="*/ 65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154">
                  <a:moveTo>
                    <a:pt x="0" y="65"/>
                  </a:moveTo>
                  <a:cubicBezTo>
                    <a:pt x="24" y="154"/>
                    <a:pt x="24" y="154"/>
                    <a:pt x="24" y="154"/>
                  </a:cubicBezTo>
                  <a:cubicBezTo>
                    <a:pt x="84" y="137"/>
                    <a:pt x="136" y="106"/>
                    <a:pt x="178" y="66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82" y="30"/>
                    <a:pt x="44" y="52"/>
                    <a:pt x="0" y="6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" name="任意多边形: 形状 30"/>
            <p:cNvSpPr>
              <a:spLocks/>
            </p:cNvSpPr>
            <p:nvPr/>
          </p:nvSpPr>
          <p:spPr bwMode="auto">
            <a:xfrm>
              <a:off x="6832176" y="4419044"/>
              <a:ext cx="537401" cy="618379"/>
            </a:xfrm>
            <a:custGeom>
              <a:avLst/>
              <a:gdLst>
                <a:gd name="T0" fmla="*/ 0 w 154"/>
                <a:gd name="T1" fmla="*/ 112 h 177"/>
                <a:gd name="T2" fmla="*/ 65 w 154"/>
                <a:gd name="T3" fmla="*/ 177 h 177"/>
                <a:gd name="T4" fmla="*/ 154 w 154"/>
                <a:gd name="T5" fmla="*/ 24 h 177"/>
                <a:gd name="T6" fmla="*/ 65 w 154"/>
                <a:gd name="T7" fmla="*/ 0 h 177"/>
                <a:gd name="T8" fmla="*/ 0 w 154"/>
                <a:gd name="T9" fmla="*/ 112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4" h="177">
                  <a:moveTo>
                    <a:pt x="0" y="112"/>
                  </a:moveTo>
                  <a:cubicBezTo>
                    <a:pt x="65" y="177"/>
                    <a:pt x="65" y="177"/>
                    <a:pt x="65" y="177"/>
                  </a:cubicBezTo>
                  <a:cubicBezTo>
                    <a:pt x="106" y="134"/>
                    <a:pt x="136" y="81"/>
                    <a:pt x="154" y="24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52" y="42"/>
                    <a:pt x="30" y="80"/>
                    <a:pt x="0" y="1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2" name="任意多边形: 形状 31"/>
            <p:cNvSpPr>
              <a:spLocks/>
            </p:cNvSpPr>
            <p:nvPr/>
          </p:nvSpPr>
          <p:spPr bwMode="auto">
            <a:xfrm>
              <a:off x="7075107" y="3815383"/>
              <a:ext cx="360723" cy="621324"/>
            </a:xfrm>
            <a:custGeom>
              <a:avLst/>
              <a:gdLst>
                <a:gd name="T0" fmla="*/ 89 w 103"/>
                <a:gd name="T1" fmla="*/ 0 h 178"/>
                <a:gd name="T2" fmla="*/ 0 w 103"/>
                <a:gd name="T3" fmla="*/ 24 h 178"/>
                <a:gd name="T4" fmla="*/ 0 w 103"/>
                <a:gd name="T5" fmla="*/ 154 h 178"/>
                <a:gd name="T6" fmla="*/ 89 w 103"/>
                <a:gd name="T7" fmla="*/ 178 h 178"/>
                <a:gd name="T8" fmla="*/ 89 w 103"/>
                <a:gd name="T9" fmla="*/ 0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" h="178">
                  <a:moveTo>
                    <a:pt x="89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10" y="68"/>
                    <a:pt x="9" y="112"/>
                    <a:pt x="0" y="154"/>
                  </a:cubicBezTo>
                  <a:cubicBezTo>
                    <a:pt x="89" y="178"/>
                    <a:pt x="89" y="178"/>
                    <a:pt x="89" y="178"/>
                  </a:cubicBezTo>
                  <a:cubicBezTo>
                    <a:pt x="102" y="121"/>
                    <a:pt x="103" y="60"/>
                    <a:pt x="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" name="任意多边形: 形状 32"/>
            <p:cNvSpPr>
              <a:spLocks/>
            </p:cNvSpPr>
            <p:nvPr/>
          </p:nvSpPr>
          <p:spPr bwMode="auto">
            <a:xfrm>
              <a:off x="6832176" y="3213204"/>
              <a:ext cx="532985" cy="619851"/>
            </a:xfrm>
            <a:custGeom>
              <a:avLst/>
              <a:gdLst>
                <a:gd name="T0" fmla="*/ 65 w 153"/>
                <a:gd name="T1" fmla="*/ 178 h 178"/>
                <a:gd name="T2" fmla="*/ 153 w 153"/>
                <a:gd name="T3" fmla="*/ 154 h 178"/>
                <a:gd name="T4" fmla="*/ 65 w 153"/>
                <a:gd name="T5" fmla="*/ 0 h 178"/>
                <a:gd name="T6" fmla="*/ 0 w 153"/>
                <a:gd name="T7" fmla="*/ 65 h 178"/>
                <a:gd name="T8" fmla="*/ 65 w 153"/>
                <a:gd name="T9" fmla="*/ 178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3" h="178">
                  <a:moveTo>
                    <a:pt x="65" y="178"/>
                  </a:moveTo>
                  <a:cubicBezTo>
                    <a:pt x="153" y="154"/>
                    <a:pt x="153" y="154"/>
                    <a:pt x="153" y="154"/>
                  </a:cubicBezTo>
                  <a:cubicBezTo>
                    <a:pt x="136" y="94"/>
                    <a:pt x="105" y="42"/>
                    <a:pt x="65" y="0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29" y="96"/>
                    <a:pt x="51" y="134"/>
                    <a:pt x="65" y="178"/>
                  </a:cubicBezTo>
                  <a:close/>
                </a:path>
              </a:pathLst>
            </a:custGeom>
            <a:solidFill>
              <a:srgbClr val="071F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" name="任意多边形: 形状 33"/>
            <p:cNvSpPr>
              <a:spLocks/>
            </p:cNvSpPr>
            <p:nvPr/>
          </p:nvSpPr>
          <p:spPr bwMode="auto">
            <a:xfrm>
              <a:off x="6388999" y="2853957"/>
              <a:ext cx="619852" cy="535929"/>
            </a:xfrm>
            <a:custGeom>
              <a:avLst/>
              <a:gdLst>
                <a:gd name="T0" fmla="*/ 113 w 178"/>
                <a:gd name="T1" fmla="*/ 154 h 154"/>
                <a:gd name="T2" fmla="*/ 178 w 178"/>
                <a:gd name="T3" fmla="*/ 89 h 154"/>
                <a:gd name="T4" fmla="*/ 24 w 178"/>
                <a:gd name="T5" fmla="*/ 0 h 154"/>
                <a:gd name="T6" fmla="*/ 0 w 178"/>
                <a:gd name="T7" fmla="*/ 89 h 154"/>
                <a:gd name="T8" fmla="*/ 113 w 178"/>
                <a:gd name="T9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154">
                  <a:moveTo>
                    <a:pt x="113" y="154"/>
                  </a:moveTo>
                  <a:cubicBezTo>
                    <a:pt x="178" y="89"/>
                    <a:pt x="178" y="89"/>
                    <a:pt x="178" y="89"/>
                  </a:cubicBezTo>
                  <a:cubicBezTo>
                    <a:pt x="134" y="48"/>
                    <a:pt x="82" y="18"/>
                    <a:pt x="24" y="0"/>
                  </a:cubicBezTo>
                  <a:cubicBezTo>
                    <a:pt x="0" y="89"/>
                    <a:pt x="0" y="89"/>
                    <a:pt x="0" y="89"/>
                  </a:cubicBezTo>
                  <a:cubicBezTo>
                    <a:pt x="42" y="102"/>
                    <a:pt x="81" y="124"/>
                    <a:pt x="113" y="154"/>
                  </a:cubicBezTo>
                  <a:close/>
                </a:path>
              </a:pathLst>
            </a:custGeom>
            <a:solidFill>
              <a:srgbClr val="071F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" name="任意多边形: 形状 34"/>
            <p:cNvSpPr>
              <a:spLocks/>
            </p:cNvSpPr>
            <p:nvPr/>
          </p:nvSpPr>
          <p:spPr bwMode="auto">
            <a:xfrm>
              <a:off x="5785339" y="2787701"/>
              <a:ext cx="619852" cy="359249"/>
            </a:xfrm>
            <a:custGeom>
              <a:avLst/>
              <a:gdLst>
                <a:gd name="T0" fmla="*/ 154 w 178"/>
                <a:gd name="T1" fmla="*/ 103 h 103"/>
                <a:gd name="T2" fmla="*/ 178 w 178"/>
                <a:gd name="T3" fmla="*/ 14 h 103"/>
                <a:gd name="T4" fmla="*/ 0 w 178"/>
                <a:gd name="T5" fmla="*/ 14 h 103"/>
                <a:gd name="T6" fmla="*/ 24 w 178"/>
                <a:gd name="T7" fmla="*/ 103 h 103"/>
                <a:gd name="T8" fmla="*/ 154 w 178"/>
                <a:gd name="T9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103">
                  <a:moveTo>
                    <a:pt x="154" y="103"/>
                  </a:moveTo>
                  <a:cubicBezTo>
                    <a:pt x="178" y="14"/>
                    <a:pt x="178" y="14"/>
                    <a:pt x="178" y="14"/>
                  </a:cubicBezTo>
                  <a:cubicBezTo>
                    <a:pt x="121" y="1"/>
                    <a:pt x="61" y="0"/>
                    <a:pt x="0" y="14"/>
                  </a:cubicBezTo>
                  <a:cubicBezTo>
                    <a:pt x="24" y="103"/>
                    <a:pt x="24" y="103"/>
                    <a:pt x="24" y="103"/>
                  </a:cubicBezTo>
                  <a:cubicBezTo>
                    <a:pt x="68" y="93"/>
                    <a:pt x="113" y="94"/>
                    <a:pt x="154" y="103"/>
                  </a:cubicBezTo>
                  <a:close/>
                </a:path>
              </a:pathLst>
            </a:custGeom>
            <a:solidFill>
              <a:srgbClr val="071F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6060667" y="3142532"/>
              <a:ext cx="69200" cy="1964091"/>
              <a:chOff x="6057901" y="2932112"/>
              <a:chExt cx="74613" cy="2117725"/>
            </a:xfrm>
          </p:grpSpPr>
          <p:sp>
            <p:nvSpPr>
              <p:cNvPr id="45" name="任意多边形: 形状 44"/>
              <p:cNvSpPr>
                <a:spLocks/>
              </p:cNvSpPr>
              <p:nvPr/>
            </p:nvSpPr>
            <p:spPr bwMode="auto">
              <a:xfrm>
                <a:off x="6057901" y="2932112"/>
                <a:ext cx="74613" cy="1060450"/>
              </a:xfrm>
              <a:custGeom>
                <a:avLst/>
                <a:gdLst>
                  <a:gd name="T0" fmla="*/ 10 w 20"/>
                  <a:gd name="T1" fmla="*/ 0 h 282"/>
                  <a:gd name="T2" fmla="*/ 0 w 20"/>
                  <a:gd name="T3" fmla="*/ 10 h 282"/>
                  <a:gd name="T4" fmla="*/ 0 w 20"/>
                  <a:gd name="T5" fmla="*/ 272 h 282"/>
                  <a:gd name="T6" fmla="*/ 10 w 20"/>
                  <a:gd name="T7" fmla="*/ 282 h 282"/>
                  <a:gd name="T8" fmla="*/ 20 w 20"/>
                  <a:gd name="T9" fmla="*/ 272 h 282"/>
                  <a:gd name="T10" fmla="*/ 20 w 20"/>
                  <a:gd name="T11" fmla="*/ 10 h 282"/>
                  <a:gd name="T12" fmla="*/ 10 w 20"/>
                  <a:gd name="T13" fmla="*/ 0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282">
                    <a:moveTo>
                      <a:pt x="10" y="0"/>
                    </a:moveTo>
                    <a:cubicBezTo>
                      <a:pt x="5" y="0"/>
                      <a:pt x="0" y="5"/>
                      <a:pt x="0" y="10"/>
                    </a:cubicBezTo>
                    <a:cubicBezTo>
                      <a:pt x="0" y="272"/>
                      <a:pt x="0" y="272"/>
                      <a:pt x="0" y="272"/>
                    </a:cubicBezTo>
                    <a:cubicBezTo>
                      <a:pt x="0" y="277"/>
                      <a:pt x="5" y="282"/>
                      <a:pt x="10" y="282"/>
                    </a:cubicBezTo>
                    <a:cubicBezTo>
                      <a:pt x="16" y="282"/>
                      <a:pt x="20" y="277"/>
                      <a:pt x="20" y="272"/>
                    </a:cubicBezTo>
                    <a:cubicBezTo>
                      <a:pt x="20" y="10"/>
                      <a:pt x="20" y="10"/>
                      <a:pt x="20" y="10"/>
                    </a:cubicBezTo>
                    <a:cubicBezTo>
                      <a:pt x="20" y="5"/>
                      <a:pt x="16" y="0"/>
                      <a:pt x="10" y="0"/>
                    </a:cubicBezTo>
                    <a:close/>
                  </a:path>
                </a:pathLst>
              </a:custGeom>
              <a:solidFill>
                <a:srgbClr val="0A2C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6" name="任意多边形: 形状 45"/>
              <p:cNvSpPr>
                <a:spLocks/>
              </p:cNvSpPr>
              <p:nvPr/>
            </p:nvSpPr>
            <p:spPr bwMode="auto">
              <a:xfrm>
                <a:off x="6057901" y="3992562"/>
                <a:ext cx="74613" cy="1057275"/>
              </a:xfrm>
              <a:custGeom>
                <a:avLst/>
                <a:gdLst>
                  <a:gd name="T0" fmla="*/ 10 w 20"/>
                  <a:gd name="T1" fmla="*/ 0 h 281"/>
                  <a:gd name="T2" fmla="*/ 0 w 20"/>
                  <a:gd name="T3" fmla="*/ 10 h 281"/>
                  <a:gd name="T4" fmla="*/ 0 w 20"/>
                  <a:gd name="T5" fmla="*/ 271 h 281"/>
                  <a:gd name="T6" fmla="*/ 10 w 20"/>
                  <a:gd name="T7" fmla="*/ 281 h 281"/>
                  <a:gd name="T8" fmla="*/ 20 w 20"/>
                  <a:gd name="T9" fmla="*/ 271 h 281"/>
                  <a:gd name="T10" fmla="*/ 20 w 20"/>
                  <a:gd name="T11" fmla="*/ 10 h 281"/>
                  <a:gd name="T12" fmla="*/ 10 w 20"/>
                  <a:gd name="T13" fmla="*/ 0 h 2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281">
                    <a:moveTo>
                      <a:pt x="10" y="0"/>
                    </a:moveTo>
                    <a:cubicBezTo>
                      <a:pt x="5" y="0"/>
                      <a:pt x="0" y="4"/>
                      <a:pt x="0" y="10"/>
                    </a:cubicBezTo>
                    <a:cubicBezTo>
                      <a:pt x="0" y="271"/>
                      <a:pt x="0" y="271"/>
                      <a:pt x="0" y="271"/>
                    </a:cubicBezTo>
                    <a:cubicBezTo>
                      <a:pt x="0" y="277"/>
                      <a:pt x="5" y="281"/>
                      <a:pt x="10" y="281"/>
                    </a:cubicBezTo>
                    <a:cubicBezTo>
                      <a:pt x="16" y="281"/>
                      <a:pt x="20" y="277"/>
                      <a:pt x="20" y="271"/>
                    </a:cubicBezTo>
                    <a:cubicBezTo>
                      <a:pt x="20" y="10"/>
                      <a:pt x="20" y="10"/>
                      <a:pt x="20" y="10"/>
                    </a:cubicBezTo>
                    <a:cubicBezTo>
                      <a:pt x="20" y="4"/>
                      <a:pt x="16" y="0"/>
                      <a:pt x="10" y="0"/>
                    </a:cubicBezTo>
                    <a:close/>
                  </a:path>
                </a:pathLst>
              </a:cu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7" name="组合 36"/>
            <p:cNvGrpSpPr/>
            <p:nvPr/>
          </p:nvGrpSpPr>
          <p:grpSpPr>
            <a:xfrm rot="16200000">
              <a:off x="5271503" y="4056850"/>
              <a:ext cx="1647540" cy="139871"/>
              <a:chOff x="5207001" y="3917949"/>
              <a:chExt cx="1776413" cy="150812"/>
            </a:xfrm>
          </p:grpSpPr>
          <p:sp>
            <p:nvSpPr>
              <p:cNvPr id="43" name="任意多边形: 形状 42"/>
              <p:cNvSpPr>
                <a:spLocks/>
              </p:cNvSpPr>
              <p:nvPr/>
            </p:nvSpPr>
            <p:spPr bwMode="auto">
              <a:xfrm>
                <a:off x="6096001" y="3917949"/>
                <a:ext cx="887413" cy="150812"/>
              </a:xfrm>
              <a:custGeom>
                <a:avLst/>
                <a:gdLst>
                  <a:gd name="T0" fmla="*/ 216 w 236"/>
                  <a:gd name="T1" fmla="*/ 0 h 40"/>
                  <a:gd name="T2" fmla="*/ 20 w 236"/>
                  <a:gd name="T3" fmla="*/ 0 h 40"/>
                  <a:gd name="T4" fmla="*/ 0 w 236"/>
                  <a:gd name="T5" fmla="*/ 20 h 40"/>
                  <a:gd name="T6" fmla="*/ 20 w 236"/>
                  <a:gd name="T7" fmla="*/ 40 h 40"/>
                  <a:gd name="T8" fmla="*/ 216 w 236"/>
                  <a:gd name="T9" fmla="*/ 40 h 40"/>
                  <a:gd name="T10" fmla="*/ 236 w 236"/>
                  <a:gd name="T11" fmla="*/ 20 h 40"/>
                  <a:gd name="T12" fmla="*/ 216 w 236"/>
                  <a:gd name="T13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6" h="40">
                    <a:moveTo>
                      <a:pt x="216" y="0"/>
                    </a:moveTo>
                    <a:cubicBezTo>
                      <a:pt x="20" y="0"/>
                      <a:pt x="20" y="0"/>
                      <a:pt x="20" y="0"/>
                    </a:cubicBezTo>
                    <a:cubicBezTo>
                      <a:pt x="9" y="0"/>
                      <a:pt x="0" y="9"/>
                      <a:pt x="0" y="20"/>
                    </a:cubicBezTo>
                    <a:cubicBezTo>
                      <a:pt x="0" y="31"/>
                      <a:pt x="9" y="40"/>
                      <a:pt x="20" y="40"/>
                    </a:cubicBezTo>
                    <a:cubicBezTo>
                      <a:pt x="216" y="40"/>
                      <a:pt x="216" y="40"/>
                      <a:pt x="216" y="40"/>
                    </a:cubicBezTo>
                    <a:cubicBezTo>
                      <a:pt x="227" y="40"/>
                      <a:pt x="236" y="31"/>
                      <a:pt x="236" y="20"/>
                    </a:cubicBezTo>
                    <a:cubicBezTo>
                      <a:pt x="236" y="9"/>
                      <a:pt x="227" y="0"/>
                      <a:pt x="216" y="0"/>
                    </a:cubicBezTo>
                    <a:close/>
                  </a:path>
                </a:pathLst>
              </a:custGeom>
              <a:solidFill>
                <a:srgbClr val="071F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4" name="任意多边形: 形状 43"/>
              <p:cNvSpPr>
                <a:spLocks/>
              </p:cNvSpPr>
              <p:nvPr/>
            </p:nvSpPr>
            <p:spPr bwMode="auto">
              <a:xfrm>
                <a:off x="5207001" y="3917949"/>
                <a:ext cx="889000" cy="150812"/>
              </a:xfrm>
              <a:custGeom>
                <a:avLst/>
                <a:gdLst>
                  <a:gd name="T0" fmla="*/ 216 w 236"/>
                  <a:gd name="T1" fmla="*/ 0 h 40"/>
                  <a:gd name="T2" fmla="*/ 20 w 236"/>
                  <a:gd name="T3" fmla="*/ 0 h 40"/>
                  <a:gd name="T4" fmla="*/ 0 w 236"/>
                  <a:gd name="T5" fmla="*/ 20 h 40"/>
                  <a:gd name="T6" fmla="*/ 20 w 236"/>
                  <a:gd name="T7" fmla="*/ 40 h 40"/>
                  <a:gd name="T8" fmla="*/ 216 w 236"/>
                  <a:gd name="T9" fmla="*/ 40 h 40"/>
                  <a:gd name="T10" fmla="*/ 236 w 236"/>
                  <a:gd name="T11" fmla="*/ 20 h 40"/>
                  <a:gd name="T12" fmla="*/ 216 w 236"/>
                  <a:gd name="T13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6" h="40">
                    <a:moveTo>
                      <a:pt x="216" y="0"/>
                    </a:moveTo>
                    <a:cubicBezTo>
                      <a:pt x="20" y="0"/>
                      <a:pt x="20" y="0"/>
                      <a:pt x="20" y="0"/>
                    </a:cubicBezTo>
                    <a:cubicBezTo>
                      <a:pt x="9" y="0"/>
                      <a:pt x="0" y="9"/>
                      <a:pt x="0" y="20"/>
                    </a:cubicBezTo>
                    <a:cubicBezTo>
                      <a:pt x="0" y="31"/>
                      <a:pt x="9" y="40"/>
                      <a:pt x="20" y="40"/>
                    </a:cubicBezTo>
                    <a:cubicBezTo>
                      <a:pt x="216" y="40"/>
                      <a:pt x="216" y="40"/>
                      <a:pt x="216" y="40"/>
                    </a:cubicBezTo>
                    <a:cubicBezTo>
                      <a:pt x="227" y="40"/>
                      <a:pt x="236" y="31"/>
                      <a:pt x="236" y="20"/>
                    </a:cubicBezTo>
                    <a:cubicBezTo>
                      <a:pt x="236" y="9"/>
                      <a:pt x="227" y="0"/>
                      <a:pt x="216" y="0"/>
                    </a:cubicBezTo>
                    <a:close/>
                  </a:path>
                </a:pathLst>
              </a:custGeom>
              <a:no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38" name="椭圆 37"/>
            <p:cNvSpPr>
              <a:spLocks/>
            </p:cNvSpPr>
            <p:nvPr/>
          </p:nvSpPr>
          <p:spPr bwMode="auto">
            <a:xfrm>
              <a:off x="5963495" y="4000899"/>
              <a:ext cx="265020" cy="265020"/>
            </a:xfrm>
            <a:prstGeom prst="ellipse">
              <a:avLst/>
            </a:prstGeom>
            <a:solidFill>
              <a:srgbClr val="071F93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4405269" y="2326517"/>
              <a:ext cx="3371332" cy="3501944"/>
              <a:chOff x="1728787" y="5305425"/>
              <a:chExt cx="2827339" cy="2936876"/>
            </a:xfrm>
            <a:solidFill>
              <a:schemeClr val="tx2">
                <a:lumMod val="60000"/>
                <a:lumOff val="40000"/>
              </a:schemeClr>
            </a:solidFill>
          </p:grpSpPr>
          <p:sp>
            <p:nvSpPr>
              <p:cNvPr id="40" name="任意多边形: 形状 39"/>
              <p:cNvSpPr>
                <a:spLocks/>
              </p:cNvSpPr>
              <p:nvPr/>
            </p:nvSpPr>
            <p:spPr bwMode="auto">
              <a:xfrm>
                <a:off x="1728787" y="5305425"/>
                <a:ext cx="1011238" cy="811213"/>
              </a:xfrm>
              <a:custGeom>
                <a:avLst/>
                <a:gdLst>
                  <a:gd name="T0" fmla="*/ 258 w 389"/>
                  <a:gd name="T1" fmla="*/ 0 h 312"/>
                  <a:gd name="T2" fmla="*/ 160 w 389"/>
                  <a:gd name="T3" fmla="*/ 23 h 312"/>
                  <a:gd name="T4" fmla="*/ 151 w 389"/>
                  <a:gd name="T5" fmla="*/ 11 h 312"/>
                  <a:gd name="T6" fmla="*/ 131 w 389"/>
                  <a:gd name="T7" fmla="*/ 1 h 312"/>
                  <a:gd name="T8" fmla="*/ 115 w 389"/>
                  <a:gd name="T9" fmla="*/ 6 h 312"/>
                  <a:gd name="T10" fmla="*/ 73 w 389"/>
                  <a:gd name="T11" fmla="*/ 38 h 312"/>
                  <a:gd name="T12" fmla="*/ 68 w 389"/>
                  <a:gd name="T13" fmla="*/ 72 h 312"/>
                  <a:gd name="T14" fmla="*/ 77 w 389"/>
                  <a:gd name="T15" fmla="*/ 85 h 312"/>
                  <a:gd name="T16" fmla="*/ 44 w 389"/>
                  <a:gd name="T17" fmla="*/ 306 h 312"/>
                  <a:gd name="T18" fmla="*/ 50 w 389"/>
                  <a:gd name="T19" fmla="*/ 312 h 312"/>
                  <a:gd name="T20" fmla="*/ 60 w 389"/>
                  <a:gd name="T21" fmla="*/ 308 h 312"/>
                  <a:gd name="T22" fmla="*/ 379 w 389"/>
                  <a:gd name="T23" fmla="*/ 71 h 312"/>
                  <a:gd name="T24" fmla="*/ 382 w 389"/>
                  <a:gd name="T25" fmla="*/ 56 h 312"/>
                  <a:gd name="T26" fmla="*/ 258 w 389"/>
                  <a:gd name="T27" fmla="*/ 0 h 3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89" h="312">
                    <a:moveTo>
                      <a:pt x="258" y="0"/>
                    </a:moveTo>
                    <a:cubicBezTo>
                      <a:pt x="226" y="0"/>
                      <a:pt x="192" y="8"/>
                      <a:pt x="160" y="23"/>
                    </a:cubicBezTo>
                    <a:cubicBezTo>
                      <a:pt x="151" y="11"/>
                      <a:pt x="151" y="11"/>
                      <a:pt x="151" y="11"/>
                    </a:cubicBezTo>
                    <a:cubicBezTo>
                      <a:pt x="146" y="4"/>
                      <a:pt x="138" y="1"/>
                      <a:pt x="131" y="1"/>
                    </a:cubicBezTo>
                    <a:cubicBezTo>
                      <a:pt x="125" y="1"/>
                      <a:pt x="119" y="3"/>
                      <a:pt x="115" y="6"/>
                    </a:cubicBezTo>
                    <a:cubicBezTo>
                      <a:pt x="73" y="38"/>
                      <a:pt x="73" y="38"/>
                      <a:pt x="73" y="38"/>
                    </a:cubicBezTo>
                    <a:cubicBezTo>
                      <a:pt x="62" y="46"/>
                      <a:pt x="60" y="61"/>
                      <a:pt x="68" y="72"/>
                    </a:cubicBezTo>
                    <a:cubicBezTo>
                      <a:pt x="77" y="85"/>
                      <a:pt x="77" y="85"/>
                      <a:pt x="77" y="85"/>
                    </a:cubicBezTo>
                    <a:cubicBezTo>
                      <a:pt x="16" y="153"/>
                      <a:pt x="0" y="244"/>
                      <a:pt x="44" y="306"/>
                    </a:cubicBezTo>
                    <a:cubicBezTo>
                      <a:pt x="45" y="310"/>
                      <a:pt x="47" y="312"/>
                      <a:pt x="50" y="312"/>
                    </a:cubicBezTo>
                    <a:cubicBezTo>
                      <a:pt x="52" y="312"/>
                      <a:pt x="56" y="311"/>
                      <a:pt x="60" y="308"/>
                    </a:cubicBezTo>
                    <a:cubicBezTo>
                      <a:pt x="379" y="71"/>
                      <a:pt x="379" y="71"/>
                      <a:pt x="379" y="71"/>
                    </a:cubicBezTo>
                    <a:cubicBezTo>
                      <a:pt x="388" y="65"/>
                      <a:pt x="389" y="59"/>
                      <a:pt x="382" y="56"/>
                    </a:cubicBezTo>
                    <a:cubicBezTo>
                      <a:pt x="353" y="19"/>
                      <a:pt x="308" y="0"/>
                      <a:pt x="258" y="0"/>
                    </a:cubicBezTo>
                  </a:path>
                </a:pathLst>
              </a:custGeom>
              <a:solidFill>
                <a:srgbClr val="071E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1" name="任意多边形: 形状 40"/>
              <p:cNvSpPr>
                <a:spLocks/>
              </p:cNvSpPr>
              <p:nvPr/>
            </p:nvSpPr>
            <p:spPr bwMode="auto">
              <a:xfrm>
                <a:off x="3544888" y="5305425"/>
                <a:ext cx="1011238" cy="811213"/>
              </a:xfrm>
              <a:custGeom>
                <a:avLst/>
                <a:gdLst>
                  <a:gd name="T0" fmla="*/ 131 w 389"/>
                  <a:gd name="T1" fmla="*/ 0 h 312"/>
                  <a:gd name="T2" fmla="*/ 7 w 389"/>
                  <a:gd name="T3" fmla="*/ 56 h 312"/>
                  <a:gd name="T4" fmla="*/ 10 w 389"/>
                  <a:gd name="T5" fmla="*/ 71 h 312"/>
                  <a:gd name="T6" fmla="*/ 329 w 389"/>
                  <a:gd name="T7" fmla="*/ 308 h 312"/>
                  <a:gd name="T8" fmla="*/ 340 w 389"/>
                  <a:gd name="T9" fmla="*/ 312 h 312"/>
                  <a:gd name="T10" fmla="*/ 345 w 389"/>
                  <a:gd name="T11" fmla="*/ 306 h 312"/>
                  <a:gd name="T12" fmla="*/ 312 w 389"/>
                  <a:gd name="T13" fmla="*/ 85 h 312"/>
                  <a:gd name="T14" fmla="*/ 321 w 389"/>
                  <a:gd name="T15" fmla="*/ 72 h 312"/>
                  <a:gd name="T16" fmla="*/ 316 w 389"/>
                  <a:gd name="T17" fmla="*/ 38 h 312"/>
                  <a:gd name="T18" fmla="*/ 274 w 389"/>
                  <a:gd name="T19" fmla="*/ 6 h 312"/>
                  <a:gd name="T20" fmla="*/ 258 w 389"/>
                  <a:gd name="T21" fmla="*/ 1 h 312"/>
                  <a:gd name="T22" fmla="*/ 238 w 389"/>
                  <a:gd name="T23" fmla="*/ 11 h 312"/>
                  <a:gd name="T24" fmla="*/ 229 w 389"/>
                  <a:gd name="T25" fmla="*/ 23 h 312"/>
                  <a:gd name="T26" fmla="*/ 131 w 389"/>
                  <a:gd name="T27" fmla="*/ 0 h 3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89" h="312">
                    <a:moveTo>
                      <a:pt x="131" y="0"/>
                    </a:moveTo>
                    <a:cubicBezTo>
                      <a:pt x="81" y="0"/>
                      <a:pt x="36" y="19"/>
                      <a:pt x="7" y="56"/>
                    </a:cubicBezTo>
                    <a:cubicBezTo>
                      <a:pt x="0" y="59"/>
                      <a:pt x="1" y="65"/>
                      <a:pt x="10" y="71"/>
                    </a:cubicBezTo>
                    <a:cubicBezTo>
                      <a:pt x="329" y="308"/>
                      <a:pt x="329" y="308"/>
                      <a:pt x="329" y="308"/>
                    </a:cubicBezTo>
                    <a:cubicBezTo>
                      <a:pt x="333" y="311"/>
                      <a:pt x="337" y="312"/>
                      <a:pt x="340" y="312"/>
                    </a:cubicBezTo>
                    <a:cubicBezTo>
                      <a:pt x="343" y="312"/>
                      <a:pt x="345" y="310"/>
                      <a:pt x="345" y="306"/>
                    </a:cubicBezTo>
                    <a:cubicBezTo>
                      <a:pt x="389" y="244"/>
                      <a:pt x="374" y="153"/>
                      <a:pt x="312" y="85"/>
                    </a:cubicBezTo>
                    <a:cubicBezTo>
                      <a:pt x="321" y="72"/>
                      <a:pt x="321" y="72"/>
                      <a:pt x="321" y="72"/>
                    </a:cubicBezTo>
                    <a:cubicBezTo>
                      <a:pt x="329" y="61"/>
                      <a:pt x="327" y="46"/>
                      <a:pt x="316" y="38"/>
                    </a:cubicBezTo>
                    <a:cubicBezTo>
                      <a:pt x="274" y="6"/>
                      <a:pt x="274" y="6"/>
                      <a:pt x="274" y="6"/>
                    </a:cubicBezTo>
                    <a:cubicBezTo>
                      <a:pt x="269" y="3"/>
                      <a:pt x="264" y="1"/>
                      <a:pt x="258" y="1"/>
                    </a:cubicBezTo>
                    <a:cubicBezTo>
                      <a:pt x="251" y="1"/>
                      <a:pt x="243" y="4"/>
                      <a:pt x="238" y="11"/>
                    </a:cubicBezTo>
                    <a:cubicBezTo>
                      <a:pt x="229" y="23"/>
                      <a:pt x="229" y="23"/>
                      <a:pt x="229" y="23"/>
                    </a:cubicBezTo>
                    <a:cubicBezTo>
                      <a:pt x="197" y="8"/>
                      <a:pt x="163" y="0"/>
                      <a:pt x="131" y="0"/>
                    </a:cubicBezTo>
                  </a:path>
                </a:pathLst>
              </a:custGeom>
              <a:solidFill>
                <a:srgbClr val="071E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2" name="任意多边形: 形状 41"/>
              <p:cNvSpPr>
                <a:spLocks/>
              </p:cNvSpPr>
              <p:nvPr/>
            </p:nvSpPr>
            <p:spPr bwMode="auto">
              <a:xfrm>
                <a:off x="1881188" y="5427663"/>
                <a:ext cx="2522538" cy="2814638"/>
              </a:xfrm>
              <a:custGeom>
                <a:avLst/>
                <a:gdLst>
                  <a:gd name="T0" fmla="*/ 485 w 970"/>
                  <a:gd name="T1" fmla="*/ 985 h 1083"/>
                  <a:gd name="T2" fmla="*/ 37 w 970"/>
                  <a:gd name="T3" fmla="*/ 536 h 1083"/>
                  <a:gd name="T4" fmla="*/ 485 w 970"/>
                  <a:gd name="T5" fmla="*/ 86 h 1083"/>
                  <a:gd name="T6" fmla="*/ 933 w 970"/>
                  <a:gd name="T7" fmla="*/ 536 h 1083"/>
                  <a:gd name="T8" fmla="*/ 485 w 970"/>
                  <a:gd name="T9" fmla="*/ 985 h 1083"/>
                  <a:gd name="T10" fmla="*/ 511 w 970"/>
                  <a:gd name="T11" fmla="*/ 0 h 1083"/>
                  <a:gd name="T12" fmla="*/ 459 w 970"/>
                  <a:gd name="T13" fmla="*/ 0 h 1083"/>
                  <a:gd name="T14" fmla="*/ 433 w 970"/>
                  <a:gd name="T15" fmla="*/ 25 h 1083"/>
                  <a:gd name="T16" fmla="*/ 433 w 970"/>
                  <a:gd name="T17" fmla="*/ 53 h 1083"/>
                  <a:gd name="T18" fmla="*/ 0 w 970"/>
                  <a:gd name="T19" fmla="*/ 535 h 1083"/>
                  <a:gd name="T20" fmla="*/ 141 w 970"/>
                  <a:gd name="T21" fmla="*/ 876 h 1083"/>
                  <a:gd name="T22" fmla="*/ 60 w 970"/>
                  <a:gd name="T23" fmla="*/ 1020 h 1083"/>
                  <a:gd name="T24" fmla="*/ 73 w 970"/>
                  <a:gd name="T25" fmla="*/ 1074 h 1083"/>
                  <a:gd name="T26" fmla="*/ 75 w 970"/>
                  <a:gd name="T27" fmla="*/ 1076 h 1083"/>
                  <a:gd name="T28" fmla="*/ 97 w 970"/>
                  <a:gd name="T29" fmla="*/ 1083 h 1083"/>
                  <a:gd name="T30" fmla="*/ 130 w 970"/>
                  <a:gd name="T31" fmla="*/ 1067 h 1083"/>
                  <a:gd name="T32" fmla="*/ 229 w 970"/>
                  <a:gd name="T33" fmla="*/ 944 h 1083"/>
                  <a:gd name="T34" fmla="*/ 485 w 970"/>
                  <a:gd name="T35" fmla="*/ 1018 h 1083"/>
                  <a:gd name="T36" fmla="*/ 742 w 970"/>
                  <a:gd name="T37" fmla="*/ 944 h 1083"/>
                  <a:gd name="T38" fmla="*/ 840 w 970"/>
                  <a:gd name="T39" fmla="*/ 1067 h 1083"/>
                  <a:gd name="T40" fmla="*/ 872 w 970"/>
                  <a:gd name="T41" fmla="*/ 1083 h 1083"/>
                  <a:gd name="T42" fmla="*/ 895 w 970"/>
                  <a:gd name="T43" fmla="*/ 1076 h 1083"/>
                  <a:gd name="T44" fmla="*/ 897 w 970"/>
                  <a:gd name="T45" fmla="*/ 1074 h 1083"/>
                  <a:gd name="T46" fmla="*/ 910 w 970"/>
                  <a:gd name="T47" fmla="*/ 1020 h 1083"/>
                  <a:gd name="T48" fmla="*/ 829 w 970"/>
                  <a:gd name="T49" fmla="*/ 876 h 1083"/>
                  <a:gd name="T50" fmla="*/ 970 w 970"/>
                  <a:gd name="T51" fmla="*/ 535 h 1083"/>
                  <a:gd name="T52" fmla="*/ 537 w 970"/>
                  <a:gd name="T53" fmla="*/ 53 h 1083"/>
                  <a:gd name="T54" fmla="*/ 537 w 970"/>
                  <a:gd name="T55" fmla="*/ 25 h 1083"/>
                  <a:gd name="T56" fmla="*/ 511 w 970"/>
                  <a:gd name="T57" fmla="*/ 0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970" h="1083">
                    <a:moveTo>
                      <a:pt x="485" y="985"/>
                    </a:moveTo>
                    <a:cubicBezTo>
                      <a:pt x="237" y="985"/>
                      <a:pt x="37" y="784"/>
                      <a:pt x="37" y="536"/>
                    </a:cubicBezTo>
                    <a:cubicBezTo>
                      <a:pt x="37" y="288"/>
                      <a:pt x="237" y="86"/>
                      <a:pt x="485" y="86"/>
                    </a:cubicBezTo>
                    <a:cubicBezTo>
                      <a:pt x="732" y="86"/>
                      <a:pt x="933" y="288"/>
                      <a:pt x="933" y="536"/>
                    </a:cubicBezTo>
                    <a:cubicBezTo>
                      <a:pt x="933" y="784"/>
                      <a:pt x="732" y="985"/>
                      <a:pt x="485" y="985"/>
                    </a:cubicBezTo>
                    <a:moveTo>
                      <a:pt x="511" y="0"/>
                    </a:moveTo>
                    <a:cubicBezTo>
                      <a:pt x="511" y="0"/>
                      <a:pt x="511" y="0"/>
                      <a:pt x="459" y="0"/>
                    </a:cubicBezTo>
                    <a:cubicBezTo>
                      <a:pt x="444" y="0"/>
                      <a:pt x="433" y="11"/>
                      <a:pt x="433" y="25"/>
                    </a:cubicBezTo>
                    <a:cubicBezTo>
                      <a:pt x="433" y="25"/>
                      <a:pt x="433" y="25"/>
                      <a:pt x="433" y="53"/>
                    </a:cubicBezTo>
                    <a:cubicBezTo>
                      <a:pt x="189" y="79"/>
                      <a:pt x="0" y="285"/>
                      <a:pt x="0" y="535"/>
                    </a:cubicBezTo>
                    <a:cubicBezTo>
                      <a:pt x="0" y="668"/>
                      <a:pt x="54" y="789"/>
                      <a:pt x="141" y="876"/>
                    </a:cubicBezTo>
                    <a:cubicBezTo>
                      <a:pt x="141" y="876"/>
                      <a:pt x="141" y="876"/>
                      <a:pt x="60" y="1020"/>
                    </a:cubicBezTo>
                    <a:cubicBezTo>
                      <a:pt x="50" y="1038"/>
                      <a:pt x="56" y="1063"/>
                      <a:pt x="73" y="1074"/>
                    </a:cubicBezTo>
                    <a:cubicBezTo>
                      <a:pt x="73" y="1074"/>
                      <a:pt x="73" y="1074"/>
                      <a:pt x="75" y="1076"/>
                    </a:cubicBezTo>
                    <a:cubicBezTo>
                      <a:pt x="82" y="1081"/>
                      <a:pt x="89" y="1083"/>
                      <a:pt x="97" y="1083"/>
                    </a:cubicBezTo>
                    <a:cubicBezTo>
                      <a:pt x="111" y="1083"/>
                      <a:pt x="122" y="1076"/>
                      <a:pt x="130" y="1067"/>
                    </a:cubicBezTo>
                    <a:cubicBezTo>
                      <a:pt x="130" y="1067"/>
                      <a:pt x="130" y="1067"/>
                      <a:pt x="229" y="944"/>
                    </a:cubicBezTo>
                    <a:cubicBezTo>
                      <a:pt x="303" y="991"/>
                      <a:pt x="391" y="1018"/>
                      <a:pt x="485" y="1018"/>
                    </a:cubicBezTo>
                    <a:cubicBezTo>
                      <a:pt x="579" y="1018"/>
                      <a:pt x="667" y="991"/>
                      <a:pt x="742" y="944"/>
                    </a:cubicBezTo>
                    <a:cubicBezTo>
                      <a:pt x="742" y="944"/>
                      <a:pt x="742" y="944"/>
                      <a:pt x="840" y="1067"/>
                    </a:cubicBezTo>
                    <a:cubicBezTo>
                      <a:pt x="848" y="1076"/>
                      <a:pt x="860" y="1083"/>
                      <a:pt x="872" y="1083"/>
                    </a:cubicBezTo>
                    <a:cubicBezTo>
                      <a:pt x="880" y="1083"/>
                      <a:pt x="888" y="1081"/>
                      <a:pt x="895" y="1076"/>
                    </a:cubicBezTo>
                    <a:cubicBezTo>
                      <a:pt x="895" y="1076"/>
                      <a:pt x="895" y="1076"/>
                      <a:pt x="897" y="1074"/>
                    </a:cubicBezTo>
                    <a:cubicBezTo>
                      <a:pt x="915" y="1063"/>
                      <a:pt x="921" y="1038"/>
                      <a:pt x="910" y="1020"/>
                    </a:cubicBezTo>
                    <a:cubicBezTo>
                      <a:pt x="910" y="1020"/>
                      <a:pt x="910" y="1020"/>
                      <a:pt x="829" y="876"/>
                    </a:cubicBezTo>
                    <a:cubicBezTo>
                      <a:pt x="916" y="789"/>
                      <a:pt x="970" y="668"/>
                      <a:pt x="970" y="535"/>
                    </a:cubicBezTo>
                    <a:cubicBezTo>
                      <a:pt x="970" y="285"/>
                      <a:pt x="780" y="79"/>
                      <a:pt x="537" y="53"/>
                    </a:cubicBezTo>
                    <a:cubicBezTo>
                      <a:pt x="537" y="53"/>
                      <a:pt x="537" y="53"/>
                      <a:pt x="537" y="25"/>
                    </a:cubicBezTo>
                    <a:cubicBezTo>
                      <a:pt x="537" y="11"/>
                      <a:pt x="525" y="0"/>
                      <a:pt x="511" y="0"/>
                    </a:cubicBezTo>
                  </a:path>
                </a:pathLst>
              </a:custGeom>
              <a:solidFill>
                <a:srgbClr val="071F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grpSp>
        <p:nvGrpSpPr>
          <p:cNvPr id="5" name="组合 4"/>
          <p:cNvGrpSpPr/>
          <p:nvPr/>
        </p:nvGrpSpPr>
        <p:grpSpPr>
          <a:xfrm>
            <a:off x="980602" y="1991534"/>
            <a:ext cx="7209801" cy="1604637"/>
            <a:chOff x="1307468" y="2624665"/>
            <a:chExt cx="9613068" cy="2139516"/>
          </a:xfrm>
        </p:grpSpPr>
        <p:grpSp>
          <p:nvGrpSpPr>
            <p:cNvPr id="6" name="组合 5"/>
            <p:cNvGrpSpPr/>
            <p:nvPr/>
          </p:nvGrpSpPr>
          <p:grpSpPr>
            <a:xfrm>
              <a:off x="8170814" y="2624665"/>
              <a:ext cx="2749722" cy="2139516"/>
              <a:chOff x="8170814" y="1912116"/>
              <a:chExt cx="2749722" cy="2139516"/>
            </a:xfrm>
          </p:grpSpPr>
          <p:grpSp>
            <p:nvGrpSpPr>
              <p:cNvPr id="16" name="组合 15"/>
              <p:cNvGrpSpPr/>
              <p:nvPr/>
            </p:nvGrpSpPr>
            <p:grpSpPr>
              <a:xfrm>
                <a:off x="8170814" y="1912116"/>
                <a:ext cx="2611177" cy="2139516"/>
                <a:chOff x="1193500" y="1491637"/>
                <a:chExt cx="3761195" cy="2139516"/>
              </a:xfrm>
            </p:grpSpPr>
            <p:grpSp>
              <p:nvGrpSpPr>
                <p:cNvPr id="18" name="组合 17"/>
                <p:cNvGrpSpPr/>
                <p:nvPr/>
              </p:nvGrpSpPr>
              <p:grpSpPr>
                <a:xfrm>
                  <a:off x="1193500" y="1491637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22" name="文本框 42"/>
                  <p:cNvSpPr txBox="1"/>
                  <p:nvPr/>
                </p:nvSpPr>
                <p:spPr>
                  <a:xfrm>
                    <a:off x="1317257" y="2132652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 algn="r">
                      <a:lnSpc>
                        <a:spcPct val="120000"/>
                      </a:lnSpc>
                    </a:pPr>
                    <a:r>
                      <a:rPr lang="zh-CN" altLang="en-US" sz="1000">
                        <a:solidFill/>
                      </a:rPr>
                      <a:t>此部分内容作为文字排版占位显示</a:t>
                    </a:r>
                    <a:br>
                      <a:rPr lang="zh-CN" altLang="en-US" sz="1000"/>
                    </a:br>
                    <a:r>
                      <a:rPr lang="zh-CN" altLang="en-US" sz="1000"/>
                      <a:t>（建议使用主题字体）</a:t>
                    </a:r>
                  </a:p>
                </p:txBody>
              </p:sp>
              <p:sp>
                <p:nvSpPr>
                  <p:cNvPr id="23" name="矩形 22"/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pPr algn="r"/>
                    <a:r>
                      <a:rPr lang="zh-CN" altLang="en-US" sz="1600" b="1" dirty="0">
                        <a:solidFill>
                          <a:srgbClr val="071F93"/>
                        </a:solidFill>
                      </a:rPr>
                      <a:t>标题文本预设</a:t>
                    </a:r>
                  </a:p>
                </p:txBody>
              </p:sp>
            </p:grpSp>
            <p:grpSp>
              <p:nvGrpSpPr>
                <p:cNvPr id="19" name="组合 18"/>
                <p:cNvGrpSpPr/>
                <p:nvPr/>
              </p:nvGrpSpPr>
              <p:grpSpPr>
                <a:xfrm>
                  <a:off x="1193500" y="2815545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20" name="文本框 40"/>
                  <p:cNvSpPr txBox="1"/>
                  <p:nvPr/>
                </p:nvSpPr>
                <p:spPr>
                  <a:xfrm>
                    <a:off x="1317257" y="2132652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 algn="r">
                      <a:lnSpc>
                        <a:spcPct val="120000"/>
                      </a:lnSpc>
                    </a:pPr>
                    <a:r>
                      <a:rPr lang="zh-CN" altLang="en-US" sz="1000">
                        <a:solidFill/>
                      </a:rPr>
                      <a:t>此部分内容作为文字排版占位显示</a:t>
                    </a:r>
                    <a:br>
                      <a:rPr lang="zh-CN" altLang="en-US" sz="1000"/>
                    </a:br>
                    <a:r>
                      <a:rPr lang="zh-CN" altLang="en-US" sz="1000"/>
                      <a:t>（建议使用主题字体）</a:t>
                    </a:r>
                  </a:p>
                </p:txBody>
              </p:sp>
              <p:sp>
                <p:nvSpPr>
                  <p:cNvPr id="21" name="矩形 20"/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pPr algn="r"/>
                    <a:r>
                      <a:rPr lang="zh-CN" altLang="en-US" sz="1600" b="1">
                        <a:solidFill>
                          <a:schemeClr val="accent2"/>
                        </a:solidFill>
                      </a:rPr>
                      <a:t>标题文本预设</a:t>
                    </a:r>
                  </a:p>
                </p:txBody>
              </p:sp>
            </p:grpSp>
          </p:grpSp>
          <p:cxnSp>
            <p:nvCxnSpPr>
              <p:cNvPr id="17" name="直接连接符 16"/>
              <p:cNvCxnSpPr/>
              <p:nvPr/>
            </p:nvCxnSpPr>
            <p:spPr>
              <a:xfrm>
                <a:off x="8472264" y="2924944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组合 6"/>
            <p:cNvGrpSpPr/>
            <p:nvPr/>
          </p:nvGrpSpPr>
          <p:grpSpPr>
            <a:xfrm>
              <a:off x="1307468" y="2624665"/>
              <a:ext cx="2713719" cy="2139516"/>
              <a:chOff x="1307468" y="1697288"/>
              <a:chExt cx="2713719" cy="2139516"/>
            </a:xfrm>
          </p:grpSpPr>
          <p:grpSp>
            <p:nvGrpSpPr>
              <p:cNvPr id="8" name="组合 7"/>
              <p:cNvGrpSpPr/>
              <p:nvPr/>
            </p:nvGrpSpPr>
            <p:grpSpPr>
              <a:xfrm>
                <a:off x="1410010" y="1697288"/>
                <a:ext cx="2611177" cy="2139516"/>
                <a:chOff x="1193500" y="1491637"/>
                <a:chExt cx="3761195" cy="2139516"/>
              </a:xfrm>
            </p:grpSpPr>
            <p:grpSp>
              <p:nvGrpSpPr>
                <p:cNvPr id="10" name="组合 9"/>
                <p:cNvGrpSpPr/>
                <p:nvPr/>
              </p:nvGrpSpPr>
              <p:grpSpPr>
                <a:xfrm>
                  <a:off x="1193500" y="1491637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14" name="文本框 34"/>
                  <p:cNvSpPr txBox="1"/>
                  <p:nvPr/>
                </p:nvSpPr>
                <p:spPr>
                  <a:xfrm>
                    <a:off x="1317257" y="2132652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000">
                        <a:solidFill/>
                      </a:rPr>
                      <a:t>此部分内容作为文字排版占位显示</a:t>
                    </a:r>
                    <a:br>
                      <a:rPr lang="zh-CN" altLang="en-US" sz="1000"/>
                    </a:br>
                    <a:r>
                      <a:rPr lang="zh-CN" altLang="en-US" sz="1000"/>
                      <a:t>（建议使用主题字体）</a:t>
                    </a:r>
                  </a:p>
                </p:txBody>
              </p:sp>
              <p:sp>
                <p:nvSpPr>
                  <p:cNvPr id="15" name="矩形 14"/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r>
                      <a:rPr lang="zh-CN" altLang="en-US" sz="1600" b="1" dirty="0">
                        <a:solidFill>
                          <a:srgbClr val="071F93"/>
                        </a:solidFill>
                      </a:rPr>
                      <a:t>标题文本预设</a:t>
                    </a:r>
                  </a:p>
                </p:txBody>
              </p:sp>
            </p:grpSp>
            <p:grpSp>
              <p:nvGrpSpPr>
                <p:cNvPr id="11" name="组合 10"/>
                <p:cNvGrpSpPr/>
                <p:nvPr/>
              </p:nvGrpSpPr>
              <p:grpSpPr>
                <a:xfrm>
                  <a:off x="1193500" y="2815545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12" name="文本框 32"/>
                  <p:cNvSpPr txBox="1"/>
                  <p:nvPr/>
                </p:nvSpPr>
                <p:spPr>
                  <a:xfrm>
                    <a:off x="1317257" y="2132652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000">
                        <a:solidFill/>
                      </a:rPr>
                      <a:t>此部分内容作为文字排版占位显示</a:t>
                    </a:r>
                    <a:br>
                      <a:rPr lang="zh-CN" altLang="en-US" sz="1000"/>
                    </a:br>
                    <a:r>
                      <a:rPr lang="zh-CN" altLang="en-US" sz="1000"/>
                      <a:t>（建议使用主题字体）</a:t>
                    </a:r>
                  </a:p>
                </p:txBody>
              </p:sp>
              <p:sp>
                <p:nvSpPr>
                  <p:cNvPr id="13" name="矩形 12"/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r>
                      <a:rPr lang="zh-CN" altLang="en-US" sz="1600" b="1">
                        <a:solidFill>
                          <a:schemeClr val="accent2"/>
                        </a:solidFill>
                      </a:rPr>
                      <a:t>标题文本预设</a:t>
                    </a:r>
                  </a:p>
                </p:txBody>
              </p:sp>
            </p:grpSp>
          </p:grpSp>
          <p:cxnSp>
            <p:nvCxnSpPr>
              <p:cNvPr id="9" name="直接连接符 8"/>
              <p:cNvCxnSpPr/>
              <p:nvPr/>
            </p:nvCxnSpPr>
            <p:spPr>
              <a:xfrm>
                <a:off x="1307468" y="2710116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52" name="Picture 51" descr="122-吉林大学-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3973" y="62949"/>
            <a:ext cx="430096" cy="430096"/>
          </a:xfrm>
          <a:prstGeom prst="rect">
            <a:avLst/>
          </a:prstGeom>
        </p:spPr>
      </p:pic>
      <p:sp>
        <p:nvSpPr>
          <p:cNvPr id="49" name="任意多边形 7">
            <a:extLst>
              <a:ext uri="{FF2B5EF4-FFF2-40B4-BE49-F238E27FC236}">
                <a16:creationId xmlns:a16="http://schemas.microsoft.com/office/drawing/2014/main" id="{AACBD0EC-768B-A3FF-6754-32413788FD8A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21636" y="555120"/>
            <a:ext cx="8623953" cy="22253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0" name="任意多边形 8">
            <a:extLst>
              <a:ext uri="{FF2B5EF4-FFF2-40B4-BE49-F238E27FC236}">
                <a16:creationId xmlns:a16="http://schemas.microsoft.com/office/drawing/2014/main" id="{EB67C91C-34B9-7BE8-9022-73AC0F200D2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" y="195486"/>
            <a:ext cx="410536" cy="381886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rgbClr val="071E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400" dirty="0">
              <a:solidFill>
                <a:srgbClr val="7EC234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1DFEE06F-0A0C-7F79-EE82-AD164F931374}"/>
              </a:ext>
            </a:extLst>
          </p:cNvPr>
          <p:cNvSpPr txBox="1">
            <a:spLocks/>
          </p:cNvSpPr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点击输入标题内容</a:t>
            </a:r>
            <a:endParaRPr lang="en-GB" altLang="zh-CN" sz="18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60335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auto">
          <a:xfrm>
            <a:off x="0" y="1302609"/>
            <a:ext cx="9144000" cy="2538282"/>
          </a:xfrm>
          <a:prstGeom prst="rect">
            <a:avLst/>
          </a:prstGeom>
          <a:solidFill>
            <a:srgbClr val="071E8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5" name="矩形 4"/>
          <p:cNvSpPr/>
          <p:nvPr/>
        </p:nvSpPr>
        <p:spPr bwMode="auto">
          <a:xfrm>
            <a:off x="5301081" y="555526"/>
            <a:ext cx="3024336" cy="4587974"/>
          </a:xfrm>
          <a:prstGeom prst="rect">
            <a:avLst/>
          </a:prstGeom>
          <a:blipFill dpi="0" rotWithShape="1">
            <a:blip r:embed="rId5"/>
            <a:srcRect/>
            <a:stretch>
              <a:fillRect l="-63821" r="-63821"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grpSp>
        <p:nvGrpSpPr>
          <p:cNvPr id="8" name="组合 7"/>
          <p:cNvGrpSpPr/>
          <p:nvPr/>
        </p:nvGrpSpPr>
        <p:grpSpPr>
          <a:xfrm>
            <a:off x="818583" y="1635646"/>
            <a:ext cx="3858173" cy="525386"/>
            <a:chOff x="634487" y="2586440"/>
            <a:chExt cx="5144231" cy="700515"/>
          </a:xfrm>
        </p:grpSpPr>
        <p:grpSp>
          <p:nvGrpSpPr>
            <p:cNvPr id="23" name="组合 22"/>
            <p:cNvGrpSpPr/>
            <p:nvPr/>
          </p:nvGrpSpPr>
          <p:grpSpPr>
            <a:xfrm>
              <a:off x="634487" y="2617080"/>
              <a:ext cx="399214" cy="399214"/>
              <a:chOff x="634487" y="2617080"/>
              <a:chExt cx="399214" cy="399214"/>
            </a:xfrm>
          </p:grpSpPr>
          <p:sp>
            <p:nvSpPr>
              <p:cNvPr id="27" name="任意多边形: 形状 26"/>
              <p:cNvSpPr/>
              <p:nvPr/>
            </p:nvSpPr>
            <p:spPr>
              <a:xfrm>
                <a:off x="634487" y="2617080"/>
                <a:ext cx="399214" cy="3992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" name="任意多边形: 形状 27"/>
              <p:cNvSpPr/>
              <p:nvPr/>
            </p:nvSpPr>
            <p:spPr>
              <a:xfrm>
                <a:off x="756465" y="2735261"/>
                <a:ext cx="155257" cy="1628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004" h="21302" extrusionOk="0">
                    <a:moveTo>
                      <a:pt x="7816" y="21302"/>
                    </a:moveTo>
                    <a:cubicBezTo>
                      <a:pt x="7132" y="21302"/>
                      <a:pt x="6483" y="20993"/>
                      <a:pt x="6068" y="20461"/>
                    </a:cubicBezTo>
                    <a:lnTo>
                      <a:pt x="445" y="13277"/>
                    </a:lnTo>
                    <a:cubicBezTo>
                      <a:pt x="-287" y="12344"/>
                      <a:pt x="-97" y="11016"/>
                      <a:pt x="870" y="10308"/>
                    </a:cubicBezTo>
                    <a:cubicBezTo>
                      <a:pt x="1838" y="9597"/>
                      <a:pt x="3211" y="9785"/>
                      <a:pt x="3943" y="10719"/>
                    </a:cubicBezTo>
                    <a:lnTo>
                      <a:pt x="7643" y="15442"/>
                    </a:lnTo>
                    <a:lnTo>
                      <a:pt x="16946" y="999"/>
                    </a:lnTo>
                    <a:cubicBezTo>
                      <a:pt x="17586" y="6"/>
                      <a:pt x="18940" y="-298"/>
                      <a:pt x="19969" y="321"/>
                    </a:cubicBezTo>
                    <a:cubicBezTo>
                      <a:pt x="20997" y="939"/>
                      <a:pt x="21313" y="2248"/>
                      <a:pt x="20671" y="3243"/>
                    </a:cubicBezTo>
                    <a:lnTo>
                      <a:pt x="9680" y="20301"/>
                    </a:lnTo>
                    <a:cubicBezTo>
                      <a:pt x="9299" y="20896"/>
                      <a:pt x="8639" y="21267"/>
                      <a:pt x="7917" y="21299"/>
                    </a:cubicBezTo>
                    <a:cubicBezTo>
                      <a:pt x="7882" y="21302"/>
                      <a:pt x="7851" y="21302"/>
                      <a:pt x="7816" y="21302"/>
                    </a:cubicBezTo>
                    <a:close/>
                  </a:path>
                </a:pathLst>
              </a:custGeom>
              <a:solidFill>
                <a:srgbClr val="071F93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4" name="组合 23"/>
            <p:cNvGrpSpPr/>
            <p:nvPr/>
          </p:nvGrpSpPr>
          <p:grpSpPr>
            <a:xfrm>
              <a:off x="1033700" y="2586440"/>
              <a:ext cx="4745018" cy="700515"/>
              <a:chOff x="6729846" y="3935367"/>
              <a:chExt cx="4745018" cy="700515"/>
            </a:xfrm>
          </p:grpSpPr>
          <p:sp>
            <p:nvSpPr>
              <p:cNvPr id="25" name="矩形 24"/>
              <p:cNvSpPr/>
              <p:nvPr/>
            </p:nvSpPr>
            <p:spPr>
              <a:xfrm>
                <a:off x="6729846" y="3935367"/>
                <a:ext cx="4745018" cy="215444"/>
              </a:xfrm>
              <a:prstGeom prst="rect">
                <a:avLst/>
              </a:prstGeom>
            </p:spPr>
            <p:txBody>
              <a:bodyPr wrap="none" lIns="144000" tIns="0" rIns="144000" bIns="0" anchor="ctr">
                <a:normAutofit fontScale="92500" lnSpcReduction="20000"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</a:rPr>
                  <a:t>标题文本预设</a:t>
                </a:r>
              </a:p>
            </p:txBody>
          </p:sp>
          <p:sp>
            <p:nvSpPr>
              <p:cNvPr id="26" name="矩形 25"/>
              <p:cNvSpPr/>
              <p:nvPr/>
            </p:nvSpPr>
            <p:spPr>
              <a:xfrm>
                <a:off x="6729846" y="4150812"/>
                <a:ext cx="4745018" cy="485070"/>
              </a:xfrm>
              <a:prstGeom prst="rect">
                <a:avLst/>
              </a:prstGeom>
            </p:spPr>
            <p:txBody>
              <a:bodyPr wrap="square" lIns="144000" tIns="0" rIns="144000" bIns="0" anchor="t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050" dirty="0">
                    <a:solidFill>
                      <a:schemeClr val="bg1"/>
                    </a:solidFill>
                  </a:rPr>
                  <a:t>此部分内容作为文字排版占位显示（建议使用主题字体）</a:t>
                </a:r>
              </a:p>
            </p:txBody>
          </p:sp>
        </p:grpSp>
      </p:grpSp>
      <p:grpSp>
        <p:nvGrpSpPr>
          <p:cNvPr id="9" name="组合 8"/>
          <p:cNvGrpSpPr/>
          <p:nvPr/>
        </p:nvGrpSpPr>
        <p:grpSpPr>
          <a:xfrm>
            <a:off x="818583" y="2304729"/>
            <a:ext cx="3866444" cy="525386"/>
            <a:chOff x="634487" y="3478551"/>
            <a:chExt cx="5155259" cy="700515"/>
          </a:xfrm>
        </p:grpSpPr>
        <p:grpSp>
          <p:nvGrpSpPr>
            <p:cNvPr id="17" name="组合 16"/>
            <p:cNvGrpSpPr/>
            <p:nvPr/>
          </p:nvGrpSpPr>
          <p:grpSpPr>
            <a:xfrm>
              <a:off x="634487" y="3557037"/>
              <a:ext cx="399214" cy="399214"/>
              <a:chOff x="634487" y="3557037"/>
              <a:chExt cx="399214" cy="399214"/>
            </a:xfrm>
          </p:grpSpPr>
          <p:sp>
            <p:nvSpPr>
              <p:cNvPr id="21" name="任意多边形: 形状 20"/>
              <p:cNvSpPr/>
              <p:nvPr/>
            </p:nvSpPr>
            <p:spPr>
              <a:xfrm>
                <a:off x="634487" y="3557037"/>
                <a:ext cx="399214" cy="3992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2" name="任意多边形: 形状 21"/>
              <p:cNvSpPr/>
              <p:nvPr/>
            </p:nvSpPr>
            <p:spPr>
              <a:xfrm>
                <a:off x="756465" y="3675218"/>
                <a:ext cx="155257" cy="1628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004" h="21302" extrusionOk="0">
                    <a:moveTo>
                      <a:pt x="7816" y="21302"/>
                    </a:moveTo>
                    <a:cubicBezTo>
                      <a:pt x="7132" y="21302"/>
                      <a:pt x="6483" y="20993"/>
                      <a:pt x="6068" y="20461"/>
                    </a:cubicBezTo>
                    <a:lnTo>
                      <a:pt x="445" y="13277"/>
                    </a:lnTo>
                    <a:cubicBezTo>
                      <a:pt x="-287" y="12344"/>
                      <a:pt x="-97" y="11016"/>
                      <a:pt x="870" y="10308"/>
                    </a:cubicBezTo>
                    <a:cubicBezTo>
                      <a:pt x="1838" y="9597"/>
                      <a:pt x="3211" y="9785"/>
                      <a:pt x="3943" y="10719"/>
                    </a:cubicBezTo>
                    <a:lnTo>
                      <a:pt x="7643" y="15442"/>
                    </a:lnTo>
                    <a:lnTo>
                      <a:pt x="16946" y="999"/>
                    </a:lnTo>
                    <a:cubicBezTo>
                      <a:pt x="17586" y="6"/>
                      <a:pt x="18940" y="-298"/>
                      <a:pt x="19969" y="321"/>
                    </a:cubicBezTo>
                    <a:cubicBezTo>
                      <a:pt x="20997" y="939"/>
                      <a:pt x="21313" y="2248"/>
                      <a:pt x="20671" y="3243"/>
                    </a:cubicBezTo>
                    <a:lnTo>
                      <a:pt x="9680" y="20301"/>
                    </a:lnTo>
                    <a:cubicBezTo>
                      <a:pt x="9299" y="20896"/>
                      <a:pt x="8639" y="21267"/>
                      <a:pt x="7917" y="21299"/>
                    </a:cubicBezTo>
                    <a:cubicBezTo>
                      <a:pt x="7882" y="21302"/>
                      <a:pt x="7851" y="21302"/>
                      <a:pt x="7816" y="21302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>
              <a:off x="1044728" y="3478551"/>
              <a:ext cx="4745018" cy="700515"/>
              <a:chOff x="6729846" y="3935367"/>
              <a:chExt cx="4745018" cy="700515"/>
            </a:xfrm>
          </p:grpSpPr>
          <p:sp>
            <p:nvSpPr>
              <p:cNvPr id="19" name="矩形 18"/>
              <p:cNvSpPr/>
              <p:nvPr/>
            </p:nvSpPr>
            <p:spPr>
              <a:xfrm>
                <a:off x="6729846" y="3935367"/>
                <a:ext cx="4745018" cy="215444"/>
              </a:xfrm>
              <a:prstGeom prst="rect">
                <a:avLst/>
              </a:prstGeom>
            </p:spPr>
            <p:txBody>
              <a:bodyPr wrap="none" lIns="144000" tIns="0" rIns="144000" bIns="0" anchor="ctr">
                <a:normAutofit fontScale="92500" lnSpcReduction="20000"/>
              </a:bodyPr>
              <a:lstStyle/>
              <a:p>
                <a:r>
                  <a:rPr lang="zh-CN" altLang="en-US" sz="1400" b="1">
                    <a:solidFill>
                      <a:schemeClr val="bg1"/>
                    </a:solidFill>
                  </a:rPr>
                  <a:t>标题文本预设</a:t>
                </a:r>
              </a:p>
            </p:txBody>
          </p:sp>
          <p:sp>
            <p:nvSpPr>
              <p:cNvPr id="20" name="矩形 19"/>
              <p:cNvSpPr/>
              <p:nvPr/>
            </p:nvSpPr>
            <p:spPr>
              <a:xfrm>
                <a:off x="6729846" y="4150812"/>
                <a:ext cx="4745018" cy="485070"/>
              </a:xfrm>
              <a:prstGeom prst="rect">
                <a:avLst/>
              </a:prstGeom>
            </p:spPr>
            <p:txBody>
              <a:bodyPr wrap="square" lIns="144000" tIns="0" rIns="144000" bIns="0" anchor="t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050">
                    <a:solidFill>
                      <a:schemeClr val="bg1"/>
                    </a:solidFill>
                  </a:rPr>
                  <a:t>此部分内容作为文字排版占位显示（建议使用主题字体）</a:t>
                </a:r>
              </a:p>
            </p:txBody>
          </p:sp>
        </p:grpSp>
      </p:grpSp>
      <p:grpSp>
        <p:nvGrpSpPr>
          <p:cNvPr id="10" name="组合 9"/>
          <p:cNvGrpSpPr/>
          <p:nvPr/>
        </p:nvGrpSpPr>
        <p:grpSpPr>
          <a:xfrm>
            <a:off x="818583" y="2973813"/>
            <a:ext cx="3858173" cy="525386"/>
            <a:chOff x="634487" y="4370662"/>
            <a:chExt cx="5144231" cy="700515"/>
          </a:xfrm>
        </p:grpSpPr>
        <p:grpSp>
          <p:nvGrpSpPr>
            <p:cNvPr id="11" name="组合 10"/>
            <p:cNvGrpSpPr/>
            <p:nvPr/>
          </p:nvGrpSpPr>
          <p:grpSpPr>
            <a:xfrm>
              <a:off x="634487" y="4370662"/>
              <a:ext cx="399214" cy="399214"/>
              <a:chOff x="634487" y="4370662"/>
              <a:chExt cx="399214" cy="399214"/>
            </a:xfrm>
          </p:grpSpPr>
          <p:sp>
            <p:nvSpPr>
              <p:cNvPr id="15" name="任意多边形: 形状 14"/>
              <p:cNvSpPr/>
              <p:nvPr/>
            </p:nvSpPr>
            <p:spPr>
              <a:xfrm>
                <a:off x="634487" y="4370662"/>
                <a:ext cx="399214" cy="3992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" name="任意多边形: 形状 15"/>
              <p:cNvSpPr/>
              <p:nvPr/>
            </p:nvSpPr>
            <p:spPr>
              <a:xfrm>
                <a:off x="756465" y="4488843"/>
                <a:ext cx="155257" cy="1628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004" h="21302" extrusionOk="0">
                    <a:moveTo>
                      <a:pt x="7816" y="21302"/>
                    </a:moveTo>
                    <a:cubicBezTo>
                      <a:pt x="7132" y="21302"/>
                      <a:pt x="6483" y="20993"/>
                      <a:pt x="6068" y="20461"/>
                    </a:cubicBezTo>
                    <a:lnTo>
                      <a:pt x="445" y="13277"/>
                    </a:lnTo>
                    <a:cubicBezTo>
                      <a:pt x="-287" y="12344"/>
                      <a:pt x="-97" y="11016"/>
                      <a:pt x="870" y="10308"/>
                    </a:cubicBezTo>
                    <a:cubicBezTo>
                      <a:pt x="1838" y="9597"/>
                      <a:pt x="3211" y="9785"/>
                      <a:pt x="3943" y="10719"/>
                    </a:cubicBezTo>
                    <a:lnTo>
                      <a:pt x="7643" y="15442"/>
                    </a:lnTo>
                    <a:lnTo>
                      <a:pt x="16946" y="999"/>
                    </a:lnTo>
                    <a:cubicBezTo>
                      <a:pt x="17586" y="6"/>
                      <a:pt x="18940" y="-298"/>
                      <a:pt x="19969" y="321"/>
                    </a:cubicBezTo>
                    <a:cubicBezTo>
                      <a:pt x="20997" y="939"/>
                      <a:pt x="21313" y="2248"/>
                      <a:pt x="20671" y="3243"/>
                    </a:cubicBezTo>
                    <a:lnTo>
                      <a:pt x="9680" y="20301"/>
                    </a:lnTo>
                    <a:cubicBezTo>
                      <a:pt x="9299" y="20896"/>
                      <a:pt x="8639" y="21267"/>
                      <a:pt x="7917" y="21299"/>
                    </a:cubicBezTo>
                    <a:cubicBezTo>
                      <a:pt x="7882" y="21302"/>
                      <a:pt x="7851" y="21302"/>
                      <a:pt x="7816" y="21302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1033700" y="4370662"/>
              <a:ext cx="4745018" cy="700515"/>
              <a:chOff x="6729846" y="3935367"/>
              <a:chExt cx="4745018" cy="700515"/>
            </a:xfrm>
          </p:grpSpPr>
          <p:sp>
            <p:nvSpPr>
              <p:cNvPr id="13" name="矩形 12"/>
              <p:cNvSpPr/>
              <p:nvPr/>
            </p:nvSpPr>
            <p:spPr>
              <a:xfrm>
                <a:off x="6729846" y="3935367"/>
                <a:ext cx="4745018" cy="215444"/>
              </a:xfrm>
              <a:prstGeom prst="rect">
                <a:avLst/>
              </a:prstGeom>
            </p:spPr>
            <p:txBody>
              <a:bodyPr wrap="none" lIns="144000" tIns="0" rIns="144000" bIns="0" anchor="ctr">
                <a:normAutofit fontScale="92500" lnSpcReduction="20000"/>
              </a:bodyPr>
              <a:lstStyle/>
              <a:p>
                <a:r>
                  <a:rPr lang="zh-CN" altLang="en-US" sz="1400" b="1">
                    <a:solidFill>
                      <a:schemeClr val="bg1"/>
                    </a:solidFill>
                  </a:rPr>
                  <a:t>标题文本预设</a:t>
                </a:r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6729846" y="4150812"/>
                <a:ext cx="4745018" cy="485070"/>
              </a:xfrm>
              <a:prstGeom prst="rect">
                <a:avLst/>
              </a:prstGeom>
            </p:spPr>
            <p:txBody>
              <a:bodyPr wrap="square" lIns="144000" tIns="0" rIns="144000" bIns="0" anchor="t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050">
                    <a:solidFill>
                      <a:schemeClr val="bg1"/>
                    </a:solidFill>
                  </a:rPr>
                  <a:t>此部分内容作为文字排版占位显示（建议使用主题字体）</a:t>
                </a:r>
              </a:p>
            </p:txBody>
          </p:sp>
        </p:grpSp>
      </p:grpSp>
      <p:pic>
        <p:nvPicPr>
          <p:cNvPr id="33" name="Picture 32" descr="122-吉林大学-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3973" y="62949"/>
            <a:ext cx="430096" cy="430096"/>
          </a:xfrm>
          <a:prstGeom prst="rect">
            <a:avLst/>
          </a:prstGeom>
        </p:spPr>
      </p:pic>
      <p:sp>
        <p:nvSpPr>
          <p:cNvPr id="30" name="任意多边形 7">
            <a:extLst>
              <a:ext uri="{FF2B5EF4-FFF2-40B4-BE49-F238E27FC236}">
                <a16:creationId xmlns:a16="http://schemas.microsoft.com/office/drawing/2014/main" id="{77A8E206-3C15-A711-AE13-9983AAE43F9E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21636" y="555120"/>
            <a:ext cx="8623953" cy="22253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1" name="任意多边形 8">
            <a:extLst>
              <a:ext uri="{FF2B5EF4-FFF2-40B4-BE49-F238E27FC236}">
                <a16:creationId xmlns:a16="http://schemas.microsoft.com/office/drawing/2014/main" id="{4C0FD9BF-5CFE-3697-6BFA-BB8F89E1143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" y="195486"/>
            <a:ext cx="410536" cy="381886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rgbClr val="071E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400" dirty="0">
              <a:solidFill>
                <a:srgbClr val="7EC234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1680D28C-8D33-2FE4-F20A-1F96E2727B81}"/>
              </a:ext>
            </a:extLst>
          </p:cNvPr>
          <p:cNvSpPr txBox="1">
            <a:spLocks/>
          </p:cNvSpPr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点击输入标题内容</a:t>
            </a:r>
            <a:endParaRPr lang="en-GB" altLang="zh-CN" sz="18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59868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afterEffect" p14:presetBounceEnd="26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6000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6000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5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5" grpId="0" animBg="1"/>
        </p:bldLst>
      </p:timing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122-吉林大学-img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2647" y="-1314692"/>
            <a:ext cx="9154760" cy="5721725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1135712A-B67D-60A8-8DF3-B9C367B7056F}"/>
              </a:ext>
            </a:extLst>
          </p:cNvPr>
          <p:cNvGrpSpPr/>
          <p:nvPr/>
        </p:nvGrpSpPr>
        <p:grpSpPr>
          <a:xfrm>
            <a:off x="-7279" y="2116274"/>
            <a:ext cx="9679759" cy="3163632"/>
            <a:chOff x="0" y="2639824"/>
            <a:chExt cx="12906345" cy="3722876"/>
          </a:xfrm>
        </p:grpSpPr>
        <p:sp>
          <p:nvSpPr>
            <p:cNvPr id="4" name="任意多边形 10">
              <a:extLst>
                <a:ext uri="{FF2B5EF4-FFF2-40B4-BE49-F238E27FC236}">
                  <a16:creationId xmlns:a16="http://schemas.microsoft.com/office/drawing/2014/main" id="{147DE2A3-6EB4-42AB-FF10-9C22EE059BFF}"/>
                </a:ext>
              </a:extLst>
            </p:cNvPr>
            <p:cNvSpPr/>
            <p:nvPr/>
          </p:nvSpPr>
          <p:spPr>
            <a:xfrm flipH="1">
              <a:off x="0" y="2639824"/>
              <a:ext cx="12211050" cy="3524250"/>
            </a:xfrm>
            <a:custGeom>
              <a:avLst/>
              <a:gdLst>
                <a:gd name="connsiteX0" fmla="*/ 19050 w 12192000"/>
                <a:gd name="connsiteY0" fmla="*/ 76200 h 3524250"/>
                <a:gd name="connsiteX1" fmla="*/ 7543800 w 12192000"/>
                <a:gd name="connsiteY1" fmla="*/ 1200150 h 3524250"/>
                <a:gd name="connsiteX2" fmla="*/ 12192000 w 12192000"/>
                <a:gd name="connsiteY2" fmla="*/ 0 h 3524250"/>
                <a:gd name="connsiteX3" fmla="*/ 12172950 w 12192000"/>
                <a:gd name="connsiteY3" fmla="*/ 3524250 h 3524250"/>
                <a:gd name="connsiteX4" fmla="*/ 0 w 12192000"/>
                <a:gd name="connsiteY4" fmla="*/ 3505200 h 3524250"/>
                <a:gd name="connsiteX5" fmla="*/ 19050 w 12192000"/>
                <a:gd name="connsiteY5" fmla="*/ 76200 h 3524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3524250">
                  <a:moveTo>
                    <a:pt x="19050" y="76200"/>
                  </a:moveTo>
                  <a:cubicBezTo>
                    <a:pt x="2767012" y="644525"/>
                    <a:pt x="5514975" y="1212850"/>
                    <a:pt x="7543800" y="1200150"/>
                  </a:cubicBezTo>
                  <a:cubicBezTo>
                    <a:pt x="9572625" y="1187450"/>
                    <a:pt x="10882312" y="593725"/>
                    <a:pt x="12192000" y="0"/>
                  </a:cubicBezTo>
                  <a:lnTo>
                    <a:pt x="12172950" y="3524250"/>
                  </a:lnTo>
                  <a:lnTo>
                    <a:pt x="0" y="3505200"/>
                  </a:lnTo>
                  <a:lnTo>
                    <a:pt x="19050" y="76200"/>
                  </a:lnTo>
                  <a:close/>
                </a:path>
              </a:pathLst>
            </a:custGeom>
            <a:solidFill>
              <a:srgbClr val="0824A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" name="任意多边形 9">
              <a:extLst>
                <a:ext uri="{FF2B5EF4-FFF2-40B4-BE49-F238E27FC236}">
                  <a16:creationId xmlns:a16="http://schemas.microsoft.com/office/drawing/2014/main" id="{C846059D-112D-7630-3D64-7D454DA524C0}"/>
                </a:ext>
              </a:extLst>
            </p:cNvPr>
            <p:cNvSpPr/>
            <p:nvPr/>
          </p:nvSpPr>
          <p:spPr>
            <a:xfrm flipH="1">
              <a:off x="0" y="2838450"/>
              <a:ext cx="12906345" cy="3524250"/>
            </a:xfrm>
            <a:custGeom>
              <a:avLst/>
              <a:gdLst>
                <a:gd name="connsiteX0" fmla="*/ 19050 w 12192000"/>
                <a:gd name="connsiteY0" fmla="*/ 76200 h 3524250"/>
                <a:gd name="connsiteX1" fmla="*/ 7543800 w 12192000"/>
                <a:gd name="connsiteY1" fmla="*/ 1200150 h 3524250"/>
                <a:gd name="connsiteX2" fmla="*/ 12192000 w 12192000"/>
                <a:gd name="connsiteY2" fmla="*/ 0 h 3524250"/>
                <a:gd name="connsiteX3" fmla="*/ 12172950 w 12192000"/>
                <a:gd name="connsiteY3" fmla="*/ 3524250 h 3524250"/>
                <a:gd name="connsiteX4" fmla="*/ 0 w 12192000"/>
                <a:gd name="connsiteY4" fmla="*/ 3505200 h 3524250"/>
                <a:gd name="connsiteX5" fmla="*/ 19050 w 12192000"/>
                <a:gd name="connsiteY5" fmla="*/ 76200 h 3524250"/>
                <a:gd name="connsiteX0" fmla="*/ 19050 w 12192000"/>
                <a:gd name="connsiteY0" fmla="*/ 146845 h 3594895"/>
                <a:gd name="connsiteX1" fmla="*/ 2757941 w 12192000"/>
                <a:gd name="connsiteY1" fmla="*/ 691140 h 3594895"/>
                <a:gd name="connsiteX2" fmla="*/ 7543800 w 12192000"/>
                <a:gd name="connsiteY2" fmla="*/ 1270795 h 3594895"/>
                <a:gd name="connsiteX3" fmla="*/ 12192000 w 12192000"/>
                <a:gd name="connsiteY3" fmla="*/ 70645 h 3594895"/>
                <a:gd name="connsiteX4" fmla="*/ 12172950 w 12192000"/>
                <a:gd name="connsiteY4" fmla="*/ 3594895 h 3594895"/>
                <a:gd name="connsiteX5" fmla="*/ 0 w 12192000"/>
                <a:gd name="connsiteY5" fmla="*/ 3575845 h 3594895"/>
                <a:gd name="connsiteX6" fmla="*/ 19050 w 12192000"/>
                <a:gd name="connsiteY6" fmla="*/ 146845 h 3594895"/>
                <a:gd name="connsiteX0" fmla="*/ 19050 w 12192000"/>
                <a:gd name="connsiteY0" fmla="*/ 76200 h 3524250"/>
                <a:gd name="connsiteX1" fmla="*/ 2757941 w 12192000"/>
                <a:gd name="connsiteY1" fmla="*/ 620495 h 3524250"/>
                <a:gd name="connsiteX2" fmla="*/ 7543800 w 12192000"/>
                <a:gd name="connsiteY2" fmla="*/ 1200150 h 3524250"/>
                <a:gd name="connsiteX3" fmla="*/ 12192000 w 12192000"/>
                <a:gd name="connsiteY3" fmla="*/ 0 h 3524250"/>
                <a:gd name="connsiteX4" fmla="*/ 12172950 w 12192000"/>
                <a:gd name="connsiteY4" fmla="*/ 3524250 h 3524250"/>
                <a:gd name="connsiteX5" fmla="*/ 0 w 12192000"/>
                <a:gd name="connsiteY5" fmla="*/ 3505200 h 3524250"/>
                <a:gd name="connsiteX6" fmla="*/ 19050 w 12192000"/>
                <a:gd name="connsiteY6" fmla="*/ 76200 h 3524250"/>
                <a:gd name="connsiteX0" fmla="*/ 0 w 12886210"/>
                <a:gd name="connsiteY0" fmla="*/ 2447925 h 3524250"/>
                <a:gd name="connsiteX1" fmla="*/ 3452151 w 12886210"/>
                <a:gd name="connsiteY1" fmla="*/ 620495 h 3524250"/>
                <a:gd name="connsiteX2" fmla="*/ 8238010 w 12886210"/>
                <a:gd name="connsiteY2" fmla="*/ 1200150 h 3524250"/>
                <a:gd name="connsiteX3" fmla="*/ 12886210 w 12886210"/>
                <a:gd name="connsiteY3" fmla="*/ 0 h 3524250"/>
                <a:gd name="connsiteX4" fmla="*/ 12867160 w 12886210"/>
                <a:gd name="connsiteY4" fmla="*/ 3524250 h 3524250"/>
                <a:gd name="connsiteX5" fmla="*/ 694210 w 12886210"/>
                <a:gd name="connsiteY5" fmla="*/ 3505200 h 3524250"/>
                <a:gd name="connsiteX6" fmla="*/ 0 w 12886210"/>
                <a:gd name="connsiteY6" fmla="*/ 2447925 h 3524250"/>
                <a:gd name="connsiteX0" fmla="*/ 0 w 12886210"/>
                <a:gd name="connsiteY0" fmla="*/ 2447925 h 3524250"/>
                <a:gd name="connsiteX1" fmla="*/ 3452151 w 12886210"/>
                <a:gd name="connsiteY1" fmla="*/ 620495 h 3524250"/>
                <a:gd name="connsiteX2" fmla="*/ 8238010 w 12886210"/>
                <a:gd name="connsiteY2" fmla="*/ 1200150 h 3524250"/>
                <a:gd name="connsiteX3" fmla="*/ 12886210 w 12886210"/>
                <a:gd name="connsiteY3" fmla="*/ 0 h 3524250"/>
                <a:gd name="connsiteX4" fmla="*/ 12867160 w 12886210"/>
                <a:gd name="connsiteY4" fmla="*/ 3524250 h 3524250"/>
                <a:gd name="connsiteX5" fmla="*/ 694210 w 12886210"/>
                <a:gd name="connsiteY5" fmla="*/ 3505200 h 3524250"/>
                <a:gd name="connsiteX6" fmla="*/ 0 w 12886210"/>
                <a:gd name="connsiteY6" fmla="*/ 2447925 h 3524250"/>
                <a:gd name="connsiteX0" fmla="*/ 0 w 12886210"/>
                <a:gd name="connsiteY0" fmla="*/ 2447925 h 3524250"/>
                <a:gd name="connsiteX1" fmla="*/ 3452151 w 12886210"/>
                <a:gd name="connsiteY1" fmla="*/ 620495 h 3524250"/>
                <a:gd name="connsiteX2" fmla="*/ 8238010 w 12886210"/>
                <a:gd name="connsiteY2" fmla="*/ 1200150 h 3524250"/>
                <a:gd name="connsiteX3" fmla="*/ 12886210 w 12886210"/>
                <a:gd name="connsiteY3" fmla="*/ 0 h 3524250"/>
                <a:gd name="connsiteX4" fmla="*/ 12867160 w 12886210"/>
                <a:gd name="connsiteY4" fmla="*/ 3524250 h 3524250"/>
                <a:gd name="connsiteX5" fmla="*/ 694210 w 12886210"/>
                <a:gd name="connsiteY5" fmla="*/ 3505200 h 3524250"/>
                <a:gd name="connsiteX6" fmla="*/ 0 w 12886210"/>
                <a:gd name="connsiteY6" fmla="*/ 2447925 h 3524250"/>
                <a:gd name="connsiteX0" fmla="*/ 0 w 12886210"/>
                <a:gd name="connsiteY0" fmla="*/ 2447925 h 3524250"/>
                <a:gd name="connsiteX1" fmla="*/ 3442641 w 12886210"/>
                <a:gd name="connsiteY1" fmla="*/ 782420 h 3524250"/>
                <a:gd name="connsiteX2" fmla="*/ 8238010 w 12886210"/>
                <a:gd name="connsiteY2" fmla="*/ 1200150 h 3524250"/>
                <a:gd name="connsiteX3" fmla="*/ 12886210 w 12886210"/>
                <a:gd name="connsiteY3" fmla="*/ 0 h 3524250"/>
                <a:gd name="connsiteX4" fmla="*/ 12867160 w 12886210"/>
                <a:gd name="connsiteY4" fmla="*/ 3524250 h 3524250"/>
                <a:gd name="connsiteX5" fmla="*/ 694210 w 12886210"/>
                <a:gd name="connsiteY5" fmla="*/ 3505200 h 3524250"/>
                <a:gd name="connsiteX6" fmla="*/ 0 w 12886210"/>
                <a:gd name="connsiteY6" fmla="*/ 2447925 h 3524250"/>
                <a:gd name="connsiteX0" fmla="*/ 0 w 12886210"/>
                <a:gd name="connsiteY0" fmla="*/ 2447925 h 3524250"/>
                <a:gd name="connsiteX1" fmla="*/ 3442641 w 12886210"/>
                <a:gd name="connsiteY1" fmla="*/ 782420 h 3524250"/>
                <a:gd name="connsiteX2" fmla="*/ 8238010 w 12886210"/>
                <a:gd name="connsiteY2" fmla="*/ 1200150 h 3524250"/>
                <a:gd name="connsiteX3" fmla="*/ 12886210 w 12886210"/>
                <a:gd name="connsiteY3" fmla="*/ 0 h 3524250"/>
                <a:gd name="connsiteX4" fmla="*/ 12867160 w 12886210"/>
                <a:gd name="connsiteY4" fmla="*/ 3524250 h 3524250"/>
                <a:gd name="connsiteX5" fmla="*/ 694210 w 12886210"/>
                <a:gd name="connsiteY5" fmla="*/ 3505200 h 3524250"/>
                <a:gd name="connsiteX6" fmla="*/ 0 w 12886210"/>
                <a:gd name="connsiteY6" fmla="*/ 2447925 h 3524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886210" h="3524250">
                  <a:moveTo>
                    <a:pt x="0" y="2447925"/>
                  </a:moveTo>
                  <a:cubicBezTo>
                    <a:pt x="459657" y="1967141"/>
                    <a:pt x="1760560" y="709395"/>
                    <a:pt x="3442641" y="782420"/>
                  </a:cubicBezTo>
                  <a:cubicBezTo>
                    <a:pt x="4722127" y="868145"/>
                    <a:pt x="6664082" y="1330553"/>
                    <a:pt x="8238010" y="1200150"/>
                  </a:cubicBezTo>
                  <a:cubicBezTo>
                    <a:pt x="9811938" y="1069747"/>
                    <a:pt x="11576522" y="593725"/>
                    <a:pt x="12886210" y="0"/>
                  </a:cubicBezTo>
                  <a:lnTo>
                    <a:pt x="12867160" y="3524250"/>
                  </a:lnTo>
                  <a:lnTo>
                    <a:pt x="694210" y="3505200"/>
                  </a:lnTo>
                  <a:lnTo>
                    <a:pt x="0" y="244792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6360BF23-0D3D-0000-5FB5-67FEB25D66B2}"/>
              </a:ext>
            </a:extLst>
          </p:cNvPr>
          <p:cNvSpPr/>
          <p:nvPr/>
        </p:nvSpPr>
        <p:spPr>
          <a:xfrm>
            <a:off x="1940623" y="3534185"/>
            <a:ext cx="581446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400" b="1" kern="10" dirty="0">
                <a:solidFill>
                  <a:srgbClr val="05176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 研究方法</a:t>
            </a:r>
            <a:r>
              <a:rPr lang="zh-CN" altLang="en-US" sz="4400" b="1" kern="10" dirty="0">
                <a:solidFill>
                  <a:srgbClr val="05176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</a:p>
        </p:txBody>
      </p:sp>
      <p:sp>
        <p:nvSpPr>
          <p:cNvPr id="7" name="WordArt 5">
            <a:extLst>
              <a:ext uri="{FF2B5EF4-FFF2-40B4-BE49-F238E27FC236}">
                <a16:creationId xmlns:a16="http://schemas.microsoft.com/office/drawing/2014/main" id="{BD0D7C16-51C9-C170-DD07-C9CD350EC642}"/>
              </a:ext>
            </a:extLst>
          </p:cNvPr>
          <p:cNvSpPr>
            <a:spLocks noChangeArrowheads="1" noChangeShapeType="1"/>
          </p:cNvSpPr>
          <p:nvPr/>
        </p:nvSpPr>
        <p:spPr bwMode="auto">
          <a:xfrm>
            <a:off x="3053665" y="4447018"/>
            <a:ext cx="3916669" cy="405366"/>
          </a:xfrm>
          <a:prstGeom prst="rect">
            <a:avLst/>
          </a:prstGeom>
        </p:spPr>
        <p:txBody>
          <a:bodyPr wrap="none" fromWordArt="1"/>
          <a:lstStyle/>
          <a:p>
            <a:pPr algn="ctr"/>
            <a:r>
              <a:rPr lang="en-US" altLang="zh-CN" sz="2100" kern="10" dirty="0">
                <a:solidFill>
                  <a:srgbClr val="05176B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Measurement of horizontal angle</a:t>
            </a:r>
            <a:endParaRPr lang="zh-CN" altLang="en-US" sz="2100" kern="10" dirty="0">
              <a:solidFill>
                <a:srgbClr val="00406E"/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4B778AFB-2C55-0259-D851-17652F4D886D}"/>
              </a:ext>
            </a:extLst>
          </p:cNvPr>
          <p:cNvGrpSpPr/>
          <p:nvPr/>
        </p:nvGrpSpPr>
        <p:grpSpPr>
          <a:xfrm>
            <a:off x="1375722" y="2165865"/>
            <a:ext cx="1705800" cy="1705800"/>
            <a:chOff x="1441054" y="2119509"/>
            <a:chExt cx="1705800" cy="1705800"/>
          </a:xfrm>
        </p:grpSpPr>
        <p:sp>
          <p:nvSpPr>
            <p:cNvPr id="9" name="white base">
              <a:extLst>
                <a:ext uri="{FF2B5EF4-FFF2-40B4-BE49-F238E27FC236}">
                  <a16:creationId xmlns:a16="http://schemas.microsoft.com/office/drawing/2014/main" id="{1BEA6402-5211-F46A-92C3-DB9BA4A07308}"/>
                </a:ext>
              </a:extLst>
            </p:cNvPr>
            <p:cNvSpPr/>
            <p:nvPr/>
          </p:nvSpPr>
          <p:spPr>
            <a:xfrm>
              <a:off x="1454240" y="2133600"/>
              <a:ext cx="1677600" cy="167761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1" name="Picture 20" descr="122-吉林大学-logo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41054" y="2119509"/>
              <a:ext cx="1705800" cy="1705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85917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35">
            <a:extLst>
              <a:ext uri="{FF2B5EF4-FFF2-40B4-BE49-F238E27FC236}">
                <a16:creationId xmlns:a16="http://schemas.microsoft.com/office/drawing/2014/main" id="{034FED61-70FE-4B5B-941A-DB0778BC9517}"/>
              </a:ext>
            </a:extLst>
          </p:cNvPr>
          <p:cNvGrpSpPr/>
          <p:nvPr/>
        </p:nvGrpSpPr>
        <p:grpSpPr>
          <a:xfrm>
            <a:off x="3803489" y="3382931"/>
            <a:ext cx="1711898" cy="473470"/>
            <a:chOff x="2889972" y="3780969"/>
            <a:chExt cx="1860801" cy="514654"/>
          </a:xfrm>
        </p:grpSpPr>
        <p:sp>
          <p:nvSpPr>
            <p:cNvPr id="25" name="Oval 36">
              <a:extLst>
                <a:ext uri="{FF2B5EF4-FFF2-40B4-BE49-F238E27FC236}">
                  <a16:creationId xmlns:a16="http://schemas.microsoft.com/office/drawing/2014/main" id="{C0791959-0E75-4936-980D-5395537E9901}"/>
                </a:ext>
              </a:extLst>
            </p:cNvPr>
            <p:cNvSpPr/>
            <p:nvPr/>
          </p:nvSpPr>
          <p:spPr>
            <a:xfrm>
              <a:off x="2889972" y="3780969"/>
              <a:ext cx="1860801" cy="514654"/>
            </a:xfrm>
            <a:prstGeom prst="ellipse">
              <a:avLst/>
            </a:prstGeom>
            <a:solidFill>
              <a:srgbClr val="071E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>
                <a:cs typeface="+mn-ea"/>
                <a:sym typeface="+mn-lt"/>
              </a:endParaRPr>
            </a:p>
          </p:txBody>
        </p:sp>
        <p:sp>
          <p:nvSpPr>
            <p:cNvPr id="26" name="Oval 38">
              <a:extLst>
                <a:ext uri="{FF2B5EF4-FFF2-40B4-BE49-F238E27FC236}">
                  <a16:creationId xmlns:a16="http://schemas.microsoft.com/office/drawing/2014/main" id="{450B5B9A-6AE3-427C-A3FF-D67497296A9E}"/>
                </a:ext>
              </a:extLst>
            </p:cNvPr>
            <p:cNvSpPr/>
            <p:nvPr/>
          </p:nvSpPr>
          <p:spPr>
            <a:xfrm>
              <a:off x="3138706" y="3887055"/>
              <a:ext cx="1363332" cy="30248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>
                <a:cs typeface="+mn-ea"/>
                <a:sym typeface="+mn-lt"/>
              </a:endParaRPr>
            </a:p>
          </p:txBody>
        </p:sp>
        <p:sp>
          <p:nvSpPr>
            <p:cNvPr id="27" name="Oval 39">
              <a:extLst>
                <a:ext uri="{FF2B5EF4-FFF2-40B4-BE49-F238E27FC236}">
                  <a16:creationId xmlns:a16="http://schemas.microsoft.com/office/drawing/2014/main" id="{EC61245B-9A73-45D6-87AF-26FE41A47EA5}"/>
                </a:ext>
              </a:extLst>
            </p:cNvPr>
            <p:cNvSpPr/>
            <p:nvPr/>
          </p:nvSpPr>
          <p:spPr>
            <a:xfrm>
              <a:off x="3538756" y="3975814"/>
              <a:ext cx="563232" cy="124964"/>
            </a:xfrm>
            <a:prstGeom prst="ellipse">
              <a:avLst/>
            </a:prstGeom>
            <a:solidFill>
              <a:srgbClr val="071E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>
                <a:cs typeface="+mn-ea"/>
                <a:sym typeface="+mn-lt"/>
              </a:endParaRPr>
            </a:p>
          </p:txBody>
        </p:sp>
      </p:grpSp>
      <p:sp>
        <p:nvSpPr>
          <p:cNvPr id="18" name="Freeform 17">
            <a:extLst>
              <a:ext uri="{FF2B5EF4-FFF2-40B4-BE49-F238E27FC236}">
                <a16:creationId xmlns:a16="http://schemas.microsoft.com/office/drawing/2014/main" id="{66C0D05F-2927-4F1E-A40F-381BE083C9D4}"/>
              </a:ext>
            </a:extLst>
          </p:cNvPr>
          <p:cNvSpPr>
            <a:spLocks/>
          </p:cNvSpPr>
          <p:nvPr/>
        </p:nvSpPr>
        <p:spPr bwMode="auto">
          <a:xfrm rot="3797365">
            <a:off x="3163565" y="1362881"/>
            <a:ext cx="553178" cy="502449"/>
          </a:xfrm>
          <a:custGeom>
            <a:avLst/>
            <a:gdLst/>
            <a:ahLst/>
            <a:cxnLst>
              <a:cxn ang="0">
                <a:pos x="236" y="0"/>
              </a:cxn>
              <a:cxn ang="0">
                <a:pos x="271" y="128"/>
              </a:cxn>
              <a:cxn ang="0">
                <a:pos x="236" y="0"/>
              </a:cxn>
            </a:cxnLst>
            <a:rect l="0" t="0" r="r" b="b"/>
            <a:pathLst>
              <a:path w="271" h="245">
                <a:moveTo>
                  <a:pt x="236" y="0"/>
                </a:moveTo>
                <a:cubicBezTo>
                  <a:pt x="23" y="81"/>
                  <a:pt x="0" y="245"/>
                  <a:pt x="271" y="128"/>
                </a:cubicBezTo>
                <a:lnTo>
                  <a:pt x="236" y="0"/>
                </a:lnTo>
                <a:close/>
              </a:path>
            </a:pathLst>
          </a:custGeom>
          <a:solidFill>
            <a:srgbClr val="071F9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</a:pPr>
            <a:endParaRPr lang="en-US" dirty="0">
              <a:cs typeface="+mn-ea"/>
              <a:sym typeface="+mn-lt"/>
            </a:endParaRP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EFA0BA18-D6E3-4E00-9AC3-B69DCB8486D6}"/>
              </a:ext>
            </a:extLst>
          </p:cNvPr>
          <p:cNvSpPr>
            <a:spLocks/>
          </p:cNvSpPr>
          <p:nvPr/>
        </p:nvSpPr>
        <p:spPr bwMode="auto">
          <a:xfrm rot="3797365">
            <a:off x="3564791" y="1139495"/>
            <a:ext cx="615984" cy="497618"/>
          </a:xfrm>
          <a:custGeom>
            <a:avLst/>
            <a:gdLst/>
            <a:ahLst/>
            <a:cxnLst>
              <a:cxn ang="0">
                <a:pos x="255" y="244"/>
              </a:cxn>
              <a:cxn ang="0">
                <a:pos x="302" y="121"/>
              </a:cxn>
              <a:cxn ang="0">
                <a:pos x="255" y="244"/>
              </a:cxn>
            </a:cxnLst>
            <a:rect l="0" t="0" r="r" b="b"/>
            <a:pathLst>
              <a:path w="302" h="244">
                <a:moveTo>
                  <a:pt x="255" y="244"/>
                </a:moveTo>
                <a:cubicBezTo>
                  <a:pt x="0" y="106"/>
                  <a:pt x="50" y="0"/>
                  <a:pt x="302" y="121"/>
                </a:cubicBezTo>
                <a:lnTo>
                  <a:pt x="255" y="244"/>
                </a:lnTo>
                <a:close/>
              </a:path>
            </a:pathLst>
          </a:custGeom>
          <a:solidFill>
            <a:srgbClr val="071F9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</a:pPr>
            <a:endParaRPr lang="en-US" dirty="0">
              <a:cs typeface="+mn-ea"/>
              <a:sym typeface="+mn-lt"/>
            </a:endParaRP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43973D31-D231-4C43-94D4-6EFB9F07DB48}"/>
              </a:ext>
            </a:extLst>
          </p:cNvPr>
          <p:cNvSpPr>
            <a:spLocks/>
          </p:cNvSpPr>
          <p:nvPr/>
        </p:nvSpPr>
        <p:spPr bwMode="auto">
          <a:xfrm rot="3797365">
            <a:off x="4168749" y="3271850"/>
            <a:ext cx="594243" cy="62806"/>
          </a:xfrm>
          <a:custGeom>
            <a:avLst/>
            <a:gdLst/>
            <a:ahLst/>
            <a:cxnLst>
              <a:cxn ang="0">
                <a:pos x="73" y="2"/>
              </a:cxn>
              <a:cxn ang="0">
                <a:pos x="0" y="8"/>
              </a:cxn>
              <a:cxn ang="0">
                <a:pos x="72" y="21"/>
              </a:cxn>
              <a:cxn ang="0">
                <a:pos x="291" y="27"/>
              </a:cxn>
              <a:cxn ang="0">
                <a:pos x="292" y="24"/>
              </a:cxn>
              <a:cxn ang="0">
                <a:pos x="73" y="2"/>
              </a:cxn>
            </a:cxnLst>
            <a:rect l="0" t="0" r="r" b="b"/>
            <a:pathLst>
              <a:path w="292" h="30">
                <a:moveTo>
                  <a:pt x="73" y="2"/>
                </a:moveTo>
                <a:cubicBezTo>
                  <a:pt x="33" y="0"/>
                  <a:pt x="1" y="2"/>
                  <a:pt x="0" y="8"/>
                </a:cubicBezTo>
                <a:cubicBezTo>
                  <a:pt x="0" y="13"/>
                  <a:pt x="32" y="19"/>
                  <a:pt x="72" y="21"/>
                </a:cubicBezTo>
                <a:cubicBezTo>
                  <a:pt x="100" y="22"/>
                  <a:pt x="279" y="30"/>
                  <a:pt x="291" y="27"/>
                </a:cubicBezTo>
                <a:cubicBezTo>
                  <a:pt x="292" y="26"/>
                  <a:pt x="292" y="26"/>
                  <a:pt x="292" y="24"/>
                </a:cubicBezTo>
                <a:cubicBezTo>
                  <a:pt x="280" y="21"/>
                  <a:pt x="101" y="3"/>
                  <a:pt x="73" y="2"/>
                </a:cubicBezTo>
                <a:close/>
              </a:path>
            </a:pathLst>
          </a:custGeom>
          <a:solidFill>
            <a:srgbClr val="061A7A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</a:pPr>
            <a:endParaRPr lang="en-US" dirty="0">
              <a:cs typeface="+mn-ea"/>
              <a:sym typeface="+mn-lt"/>
            </a:endParaRPr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769BB16B-B632-4300-BB6E-C0362649AE8B}"/>
              </a:ext>
            </a:extLst>
          </p:cNvPr>
          <p:cNvSpPr>
            <a:spLocks/>
          </p:cNvSpPr>
          <p:nvPr/>
        </p:nvSpPr>
        <p:spPr bwMode="auto">
          <a:xfrm rot="3797365">
            <a:off x="3260723" y="2315274"/>
            <a:ext cx="1565322" cy="205329"/>
          </a:xfrm>
          <a:custGeom>
            <a:avLst/>
            <a:gdLst/>
            <a:ahLst/>
            <a:cxnLst>
              <a:cxn ang="0">
                <a:pos x="768" y="10"/>
              </a:cxn>
              <a:cxn ang="0">
                <a:pos x="0" y="9"/>
              </a:cxn>
              <a:cxn ang="0">
                <a:pos x="0" y="26"/>
              </a:cxn>
              <a:cxn ang="0">
                <a:pos x="763" y="100"/>
              </a:cxn>
              <a:cxn ang="0">
                <a:pos x="768" y="10"/>
              </a:cxn>
            </a:cxnLst>
            <a:rect l="0" t="0" r="r" b="b"/>
            <a:pathLst>
              <a:path w="768" h="100">
                <a:moveTo>
                  <a:pt x="768" y="10"/>
                </a:moveTo>
                <a:cubicBezTo>
                  <a:pt x="512" y="0"/>
                  <a:pt x="257" y="0"/>
                  <a:pt x="0" y="9"/>
                </a:cubicBezTo>
                <a:cubicBezTo>
                  <a:pt x="0" y="26"/>
                  <a:pt x="0" y="26"/>
                  <a:pt x="0" y="26"/>
                </a:cubicBezTo>
                <a:cubicBezTo>
                  <a:pt x="254" y="60"/>
                  <a:pt x="508" y="85"/>
                  <a:pt x="763" y="100"/>
                </a:cubicBezTo>
                <a:lnTo>
                  <a:pt x="768" y="10"/>
                </a:lnTo>
                <a:close/>
              </a:path>
            </a:pathLst>
          </a:custGeom>
          <a:solidFill>
            <a:srgbClr val="0B30DE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</a:pPr>
            <a:endParaRPr lang="en-US" dirty="0">
              <a:cs typeface="+mn-ea"/>
              <a:sym typeface="+mn-lt"/>
            </a:endParaRPr>
          </a:p>
        </p:txBody>
      </p:sp>
      <p:sp>
        <p:nvSpPr>
          <p:cNvPr id="22" name="Freeform 22">
            <a:extLst>
              <a:ext uri="{FF2B5EF4-FFF2-40B4-BE49-F238E27FC236}">
                <a16:creationId xmlns:a16="http://schemas.microsoft.com/office/drawing/2014/main" id="{46FF6FDF-0693-4CE6-A82F-838203AB0C15}"/>
              </a:ext>
            </a:extLst>
          </p:cNvPr>
          <p:cNvSpPr>
            <a:spLocks/>
          </p:cNvSpPr>
          <p:nvPr/>
        </p:nvSpPr>
        <p:spPr bwMode="auto">
          <a:xfrm rot="3797365">
            <a:off x="4090314" y="2889790"/>
            <a:ext cx="468630" cy="195666"/>
          </a:xfrm>
          <a:custGeom>
            <a:avLst/>
            <a:gdLst/>
            <a:ahLst/>
            <a:cxnLst>
              <a:cxn ang="0">
                <a:pos x="187" y="5"/>
              </a:cxn>
              <a:cxn ang="0">
                <a:pos x="10" y="0"/>
              </a:cxn>
              <a:cxn ang="0">
                <a:pos x="0" y="82"/>
              </a:cxn>
              <a:cxn ang="0">
                <a:pos x="182" y="95"/>
              </a:cxn>
              <a:cxn ang="0">
                <a:pos x="187" y="5"/>
              </a:cxn>
            </a:cxnLst>
            <a:rect l="0" t="0" r="r" b="b"/>
            <a:pathLst>
              <a:path w="230" h="95">
                <a:moveTo>
                  <a:pt x="187" y="5"/>
                </a:moveTo>
                <a:cubicBezTo>
                  <a:pt x="10" y="0"/>
                  <a:pt x="10" y="0"/>
                  <a:pt x="10" y="0"/>
                </a:cubicBezTo>
                <a:cubicBezTo>
                  <a:pt x="44" y="14"/>
                  <a:pt x="40" y="66"/>
                  <a:pt x="0" y="82"/>
                </a:cubicBezTo>
                <a:cubicBezTo>
                  <a:pt x="182" y="95"/>
                  <a:pt x="182" y="95"/>
                  <a:pt x="182" y="95"/>
                </a:cubicBezTo>
                <a:cubicBezTo>
                  <a:pt x="230" y="85"/>
                  <a:pt x="228" y="17"/>
                  <a:pt x="187" y="5"/>
                </a:cubicBezTo>
                <a:close/>
              </a:path>
            </a:pathLst>
          </a:custGeom>
          <a:solidFill>
            <a:srgbClr val="071E8E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</a:pPr>
            <a:endParaRPr lang="en-US" dirty="0">
              <a:cs typeface="+mn-ea"/>
              <a:sym typeface="+mn-lt"/>
            </a:endParaRPr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EA74DA92-1C68-4EA5-9121-FACF4A116DFF}"/>
              </a:ext>
            </a:extLst>
          </p:cNvPr>
          <p:cNvSpPr>
            <a:spLocks/>
          </p:cNvSpPr>
          <p:nvPr/>
        </p:nvSpPr>
        <p:spPr bwMode="auto">
          <a:xfrm rot="3797365">
            <a:off x="3861680" y="1459142"/>
            <a:ext cx="640140" cy="710193"/>
          </a:xfrm>
          <a:custGeom>
            <a:avLst/>
            <a:gdLst/>
            <a:ahLst/>
            <a:cxnLst>
              <a:cxn ang="0">
                <a:pos x="314" y="348"/>
              </a:cxn>
              <a:cxn ang="0">
                <a:pos x="0" y="334"/>
              </a:cxn>
              <a:cxn ang="0">
                <a:pos x="314" y="348"/>
              </a:cxn>
            </a:cxnLst>
            <a:rect l="0" t="0" r="r" b="b"/>
            <a:pathLst>
              <a:path w="314" h="348">
                <a:moveTo>
                  <a:pt x="314" y="348"/>
                </a:moveTo>
                <a:cubicBezTo>
                  <a:pt x="0" y="334"/>
                  <a:pt x="0" y="334"/>
                  <a:pt x="0" y="334"/>
                </a:cubicBezTo>
                <a:cubicBezTo>
                  <a:pt x="78" y="44"/>
                  <a:pt x="280" y="0"/>
                  <a:pt x="314" y="348"/>
                </a:cubicBezTo>
                <a:close/>
              </a:path>
            </a:pathLst>
          </a:custGeom>
          <a:solidFill>
            <a:srgbClr val="071E8E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</a:pPr>
            <a:endParaRPr lang="en-US" dirty="0">
              <a:cs typeface="+mn-ea"/>
              <a:sym typeface="+mn-lt"/>
            </a:endParaRP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6A78D381-0371-4506-A642-6FDBADD4332A}"/>
              </a:ext>
            </a:extLst>
          </p:cNvPr>
          <p:cNvSpPr>
            <a:spLocks/>
          </p:cNvSpPr>
          <p:nvPr/>
        </p:nvSpPr>
        <p:spPr bwMode="auto">
          <a:xfrm rot="3797365">
            <a:off x="3243457" y="1761764"/>
            <a:ext cx="640140" cy="727103"/>
          </a:xfrm>
          <a:custGeom>
            <a:avLst/>
            <a:gdLst/>
            <a:ahLst/>
            <a:cxnLst>
              <a:cxn ang="0">
                <a:pos x="314" y="14"/>
              </a:cxn>
              <a:cxn ang="0">
                <a:pos x="0" y="0"/>
              </a:cxn>
              <a:cxn ang="0">
                <a:pos x="314" y="14"/>
              </a:cxn>
            </a:cxnLst>
            <a:rect l="0" t="0" r="r" b="b"/>
            <a:pathLst>
              <a:path w="314" h="356">
                <a:moveTo>
                  <a:pt x="314" y="14"/>
                </a:moveTo>
                <a:cubicBezTo>
                  <a:pt x="0" y="0"/>
                  <a:pt x="0" y="0"/>
                  <a:pt x="0" y="0"/>
                </a:cubicBezTo>
                <a:cubicBezTo>
                  <a:pt x="49" y="296"/>
                  <a:pt x="247" y="356"/>
                  <a:pt x="314" y="14"/>
                </a:cubicBezTo>
                <a:close/>
              </a:path>
            </a:pathLst>
          </a:custGeom>
          <a:solidFill>
            <a:srgbClr val="071E8E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</a:pPr>
            <a:endParaRPr lang="en-US" dirty="0">
              <a:cs typeface="+mn-ea"/>
              <a:sym typeface="+mn-lt"/>
            </a:endParaRPr>
          </a:p>
        </p:txBody>
      </p:sp>
      <p:sp>
        <p:nvSpPr>
          <p:cNvPr id="5" name="TextBox 52">
            <a:extLst>
              <a:ext uri="{FF2B5EF4-FFF2-40B4-BE49-F238E27FC236}">
                <a16:creationId xmlns:a16="http://schemas.microsoft.com/office/drawing/2014/main" id="{573E28D2-62A3-419B-8212-2467FC896738}"/>
              </a:ext>
            </a:extLst>
          </p:cNvPr>
          <p:cNvSpPr txBox="1"/>
          <p:nvPr/>
        </p:nvSpPr>
        <p:spPr>
          <a:xfrm>
            <a:off x="961020" y="1284056"/>
            <a:ext cx="2084147" cy="1333050"/>
          </a:xfrm>
          <a:prstGeom prst="roundRect">
            <a:avLst>
              <a:gd name="adj" fmla="val 335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 anchorCtr="1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900" dirty="0">
                <a:solidFill>
                  <a:sysClr val="windowText" lastClr="000000"/>
                </a:solidFill>
                <a:cs typeface="+mn-ea"/>
                <a:sym typeface="+mn-lt"/>
              </a:rPr>
              <a:t>此部分内容作为文字排版占位显示</a:t>
            </a:r>
            <a:endParaRPr lang="en-US" altLang="zh-CN" sz="900" dirty="0">
              <a:solidFill>
                <a:sysClr val="windowText" lastClr="000000"/>
              </a:solidFill>
              <a:cs typeface="+mn-ea"/>
              <a:sym typeface="+mn-lt"/>
            </a:endParaRPr>
          </a:p>
          <a:p>
            <a:pPr algn="ctr">
              <a:lnSpc>
                <a:spcPct val="150000"/>
              </a:lnSpc>
            </a:pPr>
            <a:r>
              <a:rPr lang="zh-CN" altLang="en-US" sz="900" dirty="0">
                <a:solidFill>
                  <a:sysClr val="windowText" lastClr="000000"/>
                </a:solidFill>
                <a:cs typeface="+mn-ea"/>
                <a:sym typeface="+mn-lt"/>
              </a:rPr>
              <a:t>（建议使用主题字体）</a:t>
            </a:r>
          </a:p>
          <a:p>
            <a:pPr algn="ctr">
              <a:lnSpc>
                <a:spcPct val="150000"/>
              </a:lnSpc>
            </a:pPr>
            <a:r>
              <a:rPr lang="zh-CN" altLang="en-US" sz="900" dirty="0">
                <a:solidFill>
                  <a:sysClr val="windowText" lastClr="000000"/>
                </a:solidFill>
                <a:cs typeface="+mn-ea"/>
                <a:sym typeface="+mn-lt"/>
              </a:rPr>
              <a:t>如需更改请在（设置形状格式）菜单下</a:t>
            </a:r>
            <a:endParaRPr lang="en-US" altLang="zh-CN" sz="900" dirty="0">
              <a:solidFill>
                <a:sysClr val="windowText" lastClr="000000"/>
              </a:solidFill>
              <a:cs typeface="+mn-ea"/>
              <a:sym typeface="+mn-lt"/>
            </a:endParaRPr>
          </a:p>
          <a:p>
            <a:pPr algn="ctr">
              <a:lnSpc>
                <a:spcPct val="150000"/>
              </a:lnSpc>
            </a:pPr>
            <a:r>
              <a:rPr lang="zh-CN" altLang="en-US" sz="900" dirty="0">
                <a:solidFill>
                  <a:sysClr val="windowText" lastClr="000000"/>
                </a:solidFill>
                <a:cs typeface="+mn-ea"/>
                <a:sym typeface="+mn-lt"/>
              </a:rPr>
              <a:t>（文本选项）中调整</a:t>
            </a:r>
            <a:endParaRPr lang="en-US" sz="900" dirty="0">
              <a:solidFill>
                <a:sysClr val="windowText" lastClr="000000"/>
              </a:solidFill>
              <a:cs typeface="+mn-ea"/>
              <a:sym typeface="+mn-lt"/>
            </a:endParaRPr>
          </a:p>
        </p:txBody>
      </p:sp>
      <p:sp>
        <p:nvSpPr>
          <p:cNvPr id="6" name="Round Same Side Corner Rectangle 54">
            <a:extLst>
              <a:ext uri="{FF2B5EF4-FFF2-40B4-BE49-F238E27FC236}">
                <a16:creationId xmlns:a16="http://schemas.microsoft.com/office/drawing/2014/main" id="{B0F8ED55-AEA2-4221-8052-DBFB3D847F15}"/>
              </a:ext>
            </a:extLst>
          </p:cNvPr>
          <p:cNvSpPr/>
          <p:nvPr/>
        </p:nvSpPr>
        <p:spPr>
          <a:xfrm>
            <a:off x="1223629" y="1099046"/>
            <a:ext cx="1566320" cy="334285"/>
          </a:xfrm>
          <a:prstGeom prst="roundRect">
            <a:avLst/>
          </a:prstGeom>
          <a:solidFill>
            <a:srgbClr val="071E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 anchorCtr="1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600" b="1" dirty="0">
                <a:solidFill>
                  <a:srgbClr val="FFFFFF"/>
                </a:solidFill>
                <a:cs typeface="+mn-ea"/>
                <a:sym typeface="+mn-lt"/>
              </a:rPr>
              <a:t>标题文本预设</a:t>
            </a:r>
            <a:endParaRPr lang="en-US" sz="1600" b="1" dirty="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8" name="TextBox 116">
            <a:extLst>
              <a:ext uri="{FF2B5EF4-FFF2-40B4-BE49-F238E27FC236}">
                <a16:creationId xmlns:a16="http://schemas.microsoft.com/office/drawing/2014/main" id="{E07B9249-3A06-4DF9-B36D-60D4A1509326}"/>
              </a:ext>
            </a:extLst>
          </p:cNvPr>
          <p:cNvSpPr txBox="1"/>
          <p:nvPr/>
        </p:nvSpPr>
        <p:spPr>
          <a:xfrm>
            <a:off x="6105309" y="1284056"/>
            <a:ext cx="2084147" cy="133305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 anchorCtr="1">
            <a:norm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100">
                <a:solidFill>
                  <a:sysClr val="windowText" lastClr="000000"/>
                </a:solidFill>
                <a:cs typeface="+mn-ea"/>
              </a:defRPr>
            </a:lvl1pPr>
          </a:lstStyle>
          <a:p>
            <a:r>
              <a:rPr lang="zh-CN" altLang="en-US" sz="900" dirty="0">
                <a:solidFill/>
                <a:sym typeface="+mn-lt"/>
              </a:rPr>
              <a:t>此部分内容作为文字排版占位显示</a:t>
            </a:r>
            <a:endParaRPr lang="en-US" altLang="zh-CN" sz="900" dirty="0">
              <a:sym typeface="+mn-lt"/>
            </a:endParaRPr>
          </a:p>
          <a:p>
            <a:r>
              <a:rPr lang="zh-CN" altLang="en-US" sz="900" dirty="0">
                <a:sym typeface="+mn-lt"/>
              </a:rPr>
              <a:t>（建议使用主题字体）</a:t>
            </a:r>
          </a:p>
          <a:p>
            <a:r>
              <a:rPr lang="zh-CN" altLang="en-US" sz="900" dirty="0">
                <a:sym typeface="+mn-lt"/>
              </a:rPr>
              <a:t>如需更改请在（设置形状格式）菜单下</a:t>
            </a:r>
            <a:endParaRPr lang="en-US" altLang="zh-CN" sz="900" dirty="0">
              <a:sym typeface="+mn-lt"/>
            </a:endParaRPr>
          </a:p>
          <a:p>
            <a:r>
              <a:rPr lang="zh-CN" altLang="en-US" sz="900" dirty="0">
                <a:sym typeface="+mn-lt"/>
              </a:rPr>
              <a:t>（文本选项）中调整</a:t>
            </a:r>
            <a:endParaRPr lang="en-US" sz="900" dirty="0">
              <a:sym typeface="+mn-lt"/>
            </a:endParaRPr>
          </a:p>
        </p:txBody>
      </p:sp>
      <p:sp>
        <p:nvSpPr>
          <p:cNvPr id="9" name="Round Same Side Corner Rectangle 117">
            <a:extLst>
              <a:ext uri="{FF2B5EF4-FFF2-40B4-BE49-F238E27FC236}">
                <a16:creationId xmlns:a16="http://schemas.microsoft.com/office/drawing/2014/main" id="{33060581-D678-4CD3-8FB2-CE62AA827EFA}"/>
              </a:ext>
            </a:extLst>
          </p:cNvPr>
          <p:cNvSpPr/>
          <p:nvPr/>
        </p:nvSpPr>
        <p:spPr>
          <a:xfrm>
            <a:off x="6480386" y="1094548"/>
            <a:ext cx="1333993" cy="334285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 anchorCtr="1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 b="1" dirty="0">
                <a:solidFill>
                  <a:srgbClr val="FAFAFA"/>
                </a:solidFill>
                <a:cs typeface="+mn-ea"/>
                <a:sym typeface="+mn-lt"/>
              </a:rPr>
              <a:t>标题文本预设</a:t>
            </a:r>
            <a:endParaRPr lang="en-US" sz="1400" b="1" dirty="0">
              <a:solidFill>
                <a:srgbClr val="FAFAFA"/>
              </a:solidFill>
              <a:cs typeface="+mn-ea"/>
              <a:sym typeface="+mn-lt"/>
            </a:endParaRPr>
          </a:p>
        </p:txBody>
      </p:sp>
      <p:sp>
        <p:nvSpPr>
          <p:cNvPr id="11" name="TextBox 116">
            <a:extLst>
              <a:ext uri="{FF2B5EF4-FFF2-40B4-BE49-F238E27FC236}">
                <a16:creationId xmlns:a16="http://schemas.microsoft.com/office/drawing/2014/main" id="{E07B9249-3A06-4DF9-B36D-60D4A1509326}"/>
              </a:ext>
            </a:extLst>
          </p:cNvPr>
          <p:cNvSpPr txBox="1"/>
          <p:nvPr/>
        </p:nvSpPr>
        <p:spPr>
          <a:xfrm>
            <a:off x="6105309" y="3157388"/>
            <a:ext cx="2084147" cy="133305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 anchorCtr="1">
            <a:norm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100">
                <a:solidFill>
                  <a:sysClr val="windowText" lastClr="000000"/>
                </a:solidFill>
                <a:cs typeface="+mn-ea"/>
              </a:defRPr>
            </a:lvl1pPr>
          </a:lstStyle>
          <a:p>
            <a:r>
              <a:rPr lang="zh-CN" altLang="en-US" sz="900" dirty="0">
                <a:solidFill/>
                <a:sym typeface="+mn-lt"/>
              </a:rPr>
              <a:t>此部分内容作为文字排版占位显示</a:t>
            </a:r>
            <a:endParaRPr lang="en-US" altLang="zh-CN" sz="900" dirty="0">
              <a:sym typeface="+mn-lt"/>
            </a:endParaRPr>
          </a:p>
          <a:p>
            <a:r>
              <a:rPr lang="zh-CN" altLang="en-US" sz="900" dirty="0">
                <a:sym typeface="+mn-lt"/>
              </a:rPr>
              <a:t>（建议使用主题字体）</a:t>
            </a:r>
          </a:p>
          <a:p>
            <a:r>
              <a:rPr lang="zh-CN" altLang="en-US" sz="900" dirty="0">
                <a:sym typeface="+mn-lt"/>
              </a:rPr>
              <a:t>如需更改请在（设置形状格式）菜单下</a:t>
            </a:r>
            <a:endParaRPr lang="en-US" altLang="zh-CN" sz="900" dirty="0">
              <a:sym typeface="+mn-lt"/>
            </a:endParaRPr>
          </a:p>
          <a:p>
            <a:r>
              <a:rPr lang="zh-CN" altLang="en-US" sz="900" dirty="0">
                <a:sym typeface="+mn-lt"/>
              </a:rPr>
              <a:t>（文本选项）中调整</a:t>
            </a:r>
            <a:endParaRPr lang="en-US" sz="900" dirty="0">
              <a:sym typeface="+mn-lt"/>
            </a:endParaRPr>
          </a:p>
        </p:txBody>
      </p:sp>
      <p:sp>
        <p:nvSpPr>
          <p:cNvPr id="12" name="Round Same Side Corner Rectangle 117">
            <a:extLst>
              <a:ext uri="{FF2B5EF4-FFF2-40B4-BE49-F238E27FC236}">
                <a16:creationId xmlns:a16="http://schemas.microsoft.com/office/drawing/2014/main" id="{33060581-D678-4CD3-8FB2-CE62AA827EFA}"/>
              </a:ext>
            </a:extLst>
          </p:cNvPr>
          <p:cNvSpPr/>
          <p:nvPr/>
        </p:nvSpPr>
        <p:spPr>
          <a:xfrm>
            <a:off x="6480386" y="2967879"/>
            <a:ext cx="1333993" cy="334285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 anchorCtr="1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 b="1" dirty="0">
                <a:solidFill>
                  <a:srgbClr val="FAFAFA"/>
                </a:solidFill>
                <a:cs typeface="+mn-ea"/>
                <a:sym typeface="+mn-lt"/>
              </a:rPr>
              <a:t>标题文本预设</a:t>
            </a:r>
            <a:endParaRPr lang="en-US" sz="1400" b="1" dirty="0">
              <a:solidFill>
                <a:srgbClr val="FAFAFA"/>
              </a:solidFill>
              <a:cs typeface="+mn-ea"/>
              <a:sym typeface="+mn-lt"/>
            </a:endParaRPr>
          </a:p>
        </p:txBody>
      </p:sp>
      <p:sp>
        <p:nvSpPr>
          <p:cNvPr id="13" name="TextBox 52">
            <a:extLst>
              <a:ext uri="{FF2B5EF4-FFF2-40B4-BE49-F238E27FC236}">
                <a16:creationId xmlns:a16="http://schemas.microsoft.com/office/drawing/2014/main" id="{573E28D2-62A3-419B-8212-2467FC896738}"/>
              </a:ext>
            </a:extLst>
          </p:cNvPr>
          <p:cNvSpPr txBox="1"/>
          <p:nvPr/>
        </p:nvSpPr>
        <p:spPr>
          <a:xfrm>
            <a:off x="961020" y="3157388"/>
            <a:ext cx="2084147" cy="1333050"/>
          </a:xfrm>
          <a:prstGeom prst="roundRect">
            <a:avLst>
              <a:gd name="adj" fmla="val 335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 anchorCtr="1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900" dirty="0">
                <a:solidFill>
                  <a:sysClr val="windowText" lastClr="000000"/>
                </a:solidFill>
                <a:cs typeface="+mn-ea"/>
                <a:sym typeface="+mn-lt"/>
              </a:rPr>
              <a:t>此部分内容作为文字排版占位显示</a:t>
            </a:r>
            <a:endParaRPr lang="en-US" altLang="zh-CN" sz="900" dirty="0">
              <a:solidFill>
                <a:sysClr val="windowText" lastClr="000000"/>
              </a:solidFill>
              <a:cs typeface="+mn-ea"/>
              <a:sym typeface="+mn-lt"/>
            </a:endParaRPr>
          </a:p>
          <a:p>
            <a:pPr algn="ctr">
              <a:lnSpc>
                <a:spcPct val="150000"/>
              </a:lnSpc>
            </a:pPr>
            <a:r>
              <a:rPr lang="zh-CN" altLang="en-US" sz="900" dirty="0">
                <a:solidFill>
                  <a:sysClr val="windowText" lastClr="000000"/>
                </a:solidFill>
                <a:cs typeface="+mn-ea"/>
                <a:sym typeface="+mn-lt"/>
              </a:rPr>
              <a:t>（建议使用主题字体）</a:t>
            </a:r>
          </a:p>
          <a:p>
            <a:pPr algn="ctr">
              <a:lnSpc>
                <a:spcPct val="150000"/>
              </a:lnSpc>
            </a:pPr>
            <a:r>
              <a:rPr lang="zh-CN" altLang="en-US" sz="900" dirty="0">
                <a:solidFill>
                  <a:sysClr val="windowText" lastClr="000000"/>
                </a:solidFill>
                <a:cs typeface="+mn-ea"/>
                <a:sym typeface="+mn-lt"/>
              </a:rPr>
              <a:t>如需更改请在（设置形状格式）菜单下</a:t>
            </a:r>
            <a:endParaRPr lang="en-US" altLang="zh-CN" sz="900" dirty="0">
              <a:solidFill>
                <a:sysClr val="windowText" lastClr="000000"/>
              </a:solidFill>
              <a:cs typeface="+mn-ea"/>
              <a:sym typeface="+mn-lt"/>
            </a:endParaRPr>
          </a:p>
          <a:p>
            <a:pPr algn="ctr">
              <a:lnSpc>
                <a:spcPct val="150000"/>
              </a:lnSpc>
            </a:pPr>
            <a:r>
              <a:rPr lang="zh-CN" altLang="en-US" sz="900" dirty="0">
                <a:solidFill>
                  <a:sysClr val="windowText" lastClr="000000"/>
                </a:solidFill>
                <a:cs typeface="+mn-ea"/>
                <a:sym typeface="+mn-lt"/>
              </a:rPr>
              <a:t>（文本选项）中调整</a:t>
            </a:r>
            <a:endParaRPr lang="en-US" sz="900" dirty="0">
              <a:solidFill>
                <a:sysClr val="windowText" lastClr="000000"/>
              </a:solidFill>
              <a:cs typeface="+mn-ea"/>
              <a:sym typeface="+mn-lt"/>
            </a:endParaRPr>
          </a:p>
        </p:txBody>
      </p:sp>
      <p:sp>
        <p:nvSpPr>
          <p:cNvPr id="14" name="Round Same Side Corner Rectangle 54">
            <a:extLst>
              <a:ext uri="{FF2B5EF4-FFF2-40B4-BE49-F238E27FC236}">
                <a16:creationId xmlns:a16="http://schemas.microsoft.com/office/drawing/2014/main" id="{B0F8ED55-AEA2-4221-8052-DBFB3D847F15}"/>
              </a:ext>
            </a:extLst>
          </p:cNvPr>
          <p:cNvSpPr/>
          <p:nvPr/>
        </p:nvSpPr>
        <p:spPr>
          <a:xfrm>
            <a:off x="1223629" y="2972378"/>
            <a:ext cx="1566320" cy="334285"/>
          </a:xfrm>
          <a:prstGeom prst="roundRect">
            <a:avLst/>
          </a:prstGeom>
          <a:solidFill>
            <a:srgbClr val="0517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 anchorCtr="1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600" b="1" dirty="0">
                <a:solidFill>
                  <a:srgbClr val="FAFAFA"/>
                </a:solidFill>
                <a:cs typeface="+mn-ea"/>
                <a:sym typeface="+mn-lt"/>
              </a:rPr>
              <a:t>标题文本预设</a:t>
            </a:r>
            <a:endParaRPr lang="en-US" sz="1600" b="1" dirty="0">
              <a:solidFill>
                <a:srgbClr val="FAFAFA"/>
              </a:solidFill>
              <a:cs typeface="+mn-ea"/>
              <a:sym typeface="+mn-lt"/>
            </a:endParaRPr>
          </a:p>
        </p:txBody>
      </p:sp>
      <p:sp>
        <p:nvSpPr>
          <p:cNvPr id="29" name="Freeform 17_17"/>
          <p:cNvSpPr>
            <a:spLocks/>
          </p:cNvSpPr>
          <p:nvPr/>
        </p:nvSpPr>
        <p:spPr bwMode="auto">
          <a:xfrm rot="5400000">
            <a:off x="4356118" y="1665576"/>
            <a:ext cx="428426" cy="389138"/>
          </a:xfrm>
          <a:custGeom>
            <a:avLst/>
            <a:gdLst/>
            <a:ahLst/>
            <a:cxnLst>
              <a:cxn ang="0">
                <a:pos x="236" y="0"/>
              </a:cxn>
              <a:cxn ang="0">
                <a:pos x="271" y="128"/>
              </a:cxn>
              <a:cxn ang="0">
                <a:pos x="236" y="0"/>
              </a:cxn>
            </a:cxnLst>
            <a:rect l="0" t="0" r="r" b="b"/>
            <a:pathLst>
              <a:path w="271" h="245">
                <a:moveTo>
                  <a:pt x="236" y="0"/>
                </a:moveTo>
                <a:cubicBezTo>
                  <a:pt x="23" y="81"/>
                  <a:pt x="0" y="245"/>
                  <a:pt x="271" y="128"/>
                </a:cubicBezTo>
                <a:lnTo>
                  <a:pt x="236" y="0"/>
                </a:lnTo>
                <a:close/>
              </a:path>
            </a:pathLst>
          </a:custGeom>
          <a:solidFill>
            <a:srgbClr val="071F9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</a:pPr>
            <a:endParaRPr lang="en-US" dirty="0">
              <a:cs typeface="+mn-ea"/>
              <a:sym typeface="+mn-lt"/>
            </a:endParaRPr>
          </a:p>
        </p:txBody>
      </p:sp>
      <p:sp>
        <p:nvSpPr>
          <p:cNvPr id="30" name="Freeform 18_18"/>
          <p:cNvSpPr>
            <a:spLocks/>
          </p:cNvSpPr>
          <p:nvPr/>
        </p:nvSpPr>
        <p:spPr bwMode="auto">
          <a:xfrm rot="5400000">
            <a:off x="4709710" y="1661834"/>
            <a:ext cx="477068" cy="385396"/>
          </a:xfrm>
          <a:custGeom>
            <a:avLst/>
            <a:gdLst/>
            <a:ahLst/>
            <a:cxnLst>
              <a:cxn ang="0">
                <a:pos x="255" y="244"/>
              </a:cxn>
              <a:cxn ang="0">
                <a:pos x="302" y="121"/>
              </a:cxn>
              <a:cxn ang="0">
                <a:pos x="255" y="244"/>
              </a:cxn>
            </a:cxnLst>
            <a:rect l="0" t="0" r="r" b="b"/>
            <a:pathLst>
              <a:path w="302" h="244">
                <a:moveTo>
                  <a:pt x="255" y="244"/>
                </a:moveTo>
                <a:cubicBezTo>
                  <a:pt x="0" y="106"/>
                  <a:pt x="50" y="0"/>
                  <a:pt x="302" y="121"/>
                </a:cubicBezTo>
                <a:lnTo>
                  <a:pt x="255" y="244"/>
                </a:lnTo>
                <a:close/>
              </a:path>
            </a:pathLst>
          </a:custGeom>
          <a:solidFill>
            <a:srgbClr val="071F9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</a:pPr>
            <a:endParaRPr lang="en-US" dirty="0">
              <a:cs typeface="+mn-ea"/>
              <a:sym typeface="+mn-lt"/>
            </a:endParaRPr>
          </a:p>
        </p:txBody>
      </p:sp>
      <p:sp>
        <p:nvSpPr>
          <p:cNvPr id="31" name="Freeform 19"/>
          <p:cNvSpPr>
            <a:spLocks/>
          </p:cNvSpPr>
          <p:nvPr/>
        </p:nvSpPr>
        <p:spPr bwMode="auto">
          <a:xfrm rot="5400000">
            <a:off x="4461821" y="3361505"/>
            <a:ext cx="460230" cy="48642"/>
          </a:xfrm>
          <a:custGeom>
            <a:avLst/>
            <a:gdLst/>
            <a:ahLst/>
            <a:cxnLst>
              <a:cxn ang="0">
                <a:pos x="73" y="2"/>
              </a:cxn>
              <a:cxn ang="0">
                <a:pos x="0" y="8"/>
              </a:cxn>
              <a:cxn ang="0">
                <a:pos x="72" y="21"/>
              </a:cxn>
              <a:cxn ang="0">
                <a:pos x="291" y="27"/>
              </a:cxn>
              <a:cxn ang="0">
                <a:pos x="292" y="24"/>
              </a:cxn>
              <a:cxn ang="0">
                <a:pos x="73" y="2"/>
              </a:cxn>
            </a:cxnLst>
            <a:rect l="0" t="0" r="r" b="b"/>
            <a:pathLst>
              <a:path w="292" h="30">
                <a:moveTo>
                  <a:pt x="73" y="2"/>
                </a:moveTo>
                <a:cubicBezTo>
                  <a:pt x="33" y="0"/>
                  <a:pt x="1" y="2"/>
                  <a:pt x="0" y="8"/>
                </a:cubicBezTo>
                <a:cubicBezTo>
                  <a:pt x="0" y="13"/>
                  <a:pt x="32" y="19"/>
                  <a:pt x="72" y="21"/>
                </a:cubicBezTo>
                <a:cubicBezTo>
                  <a:pt x="100" y="22"/>
                  <a:pt x="279" y="30"/>
                  <a:pt x="291" y="27"/>
                </a:cubicBezTo>
                <a:cubicBezTo>
                  <a:pt x="292" y="26"/>
                  <a:pt x="292" y="26"/>
                  <a:pt x="292" y="24"/>
                </a:cubicBezTo>
                <a:cubicBezTo>
                  <a:pt x="280" y="21"/>
                  <a:pt x="101" y="3"/>
                  <a:pt x="73" y="2"/>
                </a:cubicBezTo>
                <a:close/>
              </a:path>
            </a:pathLst>
          </a:custGeom>
          <a:solidFill>
            <a:srgbClr val="061A7A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</a:pPr>
            <a:endParaRPr lang="en-US" dirty="0">
              <a:cs typeface="+mn-ea"/>
              <a:sym typeface="+mn-lt"/>
            </a:endParaRPr>
          </a:p>
        </p:txBody>
      </p:sp>
      <p:sp>
        <p:nvSpPr>
          <p:cNvPr id="32" name="Freeform 21"/>
          <p:cNvSpPr>
            <a:spLocks/>
          </p:cNvSpPr>
          <p:nvPr/>
        </p:nvSpPr>
        <p:spPr bwMode="auto">
          <a:xfrm rot="5400000">
            <a:off x="4101682" y="2546747"/>
            <a:ext cx="1212313" cy="159023"/>
          </a:xfrm>
          <a:custGeom>
            <a:avLst/>
            <a:gdLst/>
            <a:ahLst/>
            <a:cxnLst>
              <a:cxn ang="0">
                <a:pos x="768" y="10"/>
              </a:cxn>
              <a:cxn ang="0">
                <a:pos x="0" y="9"/>
              </a:cxn>
              <a:cxn ang="0">
                <a:pos x="0" y="26"/>
              </a:cxn>
              <a:cxn ang="0">
                <a:pos x="763" y="100"/>
              </a:cxn>
              <a:cxn ang="0">
                <a:pos x="768" y="10"/>
              </a:cxn>
            </a:cxnLst>
            <a:rect l="0" t="0" r="r" b="b"/>
            <a:pathLst>
              <a:path w="768" h="100">
                <a:moveTo>
                  <a:pt x="768" y="10"/>
                </a:moveTo>
                <a:cubicBezTo>
                  <a:pt x="512" y="0"/>
                  <a:pt x="257" y="0"/>
                  <a:pt x="0" y="9"/>
                </a:cubicBezTo>
                <a:cubicBezTo>
                  <a:pt x="0" y="26"/>
                  <a:pt x="0" y="26"/>
                  <a:pt x="0" y="26"/>
                </a:cubicBezTo>
                <a:cubicBezTo>
                  <a:pt x="254" y="60"/>
                  <a:pt x="508" y="85"/>
                  <a:pt x="763" y="100"/>
                </a:cubicBezTo>
                <a:lnTo>
                  <a:pt x="768" y="10"/>
                </a:lnTo>
                <a:close/>
              </a:path>
            </a:pathLst>
          </a:custGeom>
          <a:solidFill>
            <a:srgbClr val="0B30DE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</a:pPr>
            <a:endParaRPr lang="en-US" dirty="0">
              <a:cs typeface="+mn-ea"/>
              <a:sym typeface="+mn-lt"/>
            </a:endParaRPr>
          </a:p>
        </p:txBody>
      </p:sp>
      <p:sp>
        <p:nvSpPr>
          <p:cNvPr id="33" name="Freeform 22"/>
          <p:cNvSpPr>
            <a:spLocks/>
          </p:cNvSpPr>
          <p:nvPr/>
        </p:nvSpPr>
        <p:spPr bwMode="auto">
          <a:xfrm rot="5400000">
            <a:off x="4522624" y="3042523"/>
            <a:ext cx="362946" cy="151540"/>
          </a:xfrm>
          <a:custGeom>
            <a:avLst/>
            <a:gdLst/>
            <a:ahLst/>
            <a:cxnLst>
              <a:cxn ang="0">
                <a:pos x="187" y="5"/>
              </a:cxn>
              <a:cxn ang="0">
                <a:pos x="10" y="0"/>
              </a:cxn>
              <a:cxn ang="0">
                <a:pos x="0" y="82"/>
              </a:cxn>
              <a:cxn ang="0">
                <a:pos x="182" y="95"/>
              </a:cxn>
              <a:cxn ang="0">
                <a:pos x="187" y="5"/>
              </a:cxn>
            </a:cxnLst>
            <a:rect l="0" t="0" r="r" b="b"/>
            <a:pathLst>
              <a:path w="230" h="95">
                <a:moveTo>
                  <a:pt x="187" y="5"/>
                </a:moveTo>
                <a:cubicBezTo>
                  <a:pt x="10" y="0"/>
                  <a:pt x="10" y="0"/>
                  <a:pt x="10" y="0"/>
                </a:cubicBezTo>
                <a:cubicBezTo>
                  <a:pt x="44" y="14"/>
                  <a:pt x="40" y="66"/>
                  <a:pt x="0" y="82"/>
                </a:cubicBezTo>
                <a:cubicBezTo>
                  <a:pt x="182" y="95"/>
                  <a:pt x="182" y="95"/>
                  <a:pt x="182" y="95"/>
                </a:cubicBezTo>
                <a:cubicBezTo>
                  <a:pt x="230" y="85"/>
                  <a:pt x="228" y="17"/>
                  <a:pt x="187" y="5"/>
                </a:cubicBezTo>
                <a:close/>
              </a:path>
            </a:pathLst>
          </a:custGeom>
          <a:solidFill>
            <a:srgbClr val="071E8E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</a:pPr>
            <a:endParaRPr lang="en-US" dirty="0">
              <a:cs typeface="+mn-ea"/>
              <a:sym typeface="+mn-lt"/>
            </a:endParaRPr>
          </a:p>
        </p:txBody>
      </p:sp>
      <p:sp>
        <p:nvSpPr>
          <p:cNvPr id="34" name="Freeform 23"/>
          <p:cNvSpPr>
            <a:spLocks/>
          </p:cNvSpPr>
          <p:nvPr/>
        </p:nvSpPr>
        <p:spPr bwMode="auto">
          <a:xfrm rot="5400000">
            <a:off x="4765835" y="1981750"/>
            <a:ext cx="495777" cy="550031"/>
          </a:xfrm>
          <a:custGeom>
            <a:avLst/>
            <a:gdLst/>
            <a:ahLst/>
            <a:cxnLst>
              <a:cxn ang="0">
                <a:pos x="314" y="348"/>
              </a:cxn>
              <a:cxn ang="0">
                <a:pos x="0" y="334"/>
              </a:cxn>
              <a:cxn ang="0">
                <a:pos x="314" y="348"/>
              </a:cxn>
            </a:cxnLst>
            <a:rect l="0" t="0" r="r" b="b"/>
            <a:pathLst>
              <a:path w="314" h="348">
                <a:moveTo>
                  <a:pt x="314" y="348"/>
                </a:moveTo>
                <a:cubicBezTo>
                  <a:pt x="0" y="334"/>
                  <a:pt x="0" y="334"/>
                  <a:pt x="0" y="334"/>
                </a:cubicBezTo>
                <a:cubicBezTo>
                  <a:pt x="78" y="44"/>
                  <a:pt x="280" y="0"/>
                  <a:pt x="314" y="348"/>
                </a:cubicBezTo>
                <a:close/>
              </a:path>
            </a:pathLst>
          </a:custGeom>
          <a:solidFill>
            <a:srgbClr val="071E8E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</a:pPr>
            <a:endParaRPr lang="en-US" dirty="0">
              <a:cs typeface="+mn-ea"/>
              <a:sym typeface="+mn-lt"/>
            </a:endParaRPr>
          </a:p>
        </p:txBody>
      </p:sp>
      <p:sp>
        <p:nvSpPr>
          <p:cNvPr id="35" name="Freeform 24"/>
          <p:cNvSpPr>
            <a:spLocks/>
          </p:cNvSpPr>
          <p:nvPr/>
        </p:nvSpPr>
        <p:spPr bwMode="auto">
          <a:xfrm rot="5400000">
            <a:off x="4229836" y="1975202"/>
            <a:ext cx="495777" cy="563128"/>
          </a:xfrm>
          <a:custGeom>
            <a:avLst/>
            <a:gdLst/>
            <a:ahLst/>
            <a:cxnLst>
              <a:cxn ang="0">
                <a:pos x="314" y="14"/>
              </a:cxn>
              <a:cxn ang="0">
                <a:pos x="0" y="0"/>
              </a:cxn>
              <a:cxn ang="0">
                <a:pos x="314" y="14"/>
              </a:cxn>
            </a:cxnLst>
            <a:rect l="0" t="0" r="r" b="b"/>
            <a:pathLst>
              <a:path w="314" h="356">
                <a:moveTo>
                  <a:pt x="314" y="14"/>
                </a:moveTo>
                <a:cubicBezTo>
                  <a:pt x="0" y="0"/>
                  <a:pt x="0" y="0"/>
                  <a:pt x="0" y="0"/>
                </a:cubicBezTo>
                <a:cubicBezTo>
                  <a:pt x="49" y="296"/>
                  <a:pt x="247" y="356"/>
                  <a:pt x="314" y="14"/>
                </a:cubicBezTo>
                <a:close/>
              </a:path>
            </a:pathLst>
          </a:custGeom>
          <a:solidFill>
            <a:srgbClr val="071E8E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</a:pPr>
            <a:endParaRPr lang="en-US" dirty="0">
              <a:cs typeface="+mn-ea"/>
              <a:sym typeface="+mn-lt"/>
            </a:endParaRPr>
          </a:p>
        </p:txBody>
      </p:sp>
      <p:sp>
        <p:nvSpPr>
          <p:cNvPr id="37" name="Freeform 17_24"/>
          <p:cNvSpPr>
            <a:spLocks/>
          </p:cNvSpPr>
          <p:nvPr/>
        </p:nvSpPr>
        <p:spPr bwMode="auto">
          <a:xfrm rot="2530271">
            <a:off x="3491669" y="2774614"/>
            <a:ext cx="285548" cy="259362"/>
          </a:xfrm>
          <a:custGeom>
            <a:avLst/>
            <a:gdLst/>
            <a:ahLst/>
            <a:cxnLst>
              <a:cxn ang="0">
                <a:pos x="236" y="0"/>
              </a:cxn>
              <a:cxn ang="0">
                <a:pos x="271" y="128"/>
              </a:cxn>
              <a:cxn ang="0">
                <a:pos x="236" y="0"/>
              </a:cxn>
            </a:cxnLst>
            <a:rect l="0" t="0" r="r" b="b"/>
            <a:pathLst>
              <a:path w="271" h="245">
                <a:moveTo>
                  <a:pt x="236" y="0"/>
                </a:moveTo>
                <a:cubicBezTo>
                  <a:pt x="23" y="81"/>
                  <a:pt x="0" y="245"/>
                  <a:pt x="271" y="128"/>
                </a:cubicBezTo>
                <a:lnTo>
                  <a:pt x="236" y="0"/>
                </a:lnTo>
                <a:close/>
              </a:path>
            </a:pathLst>
          </a:custGeom>
          <a:solidFill>
            <a:srgbClr val="071F9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</a:pPr>
            <a:endParaRPr lang="en-US" dirty="0">
              <a:cs typeface="+mn-ea"/>
              <a:sym typeface="+mn-lt"/>
            </a:endParaRPr>
          </a:p>
        </p:txBody>
      </p:sp>
      <p:sp>
        <p:nvSpPr>
          <p:cNvPr id="38" name="Freeform 18_25"/>
          <p:cNvSpPr>
            <a:spLocks/>
          </p:cNvSpPr>
          <p:nvPr/>
        </p:nvSpPr>
        <p:spPr bwMode="auto">
          <a:xfrm rot="2530271">
            <a:off x="3641786" y="2586670"/>
            <a:ext cx="317968" cy="256868"/>
          </a:xfrm>
          <a:custGeom>
            <a:avLst/>
            <a:gdLst/>
            <a:ahLst/>
            <a:cxnLst>
              <a:cxn ang="0">
                <a:pos x="255" y="244"/>
              </a:cxn>
              <a:cxn ang="0">
                <a:pos x="302" y="121"/>
              </a:cxn>
              <a:cxn ang="0">
                <a:pos x="255" y="244"/>
              </a:cxn>
            </a:cxnLst>
            <a:rect l="0" t="0" r="r" b="b"/>
            <a:pathLst>
              <a:path w="302" h="244">
                <a:moveTo>
                  <a:pt x="255" y="244"/>
                </a:moveTo>
                <a:cubicBezTo>
                  <a:pt x="0" y="106"/>
                  <a:pt x="50" y="0"/>
                  <a:pt x="302" y="121"/>
                </a:cubicBezTo>
                <a:lnTo>
                  <a:pt x="255" y="244"/>
                </a:lnTo>
                <a:close/>
              </a:path>
            </a:pathLst>
          </a:custGeom>
          <a:solidFill>
            <a:srgbClr val="071F9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</a:pPr>
            <a:endParaRPr lang="en-US" dirty="0">
              <a:cs typeface="+mn-ea"/>
              <a:sym typeface="+mn-lt"/>
            </a:endParaRPr>
          </a:p>
        </p:txBody>
      </p:sp>
      <p:sp>
        <p:nvSpPr>
          <p:cNvPr id="39" name="Freeform 19"/>
          <p:cNvSpPr>
            <a:spLocks/>
          </p:cNvSpPr>
          <p:nvPr/>
        </p:nvSpPr>
        <p:spPr bwMode="auto">
          <a:xfrm rot="2530271">
            <a:off x="4289132" y="3510691"/>
            <a:ext cx="306746" cy="32420"/>
          </a:xfrm>
          <a:custGeom>
            <a:avLst/>
            <a:gdLst/>
            <a:ahLst/>
            <a:cxnLst>
              <a:cxn ang="0">
                <a:pos x="73" y="2"/>
              </a:cxn>
              <a:cxn ang="0">
                <a:pos x="0" y="8"/>
              </a:cxn>
              <a:cxn ang="0">
                <a:pos x="72" y="21"/>
              </a:cxn>
              <a:cxn ang="0">
                <a:pos x="291" y="27"/>
              </a:cxn>
              <a:cxn ang="0">
                <a:pos x="292" y="24"/>
              </a:cxn>
              <a:cxn ang="0">
                <a:pos x="73" y="2"/>
              </a:cxn>
            </a:cxnLst>
            <a:rect l="0" t="0" r="r" b="b"/>
            <a:pathLst>
              <a:path w="292" h="30">
                <a:moveTo>
                  <a:pt x="73" y="2"/>
                </a:moveTo>
                <a:cubicBezTo>
                  <a:pt x="33" y="0"/>
                  <a:pt x="1" y="2"/>
                  <a:pt x="0" y="8"/>
                </a:cubicBezTo>
                <a:cubicBezTo>
                  <a:pt x="0" y="13"/>
                  <a:pt x="32" y="19"/>
                  <a:pt x="72" y="21"/>
                </a:cubicBezTo>
                <a:cubicBezTo>
                  <a:pt x="100" y="22"/>
                  <a:pt x="279" y="30"/>
                  <a:pt x="291" y="27"/>
                </a:cubicBezTo>
                <a:cubicBezTo>
                  <a:pt x="292" y="26"/>
                  <a:pt x="292" y="26"/>
                  <a:pt x="292" y="24"/>
                </a:cubicBezTo>
                <a:cubicBezTo>
                  <a:pt x="280" y="21"/>
                  <a:pt x="101" y="3"/>
                  <a:pt x="73" y="2"/>
                </a:cubicBezTo>
                <a:close/>
              </a:path>
            </a:pathLst>
          </a:custGeom>
          <a:solidFill>
            <a:srgbClr val="061A7A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</a:pPr>
            <a:endParaRPr lang="en-US" dirty="0">
              <a:cs typeface="+mn-ea"/>
              <a:sym typeface="+mn-lt"/>
            </a:endParaRPr>
          </a:p>
        </p:txBody>
      </p:sp>
      <p:sp>
        <p:nvSpPr>
          <p:cNvPr id="40" name="Freeform 21"/>
          <p:cNvSpPr>
            <a:spLocks/>
          </p:cNvSpPr>
          <p:nvPr/>
        </p:nvSpPr>
        <p:spPr bwMode="auto">
          <a:xfrm rot="2530271">
            <a:off x="3670406" y="3126178"/>
            <a:ext cx="808013" cy="105990"/>
          </a:xfrm>
          <a:custGeom>
            <a:avLst/>
            <a:gdLst/>
            <a:ahLst/>
            <a:cxnLst>
              <a:cxn ang="0">
                <a:pos x="768" y="10"/>
              </a:cxn>
              <a:cxn ang="0">
                <a:pos x="0" y="9"/>
              </a:cxn>
              <a:cxn ang="0">
                <a:pos x="0" y="26"/>
              </a:cxn>
              <a:cxn ang="0">
                <a:pos x="763" y="100"/>
              </a:cxn>
              <a:cxn ang="0">
                <a:pos x="768" y="10"/>
              </a:cxn>
            </a:cxnLst>
            <a:rect l="0" t="0" r="r" b="b"/>
            <a:pathLst>
              <a:path w="768" h="100">
                <a:moveTo>
                  <a:pt x="768" y="10"/>
                </a:moveTo>
                <a:cubicBezTo>
                  <a:pt x="512" y="0"/>
                  <a:pt x="257" y="0"/>
                  <a:pt x="0" y="9"/>
                </a:cubicBezTo>
                <a:cubicBezTo>
                  <a:pt x="0" y="26"/>
                  <a:pt x="0" y="26"/>
                  <a:pt x="0" y="26"/>
                </a:cubicBezTo>
                <a:cubicBezTo>
                  <a:pt x="254" y="60"/>
                  <a:pt x="508" y="85"/>
                  <a:pt x="763" y="100"/>
                </a:cubicBezTo>
                <a:lnTo>
                  <a:pt x="768" y="10"/>
                </a:lnTo>
                <a:close/>
              </a:path>
            </a:pathLst>
          </a:custGeom>
          <a:solidFill>
            <a:srgbClr val="0B30DE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</a:pPr>
            <a:endParaRPr lang="en-US" dirty="0">
              <a:cs typeface="+mn-ea"/>
              <a:sym typeface="+mn-lt"/>
            </a:endParaRPr>
          </a:p>
        </p:txBody>
      </p:sp>
      <p:sp>
        <p:nvSpPr>
          <p:cNvPr id="41" name="Freeform 22"/>
          <p:cNvSpPr>
            <a:spLocks/>
          </p:cNvSpPr>
          <p:nvPr/>
        </p:nvSpPr>
        <p:spPr bwMode="auto">
          <a:xfrm rot="2530271">
            <a:off x="4194839" y="3350684"/>
            <a:ext cx="241905" cy="101002"/>
          </a:xfrm>
          <a:custGeom>
            <a:avLst/>
            <a:gdLst/>
            <a:ahLst/>
            <a:cxnLst>
              <a:cxn ang="0">
                <a:pos x="187" y="5"/>
              </a:cxn>
              <a:cxn ang="0">
                <a:pos x="10" y="0"/>
              </a:cxn>
              <a:cxn ang="0">
                <a:pos x="0" y="82"/>
              </a:cxn>
              <a:cxn ang="0">
                <a:pos x="182" y="95"/>
              </a:cxn>
              <a:cxn ang="0">
                <a:pos x="187" y="5"/>
              </a:cxn>
            </a:cxnLst>
            <a:rect l="0" t="0" r="r" b="b"/>
            <a:pathLst>
              <a:path w="230" h="95">
                <a:moveTo>
                  <a:pt x="187" y="5"/>
                </a:moveTo>
                <a:cubicBezTo>
                  <a:pt x="10" y="0"/>
                  <a:pt x="10" y="0"/>
                  <a:pt x="10" y="0"/>
                </a:cubicBezTo>
                <a:cubicBezTo>
                  <a:pt x="44" y="14"/>
                  <a:pt x="40" y="66"/>
                  <a:pt x="0" y="82"/>
                </a:cubicBezTo>
                <a:cubicBezTo>
                  <a:pt x="182" y="95"/>
                  <a:pt x="182" y="95"/>
                  <a:pt x="182" y="95"/>
                </a:cubicBezTo>
                <a:cubicBezTo>
                  <a:pt x="230" y="85"/>
                  <a:pt x="228" y="17"/>
                  <a:pt x="187" y="5"/>
                </a:cubicBezTo>
                <a:close/>
              </a:path>
            </a:pathLst>
          </a:custGeom>
          <a:solidFill>
            <a:srgbClr val="071E8E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</a:pPr>
            <a:endParaRPr lang="en-US" dirty="0">
              <a:cs typeface="+mn-ea"/>
              <a:sym typeface="+mn-lt"/>
            </a:endParaRPr>
          </a:p>
        </p:txBody>
      </p:sp>
      <p:sp>
        <p:nvSpPr>
          <p:cNvPr id="42" name="Freeform 23"/>
          <p:cNvSpPr>
            <a:spLocks/>
          </p:cNvSpPr>
          <p:nvPr/>
        </p:nvSpPr>
        <p:spPr bwMode="auto">
          <a:xfrm rot="2530271">
            <a:off x="3863544" y="2679442"/>
            <a:ext cx="330438" cy="366598"/>
          </a:xfrm>
          <a:custGeom>
            <a:avLst/>
            <a:gdLst/>
            <a:ahLst/>
            <a:cxnLst>
              <a:cxn ang="0">
                <a:pos x="314" y="348"/>
              </a:cxn>
              <a:cxn ang="0">
                <a:pos x="0" y="334"/>
              </a:cxn>
              <a:cxn ang="0">
                <a:pos x="314" y="348"/>
              </a:cxn>
            </a:cxnLst>
            <a:rect l="0" t="0" r="r" b="b"/>
            <a:pathLst>
              <a:path w="314" h="348">
                <a:moveTo>
                  <a:pt x="314" y="348"/>
                </a:moveTo>
                <a:cubicBezTo>
                  <a:pt x="0" y="334"/>
                  <a:pt x="0" y="334"/>
                  <a:pt x="0" y="334"/>
                </a:cubicBezTo>
                <a:cubicBezTo>
                  <a:pt x="78" y="44"/>
                  <a:pt x="280" y="0"/>
                  <a:pt x="314" y="348"/>
                </a:cubicBezTo>
                <a:close/>
              </a:path>
            </a:pathLst>
          </a:custGeom>
          <a:solidFill>
            <a:srgbClr val="071E8E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</a:pPr>
            <a:endParaRPr lang="en-US" dirty="0">
              <a:cs typeface="+mn-ea"/>
              <a:sym typeface="+mn-lt"/>
            </a:endParaRPr>
          </a:p>
        </p:txBody>
      </p:sp>
      <p:sp>
        <p:nvSpPr>
          <p:cNvPr id="43" name="Freeform 24"/>
          <p:cNvSpPr>
            <a:spLocks/>
          </p:cNvSpPr>
          <p:nvPr/>
        </p:nvSpPr>
        <p:spPr bwMode="auto">
          <a:xfrm rot="2530271">
            <a:off x="3623707" y="2939847"/>
            <a:ext cx="330438" cy="375327"/>
          </a:xfrm>
          <a:custGeom>
            <a:avLst/>
            <a:gdLst/>
            <a:ahLst/>
            <a:cxnLst>
              <a:cxn ang="0">
                <a:pos x="314" y="14"/>
              </a:cxn>
              <a:cxn ang="0">
                <a:pos x="0" y="0"/>
              </a:cxn>
              <a:cxn ang="0">
                <a:pos x="314" y="14"/>
              </a:cxn>
            </a:cxnLst>
            <a:rect l="0" t="0" r="r" b="b"/>
            <a:pathLst>
              <a:path w="314" h="356">
                <a:moveTo>
                  <a:pt x="314" y="14"/>
                </a:moveTo>
                <a:cubicBezTo>
                  <a:pt x="0" y="0"/>
                  <a:pt x="0" y="0"/>
                  <a:pt x="0" y="0"/>
                </a:cubicBezTo>
                <a:cubicBezTo>
                  <a:pt x="49" y="296"/>
                  <a:pt x="247" y="356"/>
                  <a:pt x="314" y="14"/>
                </a:cubicBezTo>
                <a:close/>
              </a:path>
            </a:pathLst>
          </a:custGeom>
          <a:solidFill>
            <a:srgbClr val="071E8E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</a:pPr>
            <a:endParaRPr lang="en-US" dirty="0">
              <a:cs typeface="+mn-ea"/>
              <a:sym typeface="+mn-lt"/>
            </a:endParaRPr>
          </a:p>
        </p:txBody>
      </p:sp>
      <p:sp>
        <p:nvSpPr>
          <p:cNvPr id="45" name="Freeform 17_31"/>
          <p:cNvSpPr>
            <a:spLocks/>
          </p:cNvSpPr>
          <p:nvPr/>
        </p:nvSpPr>
        <p:spPr bwMode="auto">
          <a:xfrm rot="7135533">
            <a:off x="5146515" y="2293285"/>
            <a:ext cx="313864" cy="285082"/>
          </a:xfrm>
          <a:custGeom>
            <a:avLst/>
            <a:gdLst/>
            <a:ahLst/>
            <a:cxnLst>
              <a:cxn ang="0">
                <a:pos x="236" y="0"/>
              </a:cxn>
              <a:cxn ang="0">
                <a:pos x="271" y="128"/>
              </a:cxn>
              <a:cxn ang="0">
                <a:pos x="236" y="0"/>
              </a:cxn>
            </a:cxnLst>
            <a:rect l="0" t="0" r="r" b="b"/>
            <a:pathLst>
              <a:path w="271" h="245">
                <a:moveTo>
                  <a:pt x="236" y="0"/>
                </a:moveTo>
                <a:cubicBezTo>
                  <a:pt x="23" y="81"/>
                  <a:pt x="0" y="245"/>
                  <a:pt x="271" y="128"/>
                </a:cubicBezTo>
                <a:lnTo>
                  <a:pt x="236" y="0"/>
                </a:lnTo>
                <a:close/>
              </a:path>
            </a:pathLst>
          </a:custGeom>
          <a:solidFill>
            <a:srgbClr val="071F9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</a:pPr>
            <a:endParaRPr lang="en-US" dirty="0">
              <a:cs typeface="+mn-ea"/>
              <a:sym typeface="+mn-lt"/>
            </a:endParaRPr>
          </a:p>
        </p:txBody>
      </p:sp>
      <p:sp>
        <p:nvSpPr>
          <p:cNvPr id="46" name="Freeform 18_32"/>
          <p:cNvSpPr>
            <a:spLocks/>
          </p:cNvSpPr>
          <p:nvPr/>
        </p:nvSpPr>
        <p:spPr bwMode="auto">
          <a:xfrm rot="7135533">
            <a:off x="5373006" y="2424966"/>
            <a:ext cx="349500" cy="282341"/>
          </a:xfrm>
          <a:custGeom>
            <a:avLst/>
            <a:gdLst/>
            <a:ahLst/>
            <a:cxnLst>
              <a:cxn ang="0">
                <a:pos x="255" y="244"/>
              </a:cxn>
              <a:cxn ang="0">
                <a:pos x="302" y="121"/>
              </a:cxn>
              <a:cxn ang="0">
                <a:pos x="255" y="244"/>
              </a:cxn>
            </a:cxnLst>
            <a:rect l="0" t="0" r="r" b="b"/>
            <a:pathLst>
              <a:path w="302" h="244">
                <a:moveTo>
                  <a:pt x="255" y="244"/>
                </a:moveTo>
                <a:cubicBezTo>
                  <a:pt x="0" y="106"/>
                  <a:pt x="50" y="0"/>
                  <a:pt x="302" y="121"/>
                </a:cubicBezTo>
                <a:lnTo>
                  <a:pt x="255" y="244"/>
                </a:lnTo>
                <a:close/>
              </a:path>
            </a:pathLst>
          </a:custGeom>
          <a:solidFill>
            <a:srgbClr val="071F9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</a:pPr>
            <a:endParaRPr lang="en-US" dirty="0">
              <a:cs typeface="+mn-ea"/>
              <a:sym typeface="+mn-lt"/>
            </a:endParaRPr>
          </a:p>
        </p:txBody>
      </p:sp>
      <p:sp>
        <p:nvSpPr>
          <p:cNvPr id="47" name="Freeform 19"/>
          <p:cNvSpPr>
            <a:spLocks/>
          </p:cNvSpPr>
          <p:nvPr/>
        </p:nvSpPr>
        <p:spPr bwMode="auto">
          <a:xfrm rot="7135533">
            <a:off x="4672232" y="3439375"/>
            <a:ext cx="337164" cy="35635"/>
          </a:xfrm>
          <a:custGeom>
            <a:avLst/>
            <a:gdLst/>
            <a:ahLst/>
            <a:cxnLst>
              <a:cxn ang="0">
                <a:pos x="73" y="2"/>
              </a:cxn>
              <a:cxn ang="0">
                <a:pos x="0" y="8"/>
              </a:cxn>
              <a:cxn ang="0">
                <a:pos x="72" y="21"/>
              </a:cxn>
              <a:cxn ang="0">
                <a:pos x="291" y="27"/>
              </a:cxn>
              <a:cxn ang="0">
                <a:pos x="292" y="24"/>
              </a:cxn>
              <a:cxn ang="0">
                <a:pos x="73" y="2"/>
              </a:cxn>
            </a:cxnLst>
            <a:rect l="0" t="0" r="r" b="b"/>
            <a:pathLst>
              <a:path w="292" h="30">
                <a:moveTo>
                  <a:pt x="73" y="2"/>
                </a:moveTo>
                <a:cubicBezTo>
                  <a:pt x="33" y="0"/>
                  <a:pt x="1" y="2"/>
                  <a:pt x="0" y="8"/>
                </a:cubicBezTo>
                <a:cubicBezTo>
                  <a:pt x="0" y="13"/>
                  <a:pt x="32" y="19"/>
                  <a:pt x="72" y="21"/>
                </a:cubicBezTo>
                <a:cubicBezTo>
                  <a:pt x="100" y="22"/>
                  <a:pt x="279" y="30"/>
                  <a:pt x="291" y="27"/>
                </a:cubicBezTo>
                <a:cubicBezTo>
                  <a:pt x="292" y="26"/>
                  <a:pt x="292" y="26"/>
                  <a:pt x="292" y="24"/>
                </a:cubicBezTo>
                <a:cubicBezTo>
                  <a:pt x="280" y="21"/>
                  <a:pt x="101" y="3"/>
                  <a:pt x="73" y="2"/>
                </a:cubicBezTo>
                <a:close/>
              </a:path>
            </a:pathLst>
          </a:custGeom>
          <a:solidFill>
            <a:srgbClr val="061A7A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</a:pPr>
            <a:endParaRPr lang="en-US" dirty="0">
              <a:cs typeface="+mn-ea"/>
              <a:sym typeface="+mn-lt"/>
            </a:endParaRPr>
          </a:p>
        </p:txBody>
      </p:sp>
      <p:sp>
        <p:nvSpPr>
          <p:cNvPr id="48" name="Freeform 21"/>
          <p:cNvSpPr>
            <a:spLocks/>
          </p:cNvSpPr>
          <p:nvPr/>
        </p:nvSpPr>
        <p:spPr bwMode="auto">
          <a:xfrm rot="7135533">
            <a:off x="4676085" y="2917537"/>
            <a:ext cx="888139" cy="116500"/>
          </a:xfrm>
          <a:custGeom>
            <a:avLst/>
            <a:gdLst/>
            <a:ahLst/>
            <a:cxnLst>
              <a:cxn ang="0">
                <a:pos x="768" y="10"/>
              </a:cxn>
              <a:cxn ang="0">
                <a:pos x="0" y="9"/>
              </a:cxn>
              <a:cxn ang="0">
                <a:pos x="0" y="26"/>
              </a:cxn>
              <a:cxn ang="0">
                <a:pos x="763" y="100"/>
              </a:cxn>
              <a:cxn ang="0">
                <a:pos x="768" y="10"/>
              </a:cxn>
            </a:cxnLst>
            <a:rect l="0" t="0" r="r" b="b"/>
            <a:pathLst>
              <a:path w="768" h="100">
                <a:moveTo>
                  <a:pt x="768" y="10"/>
                </a:moveTo>
                <a:cubicBezTo>
                  <a:pt x="512" y="0"/>
                  <a:pt x="257" y="0"/>
                  <a:pt x="0" y="9"/>
                </a:cubicBezTo>
                <a:cubicBezTo>
                  <a:pt x="0" y="26"/>
                  <a:pt x="0" y="26"/>
                  <a:pt x="0" y="26"/>
                </a:cubicBezTo>
                <a:cubicBezTo>
                  <a:pt x="254" y="60"/>
                  <a:pt x="508" y="85"/>
                  <a:pt x="763" y="100"/>
                </a:cubicBezTo>
                <a:lnTo>
                  <a:pt x="768" y="10"/>
                </a:lnTo>
                <a:close/>
              </a:path>
            </a:pathLst>
          </a:custGeom>
          <a:solidFill>
            <a:srgbClr val="0B30DE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</a:pPr>
            <a:endParaRPr lang="en-US" dirty="0">
              <a:cs typeface="+mn-ea"/>
              <a:sym typeface="+mn-lt"/>
            </a:endParaRPr>
          </a:p>
        </p:txBody>
      </p:sp>
      <p:sp>
        <p:nvSpPr>
          <p:cNvPr id="49" name="Freeform 22"/>
          <p:cNvSpPr>
            <a:spLocks/>
          </p:cNvSpPr>
          <p:nvPr/>
        </p:nvSpPr>
        <p:spPr bwMode="auto">
          <a:xfrm rot="7135533">
            <a:off x="4810462" y="3234448"/>
            <a:ext cx="265894" cy="111018"/>
          </a:xfrm>
          <a:custGeom>
            <a:avLst/>
            <a:gdLst/>
            <a:ahLst/>
            <a:cxnLst>
              <a:cxn ang="0">
                <a:pos x="187" y="5"/>
              </a:cxn>
              <a:cxn ang="0">
                <a:pos x="10" y="0"/>
              </a:cxn>
              <a:cxn ang="0">
                <a:pos x="0" y="82"/>
              </a:cxn>
              <a:cxn ang="0">
                <a:pos x="182" y="95"/>
              </a:cxn>
              <a:cxn ang="0">
                <a:pos x="187" y="5"/>
              </a:cxn>
            </a:cxnLst>
            <a:rect l="0" t="0" r="r" b="b"/>
            <a:pathLst>
              <a:path w="230" h="95">
                <a:moveTo>
                  <a:pt x="187" y="5"/>
                </a:moveTo>
                <a:cubicBezTo>
                  <a:pt x="10" y="0"/>
                  <a:pt x="10" y="0"/>
                  <a:pt x="10" y="0"/>
                </a:cubicBezTo>
                <a:cubicBezTo>
                  <a:pt x="44" y="14"/>
                  <a:pt x="40" y="66"/>
                  <a:pt x="0" y="82"/>
                </a:cubicBezTo>
                <a:cubicBezTo>
                  <a:pt x="182" y="95"/>
                  <a:pt x="182" y="95"/>
                  <a:pt x="182" y="95"/>
                </a:cubicBezTo>
                <a:cubicBezTo>
                  <a:pt x="230" y="85"/>
                  <a:pt x="228" y="17"/>
                  <a:pt x="187" y="5"/>
                </a:cubicBezTo>
                <a:close/>
              </a:path>
            </a:pathLst>
          </a:custGeom>
          <a:solidFill>
            <a:srgbClr val="071E8E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</a:pPr>
            <a:endParaRPr lang="en-US" dirty="0">
              <a:cs typeface="+mn-ea"/>
              <a:sym typeface="+mn-lt"/>
            </a:endParaRPr>
          </a:p>
        </p:txBody>
      </p:sp>
      <p:sp>
        <p:nvSpPr>
          <p:cNvPr id="50" name="Freeform 23"/>
          <p:cNvSpPr>
            <a:spLocks/>
          </p:cNvSpPr>
          <p:nvPr/>
        </p:nvSpPr>
        <p:spPr bwMode="auto">
          <a:xfrm rot="7135533">
            <a:off x="5265612" y="2645777"/>
            <a:ext cx="363206" cy="402952"/>
          </a:xfrm>
          <a:custGeom>
            <a:avLst/>
            <a:gdLst/>
            <a:ahLst/>
            <a:cxnLst>
              <a:cxn ang="0">
                <a:pos x="314" y="348"/>
              </a:cxn>
              <a:cxn ang="0">
                <a:pos x="0" y="334"/>
              </a:cxn>
              <a:cxn ang="0">
                <a:pos x="314" y="348"/>
              </a:cxn>
            </a:cxnLst>
            <a:rect l="0" t="0" r="r" b="b"/>
            <a:pathLst>
              <a:path w="314" h="348">
                <a:moveTo>
                  <a:pt x="314" y="348"/>
                </a:moveTo>
                <a:cubicBezTo>
                  <a:pt x="0" y="334"/>
                  <a:pt x="0" y="334"/>
                  <a:pt x="0" y="334"/>
                </a:cubicBezTo>
                <a:cubicBezTo>
                  <a:pt x="78" y="44"/>
                  <a:pt x="280" y="0"/>
                  <a:pt x="314" y="348"/>
                </a:cubicBezTo>
                <a:close/>
              </a:path>
            </a:pathLst>
          </a:custGeom>
          <a:solidFill>
            <a:srgbClr val="071E8E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</a:pPr>
            <a:endParaRPr lang="en-US" dirty="0">
              <a:cs typeface="+mn-ea"/>
              <a:sym typeface="+mn-lt"/>
            </a:endParaRPr>
          </a:p>
        </p:txBody>
      </p:sp>
      <p:sp>
        <p:nvSpPr>
          <p:cNvPr id="51" name="Freeform 24"/>
          <p:cNvSpPr>
            <a:spLocks/>
          </p:cNvSpPr>
          <p:nvPr/>
        </p:nvSpPr>
        <p:spPr bwMode="auto">
          <a:xfrm rot="7135533">
            <a:off x="4921926" y="2451054"/>
            <a:ext cx="363206" cy="412547"/>
          </a:xfrm>
          <a:custGeom>
            <a:avLst/>
            <a:gdLst/>
            <a:ahLst/>
            <a:cxnLst>
              <a:cxn ang="0">
                <a:pos x="314" y="14"/>
              </a:cxn>
              <a:cxn ang="0">
                <a:pos x="0" y="0"/>
              </a:cxn>
              <a:cxn ang="0">
                <a:pos x="314" y="14"/>
              </a:cxn>
            </a:cxnLst>
            <a:rect l="0" t="0" r="r" b="b"/>
            <a:pathLst>
              <a:path w="314" h="356">
                <a:moveTo>
                  <a:pt x="314" y="14"/>
                </a:moveTo>
                <a:cubicBezTo>
                  <a:pt x="0" y="0"/>
                  <a:pt x="0" y="0"/>
                  <a:pt x="0" y="0"/>
                </a:cubicBezTo>
                <a:cubicBezTo>
                  <a:pt x="49" y="296"/>
                  <a:pt x="247" y="356"/>
                  <a:pt x="314" y="14"/>
                </a:cubicBezTo>
                <a:close/>
              </a:path>
            </a:pathLst>
          </a:custGeom>
          <a:solidFill>
            <a:srgbClr val="071E8E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</a:pPr>
            <a:endParaRPr lang="en-US" dirty="0">
              <a:cs typeface="+mn-ea"/>
              <a:sym typeface="+mn-lt"/>
            </a:endParaRPr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7FF0F0D0-55DA-7F2E-A03C-25AC0963F26D}"/>
              </a:ext>
            </a:extLst>
          </p:cNvPr>
          <p:cNvGrpSpPr/>
          <p:nvPr/>
        </p:nvGrpSpPr>
        <p:grpSpPr>
          <a:xfrm>
            <a:off x="2" y="62949"/>
            <a:ext cx="9145587" cy="514424"/>
            <a:chOff x="2" y="62949"/>
            <a:chExt cx="9145587" cy="514424"/>
          </a:xfrm>
        </p:grpSpPr>
        <p:pic>
          <p:nvPicPr>
            <p:cNvPr id="57" name="Picture 56" descr="122-吉林大学-logo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13973" y="62949"/>
              <a:ext cx="430096" cy="430096"/>
            </a:xfrm>
            <a:prstGeom prst="rect">
              <a:avLst/>
            </a:prstGeom>
          </p:spPr>
        </p:pic>
        <p:sp>
          <p:nvSpPr>
            <p:cNvPr id="54" name="任意多边形 7">
              <a:extLst>
                <a:ext uri="{FF2B5EF4-FFF2-40B4-BE49-F238E27FC236}">
                  <a16:creationId xmlns:a16="http://schemas.microsoft.com/office/drawing/2014/main" id="{BDF43E8D-7051-2577-DDA2-BF46F9B95207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521636" y="555120"/>
              <a:ext cx="8623953" cy="22253"/>
            </a:xfrm>
            <a:custGeom>
              <a:avLst/>
              <a:gdLst>
                <a:gd name="connsiteX0" fmla="*/ 0 w 12125327"/>
                <a:gd name="connsiteY0" fmla="*/ 0 h 31282"/>
                <a:gd name="connsiteX1" fmla="*/ 12125327 w 12125327"/>
                <a:gd name="connsiteY1" fmla="*/ 0 h 31282"/>
                <a:gd name="connsiteX2" fmla="*/ 12125327 w 12125327"/>
                <a:gd name="connsiteY2" fmla="*/ 31282 h 31282"/>
                <a:gd name="connsiteX3" fmla="*/ 17139 w 12125327"/>
                <a:gd name="connsiteY3" fmla="*/ 31282 h 31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25327" h="31282">
                  <a:moveTo>
                    <a:pt x="0" y="0"/>
                  </a:moveTo>
                  <a:lnTo>
                    <a:pt x="12125327" y="0"/>
                  </a:lnTo>
                  <a:lnTo>
                    <a:pt x="12125327" y="31282"/>
                  </a:lnTo>
                  <a:lnTo>
                    <a:pt x="17139" y="3128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4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5" name="任意多边形 8">
              <a:extLst>
                <a:ext uri="{FF2B5EF4-FFF2-40B4-BE49-F238E27FC236}">
                  <a16:creationId xmlns:a16="http://schemas.microsoft.com/office/drawing/2014/main" id="{64F1DA5E-C7D3-FF94-0538-580A5FC93C5D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2" y="195486"/>
              <a:ext cx="410536" cy="381886"/>
            </a:xfrm>
            <a:custGeom>
              <a:avLst/>
              <a:gdLst>
                <a:gd name="connsiteX0" fmla="*/ 284734 w 577217"/>
                <a:gd name="connsiteY0" fmla="*/ 0 h 536832"/>
                <a:gd name="connsiteX1" fmla="*/ 577217 w 577217"/>
                <a:gd name="connsiteY1" fmla="*/ 536832 h 536832"/>
                <a:gd name="connsiteX2" fmla="*/ 0 w 577217"/>
                <a:gd name="connsiteY2" fmla="*/ 536832 h 536832"/>
                <a:gd name="connsiteX3" fmla="*/ 0 w 577217"/>
                <a:gd name="connsiteY3" fmla="*/ 184 h 536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7217" h="536832">
                  <a:moveTo>
                    <a:pt x="284734" y="0"/>
                  </a:moveTo>
                  <a:lnTo>
                    <a:pt x="577217" y="536832"/>
                  </a:lnTo>
                  <a:lnTo>
                    <a:pt x="0" y="536832"/>
                  </a:lnTo>
                  <a:lnTo>
                    <a:pt x="0" y="184"/>
                  </a:lnTo>
                  <a:close/>
                </a:path>
              </a:pathLst>
            </a:custGeom>
            <a:solidFill>
              <a:srgbClr val="071E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400" dirty="0">
                <a:solidFill>
                  <a:srgbClr val="7EC234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6" name="Title 1">
              <a:extLst>
                <a:ext uri="{FF2B5EF4-FFF2-40B4-BE49-F238E27FC236}">
                  <a16:creationId xmlns:a16="http://schemas.microsoft.com/office/drawing/2014/main" id="{51AFF665-7F44-26FA-C439-231F9CDE9DE1}"/>
                </a:ext>
              </a:extLst>
            </p:cNvPr>
            <p:cNvSpPr txBox="1">
              <a:spLocks/>
            </p:cNvSpPr>
            <p:nvPr/>
          </p:nvSpPr>
          <p:spPr>
            <a:xfrm>
              <a:off x="611560" y="175643"/>
              <a:ext cx="2129944" cy="379477"/>
            </a:xfrm>
            <a:prstGeom prst="rect">
              <a:avLst/>
            </a:prstGeom>
          </p:spPr>
          <p:txBody>
            <a:bodyPr lIns="0" rIns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3000" b="0" kern="1200">
                  <a:solidFill>
                    <a:schemeClr val="accent1"/>
                  </a:solidFill>
                  <a:latin typeface="U.S. 101" pitchFamily="2" charset="0"/>
                  <a:ea typeface="Roboto" pitchFamily="2" charset="0"/>
                  <a:cs typeface="Open Sans Light" panose="020B0306030504020204" pitchFamily="34" charset="0"/>
                </a:defRPr>
              </a:lvl1pPr>
            </a:lstStyle>
            <a:p>
              <a:pPr algn="l"/>
              <a:r>
                <a:rPr lang="zh-CN" altLang="en-US" sz="18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点击输入标题内容</a:t>
              </a:r>
              <a:endParaRPr lang="en-GB" altLang="zh-CN" sz="1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1846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20"/>
          <p:cNvGrpSpPr/>
          <p:nvPr/>
        </p:nvGrpSpPr>
        <p:grpSpPr>
          <a:xfrm>
            <a:off x="3792394" y="1290375"/>
            <a:ext cx="1567502" cy="2845093"/>
            <a:chOff x="5056525" y="2002973"/>
            <a:chExt cx="2090002" cy="3793457"/>
          </a:xfrm>
        </p:grpSpPr>
        <p:grpSp>
          <p:nvGrpSpPr>
            <p:cNvPr id="55" name="Group 21"/>
            <p:cNvGrpSpPr/>
            <p:nvPr/>
          </p:nvGrpSpPr>
          <p:grpSpPr>
            <a:xfrm>
              <a:off x="5543793" y="4266592"/>
              <a:ext cx="1096350" cy="1529838"/>
              <a:chOff x="4499466" y="1718459"/>
              <a:chExt cx="546286" cy="762283"/>
            </a:xfrm>
          </p:grpSpPr>
          <p:sp>
            <p:nvSpPr>
              <p:cNvPr id="71" name="Freeform: Shape 37"/>
              <p:cNvSpPr>
                <a:spLocks/>
              </p:cNvSpPr>
              <p:nvPr/>
            </p:nvSpPr>
            <p:spPr bwMode="auto">
              <a:xfrm>
                <a:off x="4499466" y="1718459"/>
                <a:ext cx="546286" cy="762283"/>
              </a:xfrm>
              <a:custGeom>
                <a:avLst/>
                <a:gdLst/>
                <a:ahLst/>
                <a:cxnLst>
                  <a:cxn ang="0">
                    <a:pos x="349" y="71"/>
                  </a:cxn>
                  <a:cxn ang="0">
                    <a:pos x="253" y="217"/>
                  </a:cxn>
                  <a:cxn ang="0">
                    <a:pos x="185" y="329"/>
                  </a:cxn>
                  <a:cxn ang="0">
                    <a:pos x="124" y="445"/>
                  </a:cxn>
                  <a:cxn ang="0">
                    <a:pos x="74" y="564"/>
                  </a:cxn>
                  <a:cxn ang="0">
                    <a:pos x="36" y="688"/>
                  </a:cxn>
                  <a:cxn ang="0">
                    <a:pos x="11" y="816"/>
                  </a:cxn>
                  <a:cxn ang="0">
                    <a:pos x="0" y="950"/>
                  </a:cxn>
                  <a:cxn ang="0">
                    <a:pos x="10" y="1088"/>
                  </a:cxn>
                  <a:cxn ang="0">
                    <a:pos x="37" y="1234"/>
                  </a:cxn>
                  <a:cxn ang="0">
                    <a:pos x="255" y="1127"/>
                  </a:cxn>
                  <a:cxn ang="0">
                    <a:pos x="245" y="1251"/>
                  </a:cxn>
                  <a:cxn ang="0">
                    <a:pos x="250" y="1383"/>
                  </a:cxn>
                  <a:cxn ang="0">
                    <a:pos x="271" y="1523"/>
                  </a:cxn>
                  <a:cxn ang="0">
                    <a:pos x="308" y="1672"/>
                  </a:cxn>
                  <a:cxn ang="0">
                    <a:pos x="363" y="1829"/>
                  </a:cxn>
                  <a:cxn ang="0">
                    <a:pos x="436" y="1996"/>
                  </a:cxn>
                  <a:cxn ang="0">
                    <a:pos x="529" y="2173"/>
                  </a:cxn>
                  <a:cxn ang="0">
                    <a:pos x="641" y="2359"/>
                  </a:cxn>
                  <a:cxn ang="0">
                    <a:pos x="774" y="2557"/>
                  </a:cxn>
                  <a:cxn ang="0">
                    <a:pos x="929" y="2764"/>
                  </a:cxn>
                  <a:cxn ang="0">
                    <a:pos x="1103" y="2837"/>
                  </a:cxn>
                  <a:cxn ang="0">
                    <a:pos x="1265" y="2624"/>
                  </a:cxn>
                  <a:cxn ang="0">
                    <a:pos x="1405" y="2424"/>
                  </a:cxn>
                  <a:cxn ang="0">
                    <a:pos x="1524" y="2233"/>
                  </a:cxn>
                  <a:cxn ang="0">
                    <a:pos x="1623" y="2054"/>
                  </a:cxn>
                  <a:cxn ang="0">
                    <a:pos x="1702" y="1883"/>
                  </a:cxn>
                  <a:cxn ang="0">
                    <a:pos x="1763" y="1724"/>
                  </a:cxn>
                  <a:cxn ang="0">
                    <a:pos x="1807" y="1572"/>
                  </a:cxn>
                  <a:cxn ang="0">
                    <a:pos x="1833" y="1429"/>
                  </a:cxn>
                  <a:cxn ang="0">
                    <a:pos x="1842" y="1294"/>
                  </a:cxn>
                  <a:cxn ang="0">
                    <a:pos x="1838" y="1168"/>
                  </a:cxn>
                  <a:cxn ang="0">
                    <a:pos x="2037" y="1284"/>
                  </a:cxn>
                  <a:cxn ang="0">
                    <a:pos x="2072" y="1136"/>
                  </a:cxn>
                  <a:cxn ang="0">
                    <a:pos x="2087" y="995"/>
                  </a:cxn>
                  <a:cxn ang="0">
                    <a:pos x="2083" y="860"/>
                  </a:cxn>
                  <a:cxn ang="0">
                    <a:pos x="2063" y="730"/>
                  </a:cxn>
                  <a:cxn ang="0">
                    <a:pos x="2029" y="605"/>
                  </a:cxn>
                  <a:cxn ang="0">
                    <a:pos x="1981" y="485"/>
                  </a:cxn>
                  <a:cxn ang="0">
                    <a:pos x="1924" y="367"/>
                  </a:cxn>
                  <a:cxn ang="0">
                    <a:pos x="1860" y="254"/>
                  </a:cxn>
                  <a:cxn ang="0">
                    <a:pos x="1788" y="144"/>
                  </a:cxn>
                  <a:cxn ang="0">
                    <a:pos x="1044" y="0"/>
                  </a:cxn>
                </a:cxnLst>
                <a:rect l="0" t="0" r="r" b="b"/>
                <a:pathLst>
                  <a:path w="2087" h="2910">
                    <a:moveTo>
                      <a:pt x="1044" y="0"/>
                    </a:moveTo>
                    <a:lnTo>
                      <a:pt x="400" y="0"/>
                    </a:lnTo>
                    <a:lnTo>
                      <a:pt x="349" y="71"/>
                    </a:lnTo>
                    <a:lnTo>
                      <a:pt x="300" y="144"/>
                    </a:lnTo>
                    <a:lnTo>
                      <a:pt x="275" y="180"/>
                    </a:lnTo>
                    <a:lnTo>
                      <a:pt x="253" y="217"/>
                    </a:lnTo>
                    <a:lnTo>
                      <a:pt x="229" y="254"/>
                    </a:lnTo>
                    <a:lnTo>
                      <a:pt x="206" y="292"/>
                    </a:lnTo>
                    <a:lnTo>
                      <a:pt x="185" y="329"/>
                    </a:lnTo>
                    <a:lnTo>
                      <a:pt x="164" y="367"/>
                    </a:lnTo>
                    <a:lnTo>
                      <a:pt x="144" y="406"/>
                    </a:lnTo>
                    <a:lnTo>
                      <a:pt x="124" y="445"/>
                    </a:lnTo>
                    <a:lnTo>
                      <a:pt x="107" y="485"/>
                    </a:lnTo>
                    <a:lnTo>
                      <a:pt x="90" y="524"/>
                    </a:lnTo>
                    <a:lnTo>
                      <a:pt x="74" y="564"/>
                    </a:lnTo>
                    <a:lnTo>
                      <a:pt x="60" y="605"/>
                    </a:lnTo>
                    <a:lnTo>
                      <a:pt x="47" y="646"/>
                    </a:lnTo>
                    <a:lnTo>
                      <a:pt x="36" y="688"/>
                    </a:lnTo>
                    <a:lnTo>
                      <a:pt x="25" y="730"/>
                    </a:lnTo>
                    <a:lnTo>
                      <a:pt x="18" y="773"/>
                    </a:lnTo>
                    <a:lnTo>
                      <a:pt x="11" y="816"/>
                    </a:lnTo>
                    <a:lnTo>
                      <a:pt x="6" y="860"/>
                    </a:lnTo>
                    <a:lnTo>
                      <a:pt x="2" y="905"/>
                    </a:lnTo>
                    <a:lnTo>
                      <a:pt x="0" y="950"/>
                    </a:lnTo>
                    <a:lnTo>
                      <a:pt x="2" y="995"/>
                    </a:lnTo>
                    <a:lnTo>
                      <a:pt x="4" y="1041"/>
                    </a:lnTo>
                    <a:lnTo>
                      <a:pt x="10" y="1088"/>
                    </a:lnTo>
                    <a:lnTo>
                      <a:pt x="16" y="1136"/>
                    </a:lnTo>
                    <a:lnTo>
                      <a:pt x="25" y="1185"/>
                    </a:lnTo>
                    <a:lnTo>
                      <a:pt x="37" y="1234"/>
                    </a:lnTo>
                    <a:lnTo>
                      <a:pt x="52" y="1284"/>
                    </a:lnTo>
                    <a:lnTo>
                      <a:pt x="68" y="1334"/>
                    </a:lnTo>
                    <a:lnTo>
                      <a:pt x="255" y="1127"/>
                    </a:lnTo>
                    <a:lnTo>
                      <a:pt x="250" y="1168"/>
                    </a:lnTo>
                    <a:lnTo>
                      <a:pt x="246" y="1209"/>
                    </a:lnTo>
                    <a:lnTo>
                      <a:pt x="245" y="1251"/>
                    </a:lnTo>
                    <a:lnTo>
                      <a:pt x="245" y="1294"/>
                    </a:lnTo>
                    <a:lnTo>
                      <a:pt x="247" y="1338"/>
                    </a:lnTo>
                    <a:lnTo>
                      <a:pt x="250" y="1383"/>
                    </a:lnTo>
                    <a:lnTo>
                      <a:pt x="255" y="1429"/>
                    </a:lnTo>
                    <a:lnTo>
                      <a:pt x="262" y="1475"/>
                    </a:lnTo>
                    <a:lnTo>
                      <a:pt x="271" y="1523"/>
                    </a:lnTo>
                    <a:lnTo>
                      <a:pt x="282" y="1572"/>
                    </a:lnTo>
                    <a:lnTo>
                      <a:pt x="294" y="1622"/>
                    </a:lnTo>
                    <a:lnTo>
                      <a:pt x="308" y="1672"/>
                    </a:lnTo>
                    <a:lnTo>
                      <a:pt x="325" y="1724"/>
                    </a:lnTo>
                    <a:lnTo>
                      <a:pt x="344" y="1776"/>
                    </a:lnTo>
                    <a:lnTo>
                      <a:pt x="363" y="1829"/>
                    </a:lnTo>
                    <a:lnTo>
                      <a:pt x="386" y="1883"/>
                    </a:lnTo>
                    <a:lnTo>
                      <a:pt x="410" y="1939"/>
                    </a:lnTo>
                    <a:lnTo>
                      <a:pt x="436" y="1996"/>
                    </a:lnTo>
                    <a:lnTo>
                      <a:pt x="465" y="2054"/>
                    </a:lnTo>
                    <a:lnTo>
                      <a:pt x="496" y="2113"/>
                    </a:lnTo>
                    <a:lnTo>
                      <a:pt x="529" y="2173"/>
                    </a:lnTo>
                    <a:lnTo>
                      <a:pt x="564" y="2233"/>
                    </a:lnTo>
                    <a:lnTo>
                      <a:pt x="601" y="2295"/>
                    </a:lnTo>
                    <a:lnTo>
                      <a:pt x="641" y="2359"/>
                    </a:lnTo>
                    <a:lnTo>
                      <a:pt x="683" y="2424"/>
                    </a:lnTo>
                    <a:lnTo>
                      <a:pt x="727" y="2490"/>
                    </a:lnTo>
                    <a:lnTo>
                      <a:pt x="774" y="2557"/>
                    </a:lnTo>
                    <a:lnTo>
                      <a:pt x="823" y="2624"/>
                    </a:lnTo>
                    <a:lnTo>
                      <a:pt x="875" y="2694"/>
                    </a:lnTo>
                    <a:lnTo>
                      <a:pt x="929" y="2764"/>
                    </a:lnTo>
                    <a:lnTo>
                      <a:pt x="985" y="2837"/>
                    </a:lnTo>
                    <a:lnTo>
                      <a:pt x="1044" y="2910"/>
                    </a:lnTo>
                    <a:lnTo>
                      <a:pt x="1103" y="2837"/>
                    </a:lnTo>
                    <a:lnTo>
                      <a:pt x="1160" y="2764"/>
                    </a:lnTo>
                    <a:lnTo>
                      <a:pt x="1214" y="2694"/>
                    </a:lnTo>
                    <a:lnTo>
                      <a:pt x="1265" y="2624"/>
                    </a:lnTo>
                    <a:lnTo>
                      <a:pt x="1314" y="2557"/>
                    </a:lnTo>
                    <a:lnTo>
                      <a:pt x="1360" y="2490"/>
                    </a:lnTo>
                    <a:lnTo>
                      <a:pt x="1405" y="2424"/>
                    </a:lnTo>
                    <a:lnTo>
                      <a:pt x="1448" y="2359"/>
                    </a:lnTo>
                    <a:lnTo>
                      <a:pt x="1487" y="2295"/>
                    </a:lnTo>
                    <a:lnTo>
                      <a:pt x="1524" y="2233"/>
                    </a:lnTo>
                    <a:lnTo>
                      <a:pt x="1560" y="2173"/>
                    </a:lnTo>
                    <a:lnTo>
                      <a:pt x="1593" y="2113"/>
                    </a:lnTo>
                    <a:lnTo>
                      <a:pt x="1623" y="2054"/>
                    </a:lnTo>
                    <a:lnTo>
                      <a:pt x="1652" y="1996"/>
                    </a:lnTo>
                    <a:lnTo>
                      <a:pt x="1679" y="1939"/>
                    </a:lnTo>
                    <a:lnTo>
                      <a:pt x="1702" y="1883"/>
                    </a:lnTo>
                    <a:lnTo>
                      <a:pt x="1725" y="1829"/>
                    </a:lnTo>
                    <a:lnTo>
                      <a:pt x="1745" y="1776"/>
                    </a:lnTo>
                    <a:lnTo>
                      <a:pt x="1763" y="1724"/>
                    </a:lnTo>
                    <a:lnTo>
                      <a:pt x="1779" y="1672"/>
                    </a:lnTo>
                    <a:lnTo>
                      <a:pt x="1794" y="1622"/>
                    </a:lnTo>
                    <a:lnTo>
                      <a:pt x="1807" y="1572"/>
                    </a:lnTo>
                    <a:lnTo>
                      <a:pt x="1817" y="1523"/>
                    </a:lnTo>
                    <a:lnTo>
                      <a:pt x="1825" y="1475"/>
                    </a:lnTo>
                    <a:lnTo>
                      <a:pt x="1833" y="1429"/>
                    </a:lnTo>
                    <a:lnTo>
                      <a:pt x="1838" y="1383"/>
                    </a:lnTo>
                    <a:lnTo>
                      <a:pt x="1841" y="1338"/>
                    </a:lnTo>
                    <a:lnTo>
                      <a:pt x="1842" y="1294"/>
                    </a:lnTo>
                    <a:lnTo>
                      <a:pt x="1842" y="1251"/>
                    </a:lnTo>
                    <a:lnTo>
                      <a:pt x="1841" y="1209"/>
                    </a:lnTo>
                    <a:lnTo>
                      <a:pt x="1838" y="1168"/>
                    </a:lnTo>
                    <a:lnTo>
                      <a:pt x="1833" y="1127"/>
                    </a:lnTo>
                    <a:lnTo>
                      <a:pt x="2019" y="1334"/>
                    </a:lnTo>
                    <a:lnTo>
                      <a:pt x="2037" y="1284"/>
                    </a:lnTo>
                    <a:lnTo>
                      <a:pt x="2051" y="1234"/>
                    </a:lnTo>
                    <a:lnTo>
                      <a:pt x="2063" y="1185"/>
                    </a:lnTo>
                    <a:lnTo>
                      <a:pt x="2072" y="1136"/>
                    </a:lnTo>
                    <a:lnTo>
                      <a:pt x="2079" y="1088"/>
                    </a:lnTo>
                    <a:lnTo>
                      <a:pt x="2084" y="1041"/>
                    </a:lnTo>
                    <a:lnTo>
                      <a:pt x="2087" y="995"/>
                    </a:lnTo>
                    <a:lnTo>
                      <a:pt x="2087" y="950"/>
                    </a:lnTo>
                    <a:lnTo>
                      <a:pt x="2085" y="905"/>
                    </a:lnTo>
                    <a:lnTo>
                      <a:pt x="2083" y="860"/>
                    </a:lnTo>
                    <a:lnTo>
                      <a:pt x="2078" y="816"/>
                    </a:lnTo>
                    <a:lnTo>
                      <a:pt x="2071" y="773"/>
                    </a:lnTo>
                    <a:lnTo>
                      <a:pt x="2063" y="730"/>
                    </a:lnTo>
                    <a:lnTo>
                      <a:pt x="2052" y="688"/>
                    </a:lnTo>
                    <a:lnTo>
                      <a:pt x="2041" y="646"/>
                    </a:lnTo>
                    <a:lnTo>
                      <a:pt x="2029" y="605"/>
                    </a:lnTo>
                    <a:lnTo>
                      <a:pt x="2014" y="564"/>
                    </a:lnTo>
                    <a:lnTo>
                      <a:pt x="1998" y="524"/>
                    </a:lnTo>
                    <a:lnTo>
                      <a:pt x="1981" y="485"/>
                    </a:lnTo>
                    <a:lnTo>
                      <a:pt x="1964" y="445"/>
                    </a:lnTo>
                    <a:lnTo>
                      <a:pt x="1944" y="406"/>
                    </a:lnTo>
                    <a:lnTo>
                      <a:pt x="1924" y="367"/>
                    </a:lnTo>
                    <a:lnTo>
                      <a:pt x="1903" y="329"/>
                    </a:lnTo>
                    <a:lnTo>
                      <a:pt x="1882" y="292"/>
                    </a:lnTo>
                    <a:lnTo>
                      <a:pt x="1860" y="254"/>
                    </a:lnTo>
                    <a:lnTo>
                      <a:pt x="1836" y="217"/>
                    </a:lnTo>
                    <a:lnTo>
                      <a:pt x="1812" y="180"/>
                    </a:lnTo>
                    <a:lnTo>
                      <a:pt x="1788" y="144"/>
                    </a:lnTo>
                    <a:lnTo>
                      <a:pt x="1738" y="71"/>
                    </a:lnTo>
                    <a:lnTo>
                      <a:pt x="1688" y="0"/>
                    </a:lnTo>
                    <a:lnTo>
                      <a:pt x="1044" y="0"/>
                    </a:lnTo>
                  </a:path>
                </a:pathLst>
              </a:custGeom>
              <a:solidFill>
                <a:schemeClr val="accent4">
                  <a:lumMod val="40000"/>
                  <a:lumOff val="60000"/>
                </a:schemeClr>
              </a:solidFill>
              <a:ln w="1">
                <a:noFill/>
                <a:prstDash val="solid"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2" name="Freeform: Shape 38"/>
              <p:cNvSpPr>
                <a:spLocks/>
              </p:cNvSpPr>
              <p:nvPr/>
            </p:nvSpPr>
            <p:spPr bwMode="auto">
              <a:xfrm>
                <a:off x="4583349" y="1718459"/>
                <a:ext cx="378521" cy="523218"/>
              </a:xfrm>
              <a:custGeom>
                <a:avLst/>
                <a:gdLst/>
                <a:ahLst/>
                <a:cxnLst>
                  <a:cxn ang="0">
                    <a:pos x="278" y="0"/>
                  </a:cxn>
                  <a:cxn ang="0">
                    <a:pos x="208" y="103"/>
                  </a:cxn>
                  <a:cxn ang="0">
                    <a:pos x="175" y="159"/>
                  </a:cxn>
                  <a:cxn ang="0">
                    <a:pos x="143" y="217"/>
                  </a:cxn>
                  <a:cxn ang="0">
                    <a:pos x="112" y="277"/>
                  </a:cxn>
                  <a:cxn ang="0">
                    <a:pos x="86" y="339"/>
                  </a:cxn>
                  <a:cxn ang="0">
                    <a:pos x="62" y="403"/>
                  </a:cxn>
                  <a:cxn ang="0">
                    <a:pos x="41" y="469"/>
                  </a:cxn>
                  <a:cxn ang="0">
                    <a:pos x="24" y="536"/>
                  </a:cxn>
                  <a:cxn ang="0">
                    <a:pos x="12" y="604"/>
                  </a:cxn>
                  <a:cxn ang="0">
                    <a:pos x="3" y="674"/>
                  </a:cxn>
                  <a:cxn ang="0">
                    <a:pos x="0" y="742"/>
                  </a:cxn>
                  <a:cxn ang="0">
                    <a:pos x="3" y="812"/>
                  </a:cxn>
                  <a:cxn ang="0">
                    <a:pos x="11" y="882"/>
                  </a:cxn>
                  <a:cxn ang="0">
                    <a:pos x="25" y="954"/>
                  </a:cxn>
                  <a:cxn ang="0">
                    <a:pos x="46" y="1024"/>
                  </a:cxn>
                  <a:cxn ang="0">
                    <a:pos x="173" y="800"/>
                  </a:cxn>
                  <a:cxn ang="0">
                    <a:pos x="169" y="859"/>
                  </a:cxn>
                  <a:cxn ang="0">
                    <a:pos x="171" y="918"/>
                  </a:cxn>
                  <a:cxn ang="0">
                    <a:pos x="177" y="980"/>
                  </a:cxn>
                  <a:cxn ang="0">
                    <a:pos x="188" y="1045"/>
                  </a:cxn>
                  <a:cxn ang="0">
                    <a:pos x="204" y="1112"/>
                  </a:cxn>
                  <a:cxn ang="0">
                    <a:pos x="225" y="1182"/>
                  </a:cxn>
                  <a:cxn ang="0">
                    <a:pos x="251" y="1255"/>
                  </a:cxn>
                  <a:cxn ang="0">
                    <a:pos x="284" y="1330"/>
                  </a:cxn>
                  <a:cxn ang="0">
                    <a:pos x="322" y="1408"/>
                  </a:cxn>
                  <a:cxn ang="0">
                    <a:pos x="366" y="1490"/>
                  </a:cxn>
                  <a:cxn ang="0">
                    <a:pos x="416" y="1574"/>
                  </a:cxn>
                  <a:cxn ang="0">
                    <a:pos x="473" y="1662"/>
                  </a:cxn>
                  <a:cxn ang="0">
                    <a:pos x="536" y="1753"/>
                  </a:cxn>
                  <a:cxn ang="0">
                    <a:pos x="605" y="1848"/>
                  </a:cxn>
                  <a:cxn ang="0">
                    <a:pos x="682" y="1945"/>
                  </a:cxn>
                  <a:cxn ang="0">
                    <a:pos x="763" y="1945"/>
                  </a:cxn>
                  <a:cxn ang="0">
                    <a:pos x="840" y="1848"/>
                  </a:cxn>
                  <a:cxn ang="0">
                    <a:pos x="910" y="1753"/>
                  </a:cxn>
                  <a:cxn ang="0">
                    <a:pos x="973" y="1662"/>
                  </a:cxn>
                  <a:cxn ang="0">
                    <a:pos x="1030" y="1574"/>
                  </a:cxn>
                  <a:cxn ang="0">
                    <a:pos x="1080" y="1490"/>
                  </a:cxn>
                  <a:cxn ang="0">
                    <a:pos x="1124" y="1408"/>
                  </a:cxn>
                  <a:cxn ang="0">
                    <a:pos x="1162" y="1330"/>
                  </a:cxn>
                  <a:cxn ang="0">
                    <a:pos x="1195" y="1255"/>
                  </a:cxn>
                  <a:cxn ang="0">
                    <a:pos x="1222" y="1182"/>
                  </a:cxn>
                  <a:cxn ang="0">
                    <a:pos x="1243" y="1112"/>
                  </a:cxn>
                  <a:cxn ang="0">
                    <a:pos x="1259" y="1045"/>
                  </a:cxn>
                  <a:cxn ang="0">
                    <a:pos x="1269" y="980"/>
                  </a:cxn>
                  <a:cxn ang="0">
                    <a:pos x="1276" y="918"/>
                  </a:cxn>
                  <a:cxn ang="0">
                    <a:pos x="1277" y="859"/>
                  </a:cxn>
                  <a:cxn ang="0">
                    <a:pos x="1273" y="800"/>
                  </a:cxn>
                  <a:cxn ang="0">
                    <a:pos x="1399" y="1024"/>
                  </a:cxn>
                  <a:cxn ang="0">
                    <a:pos x="1421" y="954"/>
                  </a:cxn>
                  <a:cxn ang="0">
                    <a:pos x="1436" y="882"/>
                  </a:cxn>
                  <a:cxn ang="0">
                    <a:pos x="1444" y="812"/>
                  </a:cxn>
                  <a:cxn ang="0">
                    <a:pos x="1446" y="742"/>
                  </a:cxn>
                  <a:cxn ang="0">
                    <a:pos x="1442" y="674"/>
                  </a:cxn>
                  <a:cxn ang="0">
                    <a:pos x="1434" y="604"/>
                  </a:cxn>
                  <a:cxn ang="0">
                    <a:pos x="1422" y="536"/>
                  </a:cxn>
                  <a:cxn ang="0">
                    <a:pos x="1405" y="469"/>
                  </a:cxn>
                  <a:cxn ang="0">
                    <a:pos x="1384" y="403"/>
                  </a:cxn>
                  <a:cxn ang="0">
                    <a:pos x="1360" y="339"/>
                  </a:cxn>
                  <a:cxn ang="0">
                    <a:pos x="1333" y="277"/>
                  </a:cxn>
                  <a:cxn ang="0">
                    <a:pos x="1304" y="217"/>
                  </a:cxn>
                  <a:cxn ang="0">
                    <a:pos x="1239" y="103"/>
                  </a:cxn>
                  <a:cxn ang="0">
                    <a:pos x="1169" y="0"/>
                  </a:cxn>
                </a:cxnLst>
                <a:rect l="0" t="0" r="r" b="b"/>
                <a:pathLst>
                  <a:path w="1446" h="1996">
                    <a:moveTo>
                      <a:pt x="723" y="0"/>
                    </a:moveTo>
                    <a:lnTo>
                      <a:pt x="278" y="0"/>
                    </a:lnTo>
                    <a:lnTo>
                      <a:pt x="242" y="50"/>
                    </a:lnTo>
                    <a:lnTo>
                      <a:pt x="208" y="103"/>
                    </a:lnTo>
                    <a:lnTo>
                      <a:pt x="190" y="131"/>
                    </a:lnTo>
                    <a:lnTo>
                      <a:pt x="175" y="159"/>
                    </a:lnTo>
                    <a:lnTo>
                      <a:pt x="159" y="188"/>
                    </a:lnTo>
                    <a:lnTo>
                      <a:pt x="143" y="217"/>
                    </a:lnTo>
                    <a:lnTo>
                      <a:pt x="127" y="247"/>
                    </a:lnTo>
                    <a:lnTo>
                      <a:pt x="112" y="277"/>
                    </a:lnTo>
                    <a:lnTo>
                      <a:pt x="99" y="308"/>
                    </a:lnTo>
                    <a:lnTo>
                      <a:pt x="86" y="339"/>
                    </a:lnTo>
                    <a:lnTo>
                      <a:pt x="74" y="371"/>
                    </a:lnTo>
                    <a:lnTo>
                      <a:pt x="62" y="403"/>
                    </a:lnTo>
                    <a:lnTo>
                      <a:pt x="52" y="436"/>
                    </a:lnTo>
                    <a:lnTo>
                      <a:pt x="41" y="469"/>
                    </a:lnTo>
                    <a:lnTo>
                      <a:pt x="32" y="502"/>
                    </a:lnTo>
                    <a:lnTo>
                      <a:pt x="24" y="536"/>
                    </a:lnTo>
                    <a:lnTo>
                      <a:pt x="17" y="569"/>
                    </a:lnTo>
                    <a:lnTo>
                      <a:pt x="12" y="604"/>
                    </a:lnTo>
                    <a:lnTo>
                      <a:pt x="7" y="638"/>
                    </a:lnTo>
                    <a:lnTo>
                      <a:pt x="3" y="674"/>
                    </a:lnTo>
                    <a:lnTo>
                      <a:pt x="2" y="708"/>
                    </a:lnTo>
                    <a:lnTo>
                      <a:pt x="0" y="742"/>
                    </a:lnTo>
                    <a:lnTo>
                      <a:pt x="0" y="778"/>
                    </a:lnTo>
                    <a:lnTo>
                      <a:pt x="3" y="812"/>
                    </a:lnTo>
                    <a:lnTo>
                      <a:pt x="6" y="848"/>
                    </a:lnTo>
                    <a:lnTo>
                      <a:pt x="11" y="882"/>
                    </a:lnTo>
                    <a:lnTo>
                      <a:pt x="17" y="918"/>
                    </a:lnTo>
                    <a:lnTo>
                      <a:pt x="25" y="954"/>
                    </a:lnTo>
                    <a:lnTo>
                      <a:pt x="36" y="988"/>
                    </a:lnTo>
                    <a:lnTo>
                      <a:pt x="46" y="1024"/>
                    </a:lnTo>
                    <a:lnTo>
                      <a:pt x="176" y="773"/>
                    </a:lnTo>
                    <a:lnTo>
                      <a:pt x="173" y="800"/>
                    </a:lnTo>
                    <a:lnTo>
                      <a:pt x="171" y="829"/>
                    </a:lnTo>
                    <a:lnTo>
                      <a:pt x="169" y="859"/>
                    </a:lnTo>
                    <a:lnTo>
                      <a:pt x="169" y="888"/>
                    </a:lnTo>
                    <a:lnTo>
                      <a:pt x="171" y="918"/>
                    </a:lnTo>
                    <a:lnTo>
                      <a:pt x="173" y="948"/>
                    </a:lnTo>
                    <a:lnTo>
                      <a:pt x="177" y="980"/>
                    </a:lnTo>
                    <a:lnTo>
                      <a:pt x="181" y="1012"/>
                    </a:lnTo>
                    <a:lnTo>
                      <a:pt x="188" y="1045"/>
                    </a:lnTo>
                    <a:lnTo>
                      <a:pt x="194" y="1078"/>
                    </a:lnTo>
                    <a:lnTo>
                      <a:pt x="204" y="1112"/>
                    </a:lnTo>
                    <a:lnTo>
                      <a:pt x="213" y="1146"/>
                    </a:lnTo>
                    <a:lnTo>
                      <a:pt x="225" y="1182"/>
                    </a:lnTo>
                    <a:lnTo>
                      <a:pt x="238" y="1218"/>
                    </a:lnTo>
                    <a:lnTo>
                      <a:pt x="251" y="1255"/>
                    </a:lnTo>
                    <a:lnTo>
                      <a:pt x="267" y="1292"/>
                    </a:lnTo>
                    <a:lnTo>
                      <a:pt x="284" y="1330"/>
                    </a:lnTo>
                    <a:lnTo>
                      <a:pt x="303" y="1368"/>
                    </a:lnTo>
                    <a:lnTo>
                      <a:pt x="322" y="1408"/>
                    </a:lnTo>
                    <a:lnTo>
                      <a:pt x="344" y="1449"/>
                    </a:lnTo>
                    <a:lnTo>
                      <a:pt x="366" y="1490"/>
                    </a:lnTo>
                    <a:lnTo>
                      <a:pt x="390" y="1532"/>
                    </a:lnTo>
                    <a:lnTo>
                      <a:pt x="416" y="1574"/>
                    </a:lnTo>
                    <a:lnTo>
                      <a:pt x="444" y="1618"/>
                    </a:lnTo>
                    <a:lnTo>
                      <a:pt x="473" y="1662"/>
                    </a:lnTo>
                    <a:lnTo>
                      <a:pt x="503" y="1706"/>
                    </a:lnTo>
                    <a:lnTo>
                      <a:pt x="536" y="1753"/>
                    </a:lnTo>
                    <a:lnTo>
                      <a:pt x="569" y="1799"/>
                    </a:lnTo>
                    <a:lnTo>
                      <a:pt x="605" y="1848"/>
                    </a:lnTo>
                    <a:lnTo>
                      <a:pt x="643" y="1895"/>
                    </a:lnTo>
                    <a:lnTo>
                      <a:pt x="682" y="1945"/>
                    </a:lnTo>
                    <a:lnTo>
                      <a:pt x="723" y="1996"/>
                    </a:lnTo>
                    <a:lnTo>
                      <a:pt x="763" y="1945"/>
                    </a:lnTo>
                    <a:lnTo>
                      <a:pt x="803" y="1895"/>
                    </a:lnTo>
                    <a:lnTo>
                      <a:pt x="840" y="1848"/>
                    </a:lnTo>
                    <a:lnTo>
                      <a:pt x="876" y="1799"/>
                    </a:lnTo>
                    <a:lnTo>
                      <a:pt x="910" y="1753"/>
                    </a:lnTo>
                    <a:lnTo>
                      <a:pt x="943" y="1706"/>
                    </a:lnTo>
                    <a:lnTo>
                      <a:pt x="973" y="1662"/>
                    </a:lnTo>
                    <a:lnTo>
                      <a:pt x="1003" y="1618"/>
                    </a:lnTo>
                    <a:lnTo>
                      <a:pt x="1030" y="1574"/>
                    </a:lnTo>
                    <a:lnTo>
                      <a:pt x="1055" y="1532"/>
                    </a:lnTo>
                    <a:lnTo>
                      <a:pt x="1080" y="1490"/>
                    </a:lnTo>
                    <a:lnTo>
                      <a:pt x="1103" y="1449"/>
                    </a:lnTo>
                    <a:lnTo>
                      <a:pt x="1124" y="1408"/>
                    </a:lnTo>
                    <a:lnTo>
                      <a:pt x="1144" y="1368"/>
                    </a:lnTo>
                    <a:lnTo>
                      <a:pt x="1162" y="1330"/>
                    </a:lnTo>
                    <a:lnTo>
                      <a:pt x="1179" y="1292"/>
                    </a:lnTo>
                    <a:lnTo>
                      <a:pt x="1195" y="1255"/>
                    </a:lnTo>
                    <a:lnTo>
                      <a:pt x="1208" y="1218"/>
                    </a:lnTo>
                    <a:lnTo>
                      <a:pt x="1222" y="1182"/>
                    </a:lnTo>
                    <a:lnTo>
                      <a:pt x="1232" y="1146"/>
                    </a:lnTo>
                    <a:lnTo>
                      <a:pt x="1243" y="1112"/>
                    </a:lnTo>
                    <a:lnTo>
                      <a:pt x="1251" y="1078"/>
                    </a:lnTo>
                    <a:lnTo>
                      <a:pt x="1259" y="1045"/>
                    </a:lnTo>
                    <a:lnTo>
                      <a:pt x="1265" y="1012"/>
                    </a:lnTo>
                    <a:lnTo>
                      <a:pt x="1269" y="980"/>
                    </a:lnTo>
                    <a:lnTo>
                      <a:pt x="1273" y="948"/>
                    </a:lnTo>
                    <a:lnTo>
                      <a:pt x="1276" y="918"/>
                    </a:lnTo>
                    <a:lnTo>
                      <a:pt x="1277" y="888"/>
                    </a:lnTo>
                    <a:lnTo>
                      <a:pt x="1277" y="859"/>
                    </a:lnTo>
                    <a:lnTo>
                      <a:pt x="1276" y="829"/>
                    </a:lnTo>
                    <a:lnTo>
                      <a:pt x="1273" y="800"/>
                    </a:lnTo>
                    <a:lnTo>
                      <a:pt x="1271" y="773"/>
                    </a:lnTo>
                    <a:lnTo>
                      <a:pt x="1399" y="1024"/>
                    </a:lnTo>
                    <a:lnTo>
                      <a:pt x="1411" y="988"/>
                    </a:lnTo>
                    <a:lnTo>
                      <a:pt x="1421" y="954"/>
                    </a:lnTo>
                    <a:lnTo>
                      <a:pt x="1429" y="918"/>
                    </a:lnTo>
                    <a:lnTo>
                      <a:pt x="1436" y="882"/>
                    </a:lnTo>
                    <a:lnTo>
                      <a:pt x="1440" y="848"/>
                    </a:lnTo>
                    <a:lnTo>
                      <a:pt x="1444" y="812"/>
                    </a:lnTo>
                    <a:lnTo>
                      <a:pt x="1445" y="778"/>
                    </a:lnTo>
                    <a:lnTo>
                      <a:pt x="1446" y="742"/>
                    </a:lnTo>
                    <a:lnTo>
                      <a:pt x="1445" y="708"/>
                    </a:lnTo>
                    <a:lnTo>
                      <a:pt x="1442" y="674"/>
                    </a:lnTo>
                    <a:lnTo>
                      <a:pt x="1440" y="638"/>
                    </a:lnTo>
                    <a:lnTo>
                      <a:pt x="1434" y="604"/>
                    </a:lnTo>
                    <a:lnTo>
                      <a:pt x="1429" y="569"/>
                    </a:lnTo>
                    <a:lnTo>
                      <a:pt x="1422" y="536"/>
                    </a:lnTo>
                    <a:lnTo>
                      <a:pt x="1414" y="502"/>
                    </a:lnTo>
                    <a:lnTo>
                      <a:pt x="1405" y="469"/>
                    </a:lnTo>
                    <a:lnTo>
                      <a:pt x="1395" y="436"/>
                    </a:lnTo>
                    <a:lnTo>
                      <a:pt x="1384" y="403"/>
                    </a:lnTo>
                    <a:lnTo>
                      <a:pt x="1372" y="371"/>
                    </a:lnTo>
                    <a:lnTo>
                      <a:pt x="1360" y="339"/>
                    </a:lnTo>
                    <a:lnTo>
                      <a:pt x="1347" y="308"/>
                    </a:lnTo>
                    <a:lnTo>
                      <a:pt x="1333" y="277"/>
                    </a:lnTo>
                    <a:lnTo>
                      <a:pt x="1318" y="247"/>
                    </a:lnTo>
                    <a:lnTo>
                      <a:pt x="1304" y="217"/>
                    </a:lnTo>
                    <a:lnTo>
                      <a:pt x="1272" y="159"/>
                    </a:lnTo>
                    <a:lnTo>
                      <a:pt x="1239" y="103"/>
                    </a:lnTo>
                    <a:lnTo>
                      <a:pt x="1205" y="50"/>
                    </a:lnTo>
                    <a:lnTo>
                      <a:pt x="1169" y="0"/>
                    </a:lnTo>
                    <a:lnTo>
                      <a:pt x="723" y="0"/>
                    </a:lnTo>
                  </a:path>
                </a:pathLst>
              </a:custGeom>
              <a:solidFill>
                <a:schemeClr val="accent4"/>
              </a:solidFill>
              <a:ln w="1">
                <a:noFill/>
                <a:prstDash val="solid"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3" name="Freeform: Shape 39"/>
              <p:cNvSpPr>
                <a:spLocks/>
              </p:cNvSpPr>
              <p:nvPr/>
            </p:nvSpPr>
            <p:spPr bwMode="auto">
              <a:xfrm>
                <a:off x="4773133" y="1718459"/>
                <a:ext cx="272619" cy="762283"/>
              </a:xfrm>
              <a:custGeom>
                <a:avLst/>
                <a:gdLst/>
                <a:ahLst/>
                <a:cxnLst>
                  <a:cxn ang="0">
                    <a:pos x="58" y="2837"/>
                  </a:cxn>
                  <a:cxn ang="0">
                    <a:pos x="169" y="2694"/>
                  </a:cxn>
                  <a:cxn ang="0">
                    <a:pos x="269" y="2556"/>
                  </a:cxn>
                  <a:cxn ang="0">
                    <a:pos x="360" y="2424"/>
                  </a:cxn>
                  <a:cxn ang="0">
                    <a:pos x="442" y="2295"/>
                  </a:cxn>
                  <a:cxn ang="0">
                    <a:pos x="515" y="2173"/>
                  </a:cxn>
                  <a:cxn ang="0">
                    <a:pos x="578" y="2054"/>
                  </a:cxn>
                  <a:cxn ang="0">
                    <a:pos x="634" y="1939"/>
                  </a:cxn>
                  <a:cxn ang="0">
                    <a:pos x="680" y="1829"/>
                  </a:cxn>
                  <a:cxn ang="0">
                    <a:pos x="718" y="1724"/>
                  </a:cxn>
                  <a:cxn ang="0">
                    <a:pos x="749" y="1622"/>
                  </a:cxn>
                  <a:cxn ang="0">
                    <a:pos x="772" y="1523"/>
                  </a:cxn>
                  <a:cxn ang="0">
                    <a:pos x="788" y="1429"/>
                  </a:cxn>
                  <a:cxn ang="0">
                    <a:pos x="796" y="1338"/>
                  </a:cxn>
                  <a:cxn ang="0">
                    <a:pos x="797" y="1251"/>
                  </a:cxn>
                  <a:cxn ang="0">
                    <a:pos x="793" y="1168"/>
                  </a:cxn>
                  <a:cxn ang="0">
                    <a:pos x="974" y="1334"/>
                  </a:cxn>
                  <a:cxn ang="0">
                    <a:pos x="1006" y="1234"/>
                  </a:cxn>
                  <a:cxn ang="0">
                    <a:pos x="1027" y="1136"/>
                  </a:cxn>
                  <a:cxn ang="0">
                    <a:pos x="1039" y="1041"/>
                  </a:cxn>
                  <a:cxn ang="0">
                    <a:pos x="1042" y="950"/>
                  </a:cxn>
                  <a:cxn ang="0">
                    <a:pos x="1038" y="860"/>
                  </a:cxn>
                  <a:cxn ang="0">
                    <a:pos x="1026" y="773"/>
                  </a:cxn>
                  <a:cxn ang="0">
                    <a:pos x="1007" y="688"/>
                  </a:cxn>
                  <a:cxn ang="0">
                    <a:pos x="984" y="605"/>
                  </a:cxn>
                  <a:cxn ang="0">
                    <a:pos x="953" y="524"/>
                  </a:cxn>
                  <a:cxn ang="0">
                    <a:pos x="919" y="445"/>
                  </a:cxn>
                  <a:cxn ang="0">
                    <a:pos x="879" y="367"/>
                  </a:cxn>
                  <a:cxn ang="0">
                    <a:pos x="837" y="292"/>
                  </a:cxn>
                  <a:cxn ang="0">
                    <a:pos x="791" y="217"/>
                  </a:cxn>
                  <a:cxn ang="0">
                    <a:pos x="743" y="144"/>
                  </a:cxn>
                  <a:cxn ang="0">
                    <a:pos x="643" y="0"/>
                  </a:cxn>
                  <a:cxn ang="0">
                    <a:pos x="0" y="2910"/>
                  </a:cxn>
                </a:cxnLst>
                <a:rect l="0" t="0" r="r" b="b"/>
                <a:pathLst>
                  <a:path w="1042" h="2910">
                    <a:moveTo>
                      <a:pt x="0" y="2910"/>
                    </a:moveTo>
                    <a:lnTo>
                      <a:pt x="58" y="2837"/>
                    </a:lnTo>
                    <a:lnTo>
                      <a:pt x="115" y="2764"/>
                    </a:lnTo>
                    <a:lnTo>
                      <a:pt x="169" y="2694"/>
                    </a:lnTo>
                    <a:lnTo>
                      <a:pt x="220" y="2624"/>
                    </a:lnTo>
                    <a:lnTo>
                      <a:pt x="269" y="2556"/>
                    </a:lnTo>
                    <a:lnTo>
                      <a:pt x="317" y="2490"/>
                    </a:lnTo>
                    <a:lnTo>
                      <a:pt x="360" y="2424"/>
                    </a:lnTo>
                    <a:lnTo>
                      <a:pt x="403" y="2359"/>
                    </a:lnTo>
                    <a:lnTo>
                      <a:pt x="442" y="2295"/>
                    </a:lnTo>
                    <a:lnTo>
                      <a:pt x="479" y="2233"/>
                    </a:lnTo>
                    <a:lnTo>
                      <a:pt x="515" y="2173"/>
                    </a:lnTo>
                    <a:lnTo>
                      <a:pt x="548" y="2112"/>
                    </a:lnTo>
                    <a:lnTo>
                      <a:pt x="578" y="2054"/>
                    </a:lnTo>
                    <a:lnTo>
                      <a:pt x="607" y="1996"/>
                    </a:lnTo>
                    <a:lnTo>
                      <a:pt x="634" y="1939"/>
                    </a:lnTo>
                    <a:lnTo>
                      <a:pt x="657" y="1883"/>
                    </a:lnTo>
                    <a:lnTo>
                      <a:pt x="680" y="1829"/>
                    </a:lnTo>
                    <a:lnTo>
                      <a:pt x="700" y="1776"/>
                    </a:lnTo>
                    <a:lnTo>
                      <a:pt x="718" y="1724"/>
                    </a:lnTo>
                    <a:lnTo>
                      <a:pt x="734" y="1672"/>
                    </a:lnTo>
                    <a:lnTo>
                      <a:pt x="749" y="1622"/>
                    </a:lnTo>
                    <a:lnTo>
                      <a:pt x="762" y="1572"/>
                    </a:lnTo>
                    <a:lnTo>
                      <a:pt x="772" y="1523"/>
                    </a:lnTo>
                    <a:lnTo>
                      <a:pt x="780" y="1475"/>
                    </a:lnTo>
                    <a:lnTo>
                      <a:pt x="788" y="1429"/>
                    </a:lnTo>
                    <a:lnTo>
                      <a:pt x="793" y="1383"/>
                    </a:lnTo>
                    <a:lnTo>
                      <a:pt x="796" y="1338"/>
                    </a:lnTo>
                    <a:lnTo>
                      <a:pt x="797" y="1294"/>
                    </a:lnTo>
                    <a:lnTo>
                      <a:pt x="797" y="1251"/>
                    </a:lnTo>
                    <a:lnTo>
                      <a:pt x="796" y="1209"/>
                    </a:lnTo>
                    <a:lnTo>
                      <a:pt x="793" y="1168"/>
                    </a:lnTo>
                    <a:lnTo>
                      <a:pt x="788" y="1127"/>
                    </a:lnTo>
                    <a:lnTo>
                      <a:pt x="974" y="1334"/>
                    </a:lnTo>
                    <a:lnTo>
                      <a:pt x="992" y="1284"/>
                    </a:lnTo>
                    <a:lnTo>
                      <a:pt x="1006" y="1234"/>
                    </a:lnTo>
                    <a:lnTo>
                      <a:pt x="1018" y="1185"/>
                    </a:lnTo>
                    <a:lnTo>
                      <a:pt x="1027" y="1136"/>
                    </a:lnTo>
                    <a:lnTo>
                      <a:pt x="1034" y="1088"/>
                    </a:lnTo>
                    <a:lnTo>
                      <a:pt x="1039" y="1041"/>
                    </a:lnTo>
                    <a:lnTo>
                      <a:pt x="1042" y="995"/>
                    </a:lnTo>
                    <a:lnTo>
                      <a:pt x="1042" y="950"/>
                    </a:lnTo>
                    <a:lnTo>
                      <a:pt x="1040" y="905"/>
                    </a:lnTo>
                    <a:lnTo>
                      <a:pt x="1038" y="860"/>
                    </a:lnTo>
                    <a:lnTo>
                      <a:pt x="1033" y="816"/>
                    </a:lnTo>
                    <a:lnTo>
                      <a:pt x="1026" y="773"/>
                    </a:lnTo>
                    <a:lnTo>
                      <a:pt x="1018" y="730"/>
                    </a:lnTo>
                    <a:lnTo>
                      <a:pt x="1007" y="688"/>
                    </a:lnTo>
                    <a:lnTo>
                      <a:pt x="996" y="646"/>
                    </a:lnTo>
                    <a:lnTo>
                      <a:pt x="984" y="605"/>
                    </a:lnTo>
                    <a:lnTo>
                      <a:pt x="969" y="564"/>
                    </a:lnTo>
                    <a:lnTo>
                      <a:pt x="953" y="524"/>
                    </a:lnTo>
                    <a:lnTo>
                      <a:pt x="936" y="485"/>
                    </a:lnTo>
                    <a:lnTo>
                      <a:pt x="919" y="445"/>
                    </a:lnTo>
                    <a:lnTo>
                      <a:pt x="899" y="406"/>
                    </a:lnTo>
                    <a:lnTo>
                      <a:pt x="879" y="367"/>
                    </a:lnTo>
                    <a:lnTo>
                      <a:pt x="858" y="329"/>
                    </a:lnTo>
                    <a:lnTo>
                      <a:pt x="837" y="292"/>
                    </a:lnTo>
                    <a:lnTo>
                      <a:pt x="815" y="254"/>
                    </a:lnTo>
                    <a:lnTo>
                      <a:pt x="791" y="217"/>
                    </a:lnTo>
                    <a:lnTo>
                      <a:pt x="767" y="180"/>
                    </a:lnTo>
                    <a:lnTo>
                      <a:pt x="743" y="144"/>
                    </a:lnTo>
                    <a:lnTo>
                      <a:pt x="693" y="71"/>
                    </a:lnTo>
                    <a:lnTo>
                      <a:pt x="643" y="0"/>
                    </a:lnTo>
                    <a:lnTo>
                      <a:pt x="21" y="0"/>
                    </a:lnTo>
                    <a:lnTo>
                      <a:pt x="0" y="2910"/>
                    </a:lnTo>
                  </a:path>
                </a:pathLst>
              </a:custGeom>
              <a:solidFill>
                <a:schemeClr val="accent4">
                  <a:lumMod val="60000"/>
                  <a:lumOff val="40000"/>
                </a:schemeClr>
              </a:solidFill>
              <a:ln w="1">
                <a:noFill/>
                <a:prstDash val="solid"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4" name="Freeform: Shape 40"/>
              <p:cNvSpPr>
                <a:spLocks/>
              </p:cNvSpPr>
              <p:nvPr/>
            </p:nvSpPr>
            <p:spPr bwMode="auto">
              <a:xfrm>
                <a:off x="4773133" y="1718459"/>
                <a:ext cx="188736" cy="522169"/>
              </a:xfrm>
              <a:custGeom>
                <a:avLst/>
                <a:gdLst/>
                <a:ahLst/>
                <a:cxnLst>
                  <a:cxn ang="0">
                    <a:pos x="41" y="1944"/>
                  </a:cxn>
                  <a:cxn ang="0">
                    <a:pos x="117" y="1846"/>
                  </a:cxn>
                  <a:cxn ang="0">
                    <a:pos x="186" y="1753"/>
                  </a:cxn>
                  <a:cxn ang="0">
                    <a:pos x="249" y="1662"/>
                  </a:cxn>
                  <a:cxn ang="0">
                    <a:pos x="306" y="1574"/>
                  </a:cxn>
                  <a:cxn ang="0">
                    <a:pos x="356" y="1490"/>
                  </a:cxn>
                  <a:cxn ang="0">
                    <a:pos x="400" y="1408"/>
                  </a:cxn>
                  <a:cxn ang="0">
                    <a:pos x="438" y="1330"/>
                  </a:cxn>
                  <a:cxn ang="0">
                    <a:pos x="471" y="1255"/>
                  </a:cxn>
                  <a:cxn ang="0">
                    <a:pos x="498" y="1182"/>
                  </a:cxn>
                  <a:cxn ang="0">
                    <a:pos x="519" y="1112"/>
                  </a:cxn>
                  <a:cxn ang="0">
                    <a:pos x="535" y="1045"/>
                  </a:cxn>
                  <a:cxn ang="0">
                    <a:pos x="545" y="980"/>
                  </a:cxn>
                  <a:cxn ang="0">
                    <a:pos x="552" y="918"/>
                  </a:cxn>
                  <a:cxn ang="0">
                    <a:pos x="553" y="859"/>
                  </a:cxn>
                  <a:cxn ang="0">
                    <a:pos x="549" y="800"/>
                  </a:cxn>
                  <a:cxn ang="0">
                    <a:pos x="675" y="1024"/>
                  </a:cxn>
                  <a:cxn ang="0">
                    <a:pos x="697" y="954"/>
                  </a:cxn>
                  <a:cxn ang="0">
                    <a:pos x="712" y="882"/>
                  </a:cxn>
                  <a:cxn ang="0">
                    <a:pos x="720" y="812"/>
                  </a:cxn>
                  <a:cxn ang="0">
                    <a:pos x="722" y="742"/>
                  </a:cxn>
                  <a:cxn ang="0">
                    <a:pos x="718" y="674"/>
                  </a:cxn>
                  <a:cxn ang="0">
                    <a:pos x="710" y="604"/>
                  </a:cxn>
                  <a:cxn ang="0">
                    <a:pos x="698" y="536"/>
                  </a:cxn>
                  <a:cxn ang="0">
                    <a:pos x="681" y="469"/>
                  </a:cxn>
                  <a:cxn ang="0">
                    <a:pos x="660" y="403"/>
                  </a:cxn>
                  <a:cxn ang="0">
                    <a:pos x="636" y="339"/>
                  </a:cxn>
                  <a:cxn ang="0">
                    <a:pos x="609" y="277"/>
                  </a:cxn>
                  <a:cxn ang="0">
                    <a:pos x="580" y="217"/>
                  </a:cxn>
                  <a:cxn ang="0">
                    <a:pos x="515" y="103"/>
                  </a:cxn>
                  <a:cxn ang="0">
                    <a:pos x="445" y="0"/>
                  </a:cxn>
                  <a:cxn ang="0">
                    <a:pos x="0" y="1994"/>
                  </a:cxn>
                </a:cxnLst>
                <a:rect l="0" t="0" r="r" b="b"/>
                <a:pathLst>
                  <a:path w="722" h="1994">
                    <a:moveTo>
                      <a:pt x="0" y="1994"/>
                    </a:moveTo>
                    <a:lnTo>
                      <a:pt x="41" y="1944"/>
                    </a:lnTo>
                    <a:lnTo>
                      <a:pt x="79" y="1895"/>
                    </a:lnTo>
                    <a:lnTo>
                      <a:pt x="117" y="1846"/>
                    </a:lnTo>
                    <a:lnTo>
                      <a:pt x="153" y="1799"/>
                    </a:lnTo>
                    <a:lnTo>
                      <a:pt x="186" y="1753"/>
                    </a:lnTo>
                    <a:lnTo>
                      <a:pt x="219" y="1706"/>
                    </a:lnTo>
                    <a:lnTo>
                      <a:pt x="249" y="1662"/>
                    </a:lnTo>
                    <a:lnTo>
                      <a:pt x="279" y="1618"/>
                    </a:lnTo>
                    <a:lnTo>
                      <a:pt x="306" y="1574"/>
                    </a:lnTo>
                    <a:lnTo>
                      <a:pt x="333" y="1531"/>
                    </a:lnTo>
                    <a:lnTo>
                      <a:pt x="356" y="1490"/>
                    </a:lnTo>
                    <a:lnTo>
                      <a:pt x="379" y="1449"/>
                    </a:lnTo>
                    <a:lnTo>
                      <a:pt x="400" y="1408"/>
                    </a:lnTo>
                    <a:lnTo>
                      <a:pt x="420" y="1368"/>
                    </a:lnTo>
                    <a:lnTo>
                      <a:pt x="438" y="1330"/>
                    </a:lnTo>
                    <a:lnTo>
                      <a:pt x="455" y="1292"/>
                    </a:lnTo>
                    <a:lnTo>
                      <a:pt x="471" y="1255"/>
                    </a:lnTo>
                    <a:lnTo>
                      <a:pt x="484" y="1218"/>
                    </a:lnTo>
                    <a:lnTo>
                      <a:pt x="498" y="1182"/>
                    </a:lnTo>
                    <a:lnTo>
                      <a:pt x="508" y="1146"/>
                    </a:lnTo>
                    <a:lnTo>
                      <a:pt x="519" y="1112"/>
                    </a:lnTo>
                    <a:lnTo>
                      <a:pt x="527" y="1078"/>
                    </a:lnTo>
                    <a:lnTo>
                      <a:pt x="535" y="1045"/>
                    </a:lnTo>
                    <a:lnTo>
                      <a:pt x="541" y="1012"/>
                    </a:lnTo>
                    <a:lnTo>
                      <a:pt x="545" y="980"/>
                    </a:lnTo>
                    <a:lnTo>
                      <a:pt x="549" y="948"/>
                    </a:lnTo>
                    <a:lnTo>
                      <a:pt x="552" y="918"/>
                    </a:lnTo>
                    <a:lnTo>
                      <a:pt x="553" y="888"/>
                    </a:lnTo>
                    <a:lnTo>
                      <a:pt x="553" y="859"/>
                    </a:lnTo>
                    <a:lnTo>
                      <a:pt x="552" y="829"/>
                    </a:lnTo>
                    <a:lnTo>
                      <a:pt x="549" y="800"/>
                    </a:lnTo>
                    <a:lnTo>
                      <a:pt x="547" y="773"/>
                    </a:lnTo>
                    <a:lnTo>
                      <a:pt x="675" y="1024"/>
                    </a:lnTo>
                    <a:lnTo>
                      <a:pt x="687" y="988"/>
                    </a:lnTo>
                    <a:lnTo>
                      <a:pt x="697" y="954"/>
                    </a:lnTo>
                    <a:lnTo>
                      <a:pt x="705" y="918"/>
                    </a:lnTo>
                    <a:lnTo>
                      <a:pt x="712" y="882"/>
                    </a:lnTo>
                    <a:lnTo>
                      <a:pt x="716" y="848"/>
                    </a:lnTo>
                    <a:lnTo>
                      <a:pt x="720" y="812"/>
                    </a:lnTo>
                    <a:lnTo>
                      <a:pt x="721" y="778"/>
                    </a:lnTo>
                    <a:lnTo>
                      <a:pt x="722" y="742"/>
                    </a:lnTo>
                    <a:lnTo>
                      <a:pt x="721" y="708"/>
                    </a:lnTo>
                    <a:lnTo>
                      <a:pt x="718" y="674"/>
                    </a:lnTo>
                    <a:lnTo>
                      <a:pt x="716" y="638"/>
                    </a:lnTo>
                    <a:lnTo>
                      <a:pt x="710" y="604"/>
                    </a:lnTo>
                    <a:lnTo>
                      <a:pt x="705" y="569"/>
                    </a:lnTo>
                    <a:lnTo>
                      <a:pt x="698" y="536"/>
                    </a:lnTo>
                    <a:lnTo>
                      <a:pt x="690" y="502"/>
                    </a:lnTo>
                    <a:lnTo>
                      <a:pt x="681" y="469"/>
                    </a:lnTo>
                    <a:lnTo>
                      <a:pt x="671" y="436"/>
                    </a:lnTo>
                    <a:lnTo>
                      <a:pt x="660" y="403"/>
                    </a:lnTo>
                    <a:lnTo>
                      <a:pt x="648" y="371"/>
                    </a:lnTo>
                    <a:lnTo>
                      <a:pt x="636" y="339"/>
                    </a:lnTo>
                    <a:lnTo>
                      <a:pt x="623" y="308"/>
                    </a:lnTo>
                    <a:lnTo>
                      <a:pt x="609" y="277"/>
                    </a:lnTo>
                    <a:lnTo>
                      <a:pt x="594" y="247"/>
                    </a:lnTo>
                    <a:lnTo>
                      <a:pt x="580" y="217"/>
                    </a:lnTo>
                    <a:lnTo>
                      <a:pt x="548" y="159"/>
                    </a:lnTo>
                    <a:lnTo>
                      <a:pt x="515" y="103"/>
                    </a:lnTo>
                    <a:lnTo>
                      <a:pt x="481" y="50"/>
                    </a:lnTo>
                    <a:lnTo>
                      <a:pt x="445" y="0"/>
                    </a:lnTo>
                    <a:lnTo>
                      <a:pt x="21" y="0"/>
                    </a:lnTo>
                    <a:lnTo>
                      <a:pt x="0" y="1994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1">
                <a:noFill/>
                <a:prstDash val="solid"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56" name="Group 22"/>
            <p:cNvGrpSpPr/>
            <p:nvPr/>
          </p:nvGrpSpPr>
          <p:grpSpPr>
            <a:xfrm>
              <a:off x="5056525" y="2002973"/>
              <a:ext cx="2090002" cy="2363643"/>
              <a:chOff x="4051300" y="590550"/>
              <a:chExt cx="1041400" cy="1177749"/>
            </a:xfrm>
          </p:grpSpPr>
          <p:sp>
            <p:nvSpPr>
              <p:cNvPr id="57" name="Freeform: Shape 23"/>
              <p:cNvSpPr>
                <a:spLocks/>
              </p:cNvSpPr>
              <p:nvPr/>
            </p:nvSpPr>
            <p:spPr bwMode="auto">
              <a:xfrm>
                <a:off x="4572000" y="590550"/>
                <a:ext cx="336652" cy="1067759"/>
              </a:xfrm>
              <a:custGeom>
                <a:avLst/>
                <a:gdLst/>
                <a:ahLst/>
                <a:cxnLst>
                  <a:cxn ang="0">
                    <a:pos x="282" y="238"/>
                  </a:cxn>
                  <a:cxn ang="0">
                    <a:pos x="831" y="758"/>
                  </a:cxn>
                  <a:cxn ang="0">
                    <a:pos x="1354" y="1337"/>
                  </a:cxn>
                  <a:cxn ang="0">
                    <a:pos x="1850" y="1978"/>
                  </a:cxn>
                  <a:cxn ang="0">
                    <a:pos x="2315" y="2677"/>
                  </a:cxn>
                  <a:cxn ang="0">
                    <a:pos x="2752" y="3437"/>
                  </a:cxn>
                  <a:cxn ang="0">
                    <a:pos x="3157" y="4257"/>
                  </a:cxn>
                  <a:cxn ang="0">
                    <a:pos x="3528" y="5137"/>
                  </a:cxn>
                  <a:cxn ang="0">
                    <a:pos x="3863" y="6075"/>
                  </a:cxn>
                  <a:cxn ang="0">
                    <a:pos x="4162" y="7074"/>
                  </a:cxn>
                  <a:cxn ang="0">
                    <a:pos x="4422" y="8132"/>
                  </a:cxn>
                  <a:cxn ang="0">
                    <a:pos x="4643" y="9251"/>
                  </a:cxn>
                  <a:cxn ang="0">
                    <a:pos x="4821" y="10428"/>
                  </a:cxn>
                  <a:cxn ang="0">
                    <a:pos x="4957" y="11665"/>
                  </a:cxn>
                  <a:cxn ang="0">
                    <a:pos x="5048" y="12961"/>
                  </a:cxn>
                  <a:cxn ang="0">
                    <a:pos x="5092" y="14318"/>
                  </a:cxn>
                  <a:cxn ang="0">
                    <a:pos x="5083" y="15116"/>
                  </a:cxn>
                  <a:cxn ang="0">
                    <a:pos x="4980" y="15293"/>
                  </a:cxn>
                  <a:cxn ang="0">
                    <a:pos x="4788" y="15451"/>
                  </a:cxn>
                  <a:cxn ang="0">
                    <a:pos x="4519" y="15588"/>
                  </a:cxn>
                  <a:cxn ang="0">
                    <a:pos x="4186" y="15707"/>
                  </a:cxn>
                  <a:cxn ang="0">
                    <a:pos x="3802" y="15809"/>
                  </a:cxn>
                  <a:cxn ang="0">
                    <a:pos x="3381" y="15895"/>
                  </a:cxn>
                  <a:cxn ang="0">
                    <a:pos x="2937" y="15965"/>
                  </a:cxn>
                  <a:cxn ang="0">
                    <a:pos x="2480" y="16022"/>
                  </a:cxn>
                  <a:cxn ang="0">
                    <a:pos x="2024" y="16068"/>
                  </a:cxn>
                  <a:cxn ang="0">
                    <a:pos x="1583" y="16102"/>
                  </a:cxn>
                  <a:cxn ang="0">
                    <a:pos x="1169" y="16128"/>
                  </a:cxn>
                  <a:cxn ang="0">
                    <a:pos x="796" y="16145"/>
                  </a:cxn>
                  <a:cxn ang="0">
                    <a:pos x="478" y="16155"/>
                  </a:cxn>
                  <a:cxn ang="0">
                    <a:pos x="224" y="16159"/>
                  </a:cxn>
                  <a:cxn ang="0">
                    <a:pos x="52" y="16159"/>
                  </a:cxn>
                  <a:cxn ang="0">
                    <a:pos x="0" y="0"/>
                  </a:cxn>
                </a:cxnLst>
                <a:rect l="0" t="0" r="r" b="b"/>
                <a:pathLst>
                  <a:path w="5096" h="16159">
                    <a:moveTo>
                      <a:pt x="0" y="0"/>
                    </a:moveTo>
                    <a:lnTo>
                      <a:pt x="282" y="238"/>
                    </a:lnTo>
                    <a:lnTo>
                      <a:pt x="559" y="490"/>
                    </a:lnTo>
                    <a:lnTo>
                      <a:pt x="831" y="758"/>
                    </a:lnTo>
                    <a:lnTo>
                      <a:pt x="1096" y="1040"/>
                    </a:lnTo>
                    <a:lnTo>
                      <a:pt x="1354" y="1337"/>
                    </a:lnTo>
                    <a:lnTo>
                      <a:pt x="1605" y="1650"/>
                    </a:lnTo>
                    <a:lnTo>
                      <a:pt x="1850" y="1978"/>
                    </a:lnTo>
                    <a:lnTo>
                      <a:pt x="2086" y="2320"/>
                    </a:lnTo>
                    <a:lnTo>
                      <a:pt x="2315" y="2677"/>
                    </a:lnTo>
                    <a:lnTo>
                      <a:pt x="2538" y="3050"/>
                    </a:lnTo>
                    <a:lnTo>
                      <a:pt x="2752" y="3437"/>
                    </a:lnTo>
                    <a:lnTo>
                      <a:pt x="2959" y="3839"/>
                    </a:lnTo>
                    <a:lnTo>
                      <a:pt x="3157" y="4257"/>
                    </a:lnTo>
                    <a:lnTo>
                      <a:pt x="3347" y="4690"/>
                    </a:lnTo>
                    <a:lnTo>
                      <a:pt x="3528" y="5137"/>
                    </a:lnTo>
                    <a:lnTo>
                      <a:pt x="3700" y="5598"/>
                    </a:lnTo>
                    <a:lnTo>
                      <a:pt x="3863" y="6075"/>
                    </a:lnTo>
                    <a:lnTo>
                      <a:pt x="4017" y="6567"/>
                    </a:lnTo>
                    <a:lnTo>
                      <a:pt x="4162" y="7074"/>
                    </a:lnTo>
                    <a:lnTo>
                      <a:pt x="4297" y="7596"/>
                    </a:lnTo>
                    <a:lnTo>
                      <a:pt x="4422" y="8132"/>
                    </a:lnTo>
                    <a:lnTo>
                      <a:pt x="4538" y="8684"/>
                    </a:lnTo>
                    <a:lnTo>
                      <a:pt x="4643" y="9251"/>
                    </a:lnTo>
                    <a:lnTo>
                      <a:pt x="4738" y="9832"/>
                    </a:lnTo>
                    <a:lnTo>
                      <a:pt x="4821" y="10428"/>
                    </a:lnTo>
                    <a:lnTo>
                      <a:pt x="4895" y="11040"/>
                    </a:lnTo>
                    <a:lnTo>
                      <a:pt x="4957" y="11665"/>
                    </a:lnTo>
                    <a:lnTo>
                      <a:pt x="5008" y="12306"/>
                    </a:lnTo>
                    <a:lnTo>
                      <a:pt x="5048" y="12961"/>
                    </a:lnTo>
                    <a:lnTo>
                      <a:pt x="5076" y="13632"/>
                    </a:lnTo>
                    <a:lnTo>
                      <a:pt x="5092" y="14318"/>
                    </a:lnTo>
                    <a:lnTo>
                      <a:pt x="5096" y="15019"/>
                    </a:lnTo>
                    <a:lnTo>
                      <a:pt x="5083" y="15116"/>
                    </a:lnTo>
                    <a:lnTo>
                      <a:pt x="5044" y="15207"/>
                    </a:lnTo>
                    <a:lnTo>
                      <a:pt x="4980" y="15293"/>
                    </a:lnTo>
                    <a:lnTo>
                      <a:pt x="4894" y="15375"/>
                    </a:lnTo>
                    <a:lnTo>
                      <a:pt x="4788" y="15451"/>
                    </a:lnTo>
                    <a:lnTo>
                      <a:pt x="4662" y="15523"/>
                    </a:lnTo>
                    <a:lnTo>
                      <a:pt x="4519" y="15588"/>
                    </a:lnTo>
                    <a:lnTo>
                      <a:pt x="4359" y="15650"/>
                    </a:lnTo>
                    <a:lnTo>
                      <a:pt x="4186" y="15707"/>
                    </a:lnTo>
                    <a:lnTo>
                      <a:pt x="4000" y="15759"/>
                    </a:lnTo>
                    <a:lnTo>
                      <a:pt x="3802" y="15809"/>
                    </a:lnTo>
                    <a:lnTo>
                      <a:pt x="3596" y="15853"/>
                    </a:lnTo>
                    <a:lnTo>
                      <a:pt x="3381" y="15895"/>
                    </a:lnTo>
                    <a:lnTo>
                      <a:pt x="3161" y="15931"/>
                    </a:lnTo>
                    <a:lnTo>
                      <a:pt x="2937" y="15965"/>
                    </a:lnTo>
                    <a:lnTo>
                      <a:pt x="2709" y="15995"/>
                    </a:lnTo>
                    <a:lnTo>
                      <a:pt x="2480" y="16022"/>
                    </a:lnTo>
                    <a:lnTo>
                      <a:pt x="2251" y="16047"/>
                    </a:lnTo>
                    <a:lnTo>
                      <a:pt x="2024" y="16068"/>
                    </a:lnTo>
                    <a:lnTo>
                      <a:pt x="1800" y="16087"/>
                    </a:lnTo>
                    <a:lnTo>
                      <a:pt x="1583" y="16102"/>
                    </a:lnTo>
                    <a:lnTo>
                      <a:pt x="1371" y="16116"/>
                    </a:lnTo>
                    <a:lnTo>
                      <a:pt x="1169" y="16128"/>
                    </a:lnTo>
                    <a:lnTo>
                      <a:pt x="977" y="16137"/>
                    </a:lnTo>
                    <a:lnTo>
                      <a:pt x="796" y="16145"/>
                    </a:lnTo>
                    <a:lnTo>
                      <a:pt x="630" y="16150"/>
                    </a:lnTo>
                    <a:lnTo>
                      <a:pt x="478" y="16155"/>
                    </a:lnTo>
                    <a:lnTo>
                      <a:pt x="341" y="16157"/>
                    </a:lnTo>
                    <a:lnTo>
                      <a:pt x="224" y="16159"/>
                    </a:lnTo>
                    <a:lnTo>
                      <a:pt x="127" y="16159"/>
                    </a:lnTo>
                    <a:lnTo>
                      <a:pt x="52" y="16159"/>
                    </a:lnTo>
                    <a:lnTo>
                      <a:pt x="0" y="16158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">
                <a:noFill/>
                <a:prstDash val="solid"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8" name="Freeform: Shape 24"/>
              <p:cNvSpPr>
                <a:spLocks/>
              </p:cNvSpPr>
              <p:nvPr/>
            </p:nvSpPr>
            <p:spPr bwMode="auto">
              <a:xfrm>
                <a:off x="4235348" y="590550"/>
                <a:ext cx="336652" cy="1067759"/>
              </a:xfrm>
              <a:custGeom>
                <a:avLst/>
                <a:gdLst/>
                <a:ahLst/>
                <a:cxnLst>
                  <a:cxn ang="0">
                    <a:pos x="4814" y="238"/>
                  </a:cxn>
                  <a:cxn ang="0">
                    <a:pos x="4265" y="758"/>
                  </a:cxn>
                  <a:cxn ang="0">
                    <a:pos x="3742" y="1337"/>
                  </a:cxn>
                  <a:cxn ang="0">
                    <a:pos x="3246" y="1978"/>
                  </a:cxn>
                  <a:cxn ang="0">
                    <a:pos x="2781" y="2677"/>
                  </a:cxn>
                  <a:cxn ang="0">
                    <a:pos x="2344" y="3437"/>
                  </a:cxn>
                  <a:cxn ang="0">
                    <a:pos x="1939" y="4257"/>
                  </a:cxn>
                  <a:cxn ang="0">
                    <a:pos x="1568" y="5137"/>
                  </a:cxn>
                  <a:cxn ang="0">
                    <a:pos x="1233" y="6075"/>
                  </a:cxn>
                  <a:cxn ang="0">
                    <a:pos x="934" y="7074"/>
                  </a:cxn>
                  <a:cxn ang="0">
                    <a:pos x="674" y="8132"/>
                  </a:cxn>
                  <a:cxn ang="0">
                    <a:pos x="453" y="9251"/>
                  </a:cxn>
                  <a:cxn ang="0">
                    <a:pos x="275" y="10428"/>
                  </a:cxn>
                  <a:cxn ang="0">
                    <a:pos x="139" y="11665"/>
                  </a:cxn>
                  <a:cxn ang="0">
                    <a:pos x="48" y="12961"/>
                  </a:cxn>
                  <a:cxn ang="0">
                    <a:pos x="4" y="14318"/>
                  </a:cxn>
                  <a:cxn ang="0">
                    <a:pos x="13" y="15116"/>
                  </a:cxn>
                  <a:cxn ang="0">
                    <a:pos x="116" y="15293"/>
                  </a:cxn>
                  <a:cxn ang="0">
                    <a:pos x="308" y="15451"/>
                  </a:cxn>
                  <a:cxn ang="0">
                    <a:pos x="577" y="15588"/>
                  </a:cxn>
                  <a:cxn ang="0">
                    <a:pos x="910" y="15707"/>
                  </a:cxn>
                  <a:cxn ang="0">
                    <a:pos x="1294" y="15809"/>
                  </a:cxn>
                  <a:cxn ang="0">
                    <a:pos x="1715" y="15895"/>
                  </a:cxn>
                  <a:cxn ang="0">
                    <a:pos x="2159" y="15965"/>
                  </a:cxn>
                  <a:cxn ang="0">
                    <a:pos x="2616" y="16022"/>
                  </a:cxn>
                  <a:cxn ang="0">
                    <a:pos x="3072" y="16068"/>
                  </a:cxn>
                  <a:cxn ang="0">
                    <a:pos x="3513" y="16102"/>
                  </a:cxn>
                  <a:cxn ang="0">
                    <a:pos x="3927" y="16128"/>
                  </a:cxn>
                  <a:cxn ang="0">
                    <a:pos x="4300" y="16145"/>
                  </a:cxn>
                  <a:cxn ang="0">
                    <a:pos x="4618" y="16155"/>
                  </a:cxn>
                  <a:cxn ang="0">
                    <a:pos x="4872" y="16159"/>
                  </a:cxn>
                  <a:cxn ang="0">
                    <a:pos x="5044" y="16159"/>
                  </a:cxn>
                  <a:cxn ang="0">
                    <a:pos x="5098" y="0"/>
                  </a:cxn>
                </a:cxnLst>
                <a:rect l="0" t="0" r="r" b="b"/>
                <a:pathLst>
                  <a:path w="5098" h="16159">
                    <a:moveTo>
                      <a:pt x="5098" y="0"/>
                    </a:moveTo>
                    <a:lnTo>
                      <a:pt x="4814" y="238"/>
                    </a:lnTo>
                    <a:lnTo>
                      <a:pt x="4537" y="490"/>
                    </a:lnTo>
                    <a:lnTo>
                      <a:pt x="4265" y="758"/>
                    </a:lnTo>
                    <a:lnTo>
                      <a:pt x="4000" y="1040"/>
                    </a:lnTo>
                    <a:lnTo>
                      <a:pt x="3742" y="1337"/>
                    </a:lnTo>
                    <a:lnTo>
                      <a:pt x="3491" y="1650"/>
                    </a:lnTo>
                    <a:lnTo>
                      <a:pt x="3246" y="1978"/>
                    </a:lnTo>
                    <a:lnTo>
                      <a:pt x="3010" y="2320"/>
                    </a:lnTo>
                    <a:lnTo>
                      <a:pt x="2781" y="2677"/>
                    </a:lnTo>
                    <a:lnTo>
                      <a:pt x="2558" y="3050"/>
                    </a:lnTo>
                    <a:lnTo>
                      <a:pt x="2344" y="3437"/>
                    </a:lnTo>
                    <a:lnTo>
                      <a:pt x="2137" y="3839"/>
                    </a:lnTo>
                    <a:lnTo>
                      <a:pt x="1939" y="4257"/>
                    </a:lnTo>
                    <a:lnTo>
                      <a:pt x="1749" y="4690"/>
                    </a:lnTo>
                    <a:lnTo>
                      <a:pt x="1568" y="5137"/>
                    </a:lnTo>
                    <a:lnTo>
                      <a:pt x="1396" y="5598"/>
                    </a:lnTo>
                    <a:lnTo>
                      <a:pt x="1233" y="6075"/>
                    </a:lnTo>
                    <a:lnTo>
                      <a:pt x="1079" y="6567"/>
                    </a:lnTo>
                    <a:lnTo>
                      <a:pt x="934" y="7074"/>
                    </a:lnTo>
                    <a:lnTo>
                      <a:pt x="799" y="7596"/>
                    </a:lnTo>
                    <a:lnTo>
                      <a:pt x="674" y="8132"/>
                    </a:lnTo>
                    <a:lnTo>
                      <a:pt x="558" y="8684"/>
                    </a:lnTo>
                    <a:lnTo>
                      <a:pt x="453" y="9251"/>
                    </a:lnTo>
                    <a:lnTo>
                      <a:pt x="358" y="9832"/>
                    </a:lnTo>
                    <a:lnTo>
                      <a:pt x="275" y="10428"/>
                    </a:lnTo>
                    <a:lnTo>
                      <a:pt x="201" y="11040"/>
                    </a:lnTo>
                    <a:lnTo>
                      <a:pt x="139" y="11665"/>
                    </a:lnTo>
                    <a:lnTo>
                      <a:pt x="88" y="12306"/>
                    </a:lnTo>
                    <a:lnTo>
                      <a:pt x="48" y="12961"/>
                    </a:lnTo>
                    <a:lnTo>
                      <a:pt x="20" y="13632"/>
                    </a:lnTo>
                    <a:lnTo>
                      <a:pt x="4" y="14318"/>
                    </a:lnTo>
                    <a:lnTo>
                      <a:pt x="0" y="15019"/>
                    </a:lnTo>
                    <a:lnTo>
                      <a:pt x="13" y="15116"/>
                    </a:lnTo>
                    <a:lnTo>
                      <a:pt x="52" y="15207"/>
                    </a:lnTo>
                    <a:lnTo>
                      <a:pt x="116" y="15293"/>
                    </a:lnTo>
                    <a:lnTo>
                      <a:pt x="202" y="15375"/>
                    </a:lnTo>
                    <a:lnTo>
                      <a:pt x="308" y="15451"/>
                    </a:lnTo>
                    <a:lnTo>
                      <a:pt x="434" y="15523"/>
                    </a:lnTo>
                    <a:lnTo>
                      <a:pt x="577" y="15588"/>
                    </a:lnTo>
                    <a:lnTo>
                      <a:pt x="737" y="15650"/>
                    </a:lnTo>
                    <a:lnTo>
                      <a:pt x="910" y="15707"/>
                    </a:lnTo>
                    <a:lnTo>
                      <a:pt x="1096" y="15759"/>
                    </a:lnTo>
                    <a:lnTo>
                      <a:pt x="1294" y="15809"/>
                    </a:lnTo>
                    <a:lnTo>
                      <a:pt x="1500" y="15853"/>
                    </a:lnTo>
                    <a:lnTo>
                      <a:pt x="1715" y="15895"/>
                    </a:lnTo>
                    <a:lnTo>
                      <a:pt x="1935" y="15931"/>
                    </a:lnTo>
                    <a:lnTo>
                      <a:pt x="2159" y="15965"/>
                    </a:lnTo>
                    <a:lnTo>
                      <a:pt x="2387" y="15995"/>
                    </a:lnTo>
                    <a:lnTo>
                      <a:pt x="2616" y="16022"/>
                    </a:lnTo>
                    <a:lnTo>
                      <a:pt x="2845" y="16047"/>
                    </a:lnTo>
                    <a:lnTo>
                      <a:pt x="3072" y="16068"/>
                    </a:lnTo>
                    <a:lnTo>
                      <a:pt x="3296" y="16087"/>
                    </a:lnTo>
                    <a:lnTo>
                      <a:pt x="3513" y="16102"/>
                    </a:lnTo>
                    <a:lnTo>
                      <a:pt x="3725" y="16116"/>
                    </a:lnTo>
                    <a:lnTo>
                      <a:pt x="3927" y="16128"/>
                    </a:lnTo>
                    <a:lnTo>
                      <a:pt x="4119" y="16137"/>
                    </a:lnTo>
                    <a:lnTo>
                      <a:pt x="4300" y="16145"/>
                    </a:lnTo>
                    <a:lnTo>
                      <a:pt x="4466" y="16150"/>
                    </a:lnTo>
                    <a:lnTo>
                      <a:pt x="4618" y="16155"/>
                    </a:lnTo>
                    <a:lnTo>
                      <a:pt x="4755" y="16157"/>
                    </a:lnTo>
                    <a:lnTo>
                      <a:pt x="4872" y="16159"/>
                    </a:lnTo>
                    <a:lnTo>
                      <a:pt x="4969" y="16159"/>
                    </a:lnTo>
                    <a:lnTo>
                      <a:pt x="5044" y="16159"/>
                    </a:lnTo>
                    <a:lnTo>
                      <a:pt x="5098" y="16158"/>
                    </a:lnTo>
                    <a:lnTo>
                      <a:pt x="5098" y="0"/>
                    </a:lnTo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1">
                <a:noFill/>
                <a:prstDash val="solid"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9" name="Freeform: Shape 25"/>
              <p:cNvSpPr>
                <a:spLocks/>
              </p:cNvSpPr>
              <p:nvPr/>
            </p:nvSpPr>
            <p:spPr bwMode="auto">
              <a:xfrm>
                <a:off x="4383327" y="786159"/>
                <a:ext cx="377346" cy="78614"/>
              </a:xfrm>
              <a:custGeom>
                <a:avLst/>
                <a:gdLst/>
                <a:ahLst/>
                <a:cxnLst>
                  <a:cxn ang="0">
                    <a:pos x="5556" y="733"/>
                  </a:cxn>
                  <a:cxn ang="0">
                    <a:pos x="5313" y="816"/>
                  </a:cxn>
                  <a:cxn ang="0">
                    <a:pos x="5064" y="891"/>
                  </a:cxn>
                  <a:cxn ang="0">
                    <a:pos x="4807" y="959"/>
                  </a:cxn>
                  <a:cxn ang="0">
                    <a:pos x="4545" y="1018"/>
                  </a:cxn>
                  <a:cxn ang="0">
                    <a:pos x="4275" y="1068"/>
                  </a:cxn>
                  <a:cxn ang="0">
                    <a:pos x="4002" y="1111"/>
                  </a:cxn>
                  <a:cxn ang="0">
                    <a:pos x="3722" y="1144"/>
                  </a:cxn>
                  <a:cxn ang="0">
                    <a:pos x="3437" y="1168"/>
                  </a:cxn>
                  <a:cxn ang="0">
                    <a:pos x="3149" y="1183"/>
                  </a:cxn>
                  <a:cxn ang="0">
                    <a:pos x="2858" y="1188"/>
                  </a:cxn>
                  <a:cxn ang="0">
                    <a:pos x="2565" y="1183"/>
                  </a:cxn>
                  <a:cxn ang="0">
                    <a:pos x="2277" y="1168"/>
                  </a:cxn>
                  <a:cxn ang="0">
                    <a:pos x="1992" y="1144"/>
                  </a:cxn>
                  <a:cxn ang="0">
                    <a:pos x="1712" y="1111"/>
                  </a:cxn>
                  <a:cxn ang="0">
                    <a:pos x="1439" y="1068"/>
                  </a:cxn>
                  <a:cxn ang="0">
                    <a:pos x="1169" y="1018"/>
                  </a:cxn>
                  <a:cxn ang="0">
                    <a:pos x="907" y="959"/>
                  </a:cxn>
                  <a:cxn ang="0">
                    <a:pos x="650" y="891"/>
                  </a:cxn>
                  <a:cxn ang="0">
                    <a:pos x="401" y="816"/>
                  </a:cxn>
                  <a:cxn ang="0">
                    <a:pos x="158" y="733"/>
                  </a:cxn>
                  <a:cxn ang="0">
                    <a:pos x="46" y="587"/>
                  </a:cxn>
                  <a:cxn ang="0">
                    <a:pos x="182" y="331"/>
                  </a:cxn>
                  <a:cxn ang="0">
                    <a:pos x="322" y="82"/>
                  </a:cxn>
                  <a:cxn ang="0">
                    <a:pos x="510" y="45"/>
                  </a:cxn>
                  <a:cxn ang="0">
                    <a:pos x="726" y="106"/>
                  </a:cxn>
                  <a:cxn ang="0">
                    <a:pos x="947" y="163"/>
                  </a:cxn>
                  <a:cxn ang="0">
                    <a:pos x="1173" y="212"/>
                  </a:cxn>
                  <a:cxn ang="0">
                    <a:pos x="1402" y="257"/>
                  </a:cxn>
                  <a:cxn ang="0">
                    <a:pos x="1635" y="294"/>
                  </a:cxn>
                  <a:cxn ang="0">
                    <a:pos x="1873" y="325"/>
                  </a:cxn>
                  <a:cxn ang="0">
                    <a:pos x="2115" y="350"/>
                  </a:cxn>
                  <a:cxn ang="0">
                    <a:pos x="2359" y="368"/>
                  </a:cxn>
                  <a:cxn ang="0">
                    <a:pos x="2606" y="379"/>
                  </a:cxn>
                  <a:cxn ang="0">
                    <a:pos x="2858" y="382"/>
                  </a:cxn>
                  <a:cxn ang="0">
                    <a:pos x="3108" y="379"/>
                  </a:cxn>
                  <a:cxn ang="0">
                    <a:pos x="3355" y="368"/>
                  </a:cxn>
                  <a:cxn ang="0">
                    <a:pos x="3599" y="350"/>
                  </a:cxn>
                  <a:cxn ang="0">
                    <a:pos x="3841" y="325"/>
                  </a:cxn>
                  <a:cxn ang="0">
                    <a:pos x="4079" y="294"/>
                  </a:cxn>
                  <a:cxn ang="0">
                    <a:pos x="4312" y="257"/>
                  </a:cxn>
                  <a:cxn ang="0">
                    <a:pos x="4541" y="212"/>
                  </a:cxn>
                  <a:cxn ang="0">
                    <a:pos x="4767" y="162"/>
                  </a:cxn>
                  <a:cxn ang="0">
                    <a:pos x="4988" y="106"/>
                  </a:cxn>
                  <a:cxn ang="0">
                    <a:pos x="5204" y="45"/>
                  </a:cxn>
                  <a:cxn ang="0">
                    <a:pos x="5392" y="82"/>
                  </a:cxn>
                  <a:cxn ang="0">
                    <a:pos x="5532" y="331"/>
                  </a:cxn>
                  <a:cxn ang="0">
                    <a:pos x="5668" y="587"/>
                  </a:cxn>
                </a:cxnLst>
                <a:rect l="0" t="0" r="r" b="b"/>
                <a:pathLst>
                  <a:path w="5714" h="1188">
                    <a:moveTo>
                      <a:pt x="5714" y="673"/>
                    </a:moveTo>
                    <a:lnTo>
                      <a:pt x="5635" y="703"/>
                    </a:lnTo>
                    <a:lnTo>
                      <a:pt x="5556" y="733"/>
                    </a:lnTo>
                    <a:lnTo>
                      <a:pt x="5476" y="761"/>
                    </a:lnTo>
                    <a:lnTo>
                      <a:pt x="5395" y="789"/>
                    </a:lnTo>
                    <a:lnTo>
                      <a:pt x="5313" y="816"/>
                    </a:lnTo>
                    <a:lnTo>
                      <a:pt x="5230" y="841"/>
                    </a:lnTo>
                    <a:lnTo>
                      <a:pt x="5148" y="867"/>
                    </a:lnTo>
                    <a:lnTo>
                      <a:pt x="5064" y="891"/>
                    </a:lnTo>
                    <a:lnTo>
                      <a:pt x="4979" y="914"/>
                    </a:lnTo>
                    <a:lnTo>
                      <a:pt x="4893" y="936"/>
                    </a:lnTo>
                    <a:lnTo>
                      <a:pt x="4807" y="959"/>
                    </a:lnTo>
                    <a:lnTo>
                      <a:pt x="4720" y="979"/>
                    </a:lnTo>
                    <a:lnTo>
                      <a:pt x="4633" y="999"/>
                    </a:lnTo>
                    <a:lnTo>
                      <a:pt x="4545" y="1018"/>
                    </a:lnTo>
                    <a:lnTo>
                      <a:pt x="4455" y="1036"/>
                    </a:lnTo>
                    <a:lnTo>
                      <a:pt x="4366" y="1053"/>
                    </a:lnTo>
                    <a:lnTo>
                      <a:pt x="4275" y="1068"/>
                    </a:lnTo>
                    <a:lnTo>
                      <a:pt x="4185" y="1084"/>
                    </a:lnTo>
                    <a:lnTo>
                      <a:pt x="4093" y="1097"/>
                    </a:lnTo>
                    <a:lnTo>
                      <a:pt x="4002" y="1111"/>
                    </a:lnTo>
                    <a:lnTo>
                      <a:pt x="3909" y="1123"/>
                    </a:lnTo>
                    <a:lnTo>
                      <a:pt x="3816" y="1134"/>
                    </a:lnTo>
                    <a:lnTo>
                      <a:pt x="3722" y="1144"/>
                    </a:lnTo>
                    <a:lnTo>
                      <a:pt x="3627" y="1153"/>
                    </a:lnTo>
                    <a:lnTo>
                      <a:pt x="3533" y="1161"/>
                    </a:lnTo>
                    <a:lnTo>
                      <a:pt x="3437" y="1168"/>
                    </a:lnTo>
                    <a:lnTo>
                      <a:pt x="3342" y="1174"/>
                    </a:lnTo>
                    <a:lnTo>
                      <a:pt x="3246" y="1179"/>
                    </a:lnTo>
                    <a:lnTo>
                      <a:pt x="3149" y="1183"/>
                    </a:lnTo>
                    <a:lnTo>
                      <a:pt x="3052" y="1186"/>
                    </a:lnTo>
                    <a:lnTo>
                      <a:pt x="2955" y="1187"/>
                    </a:lnTo>
                    <a:lnTo>
                      <a:pt x="2858" y="1188"/>
                    </a:lnTo>
                    <a:lnTo>
                      <a:pt x="2759" y="1187"/>
                    </a:lnTo>
                    <a:lnTo>
                      <a:pt x="2662" y="1186"/>
                    </a:lnTo>
                    <a:lnTo>
                      <a:pt x="2565" y="1183"/>
                    </a:lnTo>
                    <a:lnTo>
                      <a:pt x="2468" y="1179"/>
                    </a:lnTo>
                    <a:lnTo>
                      <a:pt x="2372" y="1174"/>
                    </a:lnTo>
                    <a:lnTo>
                      <a:pt x="2277" y="1168"/>
                    </a:lnTo>
                    <a:lnTo>
                      <a:pt x="2181" y="1161"/>
                    </a:lnTo>
                    <a:lnTo>
                      <a:pt x="2087" y="1153"/>
                    </a:lnTo>
                    <a:lnTo>
                      <a:pt x="1992" y="1144"/>
                    </a:lnTo>
                    <a:lnTo>
                      <a:pt x="1898" y="1134"/>
                    </a:lnTo>
                    <a:lnTo>
                      <a:pt x="1805" y="1123"/>
                    </a:lnTo>
                    <a:lnTo>
                      <a:pt x="1712" y="1111"/>
                    </a:lnTo>
                    <a:lnTo>
                      <a:pt x="1621" y="1097"/>
                    </a:lnTo>
                    <a:lnTo>
                      <a:pt x="1529" y="1084"/>
                    </a:lnTo>
                    <a:lnTo>
                      <a:pt x="1439" y="1068"/>
                    </a:lnTo>
                    <a:lnTo>
                      <a:pt x="1348" y="1053"/>
                    </a:lnTo>
                    <a:lnTo>
                      <a:pt x="1259" y="1036"/>
                    </a:lnTo>
                    <a:lnTo>
                      <a:pt x="1169" y="1018"/>
                    </a:lnTo>
                    <a:lnTo>
                      <a:pt x="1081" y="999"/>
                    </a:lnTo>
                    <a:lnTo>
                      <a:pt x="994" y="979"/>
                    </a:lnTo>
                    <a:lnTo>
                      <a:pt x="907" y="959"/>
                    </a:lnTo>
                    <a:lnTo>
                      <a:pt x="821" y="936"/>
                    </a:lnTo>
                    <a:lnTo>
                      <a:pt x="735" y="914"/>
                    </a:lnTo>
                    <a:lnTo>
                      <a:pt x="650" y="891"/>
                    </a:lnTo>
                    <a:lnTo>
                      <a:pt x="566" y="867"/>
                    </a:lnTo>
                    <a:lnTo>
                      <a:pt x="484" y="841"/>
                    </a:lnTo>
                    <a:lnTo>
                      <a:pt x="401" y="816"/>
                    </a:lnTo>
                    <a:lnTo>
                      <a:pt x="319" y="789"/>
                    </a:lnTo>
                    <a:lnTo>
                      <a:pt x="238" y="761"/>
                    </a:lnTo>
                    <a:lnTo>
                      <a:pt x="158" y="733"/>
                    </a:lnTo>
                    <a:lnTo>
                      <a:pt x="79" y="703"/>
                    </a:lnTo>
                    <a:lnTo>
                      <a:pt x="0" y="673"/>
                    </a:lnTo>
                    <a:lnTo>
                      <a:pt x="46" y="587"/>
                    </a:lnTo>
                    <a:lnTo>
                      <a:pt x="90" y="501"/>
                    </a:lnTo>
                    <a:lnTo>
                      <a:pt x="136" y="416"/>
                    </a:lnTo>
                    <a:lnTo>
                      <a:pt x="182" y="331"/>
                    </a:lnTo>
                    <a:lnTo>
                      <a:pt x="228" y="247"/>
                    </a:lnTo>
                    <a:lnTo>
                      <a:pt x="275" y="164"/>
                    </a:lnTo>
                    <a:lnTo>
                      <a:pt x="322" y="82"/>
                    </a:lnTo>
                    <a:lnTo>
                      <a:pt x="370" y="0"/>
                    </a:lnTo>
                    <a:lnTo>
                      <a:pt x="440" y="22"/>
                    </a:lnTo>
                    <a:lnTo>
                      <a:pt x="510" y="45"/>
                    </a:lnTo>
                    <a:lnTo>
                      <a:pt x="582" y="66"/>
                    </a:lnTo>
                    <a:lnTo>
                      <a:pt x="654" y="86"/>
                    </a:lnTo>
                    <a:lnTo>
                      <a:pt x="726" y="106"/>
                    </a:lnTo>
                    <a:lnTo>
                      <a:pt x="800" y="126"/>
                    </a:lnTo>
                    <a:lnTo>
                      <a:pt x="873" y="144"/>
                    </a:lnTo>
                    <a:lnTo>
                      <a:pt x="947" y="163"/>
                    </a:lnTo>
                    <a:lnTo>
                      <a:pt x="1022" y="180"/>
                    </a:lnTo>
                    <a:lnTo>
                      <a:pt x="1097" y="197"/>
                    </a:lnTo>
                    <a:lnTo>
                      <a:pt x="1173" y="212"/>
                    </a:lnTo>
                    <a:lnTo>
                      <a:pt x="1249" y="228"/>
                    </a:lnTo>
                    <a:lnTo>
                      <a:pt x="1325" y="243"/>
                    </a:lnTo>
                    <a:lnTo>
                      <a:pt x="1402" y="257"/>
                    </a:lnTo>
                    <a:lnTo>
                      <a:pt x="1480" y="271"/>
                    </a:lnTo>
                    <a:lnTo>
                      <a:pt x="1557" y="283"/>
                    </a:lnTo>
                    <a:lnTo>
                      <a:pt x="1635" y="294"/>
                    </a:lnTo>
                    <a:lnTo>
                      <a:pt x="1715" y="305"/>
                    </a:lnTo>
                    <a:lnTo>
                      <a:pt x="1794" y="316"/>
                    </a:lnTo>
                    <a:lnTo>
                      <a:pt x="1873" y="325"/>
                    </a:lnTo>
                    <a:lnTo>
                      <a:pt x="1954" y="334"/>
                    </a:lnTo>
                    <a:lnTo>
                      <a:pt x="2034" y="343"/>
                    </a:lnTo>
                    <a:lnTo>
                      <a:pt x="2115" y="350"/>
                    </a:lnTo>
                    <a:lnTo>
                      <a:pt x="2195" y="357"/>
                    </a:lnTo>
                    <a:lnTo>
                      <a:pt x="2277" y="363"/>
                    </a:lnTo>
                    <a:lnTo>
                      <a:pt x="2359" y="368"/>
                    </a:lnTo>
                    <a:lnTo>
                      <a:pt x="2441" y="372"/>
                    </a:lnTo>
                    <a:lnTo>
                      <a:pt x="2524" y="376"/>
                    </a:lnTo>
                    <a:lnTo>
                      <a:pt x="2606" y="379"/>
                    </a:lnTo>
                    <a:lnTo>
                      <a:pt x="2690" y="380"/>
                    </a:lnTo>
                    <a:lnTo>
                      <a:pt x="2774" y="382"/>
                    </a:lnTo>
                    <a:lnTo>
                      <a:pt x="2858" y="382"/>
                    </a:lnTo>
                    <a:lnTo>
                      <a:pt x="2940" y="382"/>
                    </a:lnTo>
                    <a:lnTo>
                      <a:pt x="3024" y="380"/>
                    </a:lnTo>
                    <a:lnTo>
                      <a:pt x="3108" y="379"/>
                    </a:lnTo>
                    <a:lnTo>
                      <a:pt x="3190" y="376"/>
                    </a:lnTo>
                    <a:lnTo>
                      <a:pt x="3273" y="372"/>
                    </a:lnTo>
                    <a:lnTo>
                      <a:pt x="3355" y="368"/>
                    </a:lnTo>
                    <a:lnTo>
                      <a:pt x="3437" y="363"/>
                    </a:lnTo>
                    <a:lnTo>
                      <a:pt x="3518" y="357"/>
                    </a:lnTo>
                    <a:lnTo>
                      <a:pt x="3599" y="350"/>
                    </a:lnTo>
                    <a:lnTo>
                      <a:pt x="3680" y="343"/>
                    </a:lnTo>
                    <a:lnTo>
                      <a:pt x="3760" y="334"/>
                    </a:lnTo>
                    <a:lnTo>
                      <a:pt x="3841" y="325"/>
                    </a:lnTo>
                    <a:lnTo>
                      <a:pt x="3920" y="316"/>
                    </a:lnTo>
                    <a:lnTo>
                      <a:pt x="3999" y="305"/>
                    </a:lnTo>
                    <a:lnTo>
                      <a:pt x="4079" y="294"/>
                    </a:lnTo>
                    <a:lnTo>
                      <a:pt x="4157" y="283"/>
                    </a:lnTo>
                    <a:lnTo>
                      <a:pt x="4234" y="271"/>
                    </a:lnTo>
                    <a:lnTo>
                      <a:pt x="4312" y="257"/>
                    </a:lnTo>
                    <a:lnTo>
                      <a:pt x="4389" y="243"/>
                    </a:lnTo>
                    <a:lnTo>
                      <a:pt x="4465" y="228"/>
                    </a:lnTo>
                    <a:lnTo>
                      <a:pt x="4541" y="212"/>
                    </a:lnTo>
                    <a:lnTo>
                      <a:pt x="4617" y="197"/>
                    </a:lnTo>
                    <a:lnTo>
                      <a:pt x="4692" y="180"/>
                    </a:lnTo>
                    <a:lnTo>
                      <a:pt x="4767" y="162"/>
                    </a:lnTo>
                    <a:lnTo>
                      <a:pt x="4841" y="144"/>
                    </a:lnTo>
                    <a:lnTo>
                      <a:pt x="4914" y="126"/>
                    </a:lnTo>
                    <a:lnTo>
                      <a:pt x="4988" y="106"/>
                    </a:lnTo>
                    <a:lnTo>
                      <a:pt x="5060" y="86"/>
                    </a:lnTo>
                    <a:lnTo>
                      <a:pt x="5132" y="66"/>
                    </a:lnTo>
                    <a:lnTo>
                      <a:pt x="5204" y="45"/>
                    </a:lnTo>
                    <a:lnTo>
                      <a:pt x="5274" y="22"/>
                    </a:lnTo>
                    <a:lnTo>
                      <a:pt x="5344" y="0"/>
                    </a:lnTo>
                    <a:lnTo>
                      <a:pt x="5392" y="82"/>
                    </a:lnTo>
                    <a:lnTo>
                      <a:pt x="5439" y="164"/>
                    </a:lnTo>
                    <a:lnTo>
                      <a:pt x="5486" y="247"/>
                    </a:lnTo>
                    <a:lnTo>
                      <a:pt x="5532" y="331"/>
                    </a:lnTo>
                    <a:lnTo>
                      <a:pt x="5578" y="416"/>
                    </a:lnTo>
                    <a:lnTo>
                      <a:pt x="5624" y="501"/>
                    </a:lnTo>
                    <a:lnTo>
                      <a:pt x="5668" y="587"/>
                    </a:lnTo>
                    <a:lnTo>
                      <a:pt x="5714" y="673"/>
                    </a:lnTo>
                  </a:path>
                </a:pathLst>
              </a:custGeom>
              <a:solidFill>
                <a:srgbClr val="071E8E"/>
              </a:solidFill>
              <a:ln w="1">
                <a:noFill/>
                <a:prstDash val="solid"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0" name="Freeform: Shape 26"/>
              <p:cNvSpPr>
                <a:spLocks/>
              </p:cNvSpPr>
              <p:nvPr/>
            </p:nvSpPr>
            <p:spPr bwMode="auto">
              <a:xfrm>
                <a:off x="4572000" y="786159"/>
                <a:ext cx="188673" cy="78614"/>
              </a:xfrm>
              <a:custGeom>
                <a:avLst/>
                <a:gdLst/>
                <a:ahLst/>
                <a:cxnLst>
                  <a:cxn ang="0">
                    <a:pos x="0" y="1188"/>
                  </a:cxn>
                  <a:cxn ang="0">
                    <a:pos x="97" y="1187"/>
                  </a:cxn>
                  <a:cxn ang="0">
                    <a:pos x="291" y="1183"/>
                  </a:cxn>
                  <a:cxn ang="0">
                    <a:pos x="484" y="1174"/>
                  </a:cxn>
                  <a:cxn ang="0">
                    <a:pos x="675" y="1161"/>
                  </a:cxn>
                  <a:cxn ang="0">
                    <a:pos x="864" y="1144"/>
                  </a:cxn>
                  <a:cxn ang="0">
                    <a:pos x="1051" y="1123"/>
                  </a:cxn>
                  <a:cxn ang="0">
                    <a:pos x="1235" y="1097"/>
                  </a:cxn>
                  <a:cxn ang="0">
                    <a:pos x="1417" y="1068"/>
                  </a:cxn>
                  <a:cxn ang="0">
                    <a:pos x="1597" y="1036"/>
                  </a:cxn>
                  <a:cxn ang="0">
                    <a:pos x="1775" y="999"/>
                  </a:cxn>
                  <a:cxn ang="0">
                    <a:pos x="1949" y="959"/>
                  </a:cxn>
                  <a:cxn ang="0">
                    <a:pos x="2121" y="914"/>
                  </a:cxn>
                  <a:cxn ang="0">
                    <a:pos x="2290" y="867"/>
                  </a:cxn>
                  <a:cxn ang="0">
                    <a:pos x="2455" y="816"/>
                  </a:cxn>
                  <a:cxn ang="0">
                    <a:pos x="2618" y="761"/>
                  </a:cxn>
                  <a:cxn ang="0">
                    <a:pos x="2777" y="703"/>
                  </a:cxn>
                  <a:cxn ang="0">
                    <a:pos x="2810" y="587"/>
                  </a:cxn>
                  <a:cxn ang="0">
                    <a:pos x="2720" y="416"/>
                  </a:cxn>
                  <a:cxn ang="0">
                    <a:pos x="2628" y="247"/>
                  </a:cxn>
                  <a:cxn ang="0">
                    <a:pos x="2534" y="82"/>
                  </a:cxn>
                  <a:cxn ang="0">
                    <a:pos x="2416" y="22"/>
                  </a:cxn>
                  <a:cxn ang="0">
                    <a:pos x="2274" y="66"/>
                  </a:cxn>
                  <a:cxn ang="0">
                    <a:pos x="2130" y="106"/>
                  </a:cxn>
                  <a:cxn ang="0">
                    <a:pos x="1983" y="144"/>
                  </a:cxn>
                  <a:cxn ang="0">
                    <a:pos x="1834" y="180"/>
                  </a:cxn>
                  <a:cxn ang="0">
                    <a:pos x="1683" y="212"/>
                  </a:cxn>
                  <a:cxn ang="0">
                    <a:pos x="1531" y="243"/>
                  </a:cxn>
                  <a:cxn ang="0">
                    <a:pos x="1376" y="271"/>
                  </a:cxn>
                  <a:cxn ang="0">
                    <a:pos x="1221" y="294"/>
                  </a:cxn>
                  <a:cxn ang="0">
                    <a:pos x="1062" y="316"/>
                  </a:cxn>
                  <a:cxn ang="0">
                    <a:pos x="902" y="334"/>
                  </a:cxn>
                  <a:cxn ang="0">
                    <a:pos x="741" y="350"/>
                  </a:cxn>
                  <a:cxn ang="0">
                    <a:pos x="579" y="363"/>
                  </a:cxn>
                  <a:cxn ang="0">
                    <a:pos x="415" y="372"/>
                  </a:cxn>
                  <a:cxn ang="0">
                    <a:pos x="250" y="379"/>
                  </a:cxn>
                  <a:cxn ang="0">
                    <a:pos x="83" y="382"/>
                  </a:cxn>
                  <a:cxn ang="0">
                    <a:pos x="0" y="382"/>
                  </a:cxn>
                  <a:cxn ang="0">
                    <a:pos x="0" y="1188"/>
                  </a:cxn>
                </a:cxnLst>
                <a:rect l="0" t="0" r="r" b="b"/>
                <a:pathLst>
                  <a:path w="2856" h="1188">
                    <a:moveTo>
                      <a:pt x="0" y="1188"/>
                    </a:moveTo>
                    <a:lnTo>
                      <a:pt x="0" y="1188"/>
                    </a:lnTo>
                    <a:lnTo>
                      <a:pt x="0" y="1188"/>
                    </a:lnTo>
                    <a:lnTo>
                      <a:pt x="97" y="1187"/>
                    </a:lnTo>
                    <a:lnTo>
                      <a:pt x="194" y="1186"/>
                    </a:lnTo>
                    <a:lnTo>
                      <a:pt x="291" y="1183"/>
                    </a:lnTo>
                    <a:lnTo>
                      <a:pt x="388" y="1179"/>
                    </a:lnTo>
                    <a:lnTo>
                      <a:pt x="484" y="1174"/>
                    </a:lnTo>
                    <a:lnTo>
                      <a:pt x="579" y="1168"/>
                    </a:lnTo>
                    <a:lnTo>
                      <a:pt x="675" y="1161"/>
                    </a:lnTo>
                    <a:lnTo>
                      <a:pt x="770" y="1153"/>
                    </a:lnTo>
                    <a:lnTo>
                      <a:pt x="864" y="1144"/>
                    </a:lnTo>
                    <a:lnTo>
                      <a:pt x="958" y="1134"/>
                    </a:lnTo>
                    <a:lnTo>
                      <a:pt x="1051" y="1123"/>
                    </a:lnTo>
                    <a:lnTo>
                      <a:pt x="1144" y="1111"/>
                    </a:lnTo>
                    <a:lnTo>
                      <a:pt x="1235" y="1097"/>
                    </a:lnTo>
                    <a:lnTo>
                      <a:pt x="1327" y="1084"/>
                    </a:lnTo>
                    <a:lnTo>
                      <a:pt x="1417" y="1068"/>
                    </a:lnTo>
                    <a:lnTo>
                      <a:pt x="1508" y="1053"/>
                    </a:lnTo>
                    <a:lnTo>
                      <a:pt x="1597" y="1036"/>
                    </a:lnTo>
                    <a:lnTo>
                      <a:pt x="1687" y="1018"/>
                    </a:lnTo>
                    <a:lnTo>
                      <a:pt x="1775" y="999"/>
                    </a:lnTo>
                    <a:lnTo>
                      <a:pt x="1862" y="979"/>
                    </a:lnTo>
                    <a:lnTo>
                      <a:pt x="1949" y="959"/>
                    </a:lnTo>
                    <a:lnTo>
                      <a:pt x="2035" y="936"/>
                    </a:lnTo>
                    <a:lnTo>
                      <a:pt x="2121" y="914"/>
                    </a:lnTo>
                    <a:lnTo>
                      <a:pt x="2206" y="891"/>
                    </a:lnTo>
                    <a:lnTo>
                      <a:pt x="2290" y="867"/>
                    </a:lnTo>
                    <a:lnTo>
                      <a:pt x="2372" y="841"/>
                    </a:lnTo>
                    <a:lnTo>
                      <a:pt x="2455" y="816"/>
                    </a:lnTo>
                    <a:lnTo>
                      <a:pt x="2537" y="789"/>
                    </a:lnTo>
                    <a:lnTo>
                      <a:pt x="2618" y="761"/>
                    </a:lnTo>
                    <a:lnTo>
                      <a:pt x="2699" y="733"/>
                    </a:lnTo>
                    <a:lnTo>
                      <a:pt x="2777" y="703"/>
                    </a:lnTo>
                    <a:lnTo>
                      <a:pt x="2856" y="673"/>
                    </a:lnTo>
                    <a:lnTo>
                      <a:pt x="2810" y="587"/>
                    </a:lnTo>
                    <a:lnTo>
                      <a:pt x="2766" y="501"/>
                    </a:lnTo>
                    <a:lnTo>
                      <a:pt x="2720" y="416"/>
                    </a:lnTo>
                    <a:lnTo>
                      <a:pt x="2674" y="331"/>
                    </a:lnTo>
                    <a:lnTo>
                      <a:pt x="2628" y="247"/>
                    </a:lnTo>
                    <a:lnTo>
                      <a:pt x="2581" y="164"/>
                    </a:lnTo>
                    <a:lnTo>
                      <a:pt x="2534" y="82"/>
                    </a:lnTo>
                    <a:lnTo>
                      <a:pt x="2486" y="0"/>
                    </a:lnTo>
                    <a:lnTo>
                      <a:pt x="2416" y="22"/>
                    </a:lnTo>
                    <a:lnTo>
                      <a:pt x="2346" y="45"/>
                    </a:lnTo>
                    <a:lnTo>
                      <a:pt x="2274" y="66"/>
                    </a:lnTo>
                    <a:lnTo>
                      <a:pt x="2203" y="86"/>
                    </a:lnTo>
                    <a:lnTo>
                      <a:pt x="2130" y="106"/>
                    </a:lnTo>
                    <a:lnTo>
                      <a:pt x="2056" y="126"/>
                    </a:lnTo>
                    <a:lnTo>
                      <a:pt x="1983" y="144"/>
                    </a:lnTo>
                    <a:lnTo>
                      <a:pt x="1909" y="163"/>
                    </a:lnTo>
                    <a:lnTo>
                      <a:pt x="1834" y="180"/>
                    </a:lnTo>
                    <a:lnTo>
                      <a:pt x="1759" y="197"/>
                    </a:lnTo>
                    <a:lnTo>
                      <a:pt x="1683" y="212"/>
                    </a:lnTo>
                    <a:lnTo>
                      <a:pt x="1607" y="228"/>
                    </a:lnTo>
                    <a:lnTo>
                      <a:pt x="1531" y="243"/>
                    </a:lnTo>
                    <a:lnTo>
                      <a:pt x="1454" y="257"/>
                    </a:lnTo>
                    <a:lnTo>
                      <a:pt x="1376" y="271"/>
                    </a:lnTo>
                    <a:lnTo>
                      <a:pt x="1299" y="283"/>
                    </a:lnTo>
                    <a:lnTo>
                      <a:pt x="1221" y="294"/>
                    </a:lnTo>
                    <a:lnTo>
                      <a:pt x="1141" y="305"/>
                    </a:lnTo>
                    <a:lnTo>
                      <a:pt x="1062" y="316"/>
                    </a:lnTo>
                    <a:lnTo>
                      <a:pt x="983" y="325"/>
                    </a:lnTo>
                    <a:lnTo>
                      <a:pt x="902" y="334"/>
                    </a:lnTo>
                    <a:lnTo>
                      <a:pt x="822" y="343"/>
                    </a:lnTo>
                    <a:lnTo>
                      <a:pt x="741" y="350"/>
                    </a:lnTo>
                    <a:lnTo>
                      <a:pt x="661" y="357"/>
                    </a:lnTo>
                    <a:lnTo>
                      <a:pt x="579" y="363"/>
                    </a:lnTo>
                    <a:lnTo>
                      <a:pt x="497" y="368"/>
                    </a:lnTo>
                    <a:lnTo>
                      <a:pt x="415" y="372"/>
                    </a:lnTo>
                    <a:lnTo>
                      <a:pt x="332" y="376"/>
                    </a:lnTo>
                    <a:lnTo>
                      <a:pt x="250" y="379"/>
                    </a:lnTo>
                    <a:lnTo>
                      <a:pt x="166" y="380"/>
                    </a:lnTo>
                    <a:lnTo>
                      <a:pt x="83" y="382"/>
                    </a:lnTo>
                    <a:lnTo>
                      <a:pt x="0" y="382"/>
                    </a:lnTo>
                    <a:lnTo>
                      <a:pt x="0" y="382"/>
                    </a:lnTo>
                    <a:lnTo>
                      <a:pt x="0" y="382"/>
                    </a:lnTo>
                    <a:lnTo>
                      <a:pt x="0" y="1188"/>
                    </a:lnTo>
                  </a:path>
                </a:pathLst>
              </a:custGeom>
              <a:solidFill>
                <a:srgbClr val="071E8E"/>
              </a:solidFill>
              <a:ln w="1">
                <a:noFill/>
                <a:prstDash val="solid"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1" name="Freeform: Shape 27"/>
              <p:cNvSpPr>
                <a:spLocks/>
              </p:cNvSpPr>
              <p:nvPr/>
            </p:nvSpPr>
            <p:spPr bwMode="auto">
              <a:xfrm>
                <a:off x="4051300" y="1301310"/>
                <a:ext cx="199309" cy="446711"/>
              </a:xfrm>
              <a:custGeom>
                <a:avLst/>
                <a:gdLst/>
                <a:ahLst/>
                <a:cxnLst>
                  <a:cxn ang="0">
                    <a:pos x="3021" y="0"/>
                  </a:cxn>
                  <a:cxn ang="0">
                    <a:pos x="0" y="1815"/>
                  </a:cxn>
                  <a:cxn ang="0">
                    <a:pos x="386" y="6345"/>
                  </a:cxn>
                  <a:cxn ang="0">
                    <a:pos x="1350" y="6762"/>
                  </a:cxn>
                  <a:cxn ang="0">
                    <a:pos x="1387" y="6675"/>
                  </a:cxn>
                  <a:cxn ang="0">
                    <a:pos x="1424" y="6589"/>
                  </a:cxn>
                  <a:cxn ang="0">
                    <a:pos x="1461" y="6503"/>
                  </a:cxn>
                  <a:cxn ang="0">
                    <a:pos x="1499" y="6418"/>
                  </a:cxn>
                  <a:cxn ang="0">
                    <a:pos x="1537" y="6333"/>
                  </a:cxn>
                  <a:cxn ang="0">
                    <a:pos x="1576" y="6249"/>
                  </a:cxn>
                  <a:cxn ang="0">
                    <a:pos x="1615" y="6166"/>
                  </a:cxn>
                  <a:cxn ang="0">
                    <a:pos x="1654" y="6083"/>
                  </a:cxn>
                  <a:cxn ang="0">
                    <a:pos x="1694" y="6000"/>
                  </a:cxn>
                  <a:cxn ang="0">
                    <a:pos x="1735" y="5919"/>
                  </a:cxn>
                  <a:cxn ang="0">
                    <a:pos x="1777" y="5838"/>
                  </a:cxn>
                  <a:cxn ang="0">
                    <a:pos x="1818" y="5759"/>
                  </a:cxn>
                  <a:cxn ang="0">
                    <a:pos x="1861" y="5680"/>
                  </a:cxn>
                  <a:cxn ang="0">
                    <a:pos x="1904" y="5601"/>
                  </a:cxn>
                  <a:cxn ang="0">
                    <a:pos x="1948" y="5523"/>
                  </a:cxn>
                  <a:cxn ang="0">
                    <a:pos x="1992" y="5447"/>
                  </a:cxn>
                  <a:cxn ang="0">
                    <a:pos x="2037" y="5371"/>
                  </a:cxn>
                  <a:cxn ang="0">
                    <a:pos x="2083" y="5295"/>
                  </a:cxn>
                  <a:cxn ang="0">
                    <a:pos x="2129" y="5221"/>
                  </a:cxn>
                  <a:cxn ang="0">
                    <a:pos x="2176" y="5148"/>
                  </a:cxn>
                  <a:cxn ang="0">
                    <a:pos x="2224" y="5076"/>
                  </a:cxn>
                  <a:cxn ang="0">
                    <a:pos x="2272" y="5005"/>
                  </a:cxn>
                  <a:cxn ang="0">
                    <a:pos x="2321" y="4934"/>
                  </a:cxn>
                  <a:cxn ang="0">
                    <a:pos x="2371" y="4864"/>
                  </a:cxn>
                  <a:cxn ang="0">
                    <a:pos x="2421" y="4796"/>
                  </a:cxn>
                  <a:cxn ang="0">
                    <a:pos x="2473" y="4729"/>
                  </a:cxn>
                  <a:cxn ang="0">
                    <a:pos x="2525" y="4662"/>
                  </a:cxn>
                  <a:cxn ang="0">
                    <a:pos x="2579" y="4596"/>
                  </a:cxn>
                  <a:cxn ang="0">
                    <a:pos x="2633" y="4532"/>
                  </a:cxn>
                  <a:cxn ang="0">
                    <a:pos x="2687" y="4468"/>
                  </a:cxn>
                  <a:cxn ang="0">
                    <a:pos x="2742" y="4406"/>
                  </a:cxn>
                  <a:cxn ang="0">
                    <a:pos x="2799" y="4345"/>
                  </a:cxn>
                  <a:cxn ang="0">
                    <a:pos x="2795" y="4324"/>
                  </a:cxn>
                  <a:cxn ang="0">
                    <a:pos x="2791" y="4304"/>
                  </a:cxn>
                  <a:cxn ang="0">
                    <a:pos x="2789" y="4283"/>
                  </a:cxn>
                  <a:cxn ang="0">
                    <a:pos x="2788" y="4262"/>
                  </a:cxn>
                  <a:cxn ang="0">
                    <a:pos x="2788" y="3977"/>
                  </a:cxn>
                  <a:cxn ang="0">
                    <a:pos x="2790" y="3695"/>
                  </a:cxn>
                  <a:cxn ang="0">
                    <a:pos x="2795" y="3415"/>
                  </a:cxn>
                  <a:cxn ang="0">
                    <a:pos x="2800" y="3137"/>
                  </a:cxn>
                  <a:cxn ang="0">
                    <a:pos x="2809" y="2863"/>
                  </a:cxn>
                  <a:cxn ang="0">
                    <a:pos x="2819" y="2591"/>
                  </a:cxn>
                  <a:cxn ang="0">
                    <a:pos x="2830" y="2321"/>
                  </a:cxn>
                  <a:cxn ang="0">
                    <a:pos x="2845" y="2054"/>
                  </a:cxn>
                  <a:cxn ang="0">
                    <a:pos x="2860" y="1788"/>
                  </a:cxn>
                  <a:cxn ang="0">
                    <a:pos x="2877" y="1525"/>
                  </a:cxn>
                  <a:cxn ang="0">
                    <a:pos x="2897" y="1265"/>
                  </a:cxn>
                  <a:cxn ang="0">
                    <a:pos x="2919" y="1008"/>
                  </a:cxn>
                  <a:cxn ang="0">
                    <a:pos x="2942" y="752"/>
                  </a:cxn>
                  <a:cxn ang="0">
                    <a:pos x="2967" y="499"/>
                  </a:cxn>
                  <a:cxn ang="0">
                    <a:pos x="2993" y="248"/>
                  </a:cxn>
                  <a:cxn ang="0">
                    <a:pos x="3021" y="0"/>
                  </a:cxn>
                </a:cxnLst>
                <a:rect l="0" t="0" r="r" b="b"/>
                <a:pathLst>
                  <a:path w="3021" h="6762">
                    <a:moveTo>
                      <a:pt x="3021" y="0"/>
                    </a:moveTo>
                    <a:lnTo>
                      <a:pt x="0" y="1815"/>
                    </a:lnTo>
                    <a:lnTo>
                      <a:pt x="386" y="6345"/>
                    </a:lnTo>
                    <a:lnTo>
                      <a:pt x="1350" y="6762"/>
                    </a:lnTo>
                    <a:lnTo>
                      <a:pt x="1387" y="6675"/>
                    </a:lnTo>
                    <a:lnTo>
                      <a:pt x="1424" y="6589"/>
                    </a:lnTo>
                    <a:lnTo>
                      <a:pt x="1461" y="6503"/>
                    </a:lnTo>
                    <a:lnTo>
                      <a:pt x="1499" y="6418"/>
                    </a:lnTo>
                    <a:lnTo>
                      <a:pt x="1537" y="6333"/>
                    </a:lnTo>
                    <a:lnTo>
                      <a:pt x="1576" y="6249"/>
                    </a:lnTo>
                    <a:lnTo>
                      <a:pt x="1615" y="6166"/>
                    </a:lnTo>
                    <a:lnTo>
                      <a:pt x="1654" y="6083"/>
                    </a:lnTo>
                    <a:lnTo>
                      <a:pt x="1694" y="6000"/>
                    </a:lnTo>
                    <a:lnTo>
                      <a:pt x="1735" y="5919"/>
                    </a:lnTo>
                    <a:lnTo>
                      <a:pt x="1777" y="5838"/>
                    </a:lnTo>
                    <a:lnTo>
                      <a:pt x="1818" y="5759"/>
                    </a:lnTo>
                    <a:lnTo>
                      <a:pt x="1861" y="5680"/>
                    </a:lnTo>
                    <a:lnTo>
                      <a:pt x="1904" y="5601"/>
                    </a:lnTo>
                    <a:lnTo>
                      <a:pt x="1948" y="5523"/>
                    </a:lnTo>
                    <a:lnTo>
                      <a:pt x="1992" y="5447"/>
                    </a:lnTo>
                    <a:lnTo>
                      <a:pt x="2037" y="5371"/>
                    </a:lnTo>
                    <a:lnTo>
                      <a:pt x="2083" y="5295"/>
                    </a:lnTo>
                    <a:lnTo>
                      <a:pt x="2129" y="5221"/>
                    </a:lnTo>
                    <a:lnTo>
                      <a:pt x="2176" y="5148"/>
                    </a:lnTo>
                    <a:lnTo>
                      <a:pt x="2224" y="5076"/>
                    </a:lnTo>
                    <a:lnTo>
                      <a:pt x="2272" y="5005"/>
                    </a:lnTo>
                    <a:lnTo>
                      <a:pt x="2321" y="4934"/>
                    </a:lnTo>
                    <a:lnTo>
                      <a:pt x="2371" y="4864"/>
                    </a:lnTo>
                    <a:lnTo>
                      <a:pt x="2421" y="4796"/>
                    </a:lnTo>
                    <a:lnTo>
                      <a:pt x="2473" y="4729"/>
                    </a:lnTo>
                    <a:lnTo>
                      <a:pt x="2525" y="4662"/>
                    </a:lnTo>
                    <a:lnTo>
                      <a:pt x="2579" y="4596"/>
                    </a:lnTo>
                    <a:lnTo>
                      <a:pt x="2633" y="4532"/>
                    </a:lnTo>
                    <a:lnTo>
                      <a:pt x="2687" y="4468"/>
                    </a:lnTo>
                    <a:lnTo>
                      <a:pt x="2742" y="4406"/>
                    </a:lnTo>
                    <a:lnTo>
                      <a:pt x="2799" y="4345"/>
                    </a:lnTo>
                    <a:lnTo>
                      <a:pt x="2795" y="4324"/>
                    </a:lnTo>
                    <a:lnTo>
                      <a:pt x="2791" y="4304"/>
                    </a:lnTo>
                    <a:lnTo>
                      <a:pt x="2789" y="4283"/>
                    </a:lnTo>
                    <a:lnTo>
                      <a:pt x="2788" y="4262"/>
                    </a:lnTo>
                    <a:lnTo>
                      <a:pt x="2788" y="3977"/>
                    </a:lnTo>
                    <a:lnTo>
                      <a:pt x="2790" y="3695"/>
                    </a:lnTo>
                    <a:lnTo>
                      <a:pt x="2795" y="3415"/>
                    </a:lnTo>
                    <a:lnTo>
                      <a:pt x="2800" y="3137"/>
                    </a:lnTo>
                    <a:lnTo>
                      <a:pt x="2809" y="2863"/>
                    </a:lnTo>
                    <a:lnTo>
                      <a:pt x="2819" y="2591"/>
                    </a:lnTo>
                    <a:lnTo>
                      <a:pt x="2830" y="2321"/>
                    </a:lnTo>
                    <a:lnTo>
                      <a:pt x="2845" y="2054"/>
                    </a:lnTo>
                    <a:lnTo>
                      <a:pt x="2860" y="1788"/>
                    </a:lnTo>
                    <a:lnTo>
                      <a:pt x="2877" y="1525"/>
                    </a:lnTo>
                    <a:lnTo>
                      <a:pt x="2897" y="1265"/>
                    </a:lnTo>
                    <a:lnTo>
                      <a:pt x="2919" y="1008"/>
                    </a:lnTo>
                    <a:lnTo>
                      <a:pt x="2942" y="752"/>
                    </a:lnTo>
                    <a:lnTo>
                      <a:pt x="2967" y="499"/>
                    </a:lnTo>
                    <a:lnTo>
                      <a:pt x="2993" y="248"/>
                    </a:lnTo>
                    <a:lnTo>
                      <a:pt x="3021" y="0"/>
                    </a:lnTo>
                    <a:close/>
                  </a:path>
                </a:pathLst>
              </a:custGeom>
              <a:solidFill>
                <a:srgbClr val="05176B"/>
              </a:solidFill>
              <a:ln w="1">
                <a:noFill/>
                <a:prstDash val="solid"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2" name="Freeform: Shape 28"/>
              <p:cNvSpPr>
                <a:spLocks/>
              </p:cNvSpPr>
              <p:nvPr/>
            </p:nvSpPr>
            <p:spPr bwMode="auto">
              <a:xfrm>
                <a:off x="4893391" y="1301310"/>
                <a:ext cx="199309" cy="44671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021" y="1815"/>
                  </a:cxn>
                  <a:cxn ang="0">
                    <a:pos x="2635" y="6345"/>
                  </a:cxn>
                  <a:cxn ang="0">
                    <a:pos x="1671" y="6762"/>
                  </a:cxn>
                  <a:cxn ang="0">
                    <a:pos x="1634" y="6675"/>
                  </a:cxn>
                  <a:cxn ang="0">
                    <a:pos x="1597" y="6589"/>
                  </a:cxn>
                  <a:cxn ang="0">
                    <a:pos x="1560" y="6503"/>
                  </a:cxn>
                  <a:cxn ang="0">
                    <a:pos x="1522" y="6418"/>
                  </a:cxn>
                  <a:cxn ang="0">
                    <a:pos x="1484" y="6333"/>
                  </a:cxn>
                  <a:cxn ang="0">
                    <a:pos x="1445" y="6248"/>
                  </a:cxn>
                  <a:cxn ang="0">
                    <a:pos x="1406" y="6166"/>
                  </a:cxn>
                  <a:cxn ang="0">
                    <a:pos x="1367" y="6083"/>
                  </a:cxn>
                  <a:cxn ang="0">
                    <a:pos x="1327" y="6000"/>
                  </a:cxn>
                  <a:cxn ang="0">
                    <a:pos x="1286" y="5919"/>
                  </a:cxn>
                  <a:cxn ang="0">
                    <a:pos x="1244" y="5838"/>
                  </a:cxn>
                  <a:cxn ang="0">
                    <a:pos x="1203" y="5759"/>
                  </a:cxn>
                  <a:cxn ang="0">
                    <a:pos x="1160" y="5680"/>
                  </a:cxn>
                  <a:cxn ang="0">
                    <a:pos x="1117" y="5601"/>
                  </a:cxn>
                  <a:cxn ang="0">
                    <a:pos x="1073" y="5523"/>
                  </a:cxn>
                  <a:cxn ang="0">
                    <a:pos x="1029" y="5447"/>
                  </a:cxn>
                  <a:cxn ang="0">
                    <a:pos x="984" y="5371"/>
                  </a:cxn>
                  <a:cxn ang="0">
                    <a:pos x="938" y="5295"/>
                  </a:cxn>
                  <a:cxn ang="0">
                    <a:pos x="892" y="5221"/>
                  </a:cxn>
                  <a:cxn ang="0">
                    <a:pos x="845" y="5148"/>
                  </a:cxn>
                  <a:cxn ang="0">
                    <a:pos x="797" y="5076"/>
                  </a:cxn>
                  <a:cxn ang="0">
                    <a:pos x="749" y="5005"/>
                  </a:cxn>
                  <a:cxn ang="0">
                    <a:pos x="700" y="4934"/>
                  </a:cxn>
                  <a:cxn ang="0">
                    <a:pos x="650" y="4864"/>
                  </a:cxn>
                  <a:cxn ang="0">
                    <a:pos x="600" y="4796"/>
                  </a:cxn>
                  <a:cxn ang="0">
                    <a:pos x="548" y="4729"/>
                  </a:cxn>
                  <a:cxn ang="0">
                    <a:pos x="496" y="4662"/>
                  </a:cxn>
                  <a:cxn ang="0">
                    <a:pos x="442" y="4596"/>
                  </a:cxn>
                  <a:cxn ang="0">
                    <a:pos x="388" y="4532"/>
                  </a:cxn>
                  <a:cxn ang="0">
                    <a:pos x="334" y="4468"/>
                  </a:cxn>
                  <a:cxn ang="0">
                    <a:pos x="279" y="4406"/>
                  </a:cxn>
                  <a:cxn ang="0">
                    <a:pos x="222" y="4345"/>
                  </a:cxn>
                  <a:cxn ang="0">
                    <a:pos x="226" y="4324"/>
                  </a:cxn>
                  <a:cxn ang="0">
                    <a:pos x="230" y="4304"/>
                  </a:cxn>
                  <a:cxn ang="0">
                    <a:pos x="232" y="4283"/>
                  </a:cxn>
                  <a:cxn ang="0">
                    <a:pos x="233" y="4262"/>
                  </a:cxn>
                  <a:cxn ang="0">
                    <a:pos x="233" y="3977"/>
                  </a:cxn>
                  <a:cxn ang="0">
                    <a:pos x="231" y="3695"/>
                  </a:cxn>
                  <a:cxn ang="0">
                    <a:pos x="226" y="3415"/>
                  </a:cxn>
                  <a:cxn ang="0">
                    <a:pos x="221" y="3137"/>
                  </a:cxn>
                  <a:cxn ang="0">
                    <a:pos x="212" y="2863"/>
                  </a:cxn>
                  <a:cxn ang="0">
                    <a:pos x="202" y="2591"/>
                  </a:cxn>
                  <a:cxn ang="0">
                    <a:pos x="191" y="2321"/>
                  </a:cxn>
                  <a:cxn ang="0">
                    <a:pos x="176" y="2054"/>
                  </a:cxn>
                  <a:cxn ang="0">
                    <a:pos x="161" y="1788"/>
                  </a:cxn>
                  <a:cxn ang="0">
                    <a:pos x="144" y="1525"/>
                  </a:cxn>
                  <a:cxn ang="0">
                    <a:pos x="124" y="1265"/>
                  </a:cxn>
                  <a:cxn ang="0">
                    <a:pos x="102" y="1007"/>
                  </a:cxn>
                  <a:cxn ang="0">
                    <a:pos x="79" y="752"/>
                  </a:cxn>
                  <a:cxn ang="0">
                    <a:pos x="54" y="498"/>
                  </a:cxn>
                  <a:cxn ang="0">
                    <a:pos x="28" y="248"/>
                  </a:cxn>
                  <a:cxn ang="0">
                    <a:pos x="0" y="0"/>
                  </a:cxn>
                </a:cxnLst>
                <a:rect l="0" t="0" r="r" b="b"/>
                <a:pathLst>
                  <a:path w="3021" h="6762">
                    <a:moveTo>
                      <a:pt x="0" y="0"/>
                    </a:moveTo>
                    <a:lnTo>
                      <a:pt x="3021" y="1815"/>
                    </a:lnTo>
                    <a:lnTo>
                      <a:pt x="2635" y="6345"/>
                    </a:lnTo>
                    <a:lnTo>
                      <a:pt x="1671" y="6762"/>
                    </a:lnTo>
                    <a:lnTo>
                      <a:pt x="1634" y="6675"/>
                    </a:lnTo>
                    <a:lnTo>
                      <a:pt x="1597" y="6589"/>
                    </a:lnTo>
                    <a:lnTo>
                      <a:pt x="1560" y="6503"/>
                    </a:lnTo>
                    <a:lnTo>
                      <a:pt x="1522" y="6418"/>
                    </a:lnTo>
                    <a:lnTo>
                      <a:pt x="1484" y="6333"/>
                    </a:lnTo>
                    <a:lnTo>
                      <a:pt x="1445" y="6248"/>
                    </a:lnTo>
                    <a:lnTo>
                      <a:pt x="1406" y="6166"/>
                    </a:lnTo>
                    <a:lnTo>
                      <a:pt x="1367" y="6083"/>
                    </a:lnTo>
                    <a:lnTo>
                      <a:pt x="1327" y="6000"/>
                    </a:lnTo>
                    <a:lnTo>
                      <a:pt x="1286" y="5919"/>
                    </a:lnTo>
                    <a:lnTo>
                      <a:pt x="1244" y="5838"/>
                    </a:lnTo>
                    <a:lnTo>
                      <a:pt x="1203" y="5759"/>
                    </a:lnTo>
                    <a:lnTo>
                      <a:pt x="1160" y="5680"/>
                    </a:lnTo>
                    <a:lnTo>
                      <a:pt x="1117" y="5601"/>
                    </a:lnTo>
                    <a:lnTo>
                      <a:pt x="1073" y="5523"/>
                    </a:lnTo>
                    <a:lnTo>
                      <a:pt x="1029" y="5447"/>
                    </a:lnTo>
                    <a:lnTo>
                      <a:pt x="984" y="5371"/>
                    </a:lnTo>
                    <a:lnTo>
                      <a:pt x="938" y="5295"/>
                    </a:lnTo>
                    <a:lnTo>
                      <a:pt x="892" y="5221"/>
                    </a:lnTo>
                    <a:lnTo>
                      <a:pt x="845" y="5148"/>
                    </a:lnTo>
                    <a:lnTo>
                      <a:pt x="797" y="5076"/>
                    </a:lnTo>
                    <a:lnTo>
                      <a:pt x="749" y="5005"/>
                    </a:lnTo>
                    <a:lnTo>
                      <a:pt x="700" y="4934"/>
                    </a:lnTo>
                    <a:lnTo>
                      <a:pt x="650" y="4864"/>
                    </a:lnTo>
                    <a:lnTo>
                      <a:pt x="600" y="4796"/>
                    </a:lnTo>
                    <a:lnTo>
                      <a:pt x="548" y="4729"/>
                    </a:lnTo>
                    <a:lnTo>
                      <a:pt x="496" y="4662"/>
                    </a:lnTo>
                    <a:lnTo>
                      <a:pt x="442" y="4596"/>
                    </a:lnTo>
                    <a:lnTo>
                      <a:pt x="388" y="4532"/>
                    </a:lnTo>
                    <a:lnTo>
                      <a:pt x="334" y="4468"/>
                    </a:lnTo>
                    <a:lnTo>
                      <a:pt x="279" y="4406"/>
                    </a:lnTo>
                    <a:lnTo>
                      <a:pt x="222" y="4345"/>
                    </a:lnTo>
                    <a:lnTo>
                      <a:pt x="226" y="4324"/>
                    </a:lnTo>
                    <a:lnTo>
                      <a:pt x="230" y="4304"/>
                    </a:lnTo>
                    <a:lnTo>
                      <a:pt x="232" y="4283"/>
                    </a:lnTo>
                    <a:lnTo>
                      <a:pt x="233" y="4262"/>
                    </a:lnTo>
                    <a:lnTo>
                      <a:pt x="233" y="3977"/>
                    </a:lnTo>
                    <a:lnTo>
                      <a:pt x="231" y="3695"/>
                    </a:lnTo>
                    <a:lnTo>
                      <a:pt x="226" y="3415"/>
                    </a:lnTo>
                    <a:lnTo>
                      <a:pt x="221" y="3137"/>
                    </a:lnTo>
                    <a:lnTo>
                      <a:pt x="212" y="2863"/>
                    </a:lnTo>
                    <a:lnTo>
                      <a:pt x="202" y="2591"/>
                    </a:lnTo>
                    <a:lnTo>
                      <a:pt x="191" y="2321"/>
                    </a:lnTo>
                    <a:lnTo>
                      <a:pt x="176" y="2054"/>
                    </a:lnTo>
                    <a:lnTo>
                      <a:pt x="161" y="1788"/>
                    </a:lnTo>
                    <a:lnTo>
                      <a:pt x="144" y="1525"/>
                    </a:lnTo>
                    <a:lnTo>
                      <a:pt x="124" y="1265"/>
                    </a:lnTo>
                    <a:lnTo>
                      <a:pt x="102" y="1007"/>
                    </a:lnTo>
                    <a:lnTo>
                      <a:pt x="79" y="752"/>
                    </a:lnTo>
                    <a:lnTo>
                      <a:pt x="54" y="498"/>
                    </a:lnTo>
                    <a:lnTo>
                      <a:pt x="28" y="248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5176B"/>
              </a:solidFill>
              <a:ln w="1">
                <a:noFill/>
                <a:prstDash val="solid"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3" name="Freeform: Shape 29"/>
              <p:cNvSpPr>
                <a:spLocks/>
              </p:cNvSpPr>
              <p:nvPr/>
            </p:nvSpPr>
            <p:spPr bwMode="auto">
              <a:xfrm>
                <a:off x="4278817" y="1657777"/>
                <a:ext cx="293183" cy="110522"/>
              </a:xfrm>
              <a:custGeom>
                <a:avLst/>
                <a:gdLst/>
                <a:ahLst/>
                <a:cxnLst>
                  <a:cxn ang="0">
                    <a:pos x="21" y="119"/>
                  </a:cxn>
                  <a:cxn ang="0">
                    <a:pos x="90" y="343"/>
                  </a:cxn>
                  <a:cxn ang="0">
                    <a:pos x="191" y="546"/>
                  </a:cxn>
                  <a:cxn ang="0">
                    <a:pos x="325" y="729"/>
                  </a:cxn>
                  <a:cxn ang="0">
                    <a:pos x="489" y="894"/>
                  </a:cxn>
                  <a:cxn ang="0">
                    <a:pos x="685" y="1041"/>
                  </a:cxn>
                  <a:cxn ang="0">
                    <a:pos x="911" y="1171"/>
                  </a:cxn>
                  <a:cxn ang="0">
                    <a:pos x="1166" y="1282"/>
                  </a:cxn>
                  <a:cxn ang="0">
                    <a:pos x="1451" y="1380"/>
                  </a:cxn>
                  <a:cxn ang="0">
                    <a:pos x="1764" y="1461"/>
                  </a:cxn>
                  <a:cxn ang="0">
                    <a:pos x="2103" y="1528"/>
                  </a:cxn>
                  <a:cxn ang="0">
                    <a:pos x="2471" y="1582"/>
                  </a:cxn>
                  <a:cxn ang="0">
                    <a:pos x="2864" y="1622"/>
                  </a:cxn>
                  <a:cxn ang="0">
                    <a:pos x="3283" y="1651"/>
                  </a:cxn>
                  <a:cxn ang="0">
                    <a:pos x="3728" y="1668"/>
                  </a:cxn>
                  <a:cxn ang="0">
                    <a:pos x="4197" y="1674"/>
                  </a:cxn>
                  <a:cxn ang="0">
                    <a:pos x="4441" y="687"/>
                  </a:cxn>
                  <a:cxn ang="0">
                    <a:pos x="4025" y="681"/>
                  </a:cxn>
                  <a:cxn ang="0">
                    <a:pos x="3625" y="673"/>
                  </a:cxn>
                  <a:cxn ang="0">
                    <a:pos x="3243" y="661"/>
                  </a:cxn>
                  <a:cxn ang="0">
                    <a:pos x="2878" y="644"/>
                  </a:cxn>
                  <a:cxn ang="0">
                    <a:pos x="2529" y="624"/>
                  </a:cxn>
                  <a:cxn ang="0">
                    <a:pos x="2199" y="599"/>
                  </a:cxn>
                  <a:cxn ang="0">
                    <a:pos x="1889" y="567"/>
                  </a:cxn>
                  <a:cxn ang="0">
                    <a:pos x="1596" y="532"/>
                  </a:cxn>
                  <a:cxn ang="0">
                    <a:pos x="1324" y="489"/>
                  </a:cxn>
                  <a:cxn ang="0">
                    <a:pos x="1071" y="441"/>
                  </a:cxn>
                  <a:cxn ang="0">
                    <a:pos x="839" y="386"/>
                  </a:cxn>
                  <a:cxn ang="0">
                    <a:pos x="626" y="325"/>
                  </a:cxn>
                  <a:cxn ang="0">
                    <a:pos x="437" y="256"/>
                  </a:cxn>
                  <a:cxn ang="0">
                    <a:pos x="269" y="178"/>
                  </a:cxn>
                  <a:cxn ang="0">
                    <a:pos x="123" y="92"/>
                  </a:cxn>
                  <a:cxn ang="0">
                    <a:pos x="0" y="0"/>
                  </a:cxn>
                </a:cxnLst>
                <a:rect l="0" t="0" r="r" b="b"/>
                <a:pathLst>
                  <a:path w="4441" h="1674">
                    <a:moveTo>
                      <a:pt x="0" y="0"/>
                    </a:moveTo>
                    <a:lnTo>
                      <a:pt x="21" y="119"/>
                    </a:lnTo>
                    <a:lnTo>
                      <a:pt x="51" y="233"/>
                    </a:lnTo>
                    <a:lnTo>
                      <a:pt x="90" y="343"/>
                    </a:lnTo>
                    <a:lnTo>
                      <a:pt x="136" y="447"/>
                    </a:lnTo>
                    <a:lnTo>
                      <a:pt x="191" y="546"/>
                    </a:lnTo>
                    <a:lnTo>
                      <a:pt x="254" y="640"/>
                    </a:lnTo>
                    <a:lnTo>
                      <a:pt x="325" y="729"/>
                    </a:lnTo>
                    <a:lnTo>
                      <a:pt x="403" y="814"/>
                    </a:lnTo>
                    <a:lnTo>
                      <a:pt x="489" y="894"/>
                    </a:lnTo>
                    <a:lnTo>
                      <a:pt x="583" y="970"/>
                    </a:lnTo>
                    <a:lnTo>
                      <a:pt x="685" y="1041"/>
                    </a:lnTo>
                    <a:lnTo>
                      <a:pt x="794" y="1108"/>
                    </a:lnTo>
                    <a:lnTo>
                      <a:pt x="911" y="1171"/>
                    </a:lnTo>
                    <a:lnTo>
                      <a:pt x="1035" y="1229"/>
                    </a:lnTo>
                    <a:lnTo>
                      <a:pt x="1166" y="1282"/>
                    </a:lnTo>
                    <a:lnTo>
                      <a:pt x="1305" y="1333"/>
                    </a:lnTo>
                    <a:lnTo>
                      <a:pt x="1451" y="1380"/>
                    </a:lnTo>
                    <a:lnTo>
                      <a:pt x="1604" y="1422"/>
                    </a:lnTo>
                    <a:lnTo>
                      <a:pt x="1764" y="1461"/>
                    </a:lnTo>
                    <a:lnTo>
                      <a:pt x="1930" y="1497"/>
                    </a:lnTo>
                    <a:lnTo>
                      <a:pt x="2103" y="1528"/>
                    </a:lnTo>
                    <a:lnTo>
                      <a:pt x="2284" y="1557"/>
                    </a:lnTo>
                    <a:lnTo>
                      <a:pt x="2471" y="1582"/>
                    </a:lnTo>
                    <a:lnTo>
                      <a:pt x="2664" y="1604"/>
                    </a:lnTo>
                    <a:lnTo>
                      <a:pt x="2864" y="1622"/>
                    </a:lnTo>
                    <a:lnTo>
                      <a:pt x="3071" y="1638"/>
                    </a:lnTo>
                    <a:lnTo>
                      <a:pt x="3283" y="1651"/>
                    </a:lnTo>
                    <a:lnTo>
                      <a:pt x="3503" y="1660"/>
                    </a:lnTo>
                    <a:lnTo>
                      <a:pt x="3728" y="1668"/>
                    </a:lnTo>
                    <a:lnTo>
                      <a:pt x="3959" y="1671"/>
                    </a:lnTo>
                    <a:lnTo>
                      <a:pt x="4197" y="1674"/>
                    </a:lnTo>
                    <a:lnTo>
                      <a:pt x="4441" y="1672"/>
                    </a:lnTo>
                    <a:lnTo>
                      <a:pt x="4441" y="687"/>
                    </a:lnTo>
                    <a:lnTo>
                      <a:pt x="4231" y="685"/>
                    </a:lnTo>
                    <a:lnTo>
                      <a:pt x="4025" y="681"/>
                    </a:lnTo>
                    <a:lnTo>
                      <a:pt x="3823" y="678"/>
                    </a:lnTo>
                    <a:lnTo>
                      <a:pt x="3625" y="673"/>
                    </a:lnTo>
                    <a:lnTo>
                      <a:pt x="3432" y="668"/>
                    </a:lnTo>
                    <a:lnTo>
                      <a:pt x="3243" y="661"/>
                    </a:lnTo>
                    <a:lnTo>
                      <a:pt x="3057" y="653"/>
                    </a:lnTo>
                    <a:lnTo>
                      <a:pt x="2878" y="644"/>
                    </a:lnTo>
                    <a:lnTo>
                      <a:pt x="2701" y="634"/>
                    </a:lnTo>
                    <a:lnTo>
                      <a:pt x="2529" y="624"/>
                    </a:lnTo>
                    <a:lnTo>
                      <a:pt x="2363" y="612"/>
                    </a:lnTo>
                    <a:lnTo>
                      <a:pt x="2199" y="599"/>
                    </a:lnTo>
                    <a:lnTo>
                      <a:pt x="2042" y="584"/>
                    </a:lnTo>
                    <a:lnTo>
                      <a:pt x="1889" y="567"/>
                    </a:lnTo>
                    <a:lnTo>
                      <a:pt x="1740" y="551"/>
                    </a:lnTo>
                    <a:lnTo>
                      <a:pt x="1596" y="532"/>
                    </a:lnTo>
                    <a:lnTo>
                      <a:pt x="1458" y="511"/>
                    </a:lnTo>
                    <a:lnTo>
                      <a:pt x="1324" y="489"/>
                    </a:lnTo>
                    <a:lnTo>
                      <a:pt x="1194" y="467"/>
                    </a:lnTo>
                    <a:lnTo>
                      <a:pt x="1071" y="441"/>
                    </a:lnTo>
                    <a:lnTo>
                      <a:pt x="952" y="414"/>
                    </a:lnTo>
                    <a:lnTo>
                      <a:pt x="839" y="386"/>
                    </a:lnTo>
                    <a:lnTo>
                      <a:pt x="730" y="356"/>
                    </a:lnTo>
                    <a:lnTo>
                      <a:pt x="626" y="325"/>
                    </a:lnTo>
                    <a:lnTo>
                      <a:pt x="529" y="290"/>
                    </a:lnTo>
                    <a:lnTo>
                      <a:pt x="437" y="256"/>
                    </a:lnTo>
                    <a:lnTo>
                      <a:pt x="349" y="218"/>
                    </a:lnTo>
                    <a:lnTo>
                      <a:pt x="269" y="178"/>
                    </a:lnTo>
                    <a:lnTo>
                      <a:pt x="193" y="136"/>
                    </a:lnTo>
                    <a:lnTo>
                      <a:pt x="123" y="92"/>
                    </a:lnTo>
                    <a:lnTo>
                      <a:pt x="58" y="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824A7"/>
              </a:solidFill>
              <a:ln w="1">
                <a:noFill/>
                <a:prstDash val="solid"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4" name="Straight Connector 30"/>
              <p:cNvSpPr>
                <a:spLocks/>
              </p:cNvSpPr>
              <p:nvPr/>
            </p:nvSpPr>
            <p:spPr bwMode="auto">
              <a:xfrm>
                <a:off x="4572000" y="933213"/>
                <a:ext cx="463" cy="566481"/>
              </a:xfrm>
              <a:prstGeom prst="line">
                <a:avLst/>
              </a:prstGeom>
              <a:noFill/>
              <a:ln w="1">
                <a:noFill/>
                <a:prstDash val="solid"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5" name="Freeform: Shape 31"/>
              <p:cNvSpPr>
                <a:spLocks/>
              </p:cNvSpPr>
              <p:nvPr/>
            </p:nvSpPr>
            <p:spPr bwMode="auto">
              <a:xfrm>
                <a:off x="4442056" y="1051596"/>
                <a:ext cx="259888" cy="260350"/>
              </a:xfrm>
              <a:custGeom>
                <a:avLst/>
                <a:gdLst/>
                <a:ahLst/>
                <a:cxnLst>
                  <a:cxn ang="0">
                    <a:pos x="2171" y="3931"/>
                  </a:cxn>
                  <a:cxn ang="0">
                    <a:pos x="2461" y="3879"/>
                  </a:cxn>
                  <a:cxn ang="0">
                    <a:pos x="2736" y="3785"/>
                  </a:cxn>
                  <a:cxn ang="0">
                    <a:pos x="2991" y="3655"/>
                  </a:cxn>
                  <a:cxn ang="0">
                    <a:pos x="3222" y="3490"/>
                  </a:cxn>
                  <a:cxn ang="0">
                    <a:pos x="3427" y="3295"/>
                  </a:cxn>
                  <a:cxn ang="0">
                    <a:pos x="3603" y="3071"/>
                  </a:cxn>
                  <a:cxn ang="0">
                    <a:pos x="3746" y="2823"/>
                  </a:cxn>
                  <a:cxn ang="0">
                    <a:pos x="3852" y="2555"/>
                  </a:cxn>
                  <a:cxn ang="0">
                    <a:pos x="3918" y="2270"/>
                  </a:cxn>
                  <a:cxn ang="0">
                    <a:pos x="3940" y="1971"/>
                  </a:cxn>
                  <a:cxn ang="0">
                    <a:pos x="3918" y="1671"/>
                  </a:cxn>
                  <a:cxn ang="0">
                    <a:pos x="3852" y="1385"/>
                  </a:cxn>
                  <a:cxn ang="0">
                    <a:pos x="3746" y="1117"/>
                  </a:cxn>
                  <a:cxn ang="0">
                    <a:pos x="3603" y="870"/>
                  </a:cxn>
                  <a:cxn ang="0">
                    <a:pos x="3427" y="647"/>
                  </a:cxn>
                  <a:cxn ang="0">
                    <a:pos x="3222" y="451"/>
                  </a:cxn>
                  <a:cxn ang="0">
                    <a:pos x="2991" y="286"/>
                  </a:cxn>
                  <a:cxn ang="0">
                    <a:pos x="2736" y="155"/>
                  </a:cxn>
                  <a:cxn ang="0">
                    <a:pos x="2461" y="62"/>
                  </a:cxn>
                  <a:cxn ang="0">
                    <a:pos x="2171" y="10"/>
                  </a:cxn>
                  <a:cxn ang="0">
                    <a:pos x="1869" y="2"/>
                  </a:cxn>
                  <a:cxn ang="0">
                    <a:pos x="1574" y="40"/>
                  </a:cxn>
                  <a:cxn ang="0">
                    <a:pos x="1294" y="120"/>
                  </a:cxn>
                  <a:cxn ang="0">
                    <a:pos x="1032" y="239"/>
                  </a:cxn>
                  <a:cxn ang="0">
                    <a:pos x="793" y="392"/>
                  </a:cxn>
                  <a:cxn ang="0">
                    <a:pos x="579" y="579"/>
                  </a:cxn>
                  <a:cxn ang="0">
                    <a:pos x="392" y="793"/>
                  </a:cxn>
                  <a:cxn ang="0">
                    <a:pos x="238" y="1032"/>
                  </a:cxn>
                  <a:cxn ang="0">
                    <a:pos x="119" y="1294"/>
                  </a:cxn>
                  <a:cxn ang="0">
                    <a:pos x="40" y="1574"/>
                  </a:cxn>
                  <a:cxn ang="0">
                    <a:pos x="2" y="1869"/>
                  </a:cxn>
                  <a:cxn ang="0">
                    <a:pos x="10" y="2172"/>
                  </a:cxn>
                  <a:cxn ang="0">
                    <a:pos x="62" y="2462"/>
                  </a:cxn>
                  <a:cxn ang="0">
                    <a:pos x="155" y="2736"/>
                  </a:cxn>
                  <a:cxn ang="0">
                    <a:pos x="286" y="2991"/>
                  </a:cxn>
                  <a:cxn ang="0">
                    <a:pos x="451" y="3222"/>
                  </a:cxn>
                  <a:cxn ang="0">
                    <a:pos x="647" y="3428"/>
                  </a:cxn>
                  <a:cxn ang="0">
                    <a:pos x="870" y="3603"/>
                  </a:cxn>
                  <a:cxn ang="0">
                    <a:pos x="1117" y="3746"/>
                  </a:cxn>
                  <a:cxn ang="0">
                    <a:pos x="1385" y="3852"/>
                  </a:cxn>
                  <a:cxn ang="0">
                    <a:pos x="1671" y="3918"/>
                  </a:cxn>
                  <a:cxn ang="0">
                    <a:pos x="1971" y="3941"/>
                  </a:cxn>
                </a:cxnLst>
                <a:rect l="0" t="0" r="r" b="b"/>
                <a:pathLst>
                  <a:path w="3940" h="3941">
                    <a:moveTo>
                      <a:pt x="1971" y="3941"/>
                    </a:moveTo>
                    <a:lnTo>
                      <a:pt x="2071" y="3938"/>
                    </a:lnTo>
                    <a:lnTo>
                      <a:pt x="2171" y="3931"/>
                    </a:lnTo>
                    <a:lnTo>
                      <a:pt x="2270" y="3918"/>
                    </a:lnTo>
                    <a:lnTo>
                      <a:pt x="2366" y="3900"/>
                    </a:lnTo>
                    <a:lnTo>
                      <a:pt x="2461" y="3879"/>
                    </a:lnTo>
                    <a:lnTo>
                      <a:pt x="2555" y="3852"/>
                    </a:lnTo>
                    <a:lnTo>
                      <a:pt x="2646" y="3821"/>
                    </a:lnTo>
                    <a:lnTo>
                      <a:pt x="2736" y="3785"/>
                    </a:lnTo>
                    <a:lnTo>
                      <a:pt x="2823" y="3746"/>
                    </a:lnTo>
                    <a:lnTo>
                      <a:pt x="2908" y="3703"/>
                    </a:lnTo>
                    <a:lnTo>
                      <a:pt x="2991" y="3655"/>
                    </a:lnTo>
                    <a:lnTo>
                      <a:pt x="3070" y="3603"/>
                    </a:lnTo>
                    <a:lnTo>
                      <a:pt x="3148" y="3548"/>
                    </a:lnTo>
                    <a:lnTo>
                      <a:pt x="3222" y="3490"/>
                    </a:lnTo>
                    <a:lnTo>
                      <a:pt x="3293" y="3428"/>
                    </a:lnTo>
                    <a:lnTo>
                      <a:pt x="3363" y="3363"/>
                    </a:lnTo>
                    <a:lnTo>
                      <a:pt x="3427" y="3295"/>
                    </a:lnTo>
                    <a:lnTo>
                      <a:pt x="3490" y="3222"/>
                    </a:lnTo>
                    <a:lnTo>
                      <a:pt x="3548" y="3148"/>
                    </a:lnTo>
                    <a:lnTo>
                      <a:pt x="3603" y="3071"/>
                    </a:lnTo>
                    <a:lnTo>
                      <a:pt x="3654" y="2991"/>
                    </a:lnTo>
                    <a:lnTo>
                      <a:pt x="3702" y="2908"/>
                    </a:lnTo>
                    <a:lnTo>
                      <a:pt x="3746" y="2823"/>
                    </a:lnTo>
                    <a:lnTo>
                      <a:pt x="3785" y="2736"/>
                    </a:lnTo>
                    <a:lnTo>
                      <a:pt x="3821" y="2647"/>
                    </a:lnTo>
                    <a:lnTo>
                      <a:pt x="3852" y="2555"/>
                    </a:lnTo>
                    <a:lnTo>
                      <a:pt x="3878" y="2462"/>
                    </a:lnTo>
                    <a:lnTo>
                      <a:pt x="3900" y="2366"/>
                    </a:lnTo>
                    <a:lnTo>
                      <a:pt x="3918" y="2270"/>
                    </a:lnTo>
                    <a:lnTo>
                      <a:pt x="3930" y="2172"/>
                    </a:lnTo>
                    <a:lnTo>
                      <a:pt x="3938" y="2071"/>
                    </a:lnTo>
                    <a:lnTo>
                      <a:pt x="3940" y="1971"/>
                    </a:lnTo>
                    <a:lnTo>
                      <a:pt x="3938" y="1869"/>
                    </a:lnTo>
                    <a:lnTo>
                      <a:pt x="3930" y="1770"/>
                    </a:lnTo>
                    <a:lnTo>
                      <a:pt x="3918" y="1671"/>
                    </a:lnTo>
                    <a:lnTo>
                      <a:pt x="3900" y="1574"/>
                    </a:lnTo>
                    <a:lnTo>
                      <a:pt x="3878" y="1479"/>
                    </a:lnTo>
                    <a:lnTo>
                      <a:pt x="3852" y="1385"/>
                    </a:lnTo>
                    <a:lnTo>
                      <a:pt x="3821" y="1294"/>
                    </a:lnTo>
                    <a:lnTo>
                      <a:pt x="3785" y="1204"/>
                    </a:lnTo>
                    <a:lnTo>
                      <a:pt x="3746" y="1117"/>
                    </a:lnTo>
                    <a:lnTo>
                      <a:pt x="3702" y="1032"/>
                    </a:lnTo>
                    <a:lnTo>
                      <a:pt x="3654" y="949"/>
                    </a:lnTo>
                    <a:lnTo>
                      <a:pt x="3603" y="870"/>
                    </a:lnTo>
                    <a:lnTo>
                      <a:pt x="3548" y="793"/>
                    </a:lnTo>
                    <a:lnTo>
                      <a:pt x="3490" y="718"/>
                    </a:lnTo>
                    <a:lnTo>
                      <a:pt x="3427" y="647"/>
                    </a:lnTo>
                    <a:lnTo>
                      <a:pt x="3363" y="579"/>
                    </a:lnTo>
                    <a:lnTo>
                      <a:pt x="3293" y="513"/>
                    </a:lnTo>
                    <a:lnTo>
                      <a:pt x="3222" y="451"/>
                    </a:lnTo>
                    <a:lnTo>
                      <a:pt x="3148" y="392"/>
                    </a:lnTo>
                    <a:lnTo>
                      <a:pt x="3070" y="337"/>
                    </a:lnTo>
                    <a:lnTo>
                      <a:pt x="2991" y="286"/>
                    </a:lnTo>
                    <a:lnTo>
                      <a:pt x="2908" y="239"/>
                    </a:lnTo>
                    <a:lnTo>
                      <a:pt x="2823" y="195"/>
                    </a:lnTo>
                    <a:lnTo>
                      <a:pt x="2736" y="155"/>
                    </a:lnTo>
                    <a:lnTo>
                      <a:pt x="2646" y="120"/>
                    </a:lnTo>
                    <a:lnTo>
                      <a:pt x="2555" y="89"/>
                    </a:lnTo>
                    <a:lnTo>
                      <a:pt x="2461" y="62"/>
                    </a:lnTo>
                    <a:lnTo>
                      <a:pt x="2366" y="40"/>
                    </a:lnTo>
                    <a:lnTo>
                      <a:pt x="2270" y="23"/>
                    </a:lnTo>
                    <a:lnTo>
                      <a:pt x="2171" y="10"/>
                    </a:lnTo>
                    <a:lnTo>
                      <a:pt x="2071" y="2"/>
                    </a:lnTo>
                    <a:lnTo>
                      <a:pt x="1971" y="0"/>
                    </a:lnTo>
                    <a:lnTo>
                      <a:pt x="1869" y="2"/>
                    </a:lnTo>
                    <a:lnTo>
                      <a:pt x="1769" y="10"/>
                    </a:lnTo>
                    <a:lnTo>
                      <a:pt x="1671" y="23"/>
                    </a:lnTo>
                    <a:lnTo>
                      <a:pt x="1574" y="40"/>
                    </a:lnTo>
                    <a:lnTo>
                      <a:pt x="1479" y="62"/>
                    </a:lnTo>
                    <a:lnTo>
                      <a:pt x="1385" y="89"/>
                    </a:lnTo>
                    <a:lnTo>
                      <a:pt x="1294" y="120"/>
                    </a:lnTo>
                    <a:lnTo>
                      <a:pt x="1204" y="155"/>
                    </a:lnTo>
                    <a:lnTo>
                      <a:pt x="1117" y="195"/>
                    </a:lnTo>
                    <a:lnTo>
                      <a:pt x="1032" y="239"/>
                    </a:lnTo>
                    <a:lnTo>
                      <a:pt x="949" y="286"/>
                    </a:lnTo>
                    <a:lnTo>
                      <a:pt x="870" y="337"/>
                    </a:lnTo>
                    <a:lnTo>
                      <a:pt x="793" y="392"/>
                    </a:lnTo>
                    <a:lnTo>
                      <a:pt x="718" y="451"/>
                    </a:lnTo>
                    <a:lnTo>
                      <a:pt x="647" y="513"/>
                    </a:lnTo>
                    <a:lnTo>
                      <a:pt x="579" y="579"/>
                    </a:lnTo>
                    <a:lnTo>
                      <a:pt x="513" y="647"/>
                    </a:lnTo>
                    <a:lnTo>
                      <a:pt x="451" y="718"/>
                    </a:lnTo>
                    <a:lnTo>
                      <a:pt x="392" y="793"/>
                    </a:lnTo>
                    <a:lnTo>
                      <a:pt x="337" y="870"/>
                    </a:lnTo>
                    <a:lnTo>
                      <a:pt x="286" y="949"/>
                    </a:lnTo>
                    <a:lnTo>
                      <a:pt x="238" y="1032"/>
                    </a:lnTo>
                    <a:lnTo>
                      <a:pt x="194" y="1117"/>
                    </a:lnTo>
                    <a:lnTo>
                      <a:pt x="155" y="1204"/>
                    </a:lnTo>
                    <a:lnTo>
                      <a:pt x="119" y="1294"/>
                    </a:lnTo>
                    <a:lnTo>
                      <a:pt x="89" y="1385"/>
                    </a:lnTo>
                    <a:lnTo>
                      <a:pt x="62" y="1479"/>
                    </a:lnTo>
                    <a:lnTo>
                      <a:pt x="40" y="1574"/>
                    </a:lnTo>
                    <a:lnTo>
                      <a:pt x="22" y="1671"/>
                    </a:lnTo>
                    <a:lnTo>
                      <a:pt x="10" y="1770"/>
                    </a:lnTo>
                    <a:lnTo>
                      <a:pt x="2" y="1869"/>
                    </a:lnTo>
                    <a:lnTo>
                      <a:pt x="0" y="1971"/>
                    </a:lnTo>
                    <a:lnTo>
                      <a:pt x="2" y="2071"/>
                    </a:lnTo>
                    <a:lnTo>
                      <a:pt x="10" y="2172"/>
                    </a:lnTo>
                    <a:lnTo>
                      <a:pt x="22" y="2270"/>
                    </a:lnTo>
                    <a:lnTo>
                      <a:pt x="40" y="2366"/>
                    </a:lnTo>
                    <a:lnTo>
                      <a:pt x="62" y="2462"/>
                    </a:lnTo>
                    <a:lnTo>
                      <a:pt x="89" y="2555"/>
                    </a:lnTo>
                    <a:lnTo>
                      <a:pt x="119" y="2647"/>
                    </a:lnTo>
                    <a:lnTo>
                      <a:pt x="155" y="2736"/>
                    </a:lnTo>
                    <a:lnTo>
                      <a:pt x="194" y="2823"/>
                    </a:lnTo>
                    <a:lnTo>
                      <a:pt x="238" y="2908"/>
                    </a:lnTo>
                    <a:lnTo>
                      <a:pt x="286" y="2991"/>
                    </a:lnTo>
                    <a:lnTo>
                      <a:pt x="337" y="3071"/>
                    </a:lnTo>
                    <a:lnTo>
                      <a:pt x="392" y="3148"/>
                    </a:lnTo>
                    <a:lnTo>
                      <a:pt x="451" y="3222"/>
                    </a:lnTo>
                    <a:lnTo>
                      <a:pt x="513" y="3295"/>
                    </a:lnTo>
                    <a:lnTo>
                      <a:pt x="579" y="3363"/>
                    </a:lnTo>
                    <a:lnTo>
                      <a:pt x="647" y="3428"/>
                    </a:lnTo>
                    <a:lnTo>
                      <a:pt x="718" y="3490"/>
                    </a:lnTo>
                    <a:lnTo>
                      <a:pt x="793" y="3548"/>
                    </a:lnTo>
                    <a:lnTo>
                      <a:pt x="870" y="3603"/>
                    </a:lnTo>
                    <a:lnTo>
                      <a:pt x="949" y="3655"/>
                    </a:lnTo>
                    <a:lnTo>
                      <a:pt x="1032" y="3703"/>
                    </a:lnTo>
                    <a:lnTo>
                      <a:pt x="1117" y="3746"/>
                    </a:lnTo>
                    <a:lnTo>
                      <a:pt x="1204" y="3785"/>
                    </a:lnTo>
                    <a:lnTo>
                      <a:pt x="1294" y="3821"/>
                    </a:lnTo>
                    <a:lnTo>
                      <a:pt x="1385" y="3852"/>
                    </a:lnTo>
                    <a:lnTo>
                      <a:pt x="1479" y="3879"/>
                    </a:lnTo>
                    <a:lnTo>
                      <a:pt x="1574" y="3900"/>
                    </a:lnTo>
                    <a:lnTo>
                      <a:pt x="1671" y="3918"/>
                    </a:lnTo>
                    <a:lnTo>
                      <a:pt x="1769" y="3931"/>
                    </a:lnTo>
                    <a:lnTo>
                      <a:pt x="1869" y="3938"/>
                    </a:lnTo>
                    <a:lnTo>
                      <a:pt x="1971" y="3941"/>
                    </a:lnTo>
                  </a:path>
                </a:pathLst>
              </a:custGeom>
              <a:solidFill>
                <a:srgbClr val="05176B"/>
              </a:solidFill>
              <a:ln w="1">
                <a:noFill/>
                <a:prstDash val="solid"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6" name="Freeform: Shape 32"/>
              <p:cNvSpPr>
                <a:spLocks/>
              </p:cNvSpPr>
              <p:nvPr/>
            </p:nvSpPr>
            <p:spPr bwMode="auto">
              <a:xfrm>
                <a:off x="4261245" y="1614840"/>
                <a:ext cx="310755" cy="90637"/>
              </a:xfrm>
              <a:custGeom>
                <a:avLst/>
                <a:gdLst/>
                <a:ahLst/>
                <a:cxnLst>
                  <a:cxn ang="0">
                    <a:pos x="7" y="27"/>
                  </a:cxn>
                  <a:cxn ang="0">
                    <a:pos x="2" y="77"/>
                  </a:cxn>
                  <a:cxn ang="0">
                    <a:pos x="0" y="127"/>
                  </a:cxn>
                  <a:cxn ang="0">
                    <a:pos x="1" y="176"/>
                  </a:cxn>
                  <a:cxn ang="0">
                    <a:pos x="5" y="225"/>
                  </a:cxn>
                  <a:cxn ang="0">
                    <a:pos x="12" y="272"/>
                  </a:cxn>
                  <a:cxn ang="0">
                    <a:pos x="23" y="318"/>
                  </a:cxn>
                  <a:cxn ang="0">
                    <a:pos x="36" y="364"/>
                  </a:cxn>
                  <a:cxn ang="0">
                    <a:pos x="52" y="409"/>
                  </a:cxn>
                  <a:cxn ang="0">
                    <a:pos x="72" y="451"/>
                  </a:cxn>
                  <a:cxn ang="0">
                    <a:pos x="93" y="494"/>
                  </a:cxn>
                  <a:cxn ang="0">
                    <a:pos x="119" y="535"/>
                  </a:cxn>
                  <a:cxn ang="0">
                    <a:pos x="147" y="576"/>
                  </a:cxn>
                  <a:cxn ang="0">
                    <a:pos x="177" y="615"/>
                  </a:cxn>
                  <a:cxn ang="0">
                    <a:pos x="211" y="655"/>
                  </a:cxn>
                  <a:cxn ang="0">
                    <a:pos x="247" y="691"/>
                  </a:cxn>
                  <a:cxn ang="0">
                    <a:pos x="265" y="697"/>
                  </a:cxn>
                  <a:cxn ang="0">
                    <a:pos x="321" y="732"/>
                  </a:cxn>
                  <a:cxn ang="0">
                    <a:pos x="456" y="821"/>
                  </a:cxn>
                  <a:cxn ang="0">
                    <a:pos x="612" y="903"/>
                  </a:cxn>
                  <a:cxn ang="0">
                    <a:pos x="792" y="975"/>
                  </a:cxn>
                  <a:cxn ang="0">
                    <a:pos x="993" y="1041"/>
                  </a:cxn>
                  <a:cxn ang="0">
                    <a:pos x="1215" y="1099"/>
                  </a:cxn>
                  <a:cxn ang="0">
                    <a:pos x="1457" y="1152"/>
                  </a:cxn>
                  <a:cxn ang="0">
                    <a:pos x="1721" y="1196"/>
                  </a:cxn>
                  <a:cxn ang="0">
                    <a:pos x="2003" y="1236"/>
                  </a:cxn>
                  <a:cxn ang="0">
                    <a:pos x="2305" y="1269"/>
                  </a:cxn>
                  <a:cxn ang="0">
                    <a:pos x="2626" y="1297"/>
                  </a:cxn>
                  <a:cxn ang="0">
                    <a:pos x="2964" y="1319"/>
                  </a:cxn>
                  <a:cxn ang="0">
                    <a:pos x="3320" y="1338"/>
                  </a:cxn>
                  <a:cxn ang="0">
                    <a:pos x="3695" y="1353"/>
                  </a:cxn>
                  <a:cxn ang="0">
                    <a:pos x="4086" y="1363"/>
                  </a:cxn>
                  <a:cxn ang="0">
                    <a:pos x="4494" y="1370"/>
                  </a:cxn>
                  <a:cxn ang="0">
                    <a:pos x="4704" y="652"/>
                  </a:cxn>
                  <a:cxn ang="0">
                    <a:pos x="4604" y="653"/>
                  </a:cxn>
                  <a:cxn ang="0">
                    <a:pos x="4447" y="652"/>
                  </a:cxn>
                  <a:cxn ang="0">
                    <a:pos x="4237" y="649"/>
                  </a:cxn>
                  <a:cxn ang="0">
                    <a:pos x="3982" y="641"/>
                  </a:cxn>
                  <a:cxn ang="0">
                    <a:pos x="3688" y="629"/>
                  </a:cxn>
                  <a:cxn ang="0">
                    <a:pos x="3364" y="612"/>
                  </a:cxn>
                  <a:cxn ang="0">
                    <a:pos x="3017" y="589"/>
                  </a:cxn>
                  <a:cxn ang="0">
                    <a:pos x="2652" y="560"/>
                  </a:cxn>
                  <a:cxn ang="0">
                    <a:pos x="2279" y="523"/>
                  </a:cxn>
                  <a:cxn ang="0">
                    <a:pos x="1904" y="478"/>
                  </a:cxn>
                  <a:cxn ang="0">
                    <a:pos x="1534" y="424"/>
                  </a:cxn>
                  <a:cxn ang="0">
                    <a:pos x="1177" y="361"/>
                  </a:cxn>
                  <a:cxn ang="0">
                    <a:pos x="838" y="288"/>
                  </a:cxn>
                  <a:cxn ang="0">
                    <a:pos x="526" y="203"/>
                  </a:cxn>
                  <a:cxn ang="0">
                    <a:pos x="248" y="108"/>
                  </a:cxn>
                  <a:cxn ang="0">
                    <a:pos x="10" y="0"/>
                  </a:cxn>
                </a:cxnLst>
                <a:rect l="0" t="0" r="r" b="b"/>
                <a:pathLst>
                  <a:path w="4704" h="1372">
                    <a:moveTo>
                      <a:pt x="10" y="0"/>
                    </a:moveTo>
                    <a:lnTo>
                      <a:pt x="7" y="27"/>
                    </a:lnTo>
                    <a:lnTo>
                      <a:pt x="4" y="52"/>
                    </a:lnTo>
                    <a:lnTo>
                      <a:pt x="2" y="77"/>
                    </a:lnTo>
                    <a:lnTo>
                      <a:pt x="0" y="103"/>
                    </a:lnTo>
                    <a:lnTo>
                      <a:pt x="0" y="127"/>
                    </a:lnTo>
                    <a:lnTo>
                      <a:pt x="0" y="152"/>
                    </a:lnTo>
                    <a:lnTo>
                      <a:pt x="1" y="176"/>
                    </a:lnTo>
                    <a:lnTo>
                      <a:pt x="2" y="201"/>
                    </a:lnTo>
                    <a:lnTo>
                      <a:pt x="5" y="225"/>
                    </a:lnTo>
                    <a:lnTo>
                      <a:pt x="8" y="249"/>
                    </a:lnTo>
                    <a:lnTo>
                      <a:pt x="12" y="272"/>
                    </a:lnTo>
                    <a:lnTo>
                      <a:pt x="17" y="296"/>
                    </a:lnTo>
                    <a:lnTo>
                      <a:pt x="23" y="318"/>
                    </a:lnTo>
                    <a:lnTo>
                      <a:pt x="29" y="342"/>
                    </a:lnTo>
                    <a:lnTo>
                      <a:pt x="36" y="364"/>
                    </a:lnTo>
                    <a:lnTo>
                      <a:pt x="44" y="386"/>
                    </a:lnTo>
                    <a:lnTo>
                      <a:pt x="52" y="409"/>
                    </a:lnTo>
                    <a:lnTo>
                      <a:pt x="62" y="430"/>
                    </a:lnTo>
                    <a:lnTo>
                      <a:pt x="72" y="451"/>
                    </a:lnTo>
                    <a:lnTo>
                      <a:pt x="82" y="472"/>
                    </a:lnTo>
                    <a:lnTo>
                      <a:pt x="93" y="494"/>
                    </a:lnTo>
                    <a:lnTo>
                      <a:pt x="105" y="515"/>
                    </a:lnTo>
                    <a:lnTo>
                      <a:pt x="119" y="535"/>
                    </a:lnTo>
                    <a:lnTo>
                      <a:pt x="132" y="556"/>
                    </a:lnTo>
                    <a:lnTo>
                      <a:pt x="147" y="576"/>
                    </a:lnTo>
                    <a:lnTo>
                      <a:pt x="161" y="596"/>
                    </a:lnTo>
                    <a:lnTo>
                      <a:pt x="177" y="615"/>
                    </a:lnTo>
                    <a:lnTo>
                      <a:pt x="193" y="636"/>
                    </a:lnTo>
                    <a:lnTo>
                      <a:pt x="211" y="655"/>
                    </a:lnTo>
                    <a:lnTo>
                      <a:pt x="229" y="674"/>
                    </a:lnTo>
                    <a:lnTo>
                      <a:pt x="247" y="691"/>
                    </a:lnTo>
                    <a:lnTo>
                      <a:pt x="267" y="710"/>
                    </a:lnTo>
                    <a:lnTo>
                      <a:pt x="265" y="697"/>
                    </a:lnTo>
                    <a:lnTo>
                      <a:pt x="263" y="685"/>
                    </a:lnTo>
                    <a:lnTo>
                      <a:pt x="321" y="732"/>
                    </a:lnTo>
                    <a:lnTo>
                      <a:pt x="386" y="777"/>
                    </a:lnTo>
                    <a:lnTo>
                      <a:pt x="456" y="821"/>
                    </a:lnTo>
                    <a:lnTo>
                      <a:pt x="532" y="863"/>
                    </a:lnTo>
                    <a:lnTo>
                      <a:pt x="612" y="903"/>
                    </a:lnTo>
                    <a:lnTo>
                      <a:pt x="700" y="941"/>
                    </a:lnTo>
                    <a:lnTo>
                      <a:pt x="792" y="975"/>
                    </a:lnTo>
                    <a:lnTo>
                      <a:pt x="889" y="1010"/>
                    </a:lnTo>
                    <a:lnTo>
                      <a:pt x="993" y="1041"/>
                    </a:lnTo>
                    <a:lnTo>
                      <a:pt x="1102" y="1071"/>
                    </a:lnTo>
                    <a:lnTo>
                      <a:pt x="1215" y="1099"/>
                    </a:lnTo>
                    <a:lnTo>
                      <a:pt x="1334" y="1126"/>
                    </a:lnTo>
                    <a:lnTo>
                      <a:pt x="1457" y="1152"/>
                    </a:lnTo>
                    <a:lnTo>
                      <a:pt x="1587" y="1174"/>
                    </a:lnTo>
                    <a:lnTo>
                      <a:pt x="1721" y="1196"/>
                    </a:lnTo>
                    <a:lnTo>
                      <a:pt x="1859" y="1217"/>
                    </a:lnTo>
                    <a:lnTo>
                      <a:pt x="2003" y="1236"/>
                    </a:lnTo>
                    <a:lnTo>
                      <a:pt x="2152" y="1252"/>
                    </a:lnTo>
                    <a:lnTo>
                      <a:pt x="2305" y="1269"/>
                    </a:lnTo>
                    <a:lnTo>
                      <a:pt x="2462" y="1284"/>
                    </a:lnTo>
                    <a:lnTo>
                      <a:pt x="2626" y="1297"/>
                    </a:lnTo>
                    <a:lnTo>
                      <a:pt x="2792" y="1309"/>
                    </a:lnTo>
                    <a:lnTo>
                      <a:pt x="2964" y="1319"/>
                    </a:lnTo>
                    <a:lnTo>
                      <a:pt x="3141" y="1329"/>
                    </a:lnTo>
                    <a:lnTo>
                      <a:pt x="3320" y="1338"/>
                    </a:lnTo>
                    <a:lnTo>
                      <a:pt x="3506" y="1346"/>
                    </a:lnTo>
                    <a:lnTo>
                      <a:pt x="3695" y="1353"/>
                    </a:lnTo>
                    <a:lnTo>
                      <a:pt x="3888" y="1358"/>
                    </a:lnTo>
                    <a:lnTo>
                      <a:pt x="4086" y="1363"/>
                    </a:lnTo>
                    <a:lnTo>
                      <a:pt x="4288" y="1366"/>
                    </a:lnTo>
                    <a:lnTo>
                      <a:pt x="4494" y="1370"/>
                    </a:lnTo>
                    <a:lnTo>
                      <a:pt x="4704" y="1372"/>
                    </a:lnTo>
                    <a:lnTo>
                      <a:pt x="4704" y="652"/>
                    </a:lnTo>
                    <a:lnTo>
                      <a:pt x="4661" y="653"/>
                    </a:lnTo>
                    <a:lnTo>
                      <a:pt x="4604" y="653"/>
                    </a:lnTo>
                    <a:lnTo>
                      <a:pt x="4533" y="653"/>
                    </a:lnTo>
                    <a:lnTo>
                      <a:pt x="4447" y="652"/>
                    </a:lnTo>
                    <a:lnTo>
                      <a:pt x="4347" y="651"/>
                    </a:lnTo>
                    <a:lnTo>
                      <a:pt x="4237" y="649"/>
                    </a:lnTo>
                    <a:lnTo>
                      <a:pt x="4114" y="646"/>
                    </a:lnTo>
                    <a:lnTo>
                      <a:pt x="3982" y="641"/>
                    </a:lnTo>
                    <a:lnTo>
                      <a:pt x="3839" y="636"/>
                    </a:lnTo>
                    <a:lnTo>
                      <a:pt x="3688" y="629"/>
                    </a:lnTo>
                    <a:lnTo>
                      <a:pt x="3529" y="621"/>
                    </a:lnTo>
                    <a:lnTo>
                      <a:pt x="3364" y="612"/>
                    </a:lnTo>
                    <a:lnTo>
                      <a:pt x="3193" y="601"/>
                    </a:lnTo>
                    <a:lnTo>
                      <a:pt x="3017" y="589"/>
                    </a:lnTo>
                    <a:lnTo>
                      <a:pt x="2837" y="575"/>
                    </a:lnTo>
                    <a:lnTo>
                      <a:pt x="2652" y="560"/>
                    </a:lnTo>
                    <a:lnTo>
                      <a:pt x="2467" y="542"/>
                    </a:lnTo>
                    <a:lnTo>
                      <a:pt x="2279" y="523"/>
                    </a:lnTo>
                    <a:lnTo>
                      <a:pt x="2092" y="501"/>
                    </a:lnTo>
                    <a:lnTo>
                      <a:pt x="1904" y="478"/>
                    </a:lnTo>
                    <a:lnTo>
                      <a:pt x="1718" y="452"/>
                    </a:lnTo>
                    <a:lnTo>
                      <a:pt x="1534" y="424"/>
                    </a:lnTo>
                    <a:lnTo>
                      <a:pt x="1353" y="394"/>
                    </a:lnTo>
                    <a:lnTo>
                      <a:pt x="1177" y="361"/>
                    </a:lnTo>
                    <a:lnTo>
                      <a:pt x="1005" y="326"/>
                    </a:lnTo>
                    <a:lnTo>
                      <a:pt x="838" y="288"/>
                    </a:lnTo>
                    <a:lnTo>
                      <a:pt x="678" y="247"/>
                    </a:lnTo>
                    <a:lnTo>
                      <a:pt x="526" y="203"/>
                    </a:lnTo>
                    <a:lnTo>
                      <a:pt x="382" y="157"/>
                    </a:lnTo>
                    <a:lnTo>
                      <a:pt x="248" y="108"/>
                    </a:lnTo>
                    <a:lnTo>
                      <a:pt x="124" y="56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71E8E"/>
              </a:solidFill>
              <a:ln w="1">
                <a:noFill/>
                <a:prstDash val="solid"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7" name="Freeform: Shape 33"/>
              <p:cNvSpPr>
                <a:spLocks/>
              </p:cNvSpPr>
              <p:nvPr/>
            </p:nvSpPr>
            <p:spPr bwMode="auto">
              <a:xfrm>
                <a:off x="4572000" y="1657777"/>
                <a:ext cx="293183" cy="110522"/>
              </a:xfrm>
              <a:custGeom>
                <a:avLst/>
                <a:gdLst/>
                <a:ahLst/>
                <a:cxnLst>
                  <a:cxn ang="0">
                    <a:pos x="4418" y="119"/>
                  </a:cxn>
                  <a:cxn ang="0">
                    <a:pos x="4349" y="343"/>
                  </a:cxn>
                  <a:cxn ang="0">
                    <a:pos x="4248" y="546"/>
                  </a:cxn>
                  <a:cxn ang="0">
                    <a:pos x="4114" y="729"/>
                  </a:cxn>
                  <a:cxn ang="0">
                    <a:pos x="3950" y="894"/>
                  </a:cxn>
                  <a:cxn ang="0">
                    <a:pos x="3754" y="1041"/>
                  </a:cxn>
                  <a:cxn ang="0">
                    <a:pos x="3528" y="1171"/>
                  </a:cxn>
                  <a:cxn ang="0">
                    <a:pos x="3273" y="1282"/>
                  </a:cxn>
                  <a:cxn ang="0">
                    <a:pos x="2988" y="1380"/>
                  </a:cxn>
                  <a:cxn ang="0">
                    <a:pos x="2675" y="1461"/>
                  </a:cxn>
                  <a:cxn ang="0">
                    <a:pos x="2336" y="1528"/>
                  </a:cxn>
                  <a:cxn ang="0">
                    <a:pos x="1968" y="1582"/>
                  </a:cxn>
                  <a:cxn ang="0">
                    <a:pos x="1575" y="1622"/>
                  </a:cxn>
                  <a:cxn ang="0">
                    <a:pos x="1156" y="1651"/>
                  </a:cxn>
                  <a:cxn ang="0">
                    <a:pos x="711" y="1668"/>
                  </a:cxn>
                  <a:cxn ang="0">
                    <a:pos x="242" y="1674"/>
                  </a:cxn>
                  <a:cxn ang="0">
                    <a:pos x="0" y="687"/>
                  </a:cxn>
                  <a:cxn ang="0">
                    <a:pos x="414" y="681"/>
                  </a:cxn>
                  <a:cxn ang="0">
                    <a:pos x="814" y="673"/>
                  </a:cxn>
                  <a:cxn ang="0">
                    <a:pos x="1196" y="661"/>
                  </a:cxn>
                  <a:cxn ang="0">
                    <a:pos x="1561" y="644"/>
                  </a:cxn>
                  <a:cxn ang="0">
                    <a:pos x="1910" y="624"/>
                  </a:cxn>
                  <a:cxn ang="0">
                    <a:pos x="2240" y="599"/>
                  </a:cxn>
                  <a:cxn ang="0">
                    <a:pos x="2550" y="567"/>
                  </a:cxn>
                  <a:cxn ang="0">
                    <a:pos x="2843" y="532"/>
                  </a:cxn>
                  <a:cxn ang="0">
                    <a:pos x="3115" y="489"/>
                  </a:cxn>
                  <a:cxn ang="0">
                    <a:pos x="3368" y="441"/>
                  </a:cxn>
                  <a:cxn ang="0">
                    <a:pos x="3600" y="386"/>
                  </a:cxn>
                  <a:cxn ang="0">
                    <a:pos x="3813" y="325"/>
                  </a:cxn>
                  <a:cxn ang="0">
                    <a:pos x="4002" y="256"/>
                  </a:cxn>
                  <a:cxn ang="0">
                    <a:pos x="4170" y="178"/>
                  </a:cxn>
                  <a:cxn ang="0">
                    <a:pos x="4316" y="92"/>
                  </a:cxn>
                  <a:cxn ang="0">
                    <a:pos x="4439" y="0"/>
                  </a:cxn>
                </a:cxnLst>
                <a:rect l="0" t="0" r="r" b="b"/>
                <a:pathLst>
                  <a:path w="4439" h="1674">
                    <a:moveTo>
                      <a:pt x="4439" y="0"/>
                    </a:moveTo>
                    <a:lnTo>
                      <a:pt x="4418" y="119"/>
                    </a:lnTo>
                    <a:lnTo>
                      <a:pt x="4388" y="233"/>
                    </a:lnTo>
                    <a:lnTo>
                      <a:pt x="4349" y="343"/>
                    </a:lnTo>
                    <a:lnTo>
                      <a:pt x="4303" y="447"/>
                    </a:lnTo>
                    <a:lnTo>
                      <a:pt x="4248" y="546"/>
                    </a:lnTo>
                    <a:lnTo>
                      <a:pt x="4186" y="640"/>
                    </a:lnTo>
                    <a:lnTo>
                      <a:pt x="4114" y="729"/>
                    </a:lnTo>
                    <a:lnTo>
                      <a:pt x="4036" y="814"/>
                    </a:lnTo>
                    <a:lnTo>
                      <a:pt x="3950" y="894"/>
                    </a:lnTo>
                    <a:lnTo>
                      <a:pt x="3856" y="970"/>
                    </a:lnTo>
                    <a:lnTo>
                      <a:pt x="3754" y="1041"/>
                    </a:lnTo>
                    <a:lnTo>
                      <a:pt x="3645" y="1108"/>
                    </a:lnTo>
                    <a:lnTo>
                      <a:pt x="3528" y="1171"/>
                    </a:lnTo>
                    <a:lnTo>
                      <a:pt x="3404" y="1229"/>
                    </a:lnTo>
                    <a:lnTo>
                      <a:pt x="3273" y="1282"/>
                    </a:lnTo>
                    <a:lnTo>
                      <a:pt x="3134" y="1333"/>
                    </a:lnTo>
                    <a:lnTo>
                      <a:pt x="2988" y="1380"/>
                    </a:lnTo>
                    <a:lnTo>
                      <a:pt x="2835" y="1422"/>
                    </a:lnTo>
                    <a:lnTo>
                      <a:pt x="2675" y="1461"/>
                    </a:lnTo>
                    <a:lnTo>
                      <a:pt x="2509" y="1497"/>
                    </a:lnTo>
                    <a:lnTo>
                      <a:pt x="2336" y="1528"/>
                    </a:lnTo>
                    <a:lnTo>
                      <a:pt x="2155" y="1557"/>
                    </a:lnTo>
                    <a:lnTo>
                      <a:pt x="1968" y="1582"/>
                    </a:lnTo>
                    <a:lnTo>
                      <a:pt x="1775" y="1604"/>
                    </a:lnTo>
                    <a:lnTo>
                      <a:pt x="1575" y="1622"/>
                    </a:lnTo>
                    <a:lnTo>
                      <a:pt x="1368" y="1638"/>
                    </a:lnTo>
                    <a:lnTo>
                      <a:pt x="1156" y="1651"/>
                    </a:lnTo>
                    <a:lnTo>
                      <a:pt x="937" y="1660"/>
                    </a:lnTo>
                    <a:lnTo>
                      <a:pt x="711" y="1668"/>
                    </a:lnTo>
                    <a:lnTo>
                      <a:pt x="480" y="1671"/>
                    </a:lnTo>
                    <a:lnTo>
                      <a:pt x="242" y="1674"/>
                    </a:lnTo>
                    <a:lnTo>
                      <a:pt x="0" y="1672"/>
                    </a:lnTo>
                    <a:lnTo>
                      <a:pt x="0" y="687"/>
                    </a:lnTo>
                    <a:lnTo>
                      <a:pt x="208" y="685"/>
                    </a:lnTo>
                    <a:lnTo>
                      <a:pt x="414" y="681"/>
                    </a:lnTo>
                    <a:lnTo>
                      <a:pt x="616" y="678"/>
                    </a:lnTo>
                    <a:lnTo>
                      <a:pt x="814" y="673"/>
                    </a:lnTo>
                    <a:lnTo>
                      <a:pt x="1007" y="668"/>
                    </a:lnTo>
                    <a:lnTo>
                      <a:pt x="1196" y="661"/>
                    </a:lnTo>
                    <a:lnTo>
                      <a:pt x="1382" y="653"/>
                    </a:lnTo>
                    <a:lnTo>
                      <a:pt x="1561" y="644"/>
                    </a:lnTo>
                    <a:lnTo>
                      <a:pt x="1738" y="634"/>
                    </a:lnTo>
                    <a:lnTo>
                      <a:pt x="1910" y="624"/>
                    </a:lnTo>
                    <a:lnTo>
                      <a:pt x="2076" y="612"/>
                    </a:lnTo>
                    <a:lnTo>
                      <a:pt x="2240" y="599"/>
                    </a:lnTo>
                    <a:lnTo>
                      <a:pt x="2397" y="584"/>
                    </a:lnTo>
                    <a:lnTo>
                      <a:pt x="2550" y="567"/>
                    </a:lnTo>
                    <a:lnTo>
                      <a:pt x="2699" y="551"/>
                    </a:lnTo>
                    <a:lnTo>
                      <a:pt x="2843" y="532"/>
                    </a:lnTo>
                    <a:lnTo>
                      <a:pt x="2981" y="511"/>
                    </a:lnTo>
                    <a:lnTo>
                      <a:pt x="3115" y="489"/>
                    </a:lnTo>
                    <a:lnTo>
                      <a:pt x="3245" y="467"/>
                    </a:lnTo>
                    <a:lnTo>
                      <a:pt x="3368" y="441"/>
                    </a:lnTo>
                    <a:lnTo>
                      <a:pt x="3487" y="414"/>
                    </a:lnTo>
                    <a:lnTo>
                      <a:pt x="3600" y="386"/>
                    </a:lnTo>
                    <a:lnTo>
                      <a:pt x="3709" y="356"/>
                    </a:lnTo>
                    <a:lnTo>
                      <a:pt x="3813" y="325"/>
                    </a:lnTo>
                    <a:lnTo>
                      <a:pt x="3910" y="290"/>
                    </a:lnTo>
                    <a:lnTo>
                      <a:pt x="4002" y="256"/>
                    </a:lnTo>
                    <a:lnTo>
                      <a:pt x="4090" y="218"/>
                    </a:lnTo>
                    <a:lnTo>
                      <a:pt x="4170" y="178"/>
                    </a:lnTo>
                    <a:lnTo>
                      <a:pt x="4246" y="136"/>
                    </a:lnTo>
                    <a:lnTo>
                      <a:pt x="4316" y="92"/>
                    </a:lnTo>
                    <a:lnTo>
                      <a:pt x="4381" y="47"/>
                    </a:lnTo>
                    <a:lnTo>
                      <a:pt x="4439" y="0"/>
                    </a:lnTo>
                    <a:close/>
                  </a:path>
                </a:pathLst>
              </a:custGeom>
              <a:solidFill>
                <a:srgbClr val="05176B"/>
              </a:solidFill>
              <a:ln w="1">
                <a:noFill/>
                <a:prstDash val="solid"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8" name="Freeform: Shape 34"/>
              <p:cNvSpPr>
                <a:spLocks/>
              </p:cNvSpPr>
              <p:nvPr/>
            </p:nvSpPr>
            <p:spPr bwMode="auto">
              <a:xfrm>
                <a:off x="4572000" y="1614840"/>
                <a:ext cx="310755" cy="90637"/>
              </a:xfrm>
              <a:custGeom>
                <a:avLst/>
                <a:gdLst/>
                <a:ahLst/>
                <a:cxnLst>
                  <a:cxn ang="0">
                    <a:pos x="4695" y="27"/>
                  </a:cxn>
                  <a:cxn ang="0">
                    <a:pos x="4701" y="77"/>
                  </a:cxn>
                  <a:cxn ang="0">
                    <a:pos x="4702" y="127"/>
                  </a:cxn>
                  <a:cxn ang="0">
                    <a:pos x="4701" y="176"/>
                  </a:cxn>
                  <a:cxn ang="0">
                    <a:pos x="4697" y="225"/>
                  </a:cxn>
                  <a:cxn ang="0">
                    <a:pos x="4690" y="272"/>
                  </a:cxn>
                  <a:cxn ang="0">
                    <a:pos x="4679" y="318"/>
                  </a:cxn>
                  <a:cxn ang="0">
                    <a:pos x="4666" y="364"/>
                  </a:cxn>
                  <a:cxn ang="0">
                    <a:pos x="4650" y="409"/>
                  </a:cxn>
                  <a:cxn ang="0">
                    <a:pos x="4630" y="451"/>
                  </a:cxn>
                  <a:cxn ang="0">
                    <a:pos x="4609" y="494"/>
                  </a:cxn>
                  <a:cxn ang="0">
                    <a:pos x="4583" y="535"/>
                  </a:cxn>
                  <a:cxn ang="0">
                    <a:pos x="4555" y="576"/>
                  </a:cxn>
                  <a:cxn ang="0">
                    <a:pos x="4525" y="615"/>
                  </a:cxn>
                  <a:cxn ang="0">
                    <a:pos x="4491" y="655"/>
                  </a:cxn>
                  <a:cxn ang="0">
                    <a:pos x="4455" y="691"/>
                  </a:cxn>
                  <a:cxn ang="0">
                    <a:pos x="4437" y="697"/>
                  </a:cxn>
                  <a:cxn ang="0">
                    <a:pos x="4381" y="732"/>
                  </a:cxn>
                  <a:cxn ang="0">
                    <a:pos x="4246" y="821"/>
                  </a:cxn>
                  <a:cxn ang="0">
                    <a:pos x="4090" y="903"/>
                  </a:cxn>
                  <a:cxn ang="0">
                    <a:pos x="3910" y="975"/>
                  </a:cxn>
                  <a:cxn ang="0">
                    <a:pos x="3709" y="1041"/>
                  </a:cxn>
                  <a:cxn ang="0">
                    <a:pos x="3487" y="1099"/>
                  </a:cxn>
                  <a:cxn ang="0">
                    <a:pos x="3245" y="1152"/>
                  </a:cxn>
                  <a:cxn ang="0">
                    <a:pos x="2981" y="1196"/>
                  </a:cxn>
                  <a:cxn ang="0">
                    <a:pos x="2699" y="1236"/>
                  </a:cxn>
                  <a:cxn ang="0">
                    <a:pos x="2397" y="1269"/>
                  </a:cxn>
                  <a:cxn ang="0">
                    <a:pos x="2076" y="1297"/>
                  </a:cxn>
                  <a:cxn ang="0">
                    <a:pos x="1738" y="1319"/>
                  </a:cxn>
                  <a:cxn ang="0">
                    <a:pos x="1382" y="1338"/>
                  </a:cxn>
                  <a:cxn ang="0">
                    <a:pos x="1007" y="1353"/>
                  </a:cxn>
                  <a:cxn ang="0">
                    <a:pos x="616" y="1363"/>
                  </a:cxn>
                  <a:cxn ang="0">
                    <a:pos x="208" y="1370"/>
                  </a:cxn>
                  <a:cxn ang="0">
                    <a:pos x="0" y="652"/>
                  </a:cxn>
                  <a:cxn ang="0">
                    <a:pos x="98" y="653"/>
                  </a:cxn>
                  <a:cxn ang="0">
                    <a:pos x="255" y="652"/>
                  </a:cxn>
                  <a:cxn ang="0">
                    <a:pos x="465" y="649"/>
                  </a:cxn>
                  <a:cxn ang="0">
                    <a:pos x="721" y="641"/>
                  </a:cxn>
                  <a:cxn ang="0">
                    <a:pos x="1014" y="629"/>
                  </a:cxn>
                  <a:cxn ang="0">
                    <a:pos x="1338" y="612"/>
                  </a:cxn>
                  <a:cxn ang="0">
                    <a:pos x="1685" y="589"/>
                  </a:cxn>
                  <a:cxn ang="0">
                    <a:pos x="2050" y="560"/>
                  </a:cxn>
                  <a:cxn ang="0">
                    <a:pos x="2423" y="523"/>
                  </a:cxn>
                  <a:cxn ang="0">
                    <a:pos x="2798" y="478"/>
                  </a:cxn>
                  <a:cxn ang="0">
                    <a:pos x="3168" y="424"/>
                  </a:cxn>
                  <a:cxn ang="0">
                    <a:pos x="3525" y="361"/>
                  </a:cxn>
                  <a:cxn ang="0">
                    <a:pos x="3864" y="288"/>
                  </a:cxn>
                  <a:cxn ang="0">
                    <a:pos x="4176" y="203"/>
                  </a:cxn>
                  <a:cxn ang="0">
                    <a:pos x="4454" y="108"/>
                  </a:cxn>
                  <a:cxn ang="0">
                    <a:pos x="4692" y="0"/>
                  </a:cxn>
                </a:cxnLst>
                <a:rect l="0" t="0" r="r" b="b"/>
                <a:pathLst>
                  <a:path w="4702" h="1372">
                    <a:moveTo>
                      <a:pt x="4692" y="0"/>
                    </a:moveTo>
                    <a:lnTo>
                      <a:pt x="4695" y="27"/>
                    </a:lnTo>
                    <a:lnTo>
                      <a:pt x="4698" y="52"/>
                    </a:lnTo>
                    <a:lnTo>
                      <a:pt x="4701" y="77"/>
                    </a:lnTo>
                    <a:lnTo>
                      <a:pt x="4702" y="103"/>
                    </a:lnTo>
                    <a:lnTo>
                      <a:pt x="4702" y="127"/>
                    </a:lnTo>
                    <a:lnTo>
                      <a:pt x="4702" y="152"/>
                    </a:lnTo>
                    <a:lnTo>
                      <a:pt x="4701" y="176"/>
                    </a:lnTo>
                    <a:lnTo>
                      <a:pt x="4700" y="201"/>
                    </a:lnTo>
                    <a:lnTo>
                      <a:pt x="4697" y="225"/>
                    </a:lnTo>
                    <a:lnTo>
                      <a:pt x="4694" y="249"/>
                    </a:lnTo>
                    <a:lnTo>
                      <a:pt x="4690" y="272"/>
                    </a:lnTo>
                    <a:lnTo>
                      <a:pt x="4685" y="296"/>
                    </a:lnTo>
                    <a:lnTo>
                      <a:pt x="4679" y="318"/>
                    </a:lnTo>
                    <a:lnTo>
                      <a:pt x="4673" y="342"/>
                    </a:lnTo>
                    <a:lnTo>
                      <a:pt x="4666" y="364"/>
                    </a:lnTo>
                    <a:lnTo>
                      <a:pt x="4658" y="386"/>
                    </a:lnTo>
                    <a:lnTo>
                      <a:pt x="4650" y="409"/>
                    </a:lnTo>
                    <a:lnTo>
                      <a:pt x="4640" y="430"/>
                    </a:lnTo>
                    <a:lnTo>
                      <a:pt x="4630" y="451"/>
                    </a:lnTo>
                    <a:lnTo>
                      <a:pt x="4620" y="472"/>
                    </a:lnTo>
                    <a:lnTo>
                      <a:pt x="4609" y="494"/>
                    </a:lnTo>
                    <a:lnTo>
                      <a:pt x="4597" y="515"/>
                    </a:lnTo>
                    <a:lnTo>
                      <a:pt x="4583" y="535"/>
                    </a:lnTo>
                    <a:lnTo>
                      <a:pt x="4570" y="556"/>
                    </a:lnTo>
                    <a:lnTo>
                      <a:pt x="4555" y="576"/>
                    </a:lnTo>
                    <a:lnTo>
                      <a:pt x="4541" y="596"/>
                    </a:lnTo>
                    <a:lnTo>
                      <a:pt x="4525" y="615"/>
                    </a:lnTo>
                    <a:lnTo>
                      <a:pt x="4509" y="636"/>
                    </a:lnTo>
                    <a:lnTo>
                      <a:pt x="4491" y="655"/>
                    </a:lnTo>
                    <a:lnTo>
                      <a:pt x="4473" y="674"/>
                    </a:lnTo>
                    <a:lnTo>
                      <a:pt x="4455" y="691"/>
                    </a:lnTo>
                    <a:lnTo>
                      <a:pt x="4435" y="710"/>
                    </a:lnTo>
                    <a:lnTo>
                      <a:pt x="4437" y="697"/>
                    </a:lnTo>
                    <a:lnTo>
                      <a:pt x="4439" y="685"/>
                    </a:lnTo>
                    <a:lnTo>
                      <a:pt x="4381" y="732"/>
                    </a:lnTo>
                    <a:lnTo>
                      <a:pt x="4316" y="777"/>
                    </a:lnTo>
                    <a:lnTo>
                      <a:pt x="4246" y="821"/>
                    </a:lnTo>
                    <a:lnTo>
                      <a:pt x="4170" y="863"/>
                    </a:lnTo>
                    <a:lnTo>
                      <a:pt x="4090" y="903"/>
                    </a:lnTo>
                    <a:lnTo>
                      <a:pt x="4002" y="941"/>
                    </a:lnTo>
                    <a:lnTo>
                      <a:pt x="3910" y="975"/>
                    </a:lnTo>
                    <a:lnTo>
                      <a:pt x="3813" y="1010"/>
                    </a:lnTo>
                    <a:lnTo>
                      <a:pt x="3709" y="1041"/>
                    </a:lnTo>
                    <a:lnTo>
                      <a:pt x="3600" y="1071"/>
                    </a:lnTo>
                    <a:lnTo>
                      <a:pt x="3487" y="1099"/>
                    </a:lnTo>
                    <a:lnTo>
                      <a:pt x="3368" y="1126"/>
                    </a:lnTo>
                    <a:lnTo>
                      <a:pt x="3245" y="1152"/>
                    </a:lnTo>
                    <a:lnTo>
                      <a:pt x="3115" y="1174"/>
                    </a:lnTo>
                    <a:lnTo>
                      <a:pt x="2981" y="1196"/>
                    </a:lnTo>
                    <a:lnTo>
                      <a:pt x="2843" y="1217"/>
                    </a:lnTo>
                    <a:lnTo>
                      <a:pt x="2699" y="1236"/>
                    </a:lnTo>
                    <a:lnTo>
                      <a:pt x="2550" y="1252"/>
                    </a:lnTo>
                    <a:lnTo>
                      <a:pt x="2397" y="1269"/>
                    </a:lnTo>
                    <a:lnTo>
                      <a:pt x="2240" y="1284"/>
                    </a:lnTo>
                    <a:lnTo>
                      <a:pt x="2076" y="1297"/>
                    </a:lnTo>
                    <a:lnTo>
                      <a:pt x="1910" y="1309"/>
                    </a:lnTo>
                    <a:lnTo>
                      <a:pt x="1738" y="1319"/>
                    </a:lnTo>
                    <a:lnTo>
                      <a:pt x="1561" y="1329"/>
                    </a:lnTo>
                    <a:lnTo>
                      <a:pt x="1382" y="1338"/>
                    </a:lnTo>
                    <a:lnTo>
                      <a:pt x="1196" y="1346"/>
                    </a:lnTo>
                    <a:lnTo>
                      <a:pt x="1007" y="1353"/>
                    </a:lnTo>
                    <a:lnTo>
                      <a:pt x="814" y="1358"/>
                    </a:lnTo>
                    <a:lnTo>
                      <a:pt x="616" y="1363"/>
                    </a:lnTo>
                    <a:lnTo>
                      <a:pt x="414" y="1366"/>
                    </a:lnTo>
                    <a:lnTo>
                      <a:pt x="208" y="1370"/>
                    </a:lnTo>
                    <a:lnTo>
                      <a:pt x="0" y="1372"/>
                    </a:lnTo>
                    <a:lnTo>
                      <a:pt x="0" y="652"/>
                    </a:lnTo>
                    <a:lnTo>
                      <a:pt x="41" y="653"/>
                    </a:lnTo>
                    <a:lnTo>
                      <a:pt x="98" y="653"/>
                    </a:lnTo>
                    <a:lnTo>
                      <a:pt x="169" y="653"/>
                    </a:lnTo>
                    <a:lnTo>
                      <a:pt x="255" y="652"/>
                    </a:lnTo>
                    <a:lnTo>
                      <a:pt x="355" y="651"/>
                    </a:lnTo>
                    <a:lnTo>
                      <a:pt x="465" y="649"/>
                    </a:lnTo>
                    <a:lnTo>
                      <a:pt x="588" y="646"/>
                    </a:lnTo>
                    <a:lnTo>
                      <a:pt x="721" y="641"/>
                    </a:lnTo>
                    <a:lnTo>
                      <a:pt x="863" y="636"/>
                    </a:lnTo>
                    <a:lnTo>
                      <a:pt x="1014" y="629"/>
                    </a:lnTo>
                    <a:lnTo>
                      <a:pt x="1173" y="621"/>
                    </a:lnTo>
                    <a:lnTo>
                      <a:pt x="1338" y="612"/>
                    </a:lnTo>
                    <a:lnTo>
                      <a:pt x="1509" y="601"/>
                    </a:lnTo>
                    <a:lnTo>
                      <a:pt x="1685" y="589"/>
                    </a:lnTo>
                    <a:lnTo>
                      <a:pt x="1865" y="575"/>
                    </a:lnTo>
                    <a:lnTo>
                      <a:pt x="2050" y="560"/>
                    </a:lnTo>
                    <a:lnTo>
                      <a:pt x="2235" y="542"/>
                    </a:lnTo>
                    <a:lnTo>
                      <a:pt x="2423" y="523"/>
                    </a:lnTo>
                    <a:lnTo>
                      <a:pt x="2610" y="501"/>
                    </a:lnTo>
                    <a:lnTo>
                      <a:pt x="2798" y="478"/>
                    </a:lnTo>
                    <a:lnTo>
                      <a:pt x="2984" y="452"/>
                    </a:lnTo>
                    <a:lnTo>
                      <a:pt x="3168" y="424"/>
                    </a:lnTo>
                    <a:lnTo>
                      <a:pt x="3349" y="394"/>
                    </a:lnTo>
                    <a:lnTo>
                      <a:pt x="3525" y="361"/>
                    </a:lnTo>
                    <a:lnTo>
                      <a:pt x="3697" y="326"/>
                    </a:lnTo>
                    <a:lnTo>
                      <a:pt x="3864" y="288"/>
                    </a:lnTo>
                    <a:lnTo>
                      <a:pt x="4024" y="247"/>
                    </a:lnTo>
                    <a:lnTo>
                      <a:pt x="4176" y="203"/>
                    </a:lnTo>
                    <a:lnTo>
                      <a:pt x="4320" y="157"/>
                    </a:lnTo>
                    <a:lnTo>
                      <a:pt x="4454" y="108"/>
                    </a:lnTo>
                    <a:lnTo>
                      <a:pt x="4578" y="56"/>
                    </a:lnTo>
                    <a:lnTo>
                      <a:pt x="4692" y="0"/>
                    </a:lnTo>
                    <a:close/>
                  </a:path>
                </a:pathLst>
              </a:custGeom>
              <a:solidFill>
                <a:srgbClr val="071E8E"/>
              </a:solidFill>
              <a:ln w="1">
                <a:noFill/>
                <a:prstDash val="solid"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9" name="Freeform: Shape 35"/>
              <p:cNvSpPr>
                <a:spLocks/>
              </p:cNvSpPr>
              <p:nvPr/>
            </p:nvSpPr>
            <p:spPr bwMode="auto">
              <a:xfrm>
                <a:off x="4416160" y="1026162"/>
                <a:ext cx="155840" cy="311218"/>
              </a:xfrm>
              <a:custGeom>
                <a:avLst/>
                <a:gdLst/>
                <a:ahLst/>
                <a:cxnLst>
                  <a:cxn ang="0">
                    <a:pos x="2357" y="433"/>
                  </a:cxn>
                  <a:cxn ang="0">
                    <a:pos x="2357" y="0"/>
                  </a:cxn>
                  <a:cxn ang="0">
                    <a:pos x="1998" y="28"/>
                  </a:cxn>
                  <a:cxn ang="0">
                    <a:pos x="1657" y="106"/>
                  </a:cxn>
                  <a:cxn ang="0">
                    <a:pos x="1337" y="234"/>
                  </a:cxn>
                  <a:cxn ang="0">
                    <a:pos x="1041" y="404"/>
                  </a:cxn>
                  <a:cxn ang="0">
                    <a:pos x="774" y="614"/>
                  </a:cxn>
                  <a:cxn ang="0">
                    <a:pos x="540" y="859"/>
                  </a:cxn>
                  <a:cxn ang="0">
                    <a:pos x="342" y="1137"/>
                  </a:cxn>
                  <a:cxn ang="0">
                    <a:pos x="186" y="1441"/>
                  </a:cxn>
                  <a:cxn ang="0">
                    <a:pos x="75" y="1769"/>
                  </a:cxn>
                  <a:cxn ang="0">
                    <a:pos x="13" y="2117"/>
                  </a:cxn>
                  <a:cxn ang="0">
                    <a:pos x="4" y="2477"/>
                  </a:cxn>
                  <a:cxn ang="0">
                    <a:pos x="48" y="2831"/>
                  </a:cxn>
                  <a:cxn ang="0">
                    <a:pos x="143" y="3166"/>
                  </a:cxn>
                  <a:cxn ang="0">
                    <a:pos x="285" y="3477"/>
                  </a:cxn>
                  <a:cxn ang="0">
                    <a:pos x="470" y="3765"/>
                  </a:cxn>
                  <a:cxn ang="0">
                    <a:pos x="692" y="4022"/>
                  </a:cxn>
                  <a:cxn ang="0">
                    <a:pos x="948" y="4244"/>
                  </a:cxn>
                  <a:cxn ang="0">
                    <a:pos x="1235" y="4427"/>
                  </a:cxn>
                  <a:cxn ang="0">
                    <a:pos x="1548" y="4569"/>
                  </a:cxn>
                  <a:cxn ang="0">
                    <a:pos x="1883" y="4664"/>
                  </a:cxn>
                  <a:cxn ang="0">
                    <a:pos x="2235" y="4710"/>
                  </a:cxn>
                  <a:cxn ang="0">
                    <a:pos x="2357" y="4712"/>
                  </a:cxn>
                  <a:cxn ang="0">
                    <a:pos x="2357" y="4281"/>
                  </a:cxn>
                  <a:cxn ang="0">
                    <a:pos x="2064" y="4259"/>
                  </a:cxn>
                  <a:cxn ang="0">
                    <a:pos x="1785" y="4194"/>
                  </a:cxn>
                  <a:cxn ang="0">
                    <a:pos x="1523" y="4091"/>
                  </a:cxn>
                  <a:cxn ang="0">
                    <a:pos x="1282" y="3951"/>
                  </a:cxn>
                  <a:cxn ang="0">
                    <a:pos x="1064" y="3780"/>
                  </a:cxn>
                  <a:cxn ang="0">
                    <a:pos x="872" y="3579"/>
                  </a:cxn>
                  <a:cxn ang="0">
                    <a:pos x="711" y="3353"/>
                  </a:cxn>
                  <a:cxn ang="0">
                    <a:pos x="584" y="3104"/>
                  </a:cxn>
                  <a:cxn ang="0">
                    <a:pos x="493" y="2836"/>
                  </a:cxn>
                  <a:cxn ang="0">
                    <a:pos x="442" y="2552"/>
                  </a:cxn>
                  <a:cxn ang="0">
                    <a:pos x="435" y="2257"/>
                  </a:cxn>
                  <a:cxn ang="0">
                    <a:pos x="471" y="1969"/>
                  </a:cxn>
                  <a:cxn ang="0">
                    <a:pos x="549" y="1696"/>
                  </a:cxn>
                  <a:cxn ang="0">
                    <a:pos x="665" y="1441"/>
                  </a:cxn>
                  <a:cxn ang="0">
                    <a:pos x="815" y="1206"/>
                  </a:cxn>
                  <a:cxn ang="0">
                    <a:pos x="997" y="997"/>
                  </a:cxn>
                  <a:cxn ang="0">
                    <a:pos x="1206" y="815"/>
                  </a:cxn>
                  <a:cxn ang="0">
                    <a:pos x="1440" y="665"/>
                  </a:cxn>
                  <a:cxn ang="0">
                    <a:pos x="1695" y="549"/>
                  </a:cxn>
                  <a:cxn ang="0">
                    <a:pos x="1969" y="472"/>
                  </a:cxn>
                  <a:cxn ang="0">
                    <a:pos x="2257" y="435"/>
                  </a:cxn>
                </a:cxnLst>
                <a:rect l="0" t="0" r="r" b="b"/>
                <a:pathLst>
                  <a:path w="2357" h="4712">
                    <a:moveTo>
                      <a:pt x="2357" y="433"/>
                    </a:moveTo>
                    <a:lnTo>
                      <a:pt x="2357" y="433"/>
                    </a:lnTo>
                    <a:lnTo>
                      <a:pt x="2357" y="433"/>
                    </a:lnTo>
                    <a:lnTo>
                      <a:pt x="2357" y="0"/>
                    </a:lnTo>
                    <a:lnTo>
                      <a:pt x="2357" y="0"/>
                    </a:lnTo>
                    <a:lnTo>
                      <a:pt x="2357" y="0"/>
                    </a:lnTo>
                    <a:lnTo>
                      <a:pt x="2235" y="4"/>
                    </a:lnTo>
                    <a:lnTo>
                      <a:pt x="2115" y="13"/>
                    </a:lnTo>
                    <a:lnTo>
                      <a:pt x="1998" y="28"/>
                    </a:lnTo>
                    <a:lnTo>
                      <a:pt x="1883" y="48"/>
                    </a:lnTo>
                    <a:lnTo>
                      <a:pt x="1769" y="75"/>
                    </a:lnTo>
                    <a:lnTo>
                      <a:pt x="1657" y="106"/>
                    </a:lnTo>
                    <a:lnTo>
                      <a:pt x="1548" y="144"/>
                    </a:lnTo>
                    <a:lnTo>
                      <a:pt x="1440" y="186"/>
                    </a:lnTo>
                    <a:lnTo>
                      <a:pt x="1337" y="234"/>
                    </a:lnTo>
                    <a:lnTo>
                      <a:pt x="1235" y="285"/>
                    </a:lnTo>
                    <a:lnTo>
                      <a:pt x="1137" y="342"/>
                    </a:lnTo>
                    <a:lnTo>
                      <a:pt x="1041" y="404"/>
                    </a:lnTo>
                    <a:lnTo>
                      <a:pt x="948" y="470"/>
                    </a:lnTo>
                    <a:lnTo>
                      <a:pt x="860" y="540"/>
                    </a:lnTo>
                    <a:lnTo>
                      <a:pt x="774" y="614"/>
                    </a:lnTo>
                    <a:lnTo>
                      <a:pt x="692" y="692"/>
                    </a:lnTo>
                    <a:lnTo>
                      <a:pt x="614" y="773"/>
                    </a:lnTo>
                    <a:lnTo>
                      <a:pt x="540" y="859"/>
                    </a:lnTo>
                    <a:lnTo>
                      <a:pt x="470" y="949"/>
                    </a:lnTo>
                    <a:lnTo>
                      <a:pt x="404" y="1040"/>
                    </a:lnTo>
                    <a:lnTo>
                      <a:pt x="342" y="1137"/>
                    </a:lnTo>
                    <a:lnTo>
                      <a:pt x="285" y="1235"/>
                    </a:lnTo>
                    <a:lnTo>
                      <a:pt x="233" y="1337"/>
                    </a:lnTo>
                    <a:lnTo>
                      <a:pt x="186" y="1441"/>
                    </a:lnTo>
                    <a:lnTo>
                      <a:pt x="143" y="1548"/>
                    </a:lnTo>
                    <a:lnTo>
                      <a:pt x="107" y="1657"/>
                    </a:lnTo>
                    <a:lnTo>
                      <a:pt x="75" y="1769"/>
                    </a:lnTo>
                    <a:lnTo>
                      <a:pt x="48" y="1883"/>
                    </a:lnTo>
                    <a:lnTo>
                      <a:pt x="27" y="1998"/>
                    </a:lnTo>
                    <a:lnTo>
                      <a:pt x="13" y="2117"/>
                    </a:lnTo>
                    <a:lnTo>
                      <a:pt x="4" y="2236"/>
                    </a:lnTo>
                    <a:lnTo>
                      <a:pt x="0" y="2357"/>
                    </a:lnTo>
                    <a:lnTo>
                      <a:pt x="4" y="2477"/>
                    </a:lnTo>
                    <a:lnTo>
                      <a:pt x="13" y="2597"/>
                    </a:lnTo>
                    <a:lnTo>
                      <a:pt x="27" y="2714"/>
                    </a:lnTo>
                    <a:lnTo>
                      <a:pt x="48" y="2831"/>
                    </a:lnTo>
                    <a:lnTo>
                      <a:pt x="75" y="2944"/>
                    </a:lnTo>
                    <a:lnTo>
                      <a:pt x="107" y="3056"/>
                    </a:lnTo>
                    <a:lnTo>
                      <a:pt x="143" y="3166"/>
                    </a:lnTo>
                    <a:lnTo>
                      <a:pt x="186" y="3272"/>
                    </a:lnTo>
                    <a:lnTo>
                      <a:pt x="233" y="3377"/>
                    </a:lnTo>
                    <a:lnTo>
                      <a:pt x="285" y="3477"/>
                    </a:lnTo>
                    <a:lnTo>
                      <a:pt x="342" y="3577"/>
                    </a:lnTo>
                    <a:lnTo>
                      <a:pt x="404" y="3672"/>
                    </a:lnTo>
                    <a:lnTo>
                      <a:pt x="470" y="3765"/>
                    </a:lnTo>
                    <a:lnTo>
                      <a:pt x="540" y="3854"/>
                    </a:lnTo>
                    <a:lnTo>
                      <a:pt x="614" y="3939"/>
                    </a:lnTo>
                    <a:lnTo>
                      <a:pt x="692" y="4022"/>
                    </a:lnTo>
                    <a:lnTo>
                      <a:pt x="774" y="4099"/>
                    </a:lnTo>
                    <a:lnTo>
                      <a:pt x="860" y="4174"/>
                    </a:lnTo>
                    <a:lnTo>
                      <a:pt x="948" y="4244"/>
                    </a:lnTo>
                    <a:lnTo>
                      <a:pt x="1041" y="4309"/>
                    </a:lnTo>
                    <a:lnTo>
                      <a:pt x="1137" y="4370"/>
                    </a:lnTo>
                    <a:lnTo>
                      <a:pt x="1235" y="4427"/>
                    </a:lnTo>
                    <a:lnTo>
                      <a:pt x="1337" y="4480"/>
                    </a:lnTo>
                    <a:lnTo>
                      <a:pt x="1440" y="4527"/>
                    </a:lnTo>
                    <a:lnTo>
                      <a:pt x="1548" y="4569"/>
                    </a:lnTo>
                    <a:lnTo>
                      <a:pt x="1657" y="4606"/>
                    </a:lnTo>
                    <a:lnTo>
                      <a:pt x="1769" y="4638"/>
                    </a:lnTo>
                    <a:lnTo>
                      <a:pt x="1883" y="4664"/>
                    </a:lnTo>
                    <a:lnTo>
                      <a:pt x="1998" y="4685"/>
                    </a:lnTo>
                    <a:lnTo>
                      <a:pt x="2115" y="4700"/>
                    </a:lnTo>
                    <a:lnTo>
                      <a:pt x="2235" y="4710"/>
                    </a:lnTo>
                    <a:lnTo>
                      <a:pt x="2357" y="4712"/>
                    </a:lnTo>
                    <a:lnTo>
                      <a:pt x="2357" y="4712"/>
                    </a:lnTo>
                    <a:lnTo>
                      <a:pt x="2357" y="4712"/>
                    </a:lnTo>
                    <a:lnTo>
                      <a:pt x="2357" y="4281"/>
                    </a:lnTo>
                    <a:lnTo>
                      <a:pt x="2357" y="4281"/>
                    </a:lnTo>
                    <a:lnTo>
                      <a:pt x="2357" y="4281"/>
                    </a:lnTo>
                    <a:lnTo>
                      <a:pt x="2257" y="4279"/>
                    </a:lnTo>
                    <a:lnTo>
                      <a:pt x="2160" y="4271"/>
                    </a:lnTo>
                    <a:lnTo>
                      <a:pt x="2064" y="4259"/>
                    </a:lnTo>
                    <a:lnTo>
                      <a:pt x="1969" y="4242"/>
                    </a:lnTo>
                    <a:lnTo>
                      <a:pt x="1876" y="4221"/>
                    </a:lnTo>
                    <a:lnTo>
                      <a:pt x="1785" y="4194"/>
                    </a:lnTo>
                    <a:lnTo>
                      <a:pt x="1695" y="4164"/>
                    </a:lnTo>
                    <a:lnTo>
                      <a:pt x="1608" y="4129"/>
                    </a:lnTo>
                    <a:lnTo>
                      <a:pt x="1523" y="4091"/>
                    </a:lnTo>
                    <a:lnTo>
                      <a:pt x="1440" y="4048"/>
                    </a:lnTo>
                    <a:lnTo>
                      <a:pt x="1360" y="4002"/>
                    </a:lnTo>
                    <a:lnTo>
                      <a:pt x="1282" y="3951"/>
                    </a:lnTo>
                    <a:lnTo>
                      <a:pt x="1206" y="3898"/>
                    </a:lnTo>
                    <a:lnTo>
                      <a:pt x="1133" y="3841"/>
                    </a:lnTo>
                    <a:lnTo>
                      <a:pt x="1064" y="3780"/>
                    </a:lnTo>
                    <a:lnTo>
                      <a:pt x="997" y="3717"/>
                    </a:lnTo>
                    <a:lnTo>
                      <a:pt x="933" y="3650"/>
                    </a:lnTo>
                    <a:lnTo>
                      <a:pt x="872" y="3579"/>
                    </a:lnTo>
                    <a:lnTo>
                      <a:pt x="815" y="3507"/>
                    </a:lnTo>
                    <a:lnTo>
                      <a:pt x="761" y="3432"/>
                    </a:lnTo>
                    <a:lnTo>
                      <a:pt x="711" y="3353"/>
                    </a:lnTo>
                    <a:lnTo>
                      <a:pt x="665" y="3273"/>
                    </a:lnTo>
                    <a:lnTo>
                      <a:pt x="623" y="3189"/>
                    </a:lnTo>
                    <a:lnTo>
                      <a:pt x="584" y="3104"/>
                    </a:lnTo>
                    <a:lnTo>
                      <a:pt x="549" y="3017"/>
                    </a:lnTo>
                    <a:lnTo>
                      <a:pt x="519" y="2928"/>
                    </a:lnTo>
                    <a:lnTo>
                      <a:pt x="493" y="2836"/>
                    </a:lnTo>
                    <a:lnTo>
                      <a:pt x="471" y="2743"/>
                    </a:lnTo>
                    <a:lnTo>
                      <a:pt x="454" y="2648"/>
                    </a:lnTo>
                    <a:lnTo>
                      <a:pt x="442" y="2552"/>
                    </a:lnTo>
                    <a:lnTo>
                      <a:pt x="435" y="2455"/>
                    </a:lnTo>
                    <a:lnTo>
                      <a:pt x="432" y="2357"/>
                    </a:lnTo>
                    <a:lnTo>
                      <a:pt x="435" y="2257"/>
                    </a:lnTo>
                    <a:lnTo>
                      <a:pt x="442" y="2160"/>
                    </a:lnTo>
                    <a:lnTo>
                      <a:pt x="454" y="2064"/>
                    </a:lnTo>
                    <a:lnTo>
                      <a:pt x="471" y="1969"/>
                    </a:lnTo>
                    <a:lnTo>
                      <a:pt x="493" y="1876"/>
                    </a:lnTo>
                    <a:lnTo>
                      <a:pt x="519" y="1786"/>
                    </a:lnTo>
                    <a:lnTo>
                      <a:pt x="549" y="1696"/>
                    </a:lnTo>
                    <a:lnTo>
                      <a:pt x="584" y="1609"/>
                    </a:lnTo>
                    <a:lnTo>
                      <a:pt x="623" y="1523"/>
                    </a:lnTo>
                    <a:lnTo>
                      <a:pt x="665" y="1441"/>
                    </a:lnTo>
                    <a:lnTo>
                      <a:pt x="711" y="1360"/>
                    </a:lnTo>
                    <a:lnTo>
                      <a:pt x="761" y="1282"/>
                    </a:lnTo>
                    <a:lnTo>
                      <a:pt x="815" y="1206"/>
                    </a:lnTo>
                    <a:lnTo>
                      <a:pt x="872" y="1133"/>
                    </a:lnTo>
                    <a:lnTo>
                      <a:pt x="933" y="1064"/>
                    </a:lnTo>
                    <a:lnTo>
                      <a:pt x="997" y="997"/>
                    </a:lnTo>
                    <a:lnTo>
                      <a:pt x="1064" y="933"/>
                    </a:lnTo>
                    <a:lnTo>
                      <a:pt x="1133" y="873"/>
                    </a:lnTo>
                    <a:lnTo>
                      <a:pt x="1206" y="815"/>
                    </a:lnTo>
                    <a:lnTo>
                      <a:pt x="1282" y="761"/>
                    </a:lnTo>
                    <a:lnTo>
                      <a:pt x="1360" y="711"/>
                    </a:lnTo>
                    <a:lnTo>
                      <a:pt x="1440" y="665"/>
                    </a:lnTo>
                    <a:lnTo>
                      <a:pt x="1523" y="623"/>
                    </a:lnTo>
                    <a:lnTo>
                      <a:pt x="1608" y="583"/>
                    </a:lnTo>
                    <a:lnTo>
                      <a:pt x="1695" y="549"/>
                    </a:lnTo>
                    <a:lnTo>
                      <a:pt x="1785" y="519"/>
                    </a:lnTo>
                    <a:lnTo>
                      <a:pt x="1876" y="493"/>
                    </a:lnTo>
                    <a:lnTo>
                      <a:pt x="1969" y="472"/>
                    </a:lnTo>
                    <a:lnTo>
                      <a:pt x="2064" y="454"/>
                    </a:lnTo>
                    <a:lnTo>
                      <a:pt x="2160" y="442"/>
                    </a:lnTo>
                    <a:lnTo>
                      <a:pt x="2257" y="435"/>
                    </a:lnTo>
                    <a:lnTo>
                      <a:pt x="2357" y="433"/>
                    </a:lnTo>
                    <a:close/>
                  </a:path>
                </a:pathLst>
              </a:custGeom>
              <a:solidFill>
                <a:srgbClr val="0928BB"/>
              </a:solidFill>
              <a:ln w="1">
                <a:noFill/>
                <a:prstDash val="solid"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0" name="Freeform: Shape 36"/>
              <p:cNvSpPr>
                <a:spLocks/>
              </p:cNvSpPr>
              <p:nvPr/>
            </p:nvSpPr>
            <p:spPr bwMode="auto">
              <a:xfrm>
                <a:off x="4572000" y="1026162"/>
                <a:ext cx="155840" cy="311218"/>
              </a:xfrm>
              <a:custGeom>
                <a:avLst/>
                <a:gdLst/>
                <a:ahLst/>
                <a:cxnLst>
                  <a:cxn ang="0">
                    <a:pos x="0" y="433"/>
                  </a:cxn>
                  <a:cxn ang="0">
                    <a:pos x="0" y="0"/>
                  </a:cxn>
                  <a:cxn ang="0">
                    <a:pos x="357" y="28"/>
                  </a:cxn>
                  <a:cxn ang="0">
                    <a:pos x="698" y="106"/>
                  </a:cxn>
                  <a:cxn ang="0">
                    <a:pos x="1018" y="234"/>
                  </a:cxn>
                  <a:cxn ang="0">
                    <a:pos x="1314" y="404"/>
                  </a:cxn>
                  <a:cxn ang="0">
                    <a:pos x="1581" y="614"/>
                  </a:cxn>
                  <a:cxn ang="0">
                    <a:pos x="1816" y="859"/>
                  </a:cxn>
                  <a:cxn ang="0">
                    <a:pos x="2013" y="1137"/>
                  </a:cxn>
                  <a:cxn ang="0">
                    <a:pos x="2169" y="1441"/>
                  </a:cxn>
                  <a:cxn ang="0">
                    <a:pos x="2281" y="1769"/>
                  </a:cxn>
                  <a:cxn ang="0">
                    <a:pos x="2342" y="2117"/>
                  </a:cxn>
                  <a:cxn ang="0">
                    <a:pos x="2351" y="2477"/>
                  </a:cxn>
                  <a:cxn ang="0">
                    <a:pos x="2307" y="2831"/>
                  </a:cxn>
                  <a:cxn ang="0">
                    <a:pos x="2212" y="3166"/>
                  </a:cxn>
                  <a:cxn ang="0">
                    <a:pos x="2070" y="3477"/>
                  </a:cxn>
                  <a:cxn ang="0">
                    <a:pos x="1885" y="3765"/>
                  </a:cxn>
                  <a:cxn ang="0">
                    <a:pos x="1663" y="4022"/>
                  </a:cxn>
                  <a:cxn ang="0">
                    <a:pos x="1407" y="4244"/>
                  </a:cxn>
                  <a:cxn ang="0">
                    <a:pos x="1120" y="4427"/>
                  </a:cxn>
                  <a:cxn ang="0">
                    <a:pos x="807" y="4569"/>
                  </a:cxn>
                  <a:cxn ang="0">
                    <a:pos x="473" y="4664"/>
                  </a:cxn>
                  <a:cxn ang="0">
                    <a:pos x="120" y="4710"/>
                  </a:cxn>
                  <a:cxn ang="0">
                    <a:pos x="0" y="4712"/>
                  </a:cxn>
                  <a:cxn ang="0">
                    <a:pos x="0" y="4281"/>
                  </a:cxn>
                  <a:cxn ang="0">
                    <a:pos x="291" y="4259"/>
                  </a:cxn>
                  <a:cxn ang="0">
                    <a:pos x="570" y="4194"/>
                  </a:cxn>
                  <a:cxn ang="0">
                    <a:pos x="832" y="4091"/>
                  </a:cxn>
                  <a:cxn ang="0">
                    <a:pos x="1073" y="3951"/>
                  </a:cxn>
                  <a:cxn ang="0">
                    <a:pos x="1292" y="3780"/>
                  </a:cxn>
                  <a:cxn ang="0">
                    <a:pos x="1483" y="3579"/>
                  </a:cxn>
                  <a:cxn ang="0">
                    <a:pos x="1644" y="3353"/>
                  </a:cxn>
                  <a:cxn ang="0">
                    <a:pos x="1771" y="3104"/>
                  </a:cxn>
                  <a:cxn ang="0">
                    <a:pos x="1862" y="2836"/>
                  </a:cxn>
                  <a:cxn ang="0">
                    <a:pos x="1913" y="2552"/>
                  </a:cxn>
                  <a:cxn ang="0">
                    <a:pos x="1921" y="2257"/>
                  </a:cxn>
                  <a:cxn ang="0">
                    <a:pos x="1884" y="1969"/>
                  </a:cxn>
                  <a:cxn ang="0">
                    <a:pos x="1806" y="1696"/>
                  </a:cxn>
                  <a:cxn ang="0">
                    <a:pos x="1690" y="1441"/>
                  </a:cxn>
                  <a:cxn ang="0">
                    <a:pos x="1540" y="1206"/>
                  </a:cxn>
                  <a:cxn ang="0">
                    <a:pos x="1358" y="997"/>
                  </a:cxn>
                  <a:cxn ang="0">
                    <a:pos x="1149" y="815"/>
                  </a:cxn>
                  <a:cxn ang="0">
                    <a:pos x="915" y="665"/>
                  </a:cxn>
                  <a:cxn ang="0">
                    <a:pos x="660" y="549"/>
                  </a:cxn>
                  <a:cxn ang="0">
                    <a:pos x="386" y="472"/>
                  </a:cxn>
                  <a:cxn ang="0">
                    <a:pos x="98" y="435"/>
                  </a:cxn>
                </a:cxnLst>
                <a:rect l="0" t="0" r="r" b="b"/>
                <a:pathLst>
                  <a:path w="2355" h="4712">
                    <a:moveTo>
                      <a:pt x="0" y="433"/>
                    </a:moveTo>
                    <a:lnTo>
                      <a:pt x="0" y="433"/>
                    </a:lnTo>
                    <a:lnTo>
                      <a:pt x="0" y="433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20" y="4"/>
                    </a:lnTo>
                    <a:lnTo>
                      <a:pt x="240" y="13"/>
                    </a:lnTo>
                    <a:lnTo>
                      <a:pt x="357" y="28"/>
                    </a:lnTo>
                    <a:lnTo>
                      <a:pt x="473" y="48"/>
                    </a:lnTo>
                    <a:lnTo>
                      <a:pt x="587" y="75"/>
                    </a:lnTo>
                    <a:lnTo>
                      <a:pt x="698" y="106"/>
                    </a:lnTo>
                    <a:lnTo>
                      <a:pt x="807" y="144"/>
                    </a:lnTo>
                    <a:lnTo>
                      <a:pt x="915" y="186"/>
                    </a:lnTo>
                    <a:lnTo>
                      <a:pt x="1018" y="234"/>
                    </a:lnTo>
                    <a:lnTo>
                      <a:pt x="1120" y="285"/>
                    </a:lnTo>
                    <a:lnTo>
                      <a:pt x="1220" y="342"/>
                    </a:lnTo>
                    <a:lnTo>
                      <a:pt x="1314" y="404"/>
                    </a:lnTo>
                    <a:lnTo>
                      <a:pt x="1407" y="470"/>
                    </a:lnTo>
                    <a:lnTo>
                      <a:pt x="1497" y="540"/>
                    </a:lnTo>
                    <a:lnTo>
                      <a:pt x="1581" y="614"/>
                    </a:lnTo>
                    <a:lnTo>
                      <a:pt x="1663" y="692"/>
                    </a:lnTo>
                    <a:lnTo>
                      <a:pt x="1741" y="773"/>
                    </a:lnTo>
                    <a:lnTo>
                      <a:pt x="1816" y="859"/>
                    </a:lnTo>
                    <a:lnTo>
                      <a:pt x="1885" y="949"/>
                    </a:lnTo>
                    <a:lnTo>
                      <a:pt x="1951" y="1040"/>
                    </a:lnTo>
                    <a:lnTo>
                      <a:pt x="2013" y="1137"/>
                    </a:lnTo>
                    <a:lnTo>
                      <a:pt x="2070" y="1235"/>
                    </a:lnTo>
                    <a:lnTo>
                      <a:pt x="2122" y="1337"/>
                    </a:lnTo>
                    <a:lnTo>
                      <a:pt x="2169" y="1441"/>
                    </a:lnTo>
                    <a:lnTo>
                      <a:pt x="2212" y="1548"/>
                    </a:lnTo>
                    <a:lnTo>
                      <a:pt x="2248" y="1657"/>
                    </a:lnTo>
                    <a:lnTo>
                      <a:pt x="2281" y="1769"/>
                    </a:lnTo>
                    <a:lnTo>
                      <a:pt x="2307" y="1883"/>
                    </a:lnTo>
                    <a:lnTo>
                      <a:pt x="2328" y="1998"/>
                    </a:lnTo>
                    <a:lnTo>
                      <a:pt x="2342" y="2117"/>
                    </a:lnTo>
                    <a:lnTo>
                      <a:pt x="2351" y="2236"/>
                    </a:lnTo>
                    <a:lnTo>
                      <a:pt x="2355" y="2357"/>
                    </a:lnTo>
                    <a:lnTo>
                      <a:pt x="2351" y="2477"/>
                    </a:lnTo>
                    <a:lnTo>
                      <a:pt x="2342" y="2597"/>
                    </a:lnTo>
                    <a:lnTo>
                      <a:pt x="2328" y="2714"/>
                    </a:lnTo>
                    <a:lnTo>
                      <a:pt x="2307" y="2831"/>
                    </a:lnTo>
                    <a:lnTo>
                      <a:pt x="2281" y="2944"/>
                    </a:lnTo>
                    <a:lnTo>
                      <a:pt x="2248" y="3056"/>
                    </a:lnTo>
                    <a:lnTo>
                      <a:pt x="2212" y="3166"/>
                    </a:lnTo>
                    <a:lnTo>
                      <a:pt x="2169" y="3272"/>
                    </a:lnTo>
                    <a:lnTo>
                      <a:pt x="2122" y="3377"/>
                    </a:lnTo>
                    <a:lnTo>
                      <a:pt x="2070" y="3477"/>
                    </a:lnTo>
                    <a:lnTo>
                      <a:pt x="2013" y="3577"/>
                    </a:lnTo>
                    <a:lnTo>
                      <a:pt x="1951" y="3672"/>
                    </a:lnTo>
                    <a:lnTo>
                      <a:pt x="1885" y="3765"/>
                    </a:lnTo>
                    <a:lnTo>
                      <a:pt x="1816" y="3854"/>
                    </a:lnTo>
                    <a:lnTo>
                      <a:pt x="1741" y="3939"/>
                    </a:lnTo>
                    <a:lnTo>
                      <a:pt x="1663" y="4022"/>
                    </a:lnTo>
                    <a:lnTo>
                      <a:pt x="1581" y="4099"/>
                    </a:lnTo>
                    <a:lnTo>
                      <a:pt x="1497" y="4174"/>
                    </a:lnTo>
                    <a:lnTo>
                      <a:pt x="1407" y="4244"/>
                    </a:lnTo>
                    <a:lnTo>
                      <a:pt x="1314" y="4309"/>
                    </a:lnTo>
                    <a:lnTo>
                      <a:pt x="1220" y="4370"/>
                    </a:lnTo>
                    <a:lnTo>
                      <a:pt x="1120" y="4427"/>
                    </a:lnTo>
                    <a:lnTo>
                      <a:pt x="1018" y="4480"/>
                    </a:lnTo>
                    <a:lnTo>
                      <a:pt x="915" y="4527"/>
                    </a:lnTo>
                    <a:lnTo>
                      <a:pt x="807" y="4569"/>
                    </a:lnTo>
                    <a:lnTo>
                      <a:pt x="698" y="4606"/>
                    </a:lnTo>
                    <a:lnTo>
                      <a:pt x="587" y="4638"/>
                    </a:lnTo>
                    <a:lnTo>
                      <a:pt x="473" y="4664"/>
                    </a:lnTo>
                    <a:lnTo>
                      <a:pt x="357" y="4685"/>
                    </a:lnTo>
                    <a:lnTo>
                      <a:pt x="240" y="4700"/>
                    </a:lnTo>
                    <a:lnTo>
                      <a:pt x="120" y="4710"/>
                    </a:lnTo>
                    <a:lnTo>
                      <a:pt x="0" y="4712"/>
                    </a:lnTo>
                    <a:lnTo>
                      <a:pt x="0" y="4712"/>
                    </a:lnTo>
                    <a:lnTo>
                      <a:pt x="0" y="4712"/>
                    </a:lnTo>
                    <a:lnTo>
                      <a:pt x="0" y="4281"/>
                    </a:lnTo>
                    <a:lnTo>
                      <a:pt x="0" y="4281"/>
                    </a:lnTo>
                    <a:lnTo>
                      <a:pt x="0" y="4281"/>
                    </a:lnTo>
                    <a:lnTo>
                      <a:pt x="98" y="4279"/>
                    </a:lnTo>
                    <a:lnTo>
                      <a:pt x="195" y="4271"/>
                    </a:lnTo>
                    <a:lnTo>
                      <a:pt x="291" y="4259"/>
                    </a:lnTo>
                    <a:lnTo>
                      <a:pt x="386" y="4242"/>
                    </a:lnTo>
                    <a:lnTo>
                      <a:pt x="479" y="4221"/>
                    </a:lnTo>
                    <a:lnTo>
                      <a:pt x="570" y="4194"/>
                    </a:lnTo>
                    <a:lnTo>
                      <a:pt x="660" y="4164"/>
                    </a:lnTo>
                    <a:lnTo>
                      <a:pt x="747" y="4129"/>
                    </a:lnTo>
                    <a:lnTo>
                      <a:pt x="832" y="4091"/>
                    </a:lnTo>
                    <a:lnTo>
                      <a:pt x="915" y="4048"/>
                    </a:lnTo>
                    <a:lnTo>
                      <a:pt x="996" y="4002"/>
                    </a:lnTo>
                    <a:lnTo>
                      <a:pt x="1073" y="3951"/>
                    </a:lnTo>
                    <a:lnTo>
                      <a:pt x="1149" y="3898"/>
                    </a:lnTo>
                    <a:lnTo>
                      <a:pt x="1222" y="3841"/>
                    </a:lnTo>
                    <a:lnTo>
                      <a:pt x="1292" y="3780"/>
                    </a:lnTo>
                    <a:lnTo>
                      <a:pt x="1358" y="3717"/>
                    </a:lnTo>
                    <a:lnTo>
                      <a:pt x="1423" y="3650"/>
                    </a:lnTo>
                    <a:lnTo>
                      <a:pt x="1483" y="3579"/>
                    </a:lnTo>
                    <a:lnTo>
                      <a:pt x="1540" y="3507"/>
                    </a:lnTo>
                    <a:lnTo>
                      <a:pt x="1594" y="3432"/>
                    </a:lnTo>
                    <a:lnTo>
                      <a:pt x="1644" y="3353"/>
                    </a:lnTo>
                    <a:lnTo>
                      <a:pt x="1690" y="3273"/>
                    </a:lnTo>
                    <a:lnTo>
                      <a:pt x="1733" y="3189"/>
                    </a:lnTo>
                    <a:lnTo>
                      <a:pt x="1771" y="3104"/>
                    </a:lnTo>
                    <a:lnTo>
                      <a:pt x="1806" y="3017"/>
                    </a:lnTo>
                    <a:lnTo>
                      <a:pt x="1836" y="2928"/>
                    </a:lnTo>
                    <a:lnTo>
                      <a:pt x="1862" y="2836"/>
                    </a:lnTo>
                    <a:lnTo>
                      <a:pt x="1884" y="2743"/>
                    </a:lnTo>
                    <a:lnTo>
                      <a:pt x="1901" y="2648"/>
                    </a:lnTo>
                    <a:lnTo>
                      <a:pt x="1913" y="2552"/>
                    </a:lnTo>
                    <a:lnTo>
                      <a:pt x="1921" y="2455"/>
                    </a:lnTo>
                    <a:lnTo>
                      <a:pt x="1923" y="2357"/>
                    </a:lnTo>
                    <a:lnTo>
                      <a:pt x="1921" y="2257"/>
                    </a:lnTo>
                    <a:lnTo>
                      <a:pt x="1913" y="2160"/>
                    </a:lnTo>
                    <a:lnTo>
                      <a:pt x="1901" y="2064"/>
                    </a:lnTo>
                    <a:lnTo>
                      <a:pt x="1884" y="1969"/>
                    </a:lnTo>
                    <a:lnTo>
                      <a:pt x="1862" y="1876"/>
                    </a:lnTo>
                    <a:lnTo>
                      <a:pt x="1836" y="1786"/>
                    </a:lnTo>
                    <a:lnTo>
                      <a:pt x="1806" y="1696"/>
                    </a:lnTo>
                    <a:lnTo>
                      <a:pt x="1771" y="1609"/>
                    </a:lnTo>
                    <a:lnTo>
                      <a:pt x="1733" y="1523"/>
                    </a:lnTo>
                    <a:lnTo>
                      <a:pt x="1690" y="1441"/>
                    </a:lnTo>
                    <a:lnTo>
                      <a:pt x="1644" y="1360"/>
                    </a:lnTo>
                    <a:lnTo>
                      <a:pt x="1594" y="1282"/>
                    </a:lnTo>
                    <a:lnTo>
                      <a:pt x="1540" y="1206"/>
                    </a:lnTo>
                    <a:lnTo>
                      <a:pt x="1483" y="1133"/>
                    </a:lnTo>
                    <a:lnTo>
                      <a:pt x="1423" y="1064"/>
                    </a:lnTo>
                    <a:lnTo>
                      <a:pt x="1358" y="997"/>
                    </a:lnTo>
                    <a:lnTo>
                      <a:pt x="1292" y="933"/>
                    </a:lnTo>
                    <a:lnTo>
                      <a:pt x="1222" y="873"/>
                    </a:lnTo>
                    <a:lnTo>
                      <a:pt x="1149" y="815"/>
                    </a:lnTo>
                    <a:lnTo>
                      <a:pt x="1073" y="761"/>
                    </a:lnTo>
                    <a:lnTo>
                      <a:pt x="996" y="711"/>
                    </a:lnTo>
                    <a:lnTo>
                      <a:pt x="915" y="665"/>
                    </a:lnTo>
                    <a:lnTo>
                      <a:pt x="832" y="623"/>
                    </a:lnTo>
                    <a:lnTo>
                      <a:pt x="747" y="583"/>
                    </a:lnTo>
                    <a:lnTo>
                      <a:pt x="660" y="549"/>
                    </a:lnTo>
                    <a:lnTo>
                      <a:pt x="570" y="519"/>
                    </a:lnTo>
                    <a:lnTo>
                      <a:pt x="479" y="493"/>
                    </a:lnTo>
                    <a:lnTo>
                      <a:pt x="386" y="472"/>
                    </a:lnTo>
                    <a:lnTo>
                      <a:pt x="291" y="454"/>
                    </a:lnTo>
                    <a:lnTo>
                      <a:pt x="195" y="442"/>
                    </a:lnTo>
                    <a:lnTo>
                      <a:pt x="98" y="435"/>
                    </a:lnTo>
                    <a:lnTo>
                      <a:pt x="0" y="433"/>
                    </a:lnTo>
                    <a:close/>
                  </a:path>
                </a:pathLst>
              </a:custGeom>
              <a:solidFill>
                <a:srgbClr val="0824A7"/>
              </a:solidFill>
              <a:ln w="1">
                <a:noFill/>
                <a:prstDash val="solid"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grpSp>
        <p:nvGrpSpPr>
          <p:cNvPr id="21" name="Group 1"/>
          <p:cNvGrpSpPr/>
          <p:nvPr/>
        </p:nvGrpSpPr>
        <p:grpSpPr>
          <a:xfrm>
            <a:off x="533631" y="1379102"/>
            <a:ext cx="1780712" cy="611481"/>
            <a:chOff x="711509" y="1838802"/>
            <a:chExt cx="2374282" cy="815308"/>
          </a:xfrm>
        </p:grpSpPr>
        <p:sp>
          <p:nvSpPr>
            <p:cNvPr id="53" name="TextBox 51"/>
            <p:cNvSpPr txBox="1"/>
            <p:nvPr/>
          </p:nvSpPr>
          <p:spPr>
            <a:xfrm>
              <a:off x="711509" y="2133070"/>
              <a:ext cx="2374282" cy="521040"/>
            </a:xfrm>
            <a:prstGeom prst="rect">
              <a:avLst/>
            </a:prstGeom>
            <a:noFill/>
          </p:spPr>
          <p:txBody>
            <a:bodyPr wrap="square" lIns="0" tIns="0" rIns="0" bIns="0" anchor="t" anchorCtr="0">
              <a:normAutofit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100">
                  <a:solidFill/>
                </a:rPr>
                <a:t>此部分内容作为文字排版占位显示（建议使用主题字体）</a:t>
              </a:r>
            </a:p>
          </p:txBody>
        </p:sp>
        <p:sp>
          <p:nvSpPr>
            <p:cNvPr id="54" name="TextBox 52"/>
            <p:cNvSpPr txBox="1"/>
            <p:nvPr/>
          </p:nvSpPr>
          <p:spPr>
            <a:xfrm>
              <a:off x="719667" y="1838802"/>
              <a:ext cx="2366021" cy="276999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rmAutofit fontScale="92500" lnSpcReduction="10000"/>
            </a:bodyPr>
            <a:lstStyle/>
            <a:p>
              <a:pPr algn="r"/>
              <a:r>
                <a:rPr lang="zh-CN" altLang="en-US" sz="1600" b="1">
                  <a:solidFill/>
                </a:rPr>
                <a:t>标题文本预设</a:t>
              </a: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2367520" y="1429001"/>
            <a:ext cx="1335327" cy="2544542"/>
            <a:chOff x="2367520" y="1429001"/>
            <a:chExt cx="1335327" cy="2544542"/>
          </a:xfrm>
        </p:grpSpPr>
        <p:cxnSp>
          <p:nvCxnSpPr>
            <p:cNvPr id="12" name="Straight Connector 12"/>
            <p:cNvCxnSpPr/>
            <p:nvPr/>
          </p:nvCxnSpPr>
          <p:spPr>
            <a:xfrm rot="16200000">
              <a:off x="2282405" y="2698433"/>
              <a:ext cx="1988888" cy="1508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3"/>
            <p:cNvCxnSpPr/>
            <p:nvPr/>
          </p:nvCxnSpPr>
          <p:spPr>
            <a:xfrm rot="10800000">
              <a:off x="2930452" y="3692877"/>
              <a:ext cx="347151" cy="1508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4"/>
            <p:cNvCxnSpPr/>
            <p:nvPr/>
          </p:nvCxnSpPr>
          <p:spPr>
            <a:xfrm rot="10800000">
              <a:off x="2930452" y="1704743"/>
              <a:ext cx="347151" cy="1508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5"/>
            <p:cNvCxnSpPr/>
            <p:nvPr/>
          </p:nvCxnSpPr>
          <p:spPr>
            <a:xfrm flipH="1" flipV="1">
              <a:off x="3281220" y="2699911"/>
              <a:ext cx="421627" cy="695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head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16"/>
            <p:cNvSpPr/>
            <p:nvPr/>
          </p:nvSpPr>
          <p:spPr>
            <a:xfrm rot="10800000">
              <a:off x="2367520" y="3413366"/>
              <a:ext cx="560177" cy="560177"/>
            </a:xfrm>
            <a:prstGeom prst="ellipse">
              <a:avLst/>
            </a:prstGeom>
            <a:solidFill>
              <a:srgbClr val="071E8E"/>
            </a:solidFill>
            <a:ln w="57150"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cxnSp>
          <p:nvCxnSpPr>
            <p:cNvPr id="17" name="Straight Connector 17"/>
            <p:cNvCxnSpPr/>
            <p:nvPr/>
          </p:nvCxnSpPr>
          <p:spPr>
            <a:xfrm rot="10800000">
              <a:off x="2930452" y="2699504"/>
              <a:ext cx="347151" cy="1508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8"/>
            <p:cNvSpPr/>
            <p:nvPr/>
          </p:nvSpPr>
          <p:spPr>
            <a:xfrm rot="10800000">
              <a:off x="2367520" y="2423444"/>
              <a:ext cx="560177" cy="560177"/>
            </a:xfrm>
            <a:prstGeom prst="ellipse">
              <a:avLst/>
            </a:prstGeom>
            <a:solidFill>
              <a:schemeClr val="accent2"/>
            </a:solidFill>
            <a:ln w="57150"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" name="Oval 19"/>
            <p:cNvSpPr/>
            <p:nvPr/>
          </p:nvSpPr>
          <p:spPr>
            <a:xfrm rot="10800000">
              <a:off x="2367520" y="1429001"/>
              <a:ext cx="560177" cy="560177"/>
            </a:xfrm>
            <a:prstGeom prst="ellipse">
              <a:avLst/>
            </a:prstGeom>
            <a:solidFill>
              <a:schemeClr val="accent3"/>
            </a:solidFill>
            <a:ln w="57150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" name="Freeform: Shape 60"/>
            <p:cNvSpPr>
              <a:spLocks/>
            </p:cNvSpPr>
            <p:nvPr/>
          </p:nvSpPr>
          <p:spPr bwMode="auto">
            <a:xfrm flipH="1">
              <a:off x="2509285" y="3575144"/>
              <a:ext cx="279827" cy="245651"/>
            </a:xfrm>
            <a:custGeom>
              <a:avLst/>
              <a:gdLst>
                <a:gd name="T0" fmla="*/ 110 w 111"/>
                <a:gd name="T1" fmla="*/ 13 h 97"/>
                <a:gd name="T2" fmla="*/ 101 w 111"/>
                <a:gd name="T3" fmla="*/ 3 h 97"/>
                <a:gd name="T4" fmla="*/ 96 w 111"/>
                <a:gd name="T5" fmla="*/ 3 h 97"/>
                <a:gd name="T6" fmla="*/ 95 w 111"/>
                <a:gd name="T7" fmla="*/ 5 h 97"/>
                <a:gd name="T8" fmla="*/ 92 w 111"/>
                <a:gd name="T9" fmla="*/ 6 h 97"/>
                <a:gd name="T10" fmla="*/ 92 w 111"/>
                <a:gd name="T11" fmla="*/ 6 h 97"/>
                <a:gd name="T12" fmla="*/ 67 w 111"/>
                <a:gd name="T13" fmla="*/ 32 h 97"/>
                <a:gd name="T14" fmla="*/ 66 w 111"/>
                <a:gd name="T15" fmla="*/ 37 h 97"/>
                <a:gd name="T16" fmla="*/ 68 w 111"/>
                <a:gd name="T17" fmla="*/ 41 h 97"/>
                <a:gd name="T18" fmla="*/ 68 w 111"/>
                <a:gd name="T19" fmla="*/ 41 h 97"/>
                <a:gd name="T20" fmla="*/ 69 w 111"/>
                <a:gd name="T21" fmla="*/ 41 h 97"/>
                <a:gd name="T22" fmla="*/ 63 w 111"/>
                <a:gd name="T23" fmla="*/ 46 h 97"/>
                <a:gd name="T24" fmla="*/ 45 w 111"/>
                <a:gd name="T25" fmla="*/ 28 h 97"/>
                <a:gd name="T26" fmla="*/ 39 w 111"/>
                <a:gd name="T27" fmla="*/ 7 h 97"/>
                <a:gd name="T28" fmla="*/ 18 w 111"/>
                <a:gd name="T29" fmla="*/ 1 h 97"/>
                <a:gd name="T30" fmla="*/ 30 w 111"/>
                <a:gd name="T31" fmla="*/ 14 h 97"/>
                <a:gd name="T32" fmla="*/ 27 w 111"/>
                <a:gd name="T33" fmla="*/ 26 h 97"/>
                <a:gd name="T34" fmla="*/ 15 w 111"/>
                <a:gd name="T35" fmla="*/ 29 h 97"/>
                <a:gd name="T36" fmla="*/ 3 w 111"/>
                <a:gd name="T37" fmla="*/ 17 h 97"/>
                <a:gd name="T38" fmla="*/ 9 w 111"/>
                <a:gd name="T39" fmla="*/ 37 h 97"/>
                <a:gd name="T40" fmla="*/ 31 w 111"/>
                <a:gd name="T41" fmla="*/ 43 h 97"/>
                <a:gd name="T42" fmla="*/ 31 w 111"/>
                <a:gd name="T43" fmla="*/ 43 h 97"/>
                <a:gd name="T44" fmla="*/ 48 w 111"/>
                <a:gd name="T45" fmla="*/ 60 h 97"/>
                <a:gd name="T46" fmla="*/ 32 w 111"/>
                <a:gd name="T47" fmla="*/ 78 h 97"/>
                <a:gd name="T48" fmla="*/ 31 w 111"/>
                <a:gd name="T49" fmla="*/ 77 h 97"/>
                <a:gd name="T50" fmla="*/ 26 w 111"/>
                <a:gd name="T51" fmla="*/ 80 h 97"/>
                <a:gd name="T52" fmla="*/ 18 w 111"/>
                <a:gd name="T53" fmla="*/ 93 h 97"/>
                <a:gd name="T54" fmla="*/ 20 w 111"/>
                <a:gd name="T55" fmla="*/ 95 h 97"/>
                <a:gd name="T56" fmla="*/ 33 w 111"/>
                <a:gd name="T57" fmla="*/ 87 h 97"/>
                <a:gd name="T58" fmla="*/ 37 w 111"/>
                <a:gd name="T59" fmla="*/ 83 h 97"/>
                <a:gd name="T60" fmla="*/ 35 w 111"/>
                <a:gd name="T61" fmla="*/ 82 h 97"/>
                <a:gd name="T62" fmla="*/ 53 w 111"/>
                <a:gd name="T63" fmla="*/ 64 h 97"/>
                <a:gd name="T64" fmla="*/ 82 w 111"/>
                <a:gd name="T65" fmla="*/ 93 h 97"/>
                <a:gd name="T66" fmla="*/ 89 w 111"/>
                <a:gd name="T67" fmla="*/ 97 h 97"/>
                <a:gd name="T68" fmla="*/ 96 w 111"/>
                <a:gd name="T69" fmla="*/ 93 h 97"/>
                <a:gd name="T70" fmla="*/ 96 w 111"/>
                <a:gd name="T71" fmla="*/ 79 h 97"/>
                <a:gd name="T72" fmla="*/ 67 w 111"/>
                <a:gd name="T73" fmla="*/ 50 h 97"/>
                <a:gd name="T74" fmla="*/ 72 w 111"/>
                <a:gd name="T75" fmla="*/ 45 h 97"/>
                <a:gd name="T76" fmla="*/ 75 w 111"/>
                <a:gd name="T77" fmla="*/ 47 h 97"/>
                <a:gd name="T78" fmla="*/ 82 w 111"/>
                <a:gd name="T79" fmla="*/ 46 h 97"/>
                <a:gd name="T80" fmla="*/ 106 w 111"/>
                <a:gd name="T81" fmla="*/ 21 h 97"/>
                <a:gd name="T82" fmla="*/ 106 w 111"/>
                <a:gd name="T83" fmla="*/ 20 h 97"/>
                <a:gd name="T84" fmla="*/ 106 w 111"/>
                <a:gd name="T85" fmla="*/ 20 h 97"/>
                <a:gd name="T86" fmla="*/ 107 w 111"/>
                <a:gd name="T87" fmla="*/ 18 h 97"/>
                <a:gd name="T88" fmla="*/ 110 w 111"/>
                <a:gd name="T89" fmla="*/ 18 h 97"/>
                <a:gd name="T90" fmla="*/ 110 w 111"/>
                <a:gd name="T91" fmla="*/ 13 h 97"/>
                <a:gd name="T92" fmla="*/ 90 w 111"/>
                <a:gd name="T93" fmla="*/ 84 h 97"/>
                <a:gd name="T94" fmla="*/ 94 w 111"/>
                <a:gd name="T95" fmla="*/ 87 h 97"/>
                <a:gd name="T96" fmla="*/ 90 w 111"/>
                <a:gd name="T97" fmla="*/ 92 h 97"/>
                <a:gd name="T98" fmla="*/ 86 w 111"/>
                <a:gd name="T99" fmla="*/ 87 h 97"/>
                <a:gd name="T100" fmla="*/ 90 w 111"/>
                <a:gd name="T101" fmla="*/ 84 h 97"/>
                <a:gd name="T102" fmla="*/ 76 w 111"/>
                <a:gd name="T103" fmla="*/ 32 h 97"/>
                <a:gd name="T104" fmla="*/ 74 w 111"/>
                <a:gd name="T105" fmla="*/ 31 h 97"/>
                <a:gd name="T106" fmla="*/ 93 w 111"/>
                <a:gd name="T107" fmla="*/ 13 h 97"/>
                <a:gd name="T108" fmla="*/ 95 w 111"/>
                <a:gd name="T109" fmla="*/ 14 h 97"/>
                <a:gd name="T110" fmla="*/ 76 w 111"/>
                <a:gd name="T111" fmla="*/ 32 h 97"/>
                <a:gd name="T112" fmla="*/ 76 w 111"/>
                <a:gd name="T113" fmla="*/ 32 h 97"/>
                <a:gd name="T114" fmla="*/ 82 w 111"/>
                <a:gd name="T115" fmla="*/ 39 h 97"/>
                <a:gd name="T116" fmla="*/ 80 w 111"/>
                <a:gd name="T117" fmla="*/ 37 h 97"/>
                <a:gd name="T118" fmla="*/ 99 w 111"/>
                <a:gd name="T119" fmla="*/ 18 h 97"/>
                <a:gd name="T120" fmla="*/ 101 w 111"/>
                <a:gd name="T121" fmla="*/ 20 h 97"/>
                <a:gd name="T122" fmla="*/ 82 w 111"/>
                <a:gd name="T123" fmla="*/ 39 h 97"/>
                <a:gd name="T124" fmla="*/ 82 w 111"/>
                <a:gd name="T125" fmla="*/ 39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1" h="97">
                  <a:moveTo>
                    <a:pt x="110" y="13"/>
                  </a:moveTo>
                  <a:cubicBezTo>
                    <a:pt x="101" y="3"/>
                    <a:pt x="101" y="3"/>
                    <a:pt x="101" y="3"/>
                  </a:cubicBezTo>
                  <a:cubicBezTo>
                    <a:pt x="99" y="1"/>
                    <a:pt x="97" y="1"/>
                    <a:pt x="96" y="3"/>
                  </a:cubicBezTo>
                  <a:cubicBezTo>
                    <a:pt x="95" y="4"/>
                    <a:pt x="95" y="4"/>
                    <a:pt x="95" y="5"/>
                  </a:cubicBezTo>
                  <a:cubicBezTo>
                    <a:pt x="94" y="5"/>
                    <a:pt x="93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67" y="32"/>
                    <a:pt x="67" y="32"/>
                    <a:pt x="67" y="32"/>
                  </a:cubicBezTo>
                  <a:cubicBezTo>
                    <a:pt x="67" y="33"/>
                    <a:pt x="67" y="36"/>
                    <a:pt x="66" y="37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9" y="41"/>
                    <a:pt x="69" y="41"/>
                    <a:pt x="69" y="41"/>
                  </a:cubicBezTo>
                  <a:cubicBezTo>
                    <a:pt x="63" y="46"/>
                    <a:pt x="63" y="46"/>
                    <a:pt x="63" y="46"/>
                  </a:cubicBezTo>
                  <a:cubicBezTo>
                    <a:pt x="45" y="28"/>
                    <a:pt x="45" y="28"/>
                    <a:pt x="45" y="28"/>
                  </a:cubicBezTo>
                  <a:cubicBezTo>
                    <a:pt x="47" y="21"/>
                    <a:pt x="45" y="13"/>
                    <a:pt x="39" y="7"/>
                  </a:cubicBezTo>
                  <a:cubicBezTo>
                    <a:pt x="34" y="1"/>
                    <a:pt x="25" y="0"/>
                    <a:pt x="18" y="1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27" y="26"/>
                    <a:pt x="27" y="26"/>
                    <a:pt x="27" y="26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0" y="23"/>
                    <a:pt x="3" y="32"/>
                    <a:pt x="9" y="37"/>
                  </a:cubicBezTo>
                  <a:cubicBezTo>
                    <a:pt x="14" y="43"/>
                    <a:pt x="23" y="46"/>
                    <a:pt x="31" y="43"/>
                  </a:cubicBezTo>
                  <a:cubicBezTo>
                    <a:pt x="31" y="43"/>
                    <a:pt x="31" y="43"/>
                    <a:pt x="31" y="43"/>
                  </a:cubicBezTo>
                  <a:cubicBezTo>
                    <a:pt x="48" y="60"/>
                    <a:pt x="48" y="60"/>
                    <a:pt x="48" y="60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26" y="80"/>
                    <a:pt x="26" y="80"/>
                    <a:pt x="26" y="80"/>
                  </a:cubicBezTo>
                  <a:cubicBezTo>
                    <a:pt x="18" y="93"/>
                    <a:pt x="18" y="93"/>
                    <a:pt x="18" y="93"/>
                  </a:cubicBezTo>
                  <a:cubicBezTo>
                    <a:pt x="20" y="95"/>
                    <a:pt x="20" y="95"/>
                    <a:pt x="20" y="95"/>
                  </a:cubicBezTo>
                  <a:cubicBezTo>
                    <a:pt x="33" y="87"/>
                    <a:pt x="33" y="87"/>
                    <a:pt x="33" y="87"/>
                  </a:cubicBezTo>
                  <a:cubicBezTo>
                    <a:pt x="37" y="83"/>
                    <a:pt x="37" y="83"/>
                    <a:pt x="37" y="83"/>
                  </a:cubicBezTo>
                  <a:cubicBezTo>
                    <a:pt x="35" y="82"/>
                    <a:pt x="35" y="82"/>
                    <a:pt x="35" y="82"/>
                  </a:cubicBezTo>
                  <a:cubicBezTo>
                    <a:pt x="53" y="64"/>
                    <a:pt x="53" y="64"/>
                    <a:pt x="53" y="64"/>
                  </a:cubicBezTo>
                  <a:cubicBezTo>
                    <a:pt x="82" y="93"/>
                    <a:pt x="82" y="93"/>
                    <a:pt x="82" y="93"/>
                  </a:cubicBezTo>
                  <a:cubicBezTo>
                    <a:pt x="84" y="96"/>
                    <a:pt x="86" y="97"/>
                    <a:pt x="89" y="97"/>
                  </a:cubicBezTo>
                  <a:cubicBezTo>
                    <a:pt x="91" y="97"/>
                    <a:pt x="94" y="96"/>
                    <a:pt x="96" y="93"/>
                  </a:cubicBezTo>
                  <a:cubicBezTo>
                    <a:pt x="101" y="89"/>
                    <a:pt x="101" y="83"/>
                    <a:pt x="96" y="79"/>
                  </a:cubicBezTo>
                  <a:cubicBezTo>
                    <a:pt x="67" y="50"/>
                    <a:pt x="67" y="50"/>
                    <a:pt x="67" y="50"/>
                  </a:cubicBezTo>
                  <a:cubicBezTo>
                    <a:pt x="72" y="45"/>
                    <a:pt x="72" y="45"/>
                    <a:pt x="72" y="45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7" y="46"/>
                    <a:pt x="79" y="46"/>
                    <a:pt x="82" y="46"/>
                  </a:cubicBezTo>
                  <a:cubicBezTo>
                    <a:pt x="106" y="21"/>
                    <a:pt x="106" y="21"/>
                    <a:pt x="106" y="21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7" y="19"/>
                    <a:pt x="107" y="19"/>
                    <a:pt x="107" y="18"/>
                  </a:cubicBezTo>
                  <a:cubicBezTo>
                    <a:pt x="109" y="18"/>
                    <a:pt x="110" y="18"/>
                    <a:pt x="110" y="18"/>
                  </a:cubicBezTo>
                  <a:cubicBezTo>
                    <a:pt x="111" y="16"/>
                    <a:pt x="111" y="14"/>
                    <a:pt x="110" y="13"/>
                  </a:cubicBezTo>
                  <a:close/>
                  <a:moveTo>
                    <a:pt x="90" y="84"/>
                  </a:moveTo>
                  <a:cubicBezTo>
                    <a:pt x="92" y="84"/>
                    <a:pt x="94" y="86"/>
                    <a:pt x="94" y="87"/>
                  </a:cubicBezTo>
                  <a:cubicBezTo>
                    <a:pt x="94" y="90"/>
                    <a:pt x="92" y="92"/>
                    <a:pt x="90" y="92"/>
                  </a:cubicBezTo>
                  <a:cubicBezTo>
                    <a:pt x="87" y="92"/>
                    <a:pt x="86" y="90"/>
                    <a:pt x="86" y="87"/>
                  </a:cubicBezTo>
                  <a:cubicBezTo>
                    <a:pt x="86" y="86"/>
                    <a:pt x="87" y="84"/>
                    <a:pt x="90" y="84"/>
                  </a:cubicBezTo>
                  <a:close/>
                  <a:moveTo>
                    <a:pt x="76" y="32"/>
                  </a:moveTo>
                  <a:cubicBezTo>
                    <a:pt x="74" y="31"/>
                    <a:pt x="74" y="31"/>
                    <a:pt x="74" y="31"/>
                  </a:cubicBezTo>
                  <a:cubicBezTo>
                    <a:pt x="93" y="13"/>
                    <a:pt x="93" y="13"/>
                    <a:pt x="93" y="13"/>
                  </a:cubicBezTo>
                  <a:cubicBezTo>
                    <a:pt x="95" y="14"/>
                    <a:pt x="95" y="14"/>
                    <a:pt x="95" y="14"/>
                  </a:cubicBezTo>
                  <a:cubicBezTo>
                    <a:pt x="76" y="32"/>
                    <a:pt x="76" y="32"/>
                    <a:pt x="76" y="32"/>
                  </a:cubicBezTo>
                  <a:cubicBezTo>
                    <a:pt x="76" y="32"/>
                    <a:pt x="76" y="32"/>
                    <a:pt x="76" y="32"/>
                  </a:cubicBezTo>
                  <a:close/>
                  <a:moveTo>
                    <a:pt x="82" y="39"/>
                  </a:moveTo>
                  <a:cubicBezTo>
                    <a:pt x="80" y="37"/>
                    <a:pt x="80" y="37"/>
                    <a:pt x="80" y="37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82" y="39"/>
                    <a:pt x="82" y="39"/>
                    <a:pt x="82" y="39"/>
                  </a:cubicBezTo>
                  <a:cubicBezTo>
                    <a:pt x="82" y="39"/>
                    <a:pt x="82" y="39"/>
                    <a:pt x="82" y="3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24" name="Group 61"/>
            <p:cNvGrpSpPr/>
            <p:nvPr/>
          </p:nvGrpSpPr>
          <p:grpSpPr>
            <a:xfrm>
              <a:off x="2510227" y="2576589"/>
              <a:ext cx="258611" cy="232408"/>
              <a:chOff x="5583238" y="3892551"/>
              <a:chExt cx="360363" cy="323850"/>
            </a:xfrm>
            <a:solidFill>
              <a:schemeClr val="bg1"/>
            </a:solidFill>
          </p:grpSpPr>
          <p:sp>
            <p:nvSpPr>
              <p:cNvPr id="50" name="Freeform: Shape 62"/>
              <p:cNvSpPr>
                <a:spLocks/>
              </p:cNvSpPr>
              <p:nvPr/>
            </p:nvSpPr>
            <p:spPr bwMode="auto">
              <a:xfrm>
                <a:off x="5811838" y="3892551"/>
                <a:ext cx="131763" cy="323850"/>
              </a:xfrm>
              <a:custGeom>
                <a:avLst/>
                <a:gdLst>
                  <a:gd name="T0" fmla="*/ 17 w 83"/>
                  <a:gd name="T1" fmla="*/ 57 h 204"/>
                  <a:gd name="T2" fmla="*/ 0 w 83"/>
                  <a:gd name="T3" fmla="*/ 57 h 204"/>
                  <a:gd name="T4" fmla="*/ 43 w 83"/>
                  <a:gd name="T5" fmla="*/ 0 h 204"/>
                  <a:gd name="T6" fmla="*/ 83 w 83"/>
                  <a:gd name="T7" fmla="*/ 57 h 204"/>
                  <a:gd name="T8" fmla="*/ 67 w 83"/>
                  <a:gd name="T9" fmla="*/ 57 h 204"/>
                  <a:gd name="T10" fmla="*/ 67 w 83"/>
                  <a:gd name="T11" fmla="*/ 204 h 204"/>
                  <a:gd name="T12" fmla="*/ 17 w 83"/>
                  <a:gd name="T13" fmla="*/ 204 h 204"/>
                  <a:gd name="T14" fmla="*/ 17 w 83"/>
                  <a:gd name="T15" fmla="*/ 57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3" h="204">
                    <a:moveTo>
                      <a:pt x="17" y="57"/>
                    </a:moveTo>
                    <a:lnTo>
                      <a:pt x="0" y="57"/>
                    </a:lnTo>
                    <a:lnTo>
                      <a:pt x="43" y="0"/>
                    </a:lnTo>
                    <a:lnTo>
                      <a:pt x="83" y="57"/>
                    </a:lnTo>
                    <a:lnTo>
                      <a:pt x="67" y="57"/>
                    </a:lnTo>
                    <a:lnTo>
                      <a:pt x="67" y="204"/>
                    </a:lnTo>
                    <a:lnTo>
                      <a:pt x="17" y="204"/>
                    </a:lnTo>
                    <a:lnTo>
                      <a:pt x="17" y="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1" name="Freeform: Shape 63"/>
              <p:cNvSpPr>
                <a:spLocks/>
              </p:cNvSpPr>
              <p:nvPr/>
            </p:nvSpPr>
            <p:spPr bwMode="auto">
              <a:xfrm>
                <a:off x="5695951" y="3978276"/>
                <a:ext cx="131763" cy="238125"/>
              </a:xfrm>
              <a:custGeom>
                <a:avLst/>
                <a:gdLst>
                  <a:gd name="T0" fmla="*/ 66 w 83"/>
                  <a:gd name="T1" fmla="*/ 150 h 150"/>
                  <a:gd name="T2" fmla="*/ 19 w 83"/>
                  <a:gd name="T3" fmla="*/ 150 h 150"/>
                  <a:gd name="T4" fmla="*/ 19 w 83"/>
                  <a:gd name="T5" fmla="*/ 60 h 150"/>
                  <a:gd name="T6" fmla="*/ 0 w 83"/>
                  <a:gd name="T7" fmla="*/ 60 h 150"/>
                  <a:gd name="T8" fmla="*/ 43 w 83"/>
                  <a:gd name="T9" fmla="*/ 0 h 150"/>
                  <a:gd name="T10" fmla="*/ 83 w 83"/>
                  <a:gd name="T11" fmla="*/ 60 h 150"/>
                  <a:gd name="T12" fmla="*/ 66 w 83"/>
                  <a:gd name="T13" fmla="*/ 60 h 150"/>
                  <a:gd name="T14" fmla="*/ 66 w 83"/>
                  <a:gd name="T15" fmla="*/ 15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3" h="150">
                    <a:moveTo>
                      <a:pt x="66" y="150"/>
                    </a:moveTo>
                    <a:lnTo>
                      <a:pt x="19" y="150"/>
                    </a:lnTo>
                    <a:lnTo>
                      <a:pt x="19" y="60"/>
                    </a:lnTo>
                    <a:lnTo>
                      <a:pt x="0" y="60"/>
                    </a:lnTo>
                    <a:lnTo>
                      <a:pt x="43" y="0"/>
                    </a:lnTo>
                    <a:lnTo>
                      <a:pt x="83" y="60"/>
                    </a:lnTo>
                    <a:lnTo>
                      <a:pt x="66" y="60"/>
                    </a:lnTo>
                    <a:lnTo>
                      <a:pt x="66" y="15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2" name="Freeform: Shape 64"/>
              <p:cNvSpPr>
                <a:spLocks/>
              </p:cNvSpPr>
              <p:nvPr/>
            </p:nvSpPr>
            <p:spPr bwMode="auto">
              <a:xfrm>
                <a:off x="5583238" y="4068763"/>
                <a:ext cx="131763" cy="147638"/>
              </a:xfrm>
              <a:custGeom>
                <a:avLst/>
                <a:gdLst>
                  <a:gd name="T0" fmla="*/ 17 w 83"/>
                  <a:gd name="T1" fmla="*/ 57 h 93"/>
                  <a:gd name="T2" fmla="*/ 0 w 83"/>
                  <a:gd name="T3" fmla="*/ 57 h 93"/>
                  <a:gd name="T4" fmla="*/ 43 w 83"/>
                  <a:gd name="T5" fmla="*/ 0 h 93"/>
                  <a:gd name="T6" fmla="*/ 83 w 83"/>
                  <a:gd name="T7" fmla="*/ 57 h 93"/>
                  <a:gd name="T8" fmla="*/ 66 w 83"/>
                  <a:gd name="T9" fmla="*/ 57 h 93"/>
                  <a:gd name="T10" fmla="*/ 66 w 83"/>
                  <a:gd name="T11" fmla="*/ 93 h 93"/>
                  <a:gd name="T12" fmla="*/ 17 w 83"/>
                  <a:gd name="T13" fmla="*/ 93 h 93"/>
                  <a:gd name="T14" fmla="*/ 17 w 83"/>
                  <a:gd name="T15" fmla="*/ 57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3" h="93">
                    <a:moveTo>
                      <a:pt x="17" y="57"/>
                    </a:moveTo>
                    <a:lnTo>
                      <a:pt x="0" y="57"/>
                    </a:lnTo>
                    <a:lnTo>
                      <a:pt x="43" y="0"/>
                    </a:lnTo>
                    <a:lnTo>
                      <a:pt x="83" y="57"/>
                    </a:lnTo>
                    <a:lnTo>
                      <a:pt x="66" y="57"/>
                    </a:lnTo>
                    <a:lnTo>
                      <a:pt x="66" y="93"/>
                    </a:lnTo>
                    <a:lnTo>
                      <a:pt x="17" y="93"/>
                    </a:lnTo>
                    <a:lnTo>
                      <a:pt x="17" y="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25" name="Freeform: Shape 65"/>
            <p:cNvSpPr>
              <a:spLocks/>
            </p:cNvSpPr>
            <p:nvPr/>
          </p:nvSpPr>
          <p:spPr bwMode="auto">
            <a:xfrm>
              <a:off x="2513387" y="1606840"/>
              <a:ext cx="261154" cy="206003"/>
            </a:xfrm>
            <a:custGeom>
              <a:avLst/>
              <a:gdLst>
                <a:gd name="T0" fmla="*/ 410 w 411"/>
                <a:gd name="T1" fmla="*/ 309 h 324"/>
                <a:gd name="T2" fmla="*/ 410 w 411"/>
                <a:gd name="T3" fmla="*/ 46 h 324"/>
                <a:gd name="T4" fmla="*/ 395 w 411"/>
                <a:gd name="T5" fmla="*/ 32 h 324"/>
                <a:gd name="T6" fmla="*/ 210 w 411"/>
                <a:gd name="T7" fmla="*/ 32 h 324"/>
                <a:gd name="T8" fmla="*/ 200 w 411"/>
                <a:gd name="T9" fmla="*/ 17 h 324"/>
                <a:gd name="T10" fmla="*/ 200 w 411"/>
                <a:gd name="T11" fmla="*/ 15 h 324"/>
                <a:gd name="T12" fmla="*/ 184 w 411"/>
                <a:gd name="T13" fmla="*/ 0 h 324"/>
                <a:gd name="T14" fmla="*/ 86 w 411"/>
                <a:gd name="T15" fmla="*/ 0 h 324"/>
                <a:gd name="T16" fmla="*/ 70 w 411"/>
                <a:gd name="T17" fmla="*/ 15 h 324"/>
                <a:gd name="T18" fmla="*/ 70 w 411"/>
                <a:gd name="T19" fmla="*/ 17 h 324"/>
                <a:gd name="T20" fmla="*/ 60 w 411"/>
                <a:gd name="T21" fmla="*/ 32 h 324"/>
                <a:gd name="T22" fmla="*/ 60 w 411"/>
                <a:gd name="T23" fmla="*/ 32 h 324"/>
                <a:gd name="T24" fmla="*/ 46 w 411"/>
                <a:gd name="T25" fmla="*/ 46 h 324"/>
                <a:gd name="T26" fmla="*/ 46 w 411"/>
                <a:gd name="T27" fmla="*/ 122 h 324"/>
                <a:gd name="T28" fmla="*/ 14 w 411"/>
                <a:gd name="T29" fmla="*/ 122 h 324"/>
                <a:gd name="T30" fmla="*/ 5 w 411"/>
                <a:gd name="T31" fmla="*/ 138 h 324"/>
                <a:gd name="T32" fmla="*/ 38 w 411"/>
                <a:gd name="T33" fmla="*/ 309 h 324"/>
                <a:gd name="T34" fmla="*/ 53 w 411"/>
                <a:gd name="T35" fmla="*/ 324 h 324"/>
                <a:gd name="T36" fmla="*/ 403 w 411"/>
                <a:gd name="T37" fmla="*/ 324 h 324"/>
                <a:gd name="T38" fmla="*/ 410 w 411"/>
                <a:gd name="T39" fmla="*/ 309 h 324"/>
                <a:gd name="T40" fmla="*/ 392 w 411"/>
                <a:gd name="T41" fmla="*/ 144 h 324"/>
                <a:gd name="T42" fmla="*/ 392 w 411"/>
                <a:gd name="T43" fmla="*/ 316 h 324"/>
                <a:gd name="T44" fmla="*/ 359 w 411"/>
                <a:gd name="T45" fmla="*/ 132 h 324"/>
                <a:gd name="T46" fmla="*/ 345 w 411"/>
                <a:gd name="T47" fmla="*/ 123 h 324"/>
                <a:gd name="T48" fmla="*/ 64 w 411"/>
                <a:gd name="T49" fmla="*/ 123 h 324"/>
                <a:gd name="T50" fmla="*/ 64 w 411"/>
                <a:gd name="T51" fmla="*/ 64 h 324"/>
                <a:gd name="T52" fmla="*/ 392 w 411"/>
                <a:gd name="T53" fmla="*/ 64 h 324"/>
                <a:gd name="T54" fmla="*/ 392 w 411"/>
                <a:gd name="T55" fmla="*/ 144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11" h="324">
                  <a:moveTo>
                    <a:pt x="410" y="309"/>
                  </a:moveTo>
                  <a:cubicBezTo>
                    <a:pt x="410" y="46"/>
                    <a:pt x="410" y="46"/>
                    <a:pt x="410" y="46"/>
                  </a:cubicBezTo>
                  <a:cubicBezTo>
                    <a:pt x="410" y="38"/>
                    <a:pt x="403" y="32"/>
                    <a:pt x="395" y="32"/>
                  </a:cubicBezTo>
                  <a:cubicBezTo>
                    <a:pt x="210" y="32"/>
                    <a:pt x="210" y="32"/>
                    <a:pt x="210" y="32"/>
                  </a:cubicBezTo>
                  <a:cubicBezTo>
                    <a:pt x="204" y="32"/>
                    <a:pt x="200" y="21"/>
                    <a:pt x="200" y="17"/>
                  </a:cubicBezTo>
                  <a:cubicBezTo>
                    <a:pt x="200" y="15"/>
                    <a:pt x="200" y="15"/>
                    <a:pt x="200" y="15"/>
                  </a:cubicBezTo>
                  <a:cubicBezTo>
                    <a:pt x="200" y="7"/>
                    <a:pt x="193" y="0"/>
                    <a:pt x="184" y="0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77" y="0"/>
                    <a:pt x="70" y="7"/>
                    <a:pt x="70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70" y="21"/>
                    <a:pt x="66" y="32"/>
                    <a:pt x="60" y="32"/>
                  </a:cubicBezTo>
                  <a:cubicBezTo>
                    <a:pt x="60" y="32"/>
                    <a:pt x="60" y="32"/>
                    <a:pt x="60" y="32"/>
                  </a:cubicBezTo>
                  <a:cubicBezTo>
                    <a:pt x="52" y="32"/>
                    <a:pt x="46" y="38"/>
                    <a:pt x="46" y="46"/>
                  </a:cubicBezTo>
                  <a:cubicBezTo>
                    <a:pt x="46" y="122"/>
                    <a:pt x="46" y="122"/>
                    <a:pt x="46" y="122"/>
                  </a:cubicBezTo>
                  <a:cubicBezTo>
                    <a:pt x="14" y="122"/>
                    <a:pt x="14" y="122"/>
                    <a:pt x="14" y="122"/>
                  </a:cubicBezTo>
                  <a:cubicBezTo>
                    <a:pt x="14" y="122"/>
                    <a:pt x="0" y="122"/>
                    <a:pt x="5" y="138"/>
                  </a:cubicBezTo>
                  <a:cubicBezTo>
                    <a:pt x="38" y="309"/>
                    <a:pt x="38" y="309"/>
                    <a:pt x="38" y="309"/>
                  </a:cubicBezTo>
                  <a:cubicBezTo>
                    <a:pt x="38" y="317"/>
                    <a:pt x="44" y="324"/>
                    <a:pt x="53" y="324"/>
                  </a:cubicBezTo>
                  <a:cubicBezTo>
                    <a:pt x="403" y="324"/>
                    <a:pt x="403" y="324"/>
                    <a:pt x="403" y="324"/>
                  </a:cubicBezTo>
                  <a:cubicBezTo>
                    <a:pt x="411" y="324"/>
                    <a:pt x="410" y="309"/>
                    <a:pt x="410" y="309"/>
                  </a:cubicBezTo>
                  <a:close/>
                  <a:moveTo>
                    <a:pt x="392" y="144"/>
                  </a:moveTo>
                  <a:cubicBezTo>
                    <a:pt x="392" y="316"/>
                    <a:pt x="392" y="316"/>
                    <a:pt x="392" y="316"/>
                  </a:cubicBezTo>
                  <a:cubicBezTo>
                    <a:pt x="359" y="132"/>
                    <a:pt x="359" y="132"/>
                    <a:pt x="359" y="132"/>
                  </a:cubicBezTo>
                  <a:cubicBezTo>
                    <a:pt x="356" y="122"/>
                    <a:pt x="345" y="123"/>
                    <a:pt x="345" y="123"/>
                  </a:cubicBezTo>
                  <a:cubicBezTo>
                    <a:pt x="64" y="123"/>
                    <a:pt x="64" y="123"/>
                    <a:pt x="64" y="123"/>
                  </a:cubicBezTo>
                  <a:cubicBezTo>
                    <a:pt x="64" y="64"/>
                    <a:pt x="64" y="64"/>
                    <a:pt x="64" y="64"/>
                  </a:cubicBezTo>
                  <a:cubicBezTo>
                    <a:pt x="392" y="64"/>
                    <a:pt x="392" y="64"/>
                    <a:pt x="392" y="64"/>
                  </a:cubicBezTo>
                  <a:lnTo>
                    <a:pt x="392" y="14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76" name="组合 75"/>
          <p:cNvGrpSpPr/>
          <p:nvPr/>
        </p:nvGrpSpPr>
        <p:grpSpPr>
          <a:xfrm>
            <a:off x="5463165" y="1420522"/>
            <a:ext cx="1326119" cy="2544542"/>
            <a:chOff x="5443327" y="1429001"/>
            <a:chExt cx="1326119" cy="2544542"/>
          </a:xfrm>
        </p:grpSpPr>
        <p:cxnSp>
          <p:nvCxnSpPr>
            <p:cNvPr id="4" name="Straight Connector 4"/>
            <p:cNvCxnSpPr/>
            <p:nvPr/>
          </p:nvCxnSpPr>
          <p:spPr>
            <a:xfrm rot="5400000">
              <a:off x="4865672" y="2702601"/>
              <a:ext cx="1988888" cy="1508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5"/>
            <p:cNvCxnSpPr/>
            <p:nvPr/>
          </p:nvCxnSpPr>
          <p:spPr>
            <a:xfrm>
              <a:off x="5859363" y="1708157"/>
              <a:ext cx="347151" cy="1508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6"/>
            <p:cNvCxnSpPr/>
            <p:nvPr/>
          </p:nvCxnSpPr>
          <p:spPr>
            <a:xfrm>
              <a:off x="5859363" y="3696291"/>
              <a:ext cx="347151" cy="1508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7"/>
            <p:cNvCxnSpPr/>
            <p:nvPr/>
          </p:nvCxnSpPr>
          <p:spPr>
            <a:xfrm flipV="1">
              <a:off x="5443327" y="2704633"/>
              <a:ext cx="412421" cy="3307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head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8"/>
            <p:cNvSpPr/>
            <p:nvPr/>
          </p:nvSpPr>
          <p:spPr>
            <a:xfrm>
              <a:off x="6209269" y="1429001"/>
              <a:ext cx="560177" cy="560177"/>
            </a:xfrm>
            <a:prstGeom prst="ellipse">
              <a:avLst/>
            </a:prstGeom>
            <a:solidFill>
              <a:schemeClr val="accent6"/>
            </a:solidFill>
            <a:ln w="57150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cxnSp>
          <p:nvCxnSpPr>
            <p:cNvPr id="9" name="Straight Connector 9"/>
            <p:cNvCxnSpPr/>
            <p:nvPr/>
          </p:nvCxnSpPr>
          <p:spPr>
            <a:xfrm>
              <a:off x="5859363" y="2705531"/>
              <a:ext cx="347151" cy="1508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10"/>
            <p:cNvSpPr/>
            <p:nvPr/>
          </p:nvSpPr>
          <p:spPr>
            <a:xfrm>
              <a:off x="6209269" y="2418923"/>
              <a:ext cx="560177" cy="560177"/>
            </a:xfrm>
            <a:prstGeom prst="ellipse">
              <a:avLst/>
            </a:prstGeom>
            <a:solidFill>
              <a:srgbClr val="0928BB"/>
            </a:solidFill>
            <a:ln w="57150">
              <a:solidFill>
                <a:srgbClr val="0822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Oval 11"/>
            <p:cNvSpPr/>
            <p:nvPr/>
          </p:nvSpPr>
          <p:spPr>
            <a:xfrm>
              <a:off x="6209269" y="3413366"/>
              <a:ext cx="560177" cy="560177"/>
            </a:xfrm>
            <a:prstGeom prst="ellipse">
              <a:avLst/>
            </a:prstGeom>
            <a:solidFill>
              <a:schemeClr val="accent5"/>
            </a:solidFill>
            <a:ln w="5715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" name="Freeform: Shape 59"/>
            <p:cNvSpPr>
              <a:spLocks/>
            </p:cNvSpPr>
            <p:nvPr/>
          </p:nvSpPr>
          <p:spPr bwMode="auto">
            <a:xfrm>
              <a:off x="6329962" y="1573443"/>
              <a:ext cx="282959" cy="261784"/>
            </a:xfrm>
            <a:custGeom>
              <a:avLst/>
              <a:gdLst/>
              <a:ahLst/>
              <a:cxnLst>
                <a:cxn ang="0">
                  <a:pos x="39" y="36"/>
                </a:cxn>
                <a:cxn ang="0">
                  <a:pos x="41" y="44"/>
                </a:cxn>
                <a:cxn ang="0">
                  <a:pos x="35" y="50"/>
                </a:cxn>
                <a:cxn ang="0">
                  <a:pos x="27" y="53"/>
                </a:cxn>
                <a:cxn ang="0">
                  <a:pos x="18" y="53"/>
                </a:cxn>
                <a:cxn ang="0">
                  <a:pos x="11" y="50"/>
                </a:cxn>
                <a:cxn ang="0">
                  <a:pos x="4" y="44"/>
                </a:cxn>
                <a:cxn ang="0">
                  <a:pos x="6" y="36"/>
                </a:cxn>
                <a:cxn ang="0">
                  <a:pos x="0" y="28"/>
                </a:cxn>
                <a:cxn ang="0">
                  <a:pos x="7" y="23"/>
                </a:cxn>
                <a:cxn ang="0">
                  <a:pos x="4" y="18"/>
                </a:cxn>
                <a:cxn ang="0">
                  <a:pos x="15" y="16"/>
                </a:cxn>
                <a:cxn ang="0">
                  <a:pos x="19" y="8"/>
                </a:cxn>
                <a:cxn ang="0">
                  <a:pos x="28" y="15"/>
                </a:cxn>
                <a:cxn ang="0">
                  <a:pos x="35" y="12"/>
                </a:cxn>
                <a:cxn ang="0">
                  <a:pos x="41" y="19"/>
                </a:cxn>
                <a:cxn ang="0">
                  <a:pos x="45" y="27"/>
                </a:cxn>
                <a:cxn ang="0">
                  <a:pos x="23" y="22"/>
                </a:cxn>
                <a:cxn ang="0">
                  <a:pos x="32" y="31"/>
                </a:cxn>
                <a:cxn ang="0">
                  <a:pos x="63" y="16"/>
                </a:cxn>
                <a:cxn ang="0">
                  <a:pos x="64" y="24"/>
                </a:cxn>
                <a:cxn ang="0">
                  <a:pos x="55" y="22"/>
                </a:cxn>
                <a:cxn ang="0">
                  <a:pos x="46" y="24"/>
                </a:cxn>
                <a:cxn ang="0">
                  <a:pos x="46" y="16"/>
                </a:cxn>
                <a:cxn ang="0">
                  <a:pos x="46" y="9"/>
                </a:cxn>
                <a:cxn ang="0">
                  <a:pos x="46" y="2"/>
                </a:cxn>
                <a:cxn ang="0">
                  <a:pos x="55" y="4"/>
                </a:cxn>
                <a:cxn ang="0">
                  <a:pos x="59" y="0"/>
                </a:cxn>
                <a:cxn ang="0">
                  <a:pos x="62" y="7"/>
                </a:cxn>
                <a:cxn ang="0">
                  <a:pos x="68" y="15"/>
                </a:cxn>
                <a:cxn ang="0">
                  <a:pos x="62" y="55"/>
                </a:cxn>
                <a:cxn ang="0">
                  <a:pos x="59" y="63"/>
                </a:cxn>
                <a:cxn ang="0">
                  <a:pos x="54" y="59"/>
                </a:cxn>
                <a:cxn ang="0">
                  <a:pos x="45" y="60"/>
                </a:cxn>
                <a:cxn ang="0">
                  <a:pos x="41" y="52"/>
                </a:cxn>
                <a:cxn ang="0">
                  <a:pos x="47" y="44"/>
                </a:cxn>
                <a:cxn ang="0">
                  <a:pos x="50" y="36"/>
                </a:cxn>
                <a:cxn ang="0">
                  <a:pos x="56" y="40"/>
                </a:cxn>
                <a:cxn ang="0">
                  <a:pos x="64" y="39"/>
                </a:cxn>
                <a:cxn ang="0">
                  <a:pos x="63" y="46"/>
                </a:cxn>
                <a:cxn ang="0">
                  <a:pos x="55" y="8"/>
                </a:cxn>
                <a:cxn ang="0">
                  <a:pos x="59" y="13"/>
                </a:cxn>
                <a:cxn ang="0">
                  <a:pos x="50" y="49"/>
                </a:cxn>
                <a:cxn ang="0">
                  <a:pos x="55" y="45"/>
                </a:cxn>
              </a:cxnLst>
              <a:rect l="0" t="0" r="r" b="b"/>
              <a:pathLst>
                <a:path w="68" h="63">
                  <a:moveTo>
                    <a:pt x="45" y="35"/>
                  </a:moveTo>
                  <a:cubicBezTo>
                    <a:pt x="45" y="35"/>
                    <a:pt x="45" y="36"/>
                    <a:pt x="45" y="36"/>
                  </a:cubicBezTo>
                  <a:cubicBezTo>
                    <a:pt x="39" y="36"/>
                    <a:pt x="39" y="36"/>
                    <a:pt x="39" y="36"/>
                  </a:cubicBezTo>
                  <a:cubicBezTo>
                    <a:pt x="39" y="37"/>
                    <a:pt x="38" y="38"/>
                    <a:pt x="38" y="39"/>
                  </a:cubicBezTo>
                  <a:cubicBezTo>
                    <a:pt x="39" y="41"/>
                    <a:pt x="40" y="42"/>
                    <a:pt x="41" y="43"/>
                  </a:cubicBezTo>
                  <a:cubicBezTo>
                    <a:pt x="41" y="43"/>
                    <a:pt x="41" y="44"/>
                    <a:pt x="41" y="44"/>
                  </a:cubicBezTo>
                  <a:cubicBezTo>
                    <a:pt x="41" y="44"/>
                    <a:pt x="41" y="44"/>
                    <a:pt x="41" y="45"/>
                  </a:cubicBezTo>
                  <a:cubicBezTo>
                    <a:pt x="40" y="46"/>
                    <a:pt x="36" y="50"/>
                    <a:pt x="35" y="50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0" y="47"/>
                    <a:pt x="29" y="47"/>
                    <a:pt x="28" y="48"/>
                  </a:cubicBezTo>
                  <a:cubicBezTo>
                    <a:pt x="28" y="49"/>
                    <a:pt x="27" y="51"/>
                    <a:pt x="27" y="53"/>
                  </a:cubicBezTo>
                  <a:cubicBezTo>
                    <a:pt x="27" y="54"/>
                    <a:pt x="26" y="54"/>
                    <a:pt x="26" y="54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19" y="54"/>
                    <a:pt x="18" y="54"/>
                    <a:pt x="18" y="53"/>
                  </a:cubicBezTo>
                  <a:cubicBezTo>
                    <a:pt x="17" y="48"/>
                    <a:pt x="17" y="48"/>
                    <a:pt x="17" y="48"/>
                  </a:cubicBezTo>
                  <a:cubicBezTo>
                    <a:pt x="16" y="47"/>
                    <a:pt x="16" y="47"/>
                    <a:pt x="15" y="47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9" y="50"/>
                    <a:pt x="9" y="50"/>
                  </a:cubicBezTo>
                  <a:cubicBezTo>
                    <a:pt x="8" y="49"/>
                    <a:pt x="4" y="45"/>
                    <a:pt x="4" y="44"/>
                  </a:cubicBezTo>
                  <a:cubicBezTo>
                    <a:pt x="4" y="44"/>
                    <a:pt x="4" y="44"/>
                    <a:pt x="4" y="43"/>
                  </a:cubicBezTo>
                  <a:cubicBezTo>
                    <a:pt x="5" y="42"/>
                    <a:pt x="6" y="41"/>
                    <a:pt x="7" y="39"/>
                  </a:cubicBezTo>
                  <a:cubicBezTo>
                    <a:pt x="7" y="38"/>
                    <a:pt x="6" y="37"/>
                    <a:pt x="6" y="36"/>
                  </a:cubicBezTo>
                  <a:cubicBezTo>
                    <a:pt x="1" y="35"/>
                    <a:pt x="1" y="35"/>
                    <a:pt x="1" y="35"/>
                  </a:cubicBezTo>
                  <a:cubicBezTo>
                    <a:pt x="0" y="35"/>
                    <a:pt x="0" y="35"/>
                    <a:pt x="0" y="34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7"/>
                    <a:pt x="0" y="27"/>
                    <a:pt x="1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5"/>
                    <a:pt x="7" y="24"/>
                    <a:pt x="7" y="23"/>
                  </a:cubicBezTo>
                  <a:cubicBezTo>
                    <a:pt x="6" y="22"/>
                    <a:pt x="5" y="20"/>
                    <a:pt x="4" y="19"/>
                  </a:cubicBezTo>
                  <a:cubicBezTo>
                    <a:pt x="4" y="19"/>
                    <a:pt x="4" y="19"/>
                    <a:pt x="4" y="18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5" y="17"/>
                    <a:pt x="9" y="12"/>
                    <a:pt x="10" y="12"/>
                  </a:cubicBezTo>
                  <a:cubicBezTo>
                    <a:pt x="10" y="12"/>
                    <a:pt x="10" y="12"/>
                    <a:pt x="11" y="13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6" y="15"/>
                    <a:pt x="16" y="15"/>
                    <a:pt x="17" y="15"/>
                  </a:cubicBezTo>
                  <a:cubicBezTo>
                    <a:pt x="18" y="13"/>
                    <a:pt x="18" y="11"/>
                    <a:pt x="18" y="9"/>
                  </a:cubicBezTo>
                  <a:cubicBezTo>
                    <a:pt x="18" y="9"/>
                    <a:pt x="19" y="8"/>
                    <a:pt x="19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6" y="8"/>
                    <a:pt x="27" y="9"/>
                    <a:pt x="27" y="9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29" y="15"/>
                    <a:pt x="30" y="15"/>
                    <a:pt x="31" y="16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6" y="12"/>
                    <a:pt x="36" y="12"/>
                    <a:pt x="36" y="13"/>
                  </a:cubicBezTo>
                  <a:cubicBezTo>
                    <a:pt x="37" y="13"/>
                    <a:pt x="41" y="17"/>
                    <a:pt x="41" y="18"/>
                  </a:cubicBezTo>
                  <a:cubicBezTo>
                    <a:pt x="41" y="19"/>
                    <a:pt x="41" y="19"/>
                    <a:pt x="41" y="19"/>
                  </a:cubicBezTo>
                  <a:cubicBezTo>
                    <a:pt x="40" y="20"/>
                    <a:pt x="39" y="22"/>
                    <a:pt x="38" y="23"/>
                  </a:cubicBezTo>
                  <a:cubicBezTo>
                    <a:pt x="38" y="24"/>
                    <a:pt x="39" y="25"/>
                    <a:pt x="39" y="26"/>
                  </a:cubicBezTo>
                  <a:cubicBezTo>
                    <a:pt x="45" y="27"/>
                    <a:pt x="45" y="27"/>
                    <a:pt x="45" y="27"/>
                  </a:cubicBezTo>
                  <a:cubicBezTo>
                    <a:pt x="45" y="27"/>
                    <a:pt x="45" y="27"/>
                    <a:pt x="45" y="28"/>
                  </a:cubicBezTo>
                  <a:lnTo>
                    <a:pt x="45" y="35"/>
                  </a:lnTo>
                  <a:close/>
                  <a:moveTo>
                    <a:pt x="23" y="22"/>
                  </a:moveTo>
                  <a:cubicBezTo>
                    <a:pt x="18" y="22"/>
                    <a:pt x="13" y="26"/>
                    <a:pt x="13" y="31"/>
                  </a:cubicBezTo>
                  <a:cubicBezTo>
                    <a:pt x="13" y="36"/>
                    <a:pt x="18" y="40"/>
                    <a:pt x="23" y="40"/>
                  </a:cubicBezTo>
                  <a:cubicBezTo>
                    <a:pt x="28" y="40"/>
                    <a:pt x="32" y="36"/>
                    <a:pt x="32" y="31"/>
                  </a:cubicBezTo>
                  <a:cubicBezTo>
                    <a:pt x="32" y="26"/>
                    <a:pt x="28" y="22"/>
                    <a:pt x="23" y="22"/>
                  </a:cubicBezTo>
                  <a:close/>
                  <a:moveTo>
                    <a:pt x="68" y="15"/>
                  </a:moveTo>
                  <a:cubicBezTo>
                    <a:pt x="68" y="16"/>
                    <a:pt x="64" y="16"/>
                    <a:pt x="63" y="16"/>
                  </a:cubicBezTo>
                  <a:cubicBezTo>
                    <a:pt x="63" y="17"/>
                    <a:pt x="62" y="18"/>
                    <a:pt x="62" y="18"/>
                  </a:cubicBezTo>
                  <a:cubicBezTo>
                    <a:pt x="62" y="19"/>
                    <a:pt x="64" y="23"/>
                    <a:pt x="64" y="23"/>
                  </a:cubicBezTo>
                  <a:cubicBezTo>
                    <a:pt x="64" y="23"/>
                    <a:pt x="64" y="23"/>
                    <a:pt x="64" y="24"/>
                  </a:cubicBezTo>
                  <a:cubicBezTo>
                    <a:pt x="63" y="24"/>
                    <a:pt x="59" y="26"/>
                    <a:pt x="59" y="26"/>
                  </a:cubicBezTo>
                  <a:cubicBezTo>
                    <a:pt x="59" y="26"/>
                    <a:pt x="56" y="22"/>
                    <a:pt x="56" y="22"/>
                  </a:cubicBezTo>
                  <a:cubicBezTo>
                    <a:pt x="55" y="22"/>
                    <a:pt x="55" y="22"/>
                    <a:pt x="55" y="22"/>
                  </a:cubicBezTo>
                  <a:cubicBezTo>
                    <a:pt x="54" y="22"/>
                    <a:pt x="54" y="22"/>
                    <a:pt x="54" y="22"/>
                  </a:cubicBezTo>
                  <a:cubicBezTo>
                    <a:pt x="53" y="22"/>
                    <a:pt x="50" y="26"/>
                    <a:pt x="50" y="26"/>
                  </a:cubicBezTo>
                  <a:cubicBezTo>
                    <a:pt x="50" y="26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7" y="19"/>
                    <a:pt x="47" y="18"/>
                  </a:cubicBezTo>
                  <a:cubicBezTo>
                    <a:pt x="47" y="18"/>
                    <a:pt x="46" y="17"/>
                    <a:pt x="46" y="16"/>
                  </a:cubicBezTo>
                  <a:cubicBezTo>
                    <a:pt x="45" y="16"/>
                    <a:pt x="41" y="16"/>
                    <a:pt x="41" y="15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5" y="9"/>
                    <a:pt x="46" y="9"/>
                  </a:cubicBezTo>
                  <a:cubicBezTo>
                    <a:pt x="46" y="9"/>
                    <a:pt x="47" y="8"/>
                    <a:pt x="47" y="7"/>
                  </a:cubicBezTo>
                  <a:cubicBezTo>
                    <a:pt x="47" y="7"/>
                    <a:pt x="45" y="3"/>
                    <a:pt x="45" y="2"/>
                  </a:cubicBezTo>
                  <a:cubicBezTo>
                    <a:pt x="45" y="2"/>
                    <a:pt x="45" y="2"/>
                    <a:pt x="46" y="2"/>
                  </a:cubicBezTo>
                  <a:cubicBezTo>
                    <a:pt x="46" y="2"/>
                    <a:pt x="50" y="0"/>
                    <a:pt x="50" y="0"/>
                  </a:cubicBezTo>
                  <a:cubicBezTo>
                    <a:pt x="50" y="0"/>
                    <a:pt x="53" y="3"/>
                    <a:pt x="54" y="4"/>
                  </a:cubicBezTo>
                  <a:cubicBezTo>
                    <a:pt x="54" y="4"/>
                    <a:pt x="54" y="4"/>
                    <a:pt x="55" y="4"/>
                  </a:cubicBezTo>
                  <a:cubicBezTo>
                    <a:pt x="55" y="4"/>
                    <a:pt x="55" y="4"/>
                    <a:pt x="56" y="4"/>
                  </a:cubicBezTo>
                  <a:cubicBezTo>
                    <a:pt x="57" y="2"/>
                    <a:pt x="58" y="1"/>
                    <a:pt x="59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0"/>
                    <a:pt x="63" y="2"/>
                    <a:pt x="64" y="2"/>
                  </a:cubicBezTo>
                  <a:cubicBezTo>
                    <a:pt x="64" y="2"/>
                    <a:pt x="64" y="2"/>
                    <a:pt x="64" y="2"/>
                  </a:cubicBezTo>
                  <a:cubicBezTo>
                    <a:pt x="64" y="3"/>
                    <a:pt x="62" y="7"/>
                    <a:pt x="62" y="7"/>
                  </a:cubicBezTo>
                  <a:cubicBezTo>
                    <a:pt x="62" y="8"/>
                    <a:pt x="63" y="9"/>
                    <a:pt x="63" y="9"/>
                  </a:cubicBezTo>
                  <a:cubicBezTo>
                    <a:pt x="64" y="9"/>
                    <a:pt x="68" y="10"/>
                    <a:pt x="68" y="10"/>
                  </a:cubicBezTo>
                  <a:lnTo>
                    <a:pt x="68" y="15"/>
                  </a:lnTo>
                  <a:close/>
                  <a:moveTo>
                    <a:pt x="68" y="52"/>
                  </a:moveTo>
                  <a:cubicBezTo>
                    <a:pt x="68" y="52"/>
                    <a:pt x="64" y="53"/>
                    <a:pt x="63" y="53"/>
                  </a:cubicBezTo>
                  <a:cubicBezTo>
                    <a:pt x="63" y="54"/>
                    <a:pt x="62" y="54"/>
                    <a:pt x="62" y="55"/>
                  </a:cubicBezTo>
                  <a:cubicBezTo>
                    <a:pt x="62" y="56"/>
                    <a:pt x="64" y="59"/>
                    <a:pt x="64" y="60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63" y="60"/>
                    <a:pt x="59" y="63"/>
                    <a:pt x="59" y="63"/>
                  </a:cubicBezTo>
                  <a:cubicBezTo>
                    <a:pt x="59" y="63"/>
                    <a:pt x="56" y="59"/>
                    <a:pt x="56" y="59"/>
                  </a:cubicBezTo>
                  <a:cubicBezTo>
                    <a:pt x="55" y="59"/>
                    <a:pt x="55" y="59"/>
                    <a:pt x="55" y="59"/>
                  </a:cubicBezTo>
                  <a:cubicBezTo>
                    <a:pt x="54" y="59"/>
                    <a:pt x="54" y="59"/>
                    <a:pt x="54" y="59"/>
                  </a:cubicBezTo>
                  <a:cubicBezTo>
                    <a:pt x="53" y="59"/>
                    <a:pt x="50" y="63"/>
                    <a:pt x="50" y="63"/>
                  </a:cubicBezTo>
                  <a:cubicBezTo>
                    <a:pt x="50" y="63"/>
                    <a:pt x="46" y="60"/>
                    <a:pt x="46" y="60"/>
                  </a:cubicBezTo>
                  <a:cubicBezTo>
                    <a:pt x="45" y="60"/>
                    <a:pt x="45" y="60"/>
                    <a:pt x="45" y="60"/>
                  </a:cubicBezTo>
                  <a:cubicBezTo>
                    <a:pt x="45" y="59"/>
                    <a:pt x="47" y="56"/>
                    <a:pt x="47" y="55"/>
                  </a:cubicBezTo>
                  <a:cubicBezTo>
                    <a:pt x="47" y="54"/>
                    <a:pt x="46" y="54"/>
                    <a:pt x="46" y="53"/>
                  </a:cubicBezTo>
                  <a:cubicBezTo>
                    <a:pt x="45" y="53"/>
                    <a:pt x="41" y="52"/>
                    <a:pt x="41" y="52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6"/>
                    <a:pt x="45" y="46"/>
                    <a:pt x="46" y="46"/>
                  </a:cubicBezTo>
                  <a:cubicBezTo>
                    <a:pt x="46" y="45"/>
                    <a:pt x="47" y="45"/>
                    <a:pt x="47" y="44"/>
                  </a:cubicBezTo>
                  <a:cubicBezTo>
                    <a:pt x="47" y="43"/>
                    <a:pt x="45" y="40"/>
                    <a:pt x="45" y="39"/>
                  </a:cubicBezTo>
                  <a:cubicBezTo>
                    <a:pt x="45" y="39"/>
                    <a:pt x="45" y="39"/>
                    <a:pt x="46" y="39"/>
                  </a:cubicBezTo>
                  <a:cubicBezTo>
                    <a:pt x="46" y="39"/>
                    <a:pt x="50" y="36"/>
                    <a:pt x="50" y="36"/>
                  </a:cubicBezTo>
                  <a:cubicBezTo>
                    <a:pt x="50" y="36"/>
                    <a:pt x="53" y="40"/>
                    <a:pt x="54" y="40"/>
                  </a:cubicBezTo>
                  <a:cubicBezTo>
                    <a:pt x="54" y="40"/>
                    <a:pt x="54" y="40"/>
                    <a:pt x="55" y="40"/>
                  </a:cubicBezTo>
                  <a:cubicBezTo>
                    <a:pt x="55" y="40"/>
                    <a:pt x="55" y="40"/>
                    <a:pt x="56" y="40"/>
                  </a:cubicBezTo>
                  <a:cubicBezTo>
                    <a:pt x="57" y="39"/>
                    <a:pt x="58" y="38"/>
                    <a:pt x="59" y="36"/>
                  </a:cubicBezTo>
                  <a:cubicBezTo>
                    <a:pt x="59" y="36"/>
                    <a:pt x="59" y="36"/>
                    <a:pt x="59" y="36"/>
                  </a:cubicBezTo>
                  <a:cubicBezTo>
                    <a:pt x="59" y="36"/>
                    <a:pt x="63" y="39"/>
                    <a:pt x="64" y="39"/>
                  </a:cubicBezTo>
                  <a:cubicBezTo>
                    <a:pt x="64" y="39"/>
                    <a:pt x="64" y="39"/>
                    <a:pt x="64" y="39"/>
                  </a:cubicBezTo>
                  <a:cubicBezTo>
                    <a:pt x="64" y="40"/>
                    <a:pt x="62" y="43"/>
                    <a:pt x="62" y="44"/>
                  </a:cubicBezTo>
                  <a:cubicBezTo>
                    <a:pt x="62" y="45"/>
                    <a:pt x="63" y="45"/>
                    <a:pt x="63" y="46"/>
                  </a:cubicBezTo>
                  <a:cubicBezTo>
                    <a:pt x="64" y="46"/>
                    <a:pt x="68" y="46"/>
                    <a:pt x="68" y="47"/>
                  </a:cubicBezTo>
                  <a:lnTo>
                    <a:pt x="68" y="52"/>
                  </a:lnTo>
                  <a:close/>
                  <a:moveTo>
                    <a:pt x="55" y="8"/>
                  </a:moveTo>
                  <a:cubicBezTo>
                    <a:pt x="52" y="8"/>
                    <a:pt x="50" y="10"/>
                    <a:pt x="50" y="13"/>
                  </a:cubicBezTo>
                  <a:cubicBezTo>
                    <a:pt x="50" y="15"/>
                    <a:pt x="52" y="17"/>
                    <a:pt x="55" y="17"/>
                  </a:cubicBezTo>
                  <a:cubicBezTo>
                    <a:pt x="57" y="17"/>
                    <a:pt x="59" y="15"/>
                    <a:pt x="59" y="13"/>
                  </a:cubicBezTo>
                  <a:cubicBezTo>
                    <a:pt x="59" y="10"/>
                    <a:pt x="57" y="8"/>
                    <a:pt x="55" y="8"/>
                  </a:cubicBezTo>
                  <a:close/>
                  <a:moveTo>
                    <a:pt x="55" y="45"/>
                  </a:moveTo>
                  <a:cubicBezTo>
                    <a:pt x="52" y="45"/>
                    <a:pt x="50" y="47"/>
                    <a:pt x="50" y="49"/>
                  </a:cubicBezTo>
                  <a:cubicBezTo>
                    <a:pt x="50" y="52"/>
                    <a:pt x="52" y="54"/>
                    <a:pt x="55" y="54"/>
                  </a:cubicBezTo>
                  <a:cubicBezTo>
                    <a:pt x="57" y="54"/>
                    <a:pt x="59" y="52"/>
                    <a:pt x="59" y="49"/>
                  </a:cubicBezTo>
                  <a:cubicBezTo>
                    <a:pt x="59" y="47"/>
                    <a:pt x="57" y="45"/>
                    <a:pt x="55" y="45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26" name="Group 66"/>
            <p:cNvGrpSpPr/>
            <p:nvPr/>
          </p:nvGrpSpPr>
          <p:grpSpPr>
            <a:xfrm>
              <a:off x="6359127" y="3570368"/>
              <a:ext cx="284536" cy="244994"/>
              <a:chOff x="5888038" y="5661025"/>
              <a:chExt cx="1393826" cy="1200151"/>
            </a:xfrm>
            <a:solidFill>
              <a:schemeClr val="bg1"/>
            </a:solidFill>
          </p:grpSpPr>
          <p:sp>
            <p:nvSpPr>
              <p:cNvPr id="43" name="Oval 67"/>
              <p:cNvSpPr>
                <a:spLocks/>
              </p:cNvSpPr>
              <p:nvPr/>
            </p:nvSpPr>
            <p:spPr bwMode="auto">
              <a:xfrm>
                <a:off x="6192838" y="5859463"/>
                <a:ext cx="133350" cy="1254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4" name="Oval 68"/>
              <p:cNvSpPr>
                <a:spLocks/>
              </p:cNvSpPr>
              <p:nvPr/>
            </p:nvSpPr>
            <p:spPr bwMode="auto">
              <a:xfrm>
                <a:off x="6454776" y="5661025"/>
                <a:ext cx="230188" cy="2111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5" name="Oval 69"/>
              <p:cNvSpPr>
                <a:spLocks/>
              </p:cNvSpPr>
              <p:nvPr/>
            </p:nvSpPr>
            <p:spPr bwMode="auto">
              <a:xfrm>
                <a:off x="6837363" y="5862638"/>
                <a:ext cx="136525" cy="1238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6" name="Rectangle 70"/>
              <p:cNvSpPr>
                <a:spLocks/>
              </p:cNvSpPr>
              <p:nvPr/>
            </p:nvSpPr>
            <p:spPr bwMode="auto">
              <a:xfrm>
                <a:off x="6149976" y="6653213"/>
                <a:ext cx="839788" cy="2079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7" name="Oval 71"/>
              <p:cNvSpPr>
                <a:spLocks/>
              </p:cNvSpPr>
              <p:nvPr/>
            </p:nvSpPr>
            <p:spPr bwMode="auto">
              <a:xfrm>
                <a:off x="7048501" y="5797550"/>
                <a:ext cx="233363" cy="2079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8" name="Oval 72"/>
              <p:cNvSpPr>
                <a:spLocks/>
              </p:cNvSpPr>
              <p:nvPr/>
            </p:nvSpPr>
            <p:spPr bwMode="auto">
              <a:xfrm>
                <a:off x="5888038" y="5800725"/>
                <a:ext cx="233363" cy="2111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9" name="Freeform: Shape 73"/>
              <p:cNvSpPr>
                <a:spLocks/>
              </p:cNvSpPr>
              <p:nvPr/>
            </p:nvSpPr>
            <p:spPr bwMode="auto">
              <a:xfrm>
                <a:off x="6049963" y="5907088"/>
                <a:ext cx="1076325" cy="704850"/>
              </a:xfrm>
              <a:custGeom>
                <a:avLst/>
                <a:gdLst>
                  <a:gd name="T0" fmla="*/ 316 w 346"/>
                  <a:gd name="T1" fmla="*/ 39 h 227"/>
                  <a:gd name="T2" fmla="*/ 265 w 346"/>
                  <a:gd name="T3" fmla="*/ 85 h 227"/>
                  <a:gd name="T4" fmla="*/ 269 w 346"/>
                  <a:gd name="T5" fmla="*/ 38 h 227"/>
                  <a:gd name="T6" fmla="*/ 253 w 346"/>
                  <a:gd name="T7" fmla="*/ 36 h 227"/>
                  <a:gd name="T8" fmla="*/ 222 w 346"/>
                  <a:gd name="T9" fmla="*/ 75 h 227"/>
                  <a:gd name="T10" fmla="*/ 182 w 346"/>
                  <a:gd name="T11" fmla="*/ 12 h 227"/>
                  <a:gd name="T12" fmla="*/ 152 w 346"/>
                  <a:gd name="T13" fmla="*/ 12 h 227"/>
                  <a:gd name="T14" fmla="*/ 113 w 346"/>
                  <a:gd name="T15" fmla="*/ 74 h 227"/>
                  <a:gd name="T16" fmla="*/ 86 w 346"/>
                  <a:gd name="T17" fmla="*/ 36 h 227"/>
                  <a:gd name="T18" fmla="*/ 71 w 346"/>
                  <a:gd name="T19" fmla="*/ 36 h 227"/>
                  <a:gd name="T20" fmla="*/ 73 w 346"/>
                  <a:gd name="T21" fmla="*/ 88 h 227"/>
                  <a:gd name="T22" fmla="*/ 23 w 346"/>
                  <a:gd name="T23" fmla="*/ 39 h 227"/>
                  <a:gd name="T24" fmla="*/ 0 w 346"/>
                  <a:gd name="T25" fmla="*/ 47 h 227"/>
                  <a:gd name="T26" fmla="*/ 32 w 346"/>
                  <a:gd name="T27" fmla="*/ 227 h 227"/>
                  <a:gd name="T28" fmla="*/ 301 w 346"/>
                  <a:gd name="T29" fmla="*/ 227 h 227"/>
                  <a:gd name="T30" fmla="*/ 346 w 346"/>
                  <a:gd name="T31" fmla="*/ 52 h 227"/>
                  <a:gd name="T32" fmla="*/ 316 w 346"/>
                  <a:gd name="T33" fmla="*/ 39 h 2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46" h="227">
                    <a:moveTo>
                      <a:pt x="316" y="39"/>
                    </a:moveTo>
                    <a:cubicBezTo>
                      <a:pt x="265" y="85"/>
                      <a:pt x="265" y="85"/>
                      <a:pt x="265" y="85"/>
                    </a:cubicBezTo>
                    <a:cubicBezTo>
                      <a:pt x="269" y="38"/>
                      <a:pt x="269" y="38"/>
                      <a:pt x="269" y="38"/>
                    </a:cubicBezTo>
                    <a:cubicBezTo>
                      <a:pt x="269" y="38"/>
                      <a:pt x="262" y="27"/>
                      <a:pt x="253" y="36"/>
                    </a:cubicBezTo>
                    <a:cubicBezTo>
                      <a:pt x="222" y="75"/>
                      <a:pt x="222" y="75"/>
                      <a:pt x="222" y="75"/>
                    </a:cubicBezTo>
                    <a:cubicBezTo>
                      <a:pt x="182" y="12"/>
                      <a:pt x="182" y="12"/>
                      <a:pt x="182" y="12"/>
                    </a:cubicBezTo>
                    <a:cubicBezTo>
                      <a:pt x="182" y="12"/>
                      <a:pt x="171" y="0"/>
                      <a:pt x="152" y="12"/>
                    </a:cubicBezTo>
                    <a:cubicBezTo>
                      <a:pt x="113" y="74"/>
                      <a:pt x="113" y="74"/>
                      <a:pt x="113" y="74"/>
                    </a:cubicBezTo>
                    <a:cubicBezTo>
                      <a:pt x="86" y="36"/>
                      <a:pt x="86" y="36"/>
                      <a:pt x="86" y="36"/>
                    </a:cubicBezTo>
                    <a:cubicBezTo>
                      <a:pt x="86" y="36"/>
                      <a:pt x="79" y="25"/>
                      <a:pt x="71" y="36"/>
                    </a:cubicBezTo>
                    <a:cubicBezTo>
                      <a:pt x="73" y="88"/>
                      <a:pt x="73" y="88"/>
                      <a:pt x="73" y="88"/>
                    </a:cubicBezTo>
                    <a:cubicBezTo>
                      <a:pt x="23" y="39"/>
                      <a:pt x="23" y="39"/>
                      <a:pt x="23" y="39"/>
                    </a:cubicBezTo>
                    <a:cubicBezTo>
                      <a:pt x="23" y="39"/>
                      <a:pt x="7" y="32"/>
                      <a:pt x="0" y="47"/>
                    </a:cubicBezTo>
                    <a:cubicBezTo>
                      <a:pt x="32" y="227"/>
                      <a:pt x="32" y="227"/>
                      <a:pt x="32" y="227"/>
                    </a:cubicBezTo>
                    <a:cubicBezTo>
                      <a:pt x="301" y="227"/>
                      <a:pt x="301" y="227"/>
                      <a:pt x="301" y="227"/>
                    </a:cubicBezTo>
                    <a:cubicBezTo>
                      <a:pt x="346" y="52"/>
                      <a:pt x="346" y="52"/>
                      <a:pt x="346" y="52"/>
                    </a:cubicBezTo>
                    <a:cubicBezTo>
                      <a:pt x="346" y="52"/>
                      <a:pt x="341" y="29"/>
                      <a:pt x="316" y="3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27" name="Freeform: Shape 74"/>
            <p:cNvSpPr/>
            <p:nvPr/>
          </p:nvSpPr>
          <p:spPr>
            <a:xfrm>
              <a:off x="6349561" y="2561123"/>
              <a:ext cx="281969" cy="2643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93" h="21440" extrusionOk="0">
                  <a:moveTo>
                    <a:pt x="20097" y="14373"/>
                  </a:moveTo>
                  <a:lnTo>
                    <a:pt x="15990" y="12571"/>
                  </a:lnTo>
                  <a:lnTo>
                    <a:pt x="16463" y="14008"/>
                  </a:lnTo>
                  <a:cubicBezTo>
                    <a:pt x="16439" y="15532"/>
                    <a:pt x="13726" y="16745"/>
                    <a:pt x="10496" y="16745"/>
                  </a:cubicBezTo>
                  <a:cubicBezTo>
                    <a:pt x="7268" y="16745"/>
                    <a:pt x="4553" y="15532"/>
                    <a:pt x="4529" y="14008"/>
                  </a:cubicBezTo>
                  <a:lnTo>
                    <a:pt x="5002" y="12571"/>
                  </a:lnTo>
                  <a:lnTo>
                    <a:pt x="895" y="14373"/>
                  </a:lnTo>
                  <a:cubicBezTo>
                    <a:pt x="-255" y="14878"/>
                    <a:pt x="-304" y="15814"/>
                    <a:pt x="789" y="16451"/>
                  </a:cubicBezTo>
                  <a:lnTo>
                    <a:pt x="8511" y="20962"/>
                  </a:lnTo>
                  <a:cubicBezTo>
                    <a:pt x="9602" y="21600"/>
                    <a:pt x="11390" y="21600"/>
                    <a:pt x="12481" y="20962"/>
                  </a:cubicBezTo>
                  <a:lnTo>
                    <a:pt x="20205" y="16451"/>
                  </a:lnTo>
                  <a:cubicBezTo>
                    <a:pt x="21296" y="15814"/>
                    <a:pt x="21247" y="14878"/>
                    <a:pt x="20097" y="14373"/>
                  </a:cubicBezTo>
                  <a:close/>
                  <a:moveTo>
                    <a:pt x="10496" y="5209"/>
                  </a:moveTo>
                  <a:cubicBezTo>
                    <a:pt x="11724" y="5209"/>
                    <a:pt x="12866" y="4796"/>
                    <a:pt x="13199" y="4152"/>
                  </a:cubicBezTo>
                  <a:cubicBezTo>
                    <a:pt x="12739" y="2744"/>
                    <a:pt x="12343" y="1535"/>
                    <a:pt x="12094" y="773"/>
                  </a:cubicBezTo>
                  <a:cubicBezTo>
                    <a:pt x="11927" y="264"/>
                    <a:pt x="11175" y="0"/>
                    <a:pt x="10496" y="0"/>
                  </a:cubicBezTo>
                  <a:cubicBezTo>
                    <a:pt x="9817" y="0"/>
                    <a:pt x="9065" y="264"/>
                    <a:pt x="8898" y="773"/>
                  </a:cubicBezTo>
                  <a:cubicBezTo>
                    <a:pt x="8649" y="1535"/>
                    <a:pt x="8253" y="2744"/>
                    <a:pt x="7792" y="4152"/>
                  </a:cubicBezTo>
                  <a:cubicBezTo>
                    <a:pt x="8126" y="4796"/>
                    <a:pt x="9268" y="5209"/>
                    <a:pt x="10496" y="5209"/>
                  </a:cubicBezTo>
                  <a:close/>
                  <a:moveTo>
                    <a:pt x="10496" y="13197"/>
                  </a:moveTo>
                  <a:cubicBezTo>
                    <a:pt x="13109" y="13197"/>
                    <a:pt x="15296" y="12229"/>
                    <a:pt x="15429" y="10966"/>
                  </a:cubicBezTo>
                  <a:cubicBezTo>
                    <a:pt x="15041" y="9779"/>
                    <a:pt x="14617" y="8484"/>
                    <a:pt x="14201" y="7211"/>
                  </a:cubicBezTo>
                  <a:cubicBezTo>
                    <a:pt x="13911" y="8118"/>
                    <a:pt x="12316" y="8759"/>
                    <a:pt x="10496" y="8759"/>
                  </a:cubicBezTo>
                  <a:cubicBezTo>
                    <a:pt x="8678" y="8759"/>
                    <a:pt x="7081" y="8118"/>
                    <a:pt x="6791" y="7211"/>
                  </a:cubicBezTo>
                  <a:cubicBezTo>
                    <a:pt x="6375" y="8484"/>
                    <a:pt x="5951" y="9779"/>
                    <a:pt x="5563" y="10966"/>
                  </a:cubicBezTo>
                  <a:cubicBezTo>
                    <a:pt x="5696" y="12229"/>
                    <a:pt x="7883" y="13197"/>
                    <a:pt x="10496" y="13197"/>
                  </a:cubicBez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28" name="Group 75"/>
          <p:cNvGrpSpPr/>
          <p:nvPr/>
        </p:nvGrpSpPr>
        <p:grpSpPr>
          <a:xfrm>
            <a:off x="533631" y="2434694"/>
            <a:ext cx="1780712" cy="611481"/>
            <a:chOff x="711509" y="1838802"/>
            <a:chExt cx="2374282" cy="815308"/>
          </a:xfrm>
        </p:grpSpPr>
        <p:sp>
          <p:nvSpPr>
            <p:cNvPr id="41" name="TextBox 76"/>
            <p:cNvSpPr txBox="1"/>
            <p:nvPr/>
          </p:nvSpPr>
          <p:spPr>
            <a:xfrm>
              <a:off x="711509" y="2133070"/>
              <a:ext cx="2374282" cy="521040"/>
            </a:xfrm>
            <a:prstGeom prst="rect">
              <a:avLst/>
            </a:prstGeom>
            <a:noFill/>
          </p:spPr>
          <p:txBody>
            <a:bodyPr wrap="square" lIns="0" tIns="0" rIns="0" bIns="0" anchor="t" anchorCtr="0">
              <a:normAutofit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100">
                  <a:solidFill/>
                </a:rPr>
                <a:t>此部分内容作为文字排版占位显示（建议使用主题字体）</a:t>
              </a:r>
            </a:p>
          </p:txBody>
        </p:sp>
        <p:sp>
          <p:nvSpPr>
            <p:cNvPr id="42" name="TextBox 77"/>
            <p:cNvSpPr txBox="1"/>
            <p:nvPr/>
          </p:nvSpPr>
          <p:spPr>
            <a:xfrm>
              <a:off x="719667" y="1838802"/>
              <a:ext cx="2366021" cy="276999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rmAutofit fontScale="92500" lnSpcReduction="10000"/>
            </a:bodyPr>
            <a:lstStyle/>
            <a:p>
              <a:pPr algn="r"/>
              <a:r>
                <a:rPr lang="zh-CN" altLang="en-US" sz="1600" b="1">
                  <a:solidFill/>
                </a:rPr>
                <a:t>标题文本预设</a:t>
              </a:r>
            </a:p>
          </p:txBody>
        </p:sp>
      </p:grpSp>
      <p:grpSp>
        <p:nvGrpSpPr>
          <p:cNvPr id="29" name="Group 78"/>
          <p:cNvGrpSpPr/>
          <p:nvPr/>
        </p:nvGrpSpPr>
        <p:grpSpPr>
          <a:xfrm>
            <a:off x="533631" y="3455555"/>
            <a:ext cx="1780712" cy="611481"/>
            <a:chOff x="711509" y="1838802"/>
            <a:chExt cx="2374282" cy="815308"/>
          </a:xfrm>
        </p:grpSpPr>
        <p:sp>
          <p:nvSpPr>
            <p:cNvPr id="39" name="TextBox 79"/>
            <p:cNvSpPr txBox="1"/>
            <p:nvPr/>
          </p:nvSpPr>
          <p:spPr>
            <a:xfrm>
              <a:off x="711509" y="2133070"/>
              <a:ext cx="2374282" cy="521040"/>
            </a:xfrm>
            <a:prstGeom prst="rect">
              <a:avLst/>
            </a:prstGeom>
            <a:noFill/>
          </p:spPr>
          <p:txBody>
            <a:bodyPr wrap="square" lIns="0" tIns="0" rIns="0" bIns="0" anchor="t" anchorCtr="0">
              <a:normAutofit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100">
                  <a:solidFill/>
                </a:rPr>
                <a:t>此部分内容作为文字排版占位显示（建议使用主题字体）</a:t>
              </a:r>
            </a:p>
          </p:txBody>
        </p:sp>
        <p:sp>
          <p:nvSpPr>
            <p:cNvPr id="40" name="TextBox 80"/>
            <p:cNvSpPr txBox="1"/>
            <p:nvPr/>
          </p:nvSpPr>
          <p:spPr>
            <a:xfrm>
              <a:off x="719667" y="1838802"/>
              <a:ext cx="2366021" cy="276999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rmAutofit fontScale="92500" lnSpcReduction="10000"/>
            </a:bodyPr>
            <a:lstStyle/>
            <a:p>
              <a:pPr algn="r"/>
              <a:r>
                <a:rPr lang="zh-CN" altLang="en-US" sz="1600" b="1">
                  <a:solidFill/>
                </a:rPr>
                <a:t>标题文本预设</a:t>
              </a:r>
            </a:p>
          </p:txBody>
        </p:sp>
      </p:grpSp>
      <p:grpSp>
        <p:nvGrpSpPr>
          <p:cNvPr id="30" name="Group 81"/>
          <p:cNvGrpSpPr/>
          <p:nvPr/>
        </p:nvGrpSpPr>
        <p:grpSpPr>
          <a:xfrm>
            <a:off x="6825435" y="1379102"/>
            <a:ext cx="1780712" cy="611481"/>
            <a:chOff x="711509" y="1838802"/>
            <a:chExt cx="2374282" cy="815308"/>
          </a:xfrm>
        </p:grpSpPr>
        <p:sp>
          <p:nvSpPr>
            <p:cNvPr id="37" name="TextBox 82"/>
            <p:cNvSpPr txBox="1"/>
            <p:nvPr/>
          </p:nvSpPr>
          <p:spPr>
            <a:xfrm>
              <a:off x="711509" y="2133070"/>
              <a:ext cx="2374282" cy="521040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100">
                  <a:solidFill/>
                </a:rPr>
                <a:t>此部分内容作为文字排版占位显示（建议使用主题字体）</a:t>
              </a:r>
            </a:p>
          </p:txBody>
        </p:sp>
        <p:sp>
          <p:nvSpPr>
            <p:cNvPr id="38" name="TextBox 83"/>
            <p:cNvSpPr txBox="1"/>
            <p:nvPr/>
          </p:nvSpPr>
          <p:spPr>
            <a:xfrm>
              <a:off x="719667" y="1838802"/>
              <a:ext cx="2366021" cy="276999"/>
            </a:xfrm>
            <a:prstGeom prst="rect">
              <a:avLst/>
            </a:prstGeom>
            <a:noFill/>
          </p:spPr>
          <p:txBody>
            <a:bodyPr wrap="none" lIns="0" tIns="0" rIns="0" bIns="0" anchor="ctr" anchorCtr="0">
              <a:normAutofit fontScale="92500" lnSpcReduction="10000"/>
            </a:bodyPr>
            <a:lstStyle/>
            <a:p>
              <a:r>
                <a:rPr lang="zh-CN" altLang="en-US" sz="1600" b="1" dirty="0">
                  <a:solidFill/>
                </a:rPr>
                <a:t>标题文本预设</a:t>
              </a:r>
            </a:p>
          </p:txBody>
        </p:sp>
      </p:grpSp>
      <p:grpSp>
        <p:nvGrpSpPr>
          <p:cNvPr id="31" name="Group 84"/>
          <p:cNvGrpSpPr/>
          <p:nvPr/>
        </p:nvGrpSpPr>
        <p:grpSpPr>
          <a:xfrm>
            <a:off x="6831555" y="2383888"/>
            <a:ext cx="1780712" cy="611481"/>
            <a:chOff x="711509" y="1838802"/>
            <a:chExt cx="2374282" cy="815308"/>
          </a:xfrm>
        </p:grpSpPr>
        <p:sp>
          <p:nvSpPr>
            <p:cNvPr id="35" name="TextBox 85"/>
            <p:cNvSpPr txBox="1"/>
            <p:nvPr/>
          </p:nvSpPr>
          <p:spPr>
            <a:xfrm>
              <a:off x="711509" y="2133070"/>
              <a:ext cx="2374282" cy="521040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100">
                  <a:solidFill/>
                </a:rPr>
                <a:t>此部分内容作为文字排版占位显示（建议使用主题字体）</a:t>
              </a:r>
            </a:p>
          </p:txBody>
        </p:sp>
        <p:sp>
          <p:nvSpPr>
            <p:cNvPr id="36" name="TextBox 86"/>
            <p:cNvSpPr txBox="1"/>
            <p:nvPr/>
          </p:nvSpPr>
          <p:spPr>
            <a:xfrm>
              <a:off x="719667" y="1838802"/>
              <a:ext cx="2366021" cy="276999"/>
            </a:xfrm>
            <a:prstGeom prst="rect">
              <a:avLst/>
            </a:prstGeom>
            <a:noFill/>
          </p:spPr>
          <p:txBody>
            <a:bodyPr wrap="none" lIns="0" tIns="0" rIns="0" bIns="0" anchor="ctr" anchorCtr="0">
              <a:normAutofit fontScale="92500" lnSpcReduction="10000"/>
            </a:bodyPr>
            <a:lstStyle/>
            <a:p>
              <a:r>
                <a:rPr lang="zh-CN" altLang="en-US" sz="1600" b="1">
                  <a:solidFill/>
                </a:rPr>
                <a:t>标题文本预设</a:t>
              </a:r>
            </a:p>
          </p:txBody>
        </p:sp>
      </p:grpSp>
      <p:grpSp>
        <p:nvGrpSpPr>
          <p:cNvPr id="32" name="Group 87"/>
          <p:cNvGrpSpPr/>
          <p:nvPr/>
        </p:nvGrpSpPr>
        <p:grpSpPr>
          <a:xfrm>
            <a:off x="6825435" y="3455555"/>
            <a:ext cx="1780712" cy="611481"/>
            <a:chOff x="711509" y="1838802"/>
            <a:chExt cx="2374282" cy="815308"/>
          </a:xfrm>
        </p:grpSpPr>
        <p:sp>
          <p:nvSpPr>
            <p:cNvPr id="33" name="TextBox 88"/>
            <p:cNvSpPr txBox="1"/>
            <p:nvPr/>
          </p:nvSpPr>
          <p:spPr>
            <a:xfrm>
              <a:off x="711509" y="2133070"/>
              <a:ext cx="2374282" cy="521040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100">
                  <a:solidFill/>
                </a:rPr>
                <a:t>此部分内容作为文字排版占位显示（建议使用主题字体）</a:t>
              </a:r>
            </a:p>
          </p:txBody>
        </p:sp>
        <p:sp>
          <p:nvSpPr>
            <p:cNvPr id="34" name="TextBox 89"/>
            <p:cNvSpPr txBox="1"/>
            <p:nvPr/>
          </p:nvSpPr>
          <p:spPr>
            <a:xfrm>
              <a:off x="719667" y="1838802"/>
              <a:ext cx="2366021" cy="276999"/>
            </a:xfrm>
            <a:prstGeom prst="rect">
              <a:avLst/>
            </a:prstGeom>
            <a:noFill/>
          </p:spPr>
          <p:txBody>
            <a:bodyPr wrap="none" lIns="0" tIns="0" rIns="0" bIns="0" anchor="ctr" anchorCtr="0">
              <a:normAutofit fontScale="92500" lnSpcReduction="10000"/>
            </a:bodyPr>
            <a:lstStyle/>
            <a:p>
              <a:r>
                <a:rPr lang="zh-CN" altLang="en-US" sz="1600" b="1">
                  <a:solidFill/>
                </a:rPr>
                <a:t>标题文本预设</a:t>
              </a:r>
            </a:p>
          </p:txBody>
        </p:sp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B0D4F74B-203A-BAC4-C242-5CF7A2E92118}"/>
              </a:ext>
            </a:extLst>
          </p:cNvPr>
          <p:cNvGrpSpPr/>
          <p:nvPr/>
        </p:nvGrpSpPr>
        <p:grpSpPr>
          <a:xfrm>
            <a:off x="2" y="62949"/>
            <a:ext cx="9145587" cy="514424"/>
            <a:chOff x="2" y="62949"/>
            <a:chExt cx="9145587" cy="514424"/>
          </a:xfrm>
        </p:grpSpPr>
        <p:pic>
          <p:nvPicPr>
            <p:cNvPr id="82" name="Picture 81" descr="122-吉林大学-logo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13973" y="62949"/>
              <a:ext cx="430096" cy="430096"/>
            </a:xfrm>
            <a:prstGeom prst="rect">
              <a:avLst/>
            </a:prstGeom>
          </p:spPr>
        </p:pic>
        <p:sp>
          <p:nvSpPr>
            <p:cNvPr id="79" name="任意多边形 7">
              <a:extLst>
                <a:ext uri="{FF2B5EF4-FFF2-40B4-BE49-F238E27FC236}">
                  <a16:creationId xmlns:a16="http://schemas.microsoft.com/office/drawing/2014/main" id="{463F745D-0924-7A0A-7F88-EDFE3904D914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521636" y="555120"/>
              <a:ext cx="8623953" cy="22253"/>
            </a:xfrm>
            <a:custGeom>
              <a:avLst/>
              <a:gdLst>
                <a:gd name="connsiteX0" fmla="*/ 0 w 12125327"/>
                <a:gd name="connsiteY0" fmla="*/ 0 h 31282"/>
                <a:gd name="connsiteX1" fmla="*/ 12125327 w 12125327"/>
                <a:gd name="connsiteY1" fmla="*/ 0 h 31282"/>
                <a:gd name="connsiteX2" fmla="*/ 12125327 w 12125327"/>
                <a:gd name="connsiteY2" fmla="*/ 31282 h 31282"/>
                <a:gd name="connsiteX3" fmla="*/ 17139 w 12125327"/>
                <a:gd name="connsiteY3" fmla="*/ 31282 h 31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25327" h="31282">
                  <a:moveTo>
                    <a:pt x="0" y="0"/>
                  </a:moveTo>
                  <a:lnTo>
                    <a:pt x="12125327" y="0"/>
                  </a:lnTo>
                  <a:lnTo>
                    <a:pt x="12125327" y="31282"/>
                  </a:lnTo>
                  <a:lnTo>
                    <a:pt x="17139" y="3128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4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0" name="任意多边形 8">
              <a:extLst>
                <a:ext uri="{FF2B5EF4-FFF2-40B4-BE49-F238E27FC236}">
                  <a16:creationId xmlns:a16="http://schemas.microsoft.com/office/drawing/2014/main" id="{4D85C7CD-D118-80CE-259E-2ABB71E2CE43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2" y="195486"/>
              <a:ext cx="410536" cy="381886"/>
            </a:xfrm>
            <a:custGeom>
              <a:avLst/>
              <a:gdLst>
                <a:gd name="connsiteX0" fmla="*/ 284734 w 577217"/>
                <a:gd name="connsiteY0" fmla="*/ 0 h 536832"/>
                <a:gd name="connsiteX1" fmla="*/ 577217 w 577217"/>
                <a:gd name="connsiteY1" fmla="*/ 536832 h 536832"/>
                <a:gd name="connsiteX2" fmla="*/ 0 w 577217"/>
                <a:gd name="connsiteY2" fmla="*/ 536832 h 536832"/>
                <a:gd name="connsiteX3" fmla="*/ 0 w 577217"/>
                <a:gd name="connsiteY3" fmla="*/ 184 h 536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7217" h="536832">
                  <a:moveTo>
                    <a:pt x="284734" y="0"/>
                  </a:moveTo>
                  <a:lnTo>
                    <a:pt x="577217" y="536832"/>
                  </a:lnTo>
                  <a:lnTo>
                    <a:pt x="0" y="536832"/>
                  </a:lnTo>
                  <a:lnTo>
                    <a:pt x="0" y="184"/>
                  </a:lnTo>
                  <a:close/>
                </a:path>
              </a:pathLst>
            </a:custGeom>
            <a:solidFill>
              <a:srgbClr val="071E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400" dirty="0">
                <a:solidFill>
                  <a:srgbClr val="7EC234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1" name="Title 1">
              <a:extLst>
                <a:ext uri="{FF2B5EF4-FFF2-40B4-BE49-F238E27FC236}">
                  <a16:creationId xmlns:a16="http://schemas.microsoft.com/office/drawing/2014/main" id="{A76B4F06-454B-BA0A-6CB0-CAC220033BD7}"/>
                </a:ext>
              </a:extLst>
            </p:cNvPr>
            <p:cNvSpPr txBox="1">
              <a:spLocks/>
            </p:cNvSpPr>
            <p:nvPr/>
          </p:nvSpPr>
          <p:spPr>
            <a:xfrm>
              <a:off x="611560" y="175643"/>
              <a:ext cx="2129944" cy="379477"/>
            </a:xfrm>
            <a:prstGeom prst="rect">
              <a:avLst/>
            </a:prstGeom>
          </p:spPr>
          <p:txBody>
            <a:bodyPr lIns="0" rIns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3000" b="0" kern="1200">
                  <a:solidFill>
                    <a:schemeClr val="accent1"/>
                  </a:solidFill>
                  <a:latin typeface="U.S. 101" pitchFamily="2" charset="0"/>
                  <a:ea typeface="Roboto" pitchFamily="2" charset="0"/>
                  <a:cs typeface="Open Sans Light" panose="020B0306030504020204" pitchFamily="34" charset="0"/>
                </a:defRPr>
              </a:lvl1pPr>
            </a:lstStyle>
            <a:p>
              <a:pPr algn="l"/>
              <a:r>
                <a:rPr lang="zh-CN" altLang="en-US" sz="18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点击输入标题内容</a:t>
              </a:r>
              <a:endParaRPr lang="en-GB" altLang="zh-CN" sz="1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63712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122-吉林大学-img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2647" y="-1314692"/>
            <a:ext cx="9154760" cy="5721725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83D5A99D-B182-C9D5-8D0D-5DADF79BD2C8}"/>
              </a:ext>
            </a:extLst>
          </p:cNvPr>
          <p:cNvGrpSpPr/>
          <p:nvPr/>
        </p:nvGrpSpPr>
        <p:grpSpPr>
          <a:xfrm>
            <a:off x="-7279" y="2116274"/>
            <a:ext cx="9679759" cy="3163632"/>
            <a:chOff x="0" y="2639824"/>
            <a:chExt cx="12906345" cy="3722876"/>
          </a:xfrm>
        </p:grpSpPr>
        <p:sp>
          <p:nvSpPr>
            <p:cNvPr id="4" name="任意多边形 10">
              <a:extLst>
                <a:ext uri="{FF2B5EF4-FFF2-40B4-BE49-F238E27FC236}">
                  <a16:creationId xmlns:a16="http://schemas.microsoft.com/office/drawing/2014/main" id="{EF956615-C0C4-35F1-9B8B-AC042D76D34A}"/>
                </a:ext>
              </a:extLst>
            </p:cNvPr>
            <p:cNvSpPr/>
            <p:nvPr/>
          </p:nvSpPr>
          <p:spPr>
            <a:xfrm flipH="1">
              <a:off x="0" y="2639824"/>
              <a:ext cx="12211050" cy="3524250"/>
            </a:xfrm>
            <a:custGeom>
              <a:avLst/>
              <a:gdLst>
                <a:gd name="connsiteX0" fmla="*/ 19050 w 12192000"/>
                <a:gd name="connsiteY0" fmla="*/ 76200 h 3524250"/>
                <a:gd name="connsiteX1" fmla="*/ 7543800 w 12192000"/>
                <a:gd name="connsiteY1" fmla="*/ 1200150 h 3524250"/>
                <a:gd name="connsiteX2" fmla="*/ 12192000 w 12192000"/>
                <a:gd name="connsiteY2" fmla="*/ 0 h 3524250"/>
                <a:gd name="connsiteX3" fmla="*/ 12172950 w 12192000"/>
                <a:gd name="connsiteY3" fmla="*/ 3524250 h 3524250"/>
                <a:gd name="connsiteX4" fmla="*/ 0 w 12192000"/>
                <a:gd name="connsiteY4" fmla="*/ 3505200 h 3524250"/>
                <a:gd name="connsiteX5" fmla="*/ 19050 w 12192000"/>
                <a:gd name="connsiteY5" fmla="*/ 76200 h 3524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3524250">
                  <a:moveTo>
                    <a:pt x="19050" y="76200"/>
                  </a:moveTo>
                  <a:cubicBezTo>
                    <a:pt x="2767012" y="644525"/>
                    <a:pt x="5514975" y="1212850"/>
                    <a:pt x="7543800" y="1200150"/>
                  </a:cubicBezTo>
                  <a:cubicBezTo>
                    <a:pt x="9572625" y="1187450"/>
                    <a:pt x="10882312" y="593725"/>
                    <a:pt x="12192000" y="0"/>
                  </a:cubicBezTo>
                  <a:lnTo>
                    <a:pt x="12172950" y="3524250"/>
                  </a:lnTo>
                  <a:lnTo>
                    <a:pt x="0" y="3505200"/>
                  </a:lnTo>
                  <a:lnTo>
                    <a:pt x="19050" y="76200"/>
                  </a:lnTo>
                  <a:close/>
                </a:path>
              </a:pathLst>
            </a:custGeom>
            <a:solidFill>
              <a:srgbClr val="0824A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" name="任意多边形 9">
              <a:extLst>
                <a:ext uri="{FF2B5EF4-FFF2-40B4-BE49-F238E27FC236}">
                  <a16:creationId xmlns:a16="http://schemas.microsoft.com/office/drawing/2014/main" id="{21E756A4-BA88-2AE9-B681-CD6BFC90B3D0}"/>
                </a:ext>
              </a:extLst>
            </p:cNvPr>
            <p:cNvSpPr/>
            <p:nvPr/>
          </p:nvSpPr>
          <p:spPr>
            <a:xfrm flipH="1">
              <a:off x="0" y="2838450"/>
              <a:ext cx="12906345" cy="3524250"/>
            </a:xfrm>
            <a:custGeom>
              <a:avLst/>
              <a:gdLst>
                <a:gd name="connsiteX0" fmla="*/ 19050 w 12192000"/>
                <a:gd name="connsiteY0" fmla="*/ 76200 h 3524250"/>
                <a:gd name="connsiteX1" fmla="*/ 7543800 w 12192000"/>
                <a:gd name="connsiteY1" fmla="*/ 1200150 h 3524250"/>
                <a:gd name="connsiteX2" fmla="*/ 12192000 w 12192000"/>
                <a:gd name="connsiteY2" fmla="*/ 0 h 3524250"/>
                <a:gd name="connsiteX3" fmla="*/ 12172950 w 12192000"/>
                <a:gd name="connsiteY3" fmla="*/ 3524250 h 3524250"/>
                <a:gd name="connsiteX4" fmla="*/ 0 w 12192000"/>
                <a:gd name="connsiteY4" fmla="*/ 3505200 h 3524250"/>
                <a:gd name="connsiteX5" fmla="*/ 19050 w 12192000"/>
                <a:gd name="connsiteY5" fmla="*/ 76200 h 3524250"/>
                <a:gd name="connsiteX0" fmla="*/ 19050 w 12192000"/>
                <a:gd name="connsiteY0" fmla="*/ 146845 h 3594895"/>
                <a:gd name="connsiteX1" fmla="*/ 2757941 w 12192000"/>
                <a:gd name="connsiteY1" fmla="*/ 691140 h 3594895"/>
                <a:gd name="connsiteX2" fmla="*/ 7543800 w 12192000"/>
                <a:gd name="connsiteY2" fmla="*/ 1270795 h 3594895"/>
                <a:gd name="connsiteX3" fmla="*/ 12192000 w 12192000"/>
                <a:gd name="connsiteY3" fmla="*/ 70645 h 3594895"/>
                <a:gd name="connsiteX4" fmla="*/ 12172950 w 12192000"/>
                <a:gd name="connsiteY4" fmla="*/ 3594895 h 3594895"/>
                <a:gd name="connsiteX5" fmla="*/ 0 w 12192000"/>
                <a:gd name="connsiteY5" fmla="*/ 3575845 h 3594895"/>
                <a:gd name="connsiteX6" fmla="*/ 19050 w 12192000"/>
                <a:gd name="connsiteY6" fmla="*/ 146845 h 3594895"/>
                <a:gd name="connsiteX0" fmla="*/ 19050 w 12192000"/>
                <a:gd name="connsiteY0" fmla="*/ 76200 h 3524250"/>
                <a:gd name="connsiteX1" fmla="*/ 2757941 w 12192000"/>
                <a:gd name="connsiteY1" fmla="*/ 620495 h 3524250"/>
                <a:gd name="connsiteX2" fmla="*/ 7543800 w 12192000"/>
                <a:gd name="connsiteY2" fmla="*/ 1200150 h 3524250"/>
                <a:gd name="connsiteX3" fmla="*/ 12192000 w 12192000"/>
                <a:gd name="connsiteY3" fmla="*/ 0 h 3524250"/>
                <a:gd name="connsiteX4" fmla="*/ 12172950 w 12192000"/>
                <a:gd name="connsiteY4" fmla="*/ 3524250 h 3524250"/>
                <a:gd name="connsiteX5" fmla="*/ 0 w 12192000"/>
                <a:gd name="connsiteY5" fmla="*/ 3505200 h 3524250"/>
                <a:gd name="connsiteX6" fmla="*/ 19050 w 12192000"/>
                <a:gd name="connsiteY6" fmla="*/ 76200 h 3524250"/>
                <a:gd name="connsiteX0" fmla="*/ 0 w 12886210"/>
                <a:gd name="connsiteY0" fmla="*/ 2447925 h 3524250"/>
                <a:gd name="connsiteX1" fmla="*/ 3452151 w 12886210"/>
                <a:gd name="connsiteY1" fmla="*/ 620495 h 3524250"/>
                <a:gd name="connsiteX2" fmla="*/ 8238010 w 12886210"/>
                <a:gd name="connsiteY2" fmla="*/ 1200150 h 3524250"/>
                <a:gd name="connsiteX3" fmla="*/ 12886210 w 12886210"/>
                <a:gd name="connsiteY3" fmla="*/ 0 h 3524250"/>
                <a:gd name="connsiteX4" fmla="*/ 12867160 w 12886210"/>
                <a:gd name="connsiteY4" fmla="*/ 3524250 h 3524250"/>
                <a:gd name="connsiteX5" fmla="*/ 694210 w 12886210"/>
                <a:gd name="connsiteY5" fmla="*/ 3505200 h 3524250"/>
                <a:gd name="connsiteX6" fmla="*/ 0 w 12886210"/>
                <a:gd name="connsiteY6" fmla="*/ 2447925 h 3524250"/>
                <a:gd name="connsiteX0" fmla="*/ 0 w 12886210"/>
                <a:gd name="connsiteY0" fmla="*/ 2447925 h 3524250"/>
                <a:gd name="connsiteX1" fmla="*/ 3452151 w 12886210"/>
                <a:gd name="connsiteY1" fmla="*/ 620495 h 3524250"/>
                <a:gd name="connsiteX2" fmla="*/ 8238010 w 12886210"/>
                <a:gd name="connsiteY2" fmla="*/ 1200150 h 3524250"/>
                <a:gd name="connsiteX3" fmla="*/ 12886210 w 12886210"/>
                <a:gd name="connsiteY3" fmla="*/ 0 h 3524250"/>
                <a:gd name="connsiteX4" fmla="*/ 12867160 w 12886210"/>
                <a:gd name="connsiteY4" fmla="*/ 3524250 h 3524250"/>
                <a:gd name="connsiteX5" fmla="*/ 694210 w 12886210"/>
                <a:gd name="connsiteY5" fmla="*/ 3505200 h 3524250"/>
                <a:gd name="connsiteX6" fmla="*/ 0 w 12886210"/>
                <a:gd name="connsiteY6" fmla="*/ 2447925 h 3524250"/>
                <a:gd name="connsiteX0" fmla="*/ 0 w 12886210"/>
                <a:gd name="connsiteY0" fmla="*/ 2447925 h 3524250"/>
                <a:gd name="connsiteX1" fmla="*/ 3452151 w 12886210"/>
                <a:gd name="connsiteY1" fmla="*/ 620495 h 3524250"/>
                <a:gd name="connsiteX2" fmla="*/ 8238010 w 12886210"/>
                <a:gd name="connsiteY2" fmla="*/ 1200150 h 3524250"/>
                <a:gd name="connsiteX3" fmla="*/ 12886210 w 12886210"/>
                <a:gd name="connsiteY3" fmla="*/ 0 h 3524250"/>
                <a:gd name="connsiteX4" fmla="*/ 12867160 w 12886210"/>
                <a:gd name="connsiteY4" fmla="*/ 3524250 h 3524250"/>
                <a:gd name="connsiteX5" fmla="*/ 694210 w 12886210"/>
                <a:gd name="connsiteY5" fmla="*/ 3505200 h 3524250"/>
                <a:gd name="connsiteX6" fmla="*/ 0 w 12886210"/>
                <a:gd name="connsiteY6" fmla="*/ 2447925 h 3524250"/>
                <a:gd name="connsiteX0" fmla="*/ 0 w 12886210"/>
                <a:gd name="connsiteY0" fmla="*/ 2447925 h 3524250"/>
                <a:gd name="connsiteX1" fmla="*/ 3442641 w 12886210"/>
                <a:gd name="connsiteY1" fmla="*/ 782420 h 3524250"/>
                <a:gd name="connsiteX2" fmla="*/ 8238010 w 12886210"/>
                <a:gd name="connsiteY2" fmla="*/ 1200150 h 3524250"/>
                <a:gd name="connsiteX3" fmla="*/ 12886210 w 12886210"/>
                <a:gd name="connsiteY3" fmla="*/ 0 h 3524250"/>
                <a:gd name="connsiteX4" fmla="*/ 12867160 w 12886210"/>
                <a:gd name="connsiteY4" fmla="*/ 3524250 h 3524250"/>
                <a:gd name="connsiteX5" fmla="*/ 694210 w 12886210"/>
                <a:gd name="connsiteY5" fmla="*/ 3505200 h 3524250"/>
                <a:gd name="connsiteX6" fmla="*/ 0 w 12886210"/>
                <a:gd name="connsiteY6" fmla="*/ 2447925 h 3524250"/>
                <a:gd name="connsiteX0" fmla="*/ 0 w 12886210"/>
                <a:gd name="connsiteY0" fmla="*/ 2447925 h 3524250"/>
                <a:gd name="connsiteX1" fmla="*/ 3442641 w 12886210"/>
                <a:gd name="connsiteY1" fmla="*/ 782420 h 3524250"/>
                <a:gd name="connsiteX2" fmla="*/ 8238010 w 12886210"/>
                <a:gd name="connsiteY2" fmla="*/ 1200150 h 3524250"/>
                <a:gd name="connsiteX3" fmla="*/ 12886210 w 12886210"/>
                <a:gd name="connsiteY3" fmla="*/ 0 h 3524250"/>
                <a:gd name="connsiteX4" fmla="*/ 12867160 w 12886210"/>
                <a:gd name="connsiteY4" fmla="*/ 3524250 h 3524250"/>
                <a:gd name="connsiteX5" fmla="*/ 694210 w 12886210"/>
                <a:gd name="connsiteY5" fmla="*/ 3505200 h 3524250"/>
                <a:gd name="connsiteX6" fmla="*/ 0 w 12886210"/>
                <a:gd name="connsiteY6" fmla="*/ 2447925 h 3524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886210" h="3524250">
                  <a:moveTo>
                    <a:pt x="0" y="2447925"/>
                  </a:moveTo>
                  <a:cubicBezTo>
                    <a:pt x="459657" y="1967141"/>
                    <a:pt x="1760560" y="709395"/>
                    <a:pt x="3442641" y="782420"/>
                  </a:cubicBezTo>
                  <a:cubicBezTo>
                    <a:pt x="4722127" y="868145"/>
                    <a:pt x="6664082" y="1330553"/>
                    <a:pt x="8238010" y="1200150"/>
                  </a:cubicBezTo>
                  <a:cubicBezTo>
                    <a:pt x="9811938" y="1069747"/>
                    <a:pt x="11576522" y="593725"/>
                    <a:pt x="12886210" y="0"/>
                  </a:cubicBezTo>
                  <a:lnTo>
                    <a:pt x="12867160" y="3524250"/>
                  </a:lnTo>
                  <a:lnTo>
                    <a:pt x="694210" y="3505200"/>
                  </a:lnTo>
                  <a:lnTo>
                    <a:pt x="0" y="244792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BF725111-9F36-2844-E9F6-4C6BD3B19F3A}"/>
              </a:ext>
            </a:extLst>
          </p:cNvPr>
          <p:cNvSpPr/>
          <p:nvPr/>
        </p:nvSpPr>
        <p:spPr>
          <a:xfrm>
            <a:off x="1940623" y="3534185"/>
            <a:ext cx="581446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400" b="1" kern="10" dirty="0">
                <a:solidFill>
                  <a:srgbClr val="05176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 研究结果</a:t>
            </a:r>
            <a:r>
              <a:rPr lang="zh-CN" altLang="en-US" sz="4400" b="1" kern="10" dirty="0">
                <a:solidFill>
                  <a:srgbClr val="05176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</a:p>
        </p:txBody>
      </p:sp>
      <p:sp>
        <p:nvSpPr>
          <p:cNvPr id="7" name="WordArt 5">
            <a:extLst>
              <a:ext uri="{FF2B5EF4-FFF2-40B4-BE49-F238E27FC236}">
                <a16:creationId xmlns:a16="http://schemas.microsoft.com/office/drawing/2014/main" id="{FFC3B256-5E18-C56C-9B02-CEB8F5006BBC}"/>
              </a:ext>
            </a:extLst>
          </p:cNvPr>
          <p:cNvSpPr>
            <a:spLocks noChangeArrowheads="1" noChangeShapeType="1"/>
          </p:cNvSpPr>
          <p:nvPr/>
        </p:nvSpPr>
        <p:spPr bwMode="auto">
          <a:xfrm>
            <a:off x="3053665" y="4447018"/>
            <a:ext cx="3916669" cy="405366"/>
          </a:xfrm>
          <a:prstGeom prst="rect">
            <a:avLst/>
          </a:prstGeom>
        </p:spPr>
        <p:txBody>
          <a:bodyPr wrap="none" fromWordArt="1"/>
          <a:lstStyle/>
          <a:p>
            <a:pPr algn="ctr"/>
            <a:r>
              <a:rPr lang="en-US" altLang="zh-CN" sz="2100" kern="10" dirty="0">
                <a:solidFill>
                  <a:srgbClr val="05176B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Measurement of horizontal angle</a:t>
            </a:r>
            <a:endParaRPr lang="zh-CN" altLang="en-US" sz="2100" kern="10" dirty="0">
              <a:solidFill>
                <a:srgbClr val="00406E"/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4503C07D-581C-A56D-1612-280572DF2855}"/>
              </a:ext>
            </a:extLst>
          </p:cNvPr>
          <p:cNvGrpSpPr/>
          <p:nvPr/>
        </p:nvGrpSpPr>
        <p:grpSpPr>
          <a:xfrm>
            <a:off x="1375722" y="2165865"/>
            <a:ext cx="1705800" cy="1705800"/>
            <a:chOff x="1441054" y="2119509"/>
            <a:chExt cx="1705800" cy="1705800"/>
          </a:xfrm>
        </p:grpSpPr>
        <p:sp>
          <p:nvSpPr>
            <p:cNvPr id="9" name="white base">
              <a:extLst>
                <a:ext uri="{FF2B5EF4-FFF2-40B4-BE49-F238E27FC236}">
                  <a16:creationId xmlns:a16="http://schemas.microsoft.com/office/drawing/2014/main" id="{45A7ACEF-7AE4-F808-C2CF-AC52CBA4E6FA}"/>
                </a:ext>
              </a:extLst>
            </p:cNvPr>
            <p:cNvSpPr/>
            <p:nvPr/>
          </p:nvSpPr>
          <p:spPr>
            <a:xfrm>
              <a:off x="1454240" y="2133600"/>
              <a:ext cx="1677600" cy="167761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1" name="Picture 20" descr="122-吉林大学-logo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41054" y="2119509"/>
              <a:ext cx="1705800" cy="1705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09961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">
            <a:extLst>
              <a:ext uri="{FF2B5EF4-FFF2-40B4-BE49-F238E27FC236}">
                <a16:creationId xmlns:a16="http://schemas.microsoft.com/office/drawing/2014/main" id="{C45E8CCB-F0CA-49DC-84C0-722760159FEA}"/>
              </a:ext>
            </a:extLst>
          </p:cNvPr>
          <p:cNvGrpSpPr/>
          <p:nvPr/>
        </p:nvGrpSpPr>
        <p:grpSpPr>
          <a:xfrm>
            <a:off x="3423745" y="1663067"/>
            <a:ext cx="1764599" cy="1764593"/>
            <a:chOff x="4800050" y="2348734"/>
            <a:chExt cx="2352798" cy="2352790"/>
          </a:xfrm>
        </p:grpSpPr>
        <p:sp>
          <p:nvSpPr>
            <p:cNvPr id="452" name="Freeform 6">
              <a:extLst>
                <a:ext uri="{FF2B5EF4-FFF2-40B4-BE49-F238E27FC236}">
                  <a16:creationId xmlns:a16="http://schemas.microsoft.com/office/drawing/2014/main" id="{DEF888D5-427D-4A89-A0AF-8412D1C62352}"/>
                </a:ext>
              </a:extLst>
            </p:cNvPr>
            <p:cNvSpPr/>
            <p:nvPr/>
          </p:nvSpPr>
          <p:spPr>
            <a:xfrm>
              <a:off x="4800050" y="2348734"/>
              <a:ext cx="2352798" cy="2352790"/>
            </a:xfrm>
            <a:custGeom>
              <a:avLst/>
              <a:gdLst>
                <a:gd name="connsiteX0" fmla="*/ 1124074 w 1583637"/>
                <a:gd name="connsiteY0" fmla="*/ 252493 h 1583637"/>
                <a:gd name="connsiteX1" fmla="*/ 1247256 w 1583637"/>
                <a:gd name="connsiteY1" fmla="*/ 149126 h 1583637"/>
                <a:gd name="connsiteX2" fmla="*/ 1345663 w 1583637"/>
                <a:gd name="connsiteY2" fmla="*/ 231701 h 1583637"/>
                <a:gd name="connsiteX3" fmla="*/ 1265256 w 1583637"/>
                <a:gd name="connsiteY3" fmla="*/ 370961 h 1583637"/>
                <a:gd name="connsiteX4" fmla="*/ 1393012 w 1583637"/>
                <a:gd name="connsiteY4" fmla="*/ 592241 h 1583637"/>
                <a:gd name="connsiteX5" fmla="*/ 1553818 w 1583637"/>
                <a:gd name="connsiteY5" fmla="*/ 592237 h 1583637"/>
                <a:gd name="connsiteX6" fmla="*/ 1576125 w 1583637"/>
                <a:gd name="connsiteY6" fmla="*/ 718748 h 1583637"/>
                <a:gd name="connsiteX7" fmla="*/ 1425015 w 1583637"/>
                <a:gd name="connsiteY7" fmla="*/ 773743 h 1583637"/>
                <a:gd name="connsiteX8" fmla="*/ 1380646 w 1583637"/>
                <a:gd name="connsiteY8" fmla="*/ 1025372 h 1583637"/>
                <a:gd name="connsiteX9" fmla="*/ 1503833 w 1583637"/>
                <a:gd name="connsiteY9" fmla="*/ 1128733 h 1583637"/>
                <a:gd name="connsiteX10" fmla="*/ 1439602 w 1583637"/>
                <a:gd name="connsiteY10" fmla="*/ 1239984 h 1583637"/>
                <a:gd name="connsiteX11" fmla="*/ 1288495 w 1583637"/>
                <a:gd name="connsiteY11" fmla="*/ 1184982 h 1583637"/>
                <a:gd name="connsiteX12" fmla="*/ 1092761 w 1583637"/>
                <a:gd name="connsiteY12" fmla="*/ 1349222 h 1583637"/>
                <a:gd name="connsiteX13" fmla="*/ 1120689 w 1583637"/>
                <a:gd name="connsiteY13" fmla="*/ 1507584 h 1583637"/>
                <a:gd name="connsiteX14" fmla="*/ 999974 w 1583637"/>
                <a:gd name="connsiteY14" fmla="*/ 1551521 h 1583637"/>
                <a:gd name="connsiteX15" fmla="*/ 919574 w 1583637"/>
                <a:gd name="connsiteY15" fmla="*/ 1412257 h 1583637"/>
                <a:gd name="connsiteX16" fmla="*/ 664062 w 1583637"/>
                <a:gd name="connsiteY16" fmla="*/ 1412257 h 1583637"/>
                <a:gd name="connsiteX17" fmla="*/ 583663 w 1583637"/>
                <a:gd name="connsiteY17" fmla="*/ 1551521 h 1583637"/>
                <a:gd name="connsiteX18" fmla="*/ 462948 w 1583637"/>
                <a:gd name="connsiteY18" fmla="*/ 1507584 h 1583637"/>
                <a:gd name="connsiteX19" fmla="*/ 490876 w 1583637"/>
                <a:gd name="connsiteY19" fmla="*/ 1349222 h 1583637"/>
                <a:gd name="connsiteX20" fmla="*/ 295142 w 1583637"/>
                <a:gd name="connsiteY20" fmla="*/ 1184981 h 1583637"/>
                <a:gd name="connsiteX21" fmla="*/ 144035 w 1583637"/>
                <a:gd name="connsiteY21" fmla="*/ 1239984 h 1583637"/>
                <a:gd name="connsiteX22" fmla="*/ 79804 w 1583637"/>
                <a:gd name="connsiteY22" fmla="*/ 1128733 h 1583637"/>
                <a:gd name="connsiteX23" fmla="*/ 202991 w 1583637"/>
                <a:gd name="connsiteY23" fmla="*/ 1025372 h 1583637"/>
                <a:gd name="connsiteX24" fmla="*/ 158622 w 1583637"/>
                <a:gd name="connsiteY24" fmla="*/ 773743 h 1583637"/>
                <a:gd name="connsiteX25" fmla="*/ 7512 w 1583637"/>
                <a:gd name="connsiteY25" fmla="*/ 718748 h 1583637"/>
                <a:gd name="connsiteX26" fmla="*/ 29819 w 1583637"/>
                <a:gd name="connsiteY26" fmla="*/ 592237 h 1583637"/>
                <a:gd name="connsiteX27" fmla="*/ 190625 w 1583637"/>
                <a:gd name="connsiteY27" fmla="*/ 592241 h 1583637"/>
                <a:gd name="connsiteX28" fmla="*/ 318381 w 1583637"/>
                <a:gd name="connsiteY28" fmla="*/ 370961 h 1583637"/>
                <a:gd name="connsiteX29" fmla="*/ 237974 w 1583637"/>
                <a:gd name="connsiteY29" fmla="*/ 231701 h 1583637"/>
                <a:gd name="connsiteX30" fmla="*/ 336381 w 1583637"/>
                <a:gd name="connsiteY30" fmla="*/ 149126 h 1583637"/>
                <a:gd name="connsiteX31" fmla="*/ 459563 w 1583637"/>
                <a:gd name="connsiteY31" fmla="*/ 252493 h 1583637"/>
                <a:gd name="connsiteX32" fmla="*/ 699666 w 1583637"/>
                <a:gd name="connsiteY32" fmla="*/ 165103 h 1583637"/>
                <a:gd name="connsiteX33" fmla="*/ 727586 w 1583637"/>
                <a:gd name="connsiteY33" fmla="*/ 6739 h 1583637"/>
                <a:gd name="connsiteX34" fmla="*/ 856051 w 1583637"/>
                <a:gd name="connsiteY34" fmla="*/ 6739 h 1583637"/>
                <a:gd name="connsiteX35" fmla="*/ 883970 w 1583637"/>
                <a:gd name="connsiteY35" fmla="*/ 165102 h 1583637"/>
                <a:gd name="connsiteX36" fmla="*/ 1124073 w 1583637"/>
                <a:gd name="connsiteY36" fmla="*/ 252493 h 1583637"/>
                <a:gd name="connsiteX37" fmla="*/ 1124074 w 1583637"/>
                <a:gd name="connsiteY37" fmla="*/ 252493 h 1583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583637" h="1583637">
                  <a:moveTo>
                    <a:pt x="1124074" y="252493"/>
                  </a:moveTo>
                  <a:lnTo>
                    <a:pt x="1247256" y="149126"/>
                  </a:lnTo>
                  <a:lnTo>
                    <a:pt x="1345663" y="231701"/>
                  </a:lnTo>
                  <a:lnTo>
                    <a:pt x="1265256" y="370961"/>
                  </a:lnTo>
                  <a:cubicBezTo>
                    <a:pt x="1322430" y="435278"/>
                    <a:pt x="1365899" y="510569"/>
                    <a:pt x="1393012" y="592241"/>
                  </a:cubicBezTo>
                  <a:lnTo>
                    <a:pt x="1553818" y="592237"/>
                  </a:lnTo>
                  <a:lnTo>
                    <a:pt x="1576125" y="718748"/>
                  </a:lnTo>
                  <a:lnTo>
                    <a:pt x="1425015" y="773743"/>
                  </a:lnTo>
                  <a:cubicBezTo>
                    <a:pt x="1427471" y="859762"/>
                    <a:pt x="1412374" y="945380"/>
                    <a:pt x="1380646" y="1025372"/>
                  </a:cubicBezTo>
                  <a:lnTo>
                    <a:pt x="1503833" y="1128733"/>
                  </a:lnTo>
                  <a:lnTo>
                    <a:pt x="1439602" y="1239984"/>
                  </a:lnTo>
                  <a:lnTo>
                    <a:pt x="1288495" y="1184982"/>
                  </a:lnTo>
                  <a:cubicBezTo>
                    <a:pt x="1235084" y="1252456"/>
                    <a:pt x="1168484" y="1308339"/>
                    <a:pt x="1092761" y="1349222"/>
                  </a:cubicBezTo>
                  <a:lnTo>
                    <a:pt x="1120689" y="1507584"/>
                  </a:lnTo>
                  <a:lnTo>
                    <a:pt x="999974" y="1551521"/>
                  </a:lnTo>
                  <a:lnTo>
                    <a:pt x="919574" y="1412257"/>
                  </a:lnTo>
                  <a:cubicBezTo>
                    <a:pt x="835287" y="1429613"/>
                    <a:pt x="748348" y="1429613"/>
                    <a:pt x="664062" y="1412257"/>
                  </a:cubicBezTo>
                  <a:lnTo>
                    <a:pt x="583663" y="1551521"/>
                  </a:lnTo>
                  <a:lnTo>
                    <a:pt x="462948" y="1507584"/>
                  </a:lnTo>
                  <a:lnTo>
                    <a:pt x="490876" y="1349222"/>
                  </a:lnTo>
                  <a:cubicBezTo>
                    <a:pt x="415153" y="1308339"/>
                    <a:pt x="348553" y="1252455"/>
                    <a:pt x="295142" y="1184981"/>
                  </a:cubicBezTo>
                  <a:lnTo>
                    <a:pt x="144035" y="1239984"/>
                  </a:lnTo>
                  <a:lnTo>
                    <a:pt x="79804" y="1128733"/>
                  </a:lnTo>
                  <a:lnTo>
                    <a:pt x="202991" y="1025372"/>
                  </a:lnTo>
                  <a:cubicBezTo>
                    <a:pt x="171263" y="945380"/>
                    <a:pt x="156166" y="859762"/>
                    <a:pt x="158622" y="773743"/>
                  </a:cubicBezTo>
                  <a:lnTo>
                    <a:pt x="7512" y="718748"/>
                  </a:lnTo>
                  <a:lnTo>
                    <a:pt x="29819" y="592237"/>
                  </a:lnTo>
                  <a:lnTo>
                    <a:pt x="190625" y="592241"/>
                  </a:lnTo>
                  <a:cubicBezTo>
                    <a:pt x="217738" y="510569"/>
                    <a:pt x="261208" y="435277"/>
                    <a:pt x="318381" y="370961"/>
                  </a:cubicBezTo>
                  <a:lnTo>
                    <a:pt x="237974" y="231701"/>
                  </a:lnTo>
                  <a:lnTo>
                    <a:pt x="336381" y="149126"/>
                  </a:lnTo>
                  <a:lnTo>
                    <a:pt x="459563" y="252493"/>
                  </a:lnTo>
                  <a:cubicBezTo>
                    <a:pt x="532831" y="207356"/>
                    <a:pt x="614527" y="177621"/>
                    <a:pt x="699666" y="165103"/>
                  </a:cubicBezTo>
                  <a:lnTo>
                    <a:pt x="727586" y="6739"/>
                  </a:lnTo>
                  <a:lnTo>
                    <a:pt x="856051" y="6739"/>
                  </a:lnTo>
                  <a:lnTo>
                    <a:pt x="883970" y="165102"/>
                  </a:lnTo>
                  <a:cubicBezTo>
                    <a:pt x="969110" y="177621"/>
                    <a:pt x="1050806" y="207356"/>
                    <a:pt x="1124073" y="252493"/>
                  </a:cubicBezTo>
                  <a:lnTo>
                    <a:pt x="1124074" y="252493"/>
                  </a:lnTo>
                  <a:close/>
                </a:path>
              </a:pathLst>
            </a:custGeom>
            <a:solidFill>
              <a:srgbClr val="071E8E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56481" tIns="548640" rIns="356481" bIns="436755" numCol="1" spcCol="1270" anchor="ctr" anchorCtr="0">
              <a:noAutofit/>
            </a:bodyPr>
            <a:lstStyle/>
            <a:p>
              <a:pPr algn="ctr" defTabSz="133350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3000" dirty="0">
                <a:cs typeface="+mn-ea"/>
                <a:sym typeface="+mn-lt"/>
              </a:endParaRPr>
            </a:p>
          </p:txBody>
        </p:sp>
        <p:sp>
          <p:nvSpPr>
            <p:cNvPr id="453" name="Oval 7">
              <a:extLst>
                <a:ext uri="{FF2B5EF4-FFF2-40B4-BE49-F238E27FC236}">
                  <a16:creationId xmlns:a16="http://schemas.microsoft.com/office/drawing/2014/main" id="{CFB37A8A-EE20-491E-9332-3C0832FC5323}"/>
                </a:ext>
              </a:extLst>
            </p:cNvPr>
            <p:cNvSpPr/>
            <p:nvPr/>
          </p:nvSpPr>
          <p:spPr>
            <a:xfrm>
              <a:off x="5246579" y="2795260"/>
              <a:ext cx="1459740" cy="1459738"/>
            </a:xfrm>
            <a:prstGeom prst="ellipse">
              <a:avLst/>
            </a:prstGeom>
            <a:solidFill>
              <a:schemeClr val="bg1"/>
            </a:solidFill>
            <a:ln w="12700">
              <a:noFill/>
              <a:headEnd type="oval" w="med" len="med"/>
              <a:tailEnd type="oval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" name="Group 757">
            <a:extLst>
              <a:ext uri="{FF2B5EF4-FFF2-40B4-BE49-F238E27FC236}">
                <a16:creationId xmlns:a16="http://schemas.microsoft.com/office/drawing/2014/main" id="{0FC571E6-E9D6-4DCC-8F11-DC0707DC587D}"/>
              </a:ext>
            </a:extLst>
          </p:cNvPr>
          <p:cNvGrpSpPr/>
          <p:nvPr/>
        </p:nvGrpSpPr>
        <p:grpSpPr>
          <a:xfrm>
            <a:off x="4985424" y="2289831"/>
            <a:ext cx="1142117" cy="1142113"/>
            <a:chOff x="6882288" y="3184419"/>
            <a:chExt cx="1522822" cy="1522817"/>
          </a:xfrm>
        </p:grpSpPr>
        <p:sp>
          <p:nvSpPr>
            <p:cNvPr id="450" name="Freeform 158">
              <a:extLst>
                <a:ext uri="{FF2B5EF4-FFF2-40B4-BE49-F238E27FC236}">
                  <a16:creationId xmlns:a16="http://schemas.microsoft.com/office/drawing/2014/main" id="{1CF0A387-2FEE-4C57-B253-3BD184C9A827}"/>
                </a:ext>
              </a:extLst>
            </p:cNvPr>
            <p:cNvSpPr/>
            <p:nvPr/>
          </p:nvSpPr>
          <p:spPr>
            <a:xfrm>
              <a:off x="6882288" y="3184419"/>
              <a:ext cx="1522822" cy="1522817"/>
            </a:xfrm>
            <a:custGeom>
              <a:avLst/>
              <a:gdLst>
                <a:gd name="connsiteX0" fmla="*/ 1124074 w 1583637"/>
                <a:gd name="connsiteY0" fmla="*/ 252493 h 1583637"/>
                <a:gd name="connsiteX1" fmla="*/ 1247256 w 1583637"/>
                <a:gd name="connsiteY1" fmla="*/ 149126 h 1583637"/>
                <a:gd name="connsiteX2" fmla="*/ 1345663 w 1583637"/>
                <a:gd name="connsiteY2" fmla="*/ 231701 h 1583637"/>
                <a:gd name="connsiteX3" fmla="*/ 1265256 w 1583637"/>
                <a:gd name="connsiteY3" fmla="*/ 370961 h 1583637"/>
                <a:gd name="connsiteX4" fmla="*/ 1393012 w 1583637"/>
                <a:gd name="connsiteY4" fmla="*/ 592241 h 1583637"/>
                <a:gd name="connsiteX5" fmla="*/ 1553818 w 1583637"/>
                <a:gd name="connsiteY5" fmla="*/ 592237 h 1583637"/>
                <a:gd name="connsiteX6" fmla="*/ 1576125 w 1583637"/>
                <a:gd name="connsiteY6" fmla="*/ 718748 h 1583637"/>
                <a:gd name="connsiteX7" fmla="*/ 1425015 w 1583637"/>
                <a:gd name="connsiteY7" fmla="*/ 773743 h 1583637"/>
                <a:gd name="connsiteX8" fmla="*/ 1380646 w 1583637"/>
                <a:gd name="connsiteY8" fmla="*/ 1025372 h 1583637"/>
                <a:gd name="connsiteX9" fmla="*/ 1503833 w 1583637"/>
                <a:gd name="connsiteY9" fmla="*/ 1128733 h 1583637"/>
                <a:gd name="connsiteX10" fmla="*/ 1439602 w 1583637"/>
                <a:gd name="connsiteY10" fmla="*/ 1239984 h 1583637"/>
                <a:gd name="connsiteX11" fmla="*/ 1288495 w 1583637"/>
                <a:gd name="connsiteY11" fmla="*/ 1184982 h 1583637"/>
                <a:gd name="connsiteX12" fmla="*/ 1092761 w 1583637"/>
                <a:gd name="connsiteY12" fmla="*/ 1349222 h 1583637"/>
                <a:gd name="connsiteX13" fmla="*/ 1120689 w 1583637"/>
                <a:gd name="connsiteY13" fmla="*/ 1507584 h 1583637"/>
                <a:gd name="connsiteX14" fmla="*/ 999974 w 1583637"/>
                <a:gd name="connsiteY14" fmla="*/ 1551521 h 1583637"/>
                <a:gd name="connsiteX15" fmla="*/ 919574 w 1583637"/>
                <a:gd name="connsiteY15" fmla="*/ 1412257 h 1583637"/>
                <a:gd name="connsiteX16" fmla="*/ 664062 w 1583637"/>
                <a:gd name="connsiteY16" fmla="*/ 1412257 h 1583637"/>
                <a:gd name="connsiteX17" fmla="*/ 583663 w 1583637"/>
                <a:gd name="connsiteY17" fmla="*/ 1551521 h 1583637"/>
                <a:gd name="connsiteX18" fmla="*/ 462948 w 1583637"/>
                <a:gd name="connsiteY18" fmla="*/ 1507584 h 1583637"/>
                <a:gd name="connsiteX19" fmla="*/ 490876 w 1583637"/>
                <a:gd name="connsiteY19" fmla="*/ 1349222 h 1583637"/>
                <a:gd name="connsiteX20" fmla="*/ 295142 w 1583637"/>
                <a:gd name="connsiteY20" fmla="*/ 1184981 h 1583637"/>
                <a:gd name="connsiteX21" fmla="*/ 144035 w 1583637"/>
                <a:gd name="connsiteY21" fmla="*/ 1239984 h 1583637"/>
                <a:gd name="connsiteX22" fmla="*/ 79804 w 1583637"/>
                <a:gd name="connsiteY22" fmla="*/ 1128733 h 1583637"/>
                <a:gd name="connsiteX23" fmla="*/ 202991 w 1583637"/>
                <a:gd name="connsiteY23" fmla="*/ 1025372 h 1583637"/>
                <a:gd name="connsiteX24" fmla="*/ 158622 w 1583637"/>
                <a:gd name="connsiteY24" fmla="*/ 773743 h 1583637"/>
                <a:gd name="connsiteX25" fmla="*/ 7512 w 1583637"/>
                <a:gd name="connsiteY25" fmla="*/ 718748 h 1583637"/>
                <a:gd name="connsiteX26" fmla="*/ 29819 w 1583637"/>
                <a:gd name="connsiteY26" fmla="*/ 592237 h 1583637"/>
                <a:gd name="connsiteX27" fmla="*/ 190625 w 1583637"/>
                <a:gd name="connsiteY27" fmla="*/ 592241 h 1583637"/>
                <a:gd name="connsiteX28" fmla="*/ 318381 w 1583637"/>
                <a:gd name="connsiteY28" fmla="*/ 370961 h 1583637"/>
                <a:gd name="connsiteX29" fmla="*/ 237974 w 1583637"/>
                <a:gd name="connsiteY29" fmla="*/ 231701 h 1583637"/>
                <a:gd name="connsiteX30" fmla="*/ 336381 w 1583637"/>
                <a:gd name="connsiteY30" fmla="*/ 149126 h 1583637"/>
                <a:gd name="connsiteX31" fmla="*/ 459563 w 1583637"/>
                <a:gd name="connsiteY31" fmla="*/ 252493 h 1583637"/>
                <a:gd name="connsiteX32" fmla="*/ 699666 w 1583637"/>
                <a:gd name="connsiteY32" fmla="*/ 165103 h 1583637"/>
                <a:gd name="connsiteX33" fmla="*/ 727586 w 1583637"/>
                <a:gd name="connsiteY33" fmla="*/ 6739 h 1583637"/>
                <a:gd name="connsiteX34" fmla="*/ 856051 w 1583637"/>
                <a:gd name="connsiteY34" fmla="*/ 6739 h 1583637"/>
                <a:gd name="connsiteX35" fmla="*/ 883970 w 1583637"/>
                <a:gd name="connsiteY35" fmla="*/ 165102 h 1583637"/>
                <a:gd name="connsiteX36" fmla="*/ 1124073 w 1583637"/>
                <a:gd name="connsiteY36" fmla="*/ 252493 h 1583637"/>
                <a:gd name="connsiteX37" fmla="*/ 1124074 w 1583637"/>
                <a:gd name="connsiteY37" fmla="*/ 252493 h 1583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583637" h="1583637">
                  <a:moveTo>
                    <a:pt x="1124074" y="252493"/>
                  </a:moveTo>
                  <a:lnTo>
                    <a:pt x="1247256" y="149126"/>
                  </a:lnTo>
                  <a:lnTo>
                    <a:pt x="1345663" y="231701"/>
                  </a:lnTo>
                  <a:lnTo>
                    <a:pt x="1265256" y="370961"/>
                  </a:lnTo>
                  <a:cubicBezTo>
                    <a:pt x="1322430" y="435278"/>
                    <a:pt x="1365899" y="510569"/>
                    <a:pt x="1393012" y="592241"/>
                  </a:cubicBezTo>
                  <a:lnTo>
                    <a:pt x="1553818" y="592237"/>
                  </a:lnTo>
                  <a:lnTo>
                    <a:pt x="1576125" y="718748"/>
                  </a:lnTo>
                  <a:lnTo>
                    <a:pt x="1425015" y="773743"/>
                  </a:lnTo>
                  <a:cubicBezTo>
                    <a:pt x="1427471" y="859762"/>
                    <a:pt x="1412374" y="945380"/>
                    <a:pt x="1380646" y="1025372"/>
                  </a:cubicBezTo>
                  <a:lnTo>
                    <a:pt x="1503833" y="1128733"/>
                  </a:lnTo>
                  <a:lnTo>
                    <a:pt x="1439602" y="1239984"/>
                  </a:lnTo>
                  <a:lnTo>
                    <a:pt x="1288495" y="1184982"/>
                  </a:lnTo>
                  <a:cubicBezTo>
                    <a:pt x="1235084" y="1252456"/>
                    <a:pt x="1168484" y="1308339"/>
                    <a:pt x="1092761" y="1349222"/>
                  </a:cubicBezTo>
                  <a:lnTo>
                    <a:pt x="1120689" y="1507584"/>
                  </a:lnTo>
                  <a:lnTo>
                    <a:pt x="999974" y="1551521"/>
                  </a:lnTo>
                  <a:lnTo>
                    <a:pt x="919574" y="1412257"/>
                  </a:lnTo>
                  <a:cubicBezTo>
                    <a:pt x="835287" y="1429613"/>
                    <a:pt x="748348" y="1429613"/>
                    <a:pt x="664062" y="1412257"/>
                  </a:cubicBezTo>
                  <a:lnTo>
                    <a:pt x="583663" y="1551521"/>
                  </a:lnTo>
                  <a:lnTo>
                    <a:pt x="462948" y="1507584"/>
                  </a:lnTo>
                  <a:lnTo>
                    <a:pt x="490876" y="1349222"/>
                  </a:lnTo>
                  <a:cubicBezTo>
                    <a:pt x="415153" y="1308339"/>
                    <a:pt x="348553" y="1252455"/>
                    <a:pt x="295142" y="1184981"/>
                  </a:cubicBezTo>
                  <a:lnTo>
                    <a:pt x="144035" y="1239984"/>
                  </a:lnTo>
                  <a:lnTo>
                    <a:pt x="79804" y="1128733"/>
                  </a:lnTo>
                  <a:lnTo>
                    <a:pt x="202991" y="1025372"/>
                  </a:lnTo>
                  <a:cubicBezTo>
                    <a:pt x="171263" y="945380"/>
                    <a:pt x="156166" y="859762"/>
                    <a:pt x="158622" y="773743"/>
                  </a:cubicBezTo>
                  <a:lnTo>
                    <a:pt x="7512" y="718748"/>
                  </a:lnTo>
                  <a:lnTo>
                    <a:pt x="29819" y="592237"/>
                  </a:lnTo>
                  <a:lnTo>
                    <a:pt x="190625" y="592241"/>
                  </a:lnTo>
                  <a:cubicBezTo>
                    <a:pt x="217738" y="510569"/>
                    <a:pt x="261208" y="435277"/>
                    <a:pt x="318381" y="370961"/>
                  </a:cubicBezTo>
                  <a:lnTo>
                    <a:pt x="237974" y="231701"/>
                  </a:lnTo>
                  <a:lnTo>
                    <a:pt x="336381" y="149126"/>
                  </a:lnTo>
                  <a:lnTo>
                    <a:pt x="459563" y="252493"/>
                  </a:lnTo>
                  <a:cubicBezTo>
                    <a:pt x="532831" y="207356"/>
                    <a:pt x="614527" y="177621"/>
                    <a:pt x="699666" y="165103"/>
                  </a:cubicBezTo>
                  <a:lnTo>
                    <a:pt x="727586" y="6739"/>
                  </a:lnTo>
                  <a:lnTo>
                    <a:pt x="856051" y="6739"/>
                  </a:lnTo>
                  <a:lnTo>
                    <a:pt x="883970" y="165102"/>
                  </a:lnTo>
                  <a:cubicBezTo>
                    <a:pt x="969110" y="177621"/>
                    <a:pt x="1050806" y="207356"/>
                    <a:pt x="1124073" y="252493"/>
                  </a:cubicBezTo>
                  <a:lnTo>
                    <a:pt x="1124074" y="25249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56481" tIns="548640" rIns="356481" bIns="436755" numCol="1" spcCol="1270" anchor="ctr" anchorCtr="0">
              <a:noAutofit/>
            </a:bodyPr>
            <a:lstStyle/>
            <a:p>
              <a:pPr algn="ctr" defTabSz="133350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3000" dirty="0">
                <a:cs typeface="+mn-ea"/>
                <a:sym typeface="+mn-lt"/>
              </a:endParaRPr>
            </a:p>
          </p:txBody>
        </p:sp>
        <p:sp>
          <p:nvSpPr>
            <p:cNvPr id="451" name="Oval 159">
              <a:extLst>
                <a:ext uri="{FF2B5EF4-FFF2-40B4-BE49-F238E27FC236}">
                  <a16:creationId xmlns:a16="http://schemas.microsoft.com/office/drawing/2014/main" id="{482A0A0B-AC54-4D01-A108-F0A5B8D566F3}"/>
                </a:ext>
              </a:extLst>
            </p:cNvPr>
            <p:cNvSpPr/>
            <p:nvPr/>
          </p:nvSpPr>
          <p:spPr>
            <a:xfrm>
              <a:off x="7171299" y="3473428"/>
              <a:ext cx="944801" cy="944799"/>
            </a:xfrm>
            <a:prstGeom prst="ellipse">
              <a:avLst/>
            </a:prstGeom>
            <a:solidFill>
              <a:schemeClr val="bg1"/>
            </a:solidFill>
            <a:ln w="12700">
              <a:noFill/>
              <a:headEnd type="oval" w="med" len="med"/>
              <a:tailEnd type="oval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6" name="Group 2">
            <a:extLst>
              <a:ext uri="{FF2B5EF4-FFF2-40B4-BE49-F238E27FC236}">
                <a16:creationId xmlns:a16="http://schemas.microsoft.com/office/drawing/2014/main" id="{C4B0C311-156D-491D-B371-FB37B8A03E1C}"/>
              </a:ext>
            </a:extLst>
          </p:cNvPr>
          <p:cNvGrpSpPr/>
          <p:nvPr/>
        </p:nvGrpSpPr>
        <p:grpSpPr>
          <a:xfrm>
            <a:off x="2805102" y="2490313"/>
            <a:ext cx="830801" cy="830798"/>
            <a:chOff x="3975192" y="3451728"/>
            <a:chExt cx="1107734" cy="1107730"/>
          </a:xfrm>
        </p:grpSpPr>
        <p:sp>
          <p:nvSpPr>
            <p:cNvPr id="448" name="Freeform 309">
              <a:extLst>
                <a:ext uri="{FF2B5EF4-FFF2-40B4-BE49-F238E27FC236}">
                  <a16:creationId xmlns:a16="http://schemas.microsoft.com/office/drawing/2014/main" id="{2D094493-587D-4430-90F7-1F1CFF566215}"/>
                </a:ext>
              </a:extLst>
            </p:cNvPr>
            <p:cNvSpPr/>
            <p:nvPr/>
          </p:nvSpPr>
          <p:spPr>
            <a:xfrm>
              <a:off x="3975192" y="3451728"/>
              <a:ext cx="1107734" cy="1107730"/>
            </a:xfrm>
            <a:custGeom>
              <a:avLst/>
              <a:gdLst>
                <a:gd name="connsiteX0" fmla="*/ 1124074 w 1583637"/>
                <a:gd name="connsiteY0" fmla="*/ 252493 h 1583637"/>
                <a:gd name="connsiteX1" fmla="*/ 1247256 w 1583637"/>
                <a:gd name="connsiteY1" fmla="*/ 149126 h 1583637"/>
                <a:gd name="connsiteX2" fmla="*/ 1345663 w 1583637"/>
                <a:gd name="connsiteY2" fmla="*/ 231701 h 1583637"/>
                <a:gd name="connsiteX3" fmla="*/ 1265256 w 1583637"/>
                <a:gd name="connsiteY3" fmla="*/ 370961 h 1583637"/>
                <a:gd name="connsiteX4" fmla="*/ 1393012 w 1583637"/>
                <a:gd name="connsiteY4" fmla="*/ 592241 h 1583637"/>
                <a:gd name="connsiteX5" fmla="*/ 1553818 w 1583637"/>
                <a:gd name="connsiteY5" fmla="*/ 592237 h 1583637"/>
                <a:gd name="connsiteX6" fmla="*/ 1576125 w 1583637"/>
                <a:gd name="connsiteY6" fmla="*/ 718748 h 1583637"/>
                <a:gd name="connsiteX7" fmla="*/ 1425015 w 1583637"/>
                <a:gd name="connsiteY7" fmla="*/ 773743 h 1583637"/>
                <a:gd name="connsiteX8" fmla="*/ 1380646 w 1583637"/>
                <a:gd name="connsiteY8" fmla="*/ 1025372 h 1583637"/>
                <a:gd name="connsiteX9" fmla="*/ 1503833 w 1583637"/>
                <a:gd name="connsiteY9" fmla="*/ 1128733 h 1583637"/>
                <a:gd name="connsiteX10" fmla="*/ 1439602 w 1583637"/>
                <a:gd name="connsiteY10" fmla="*/ 1239984 h 1583637"/>
                <a:gd name="connsiteX11" fmla="*/ 1288495 w 1583637"/>
                <a:gd name="connsiteY11" fmla="*/ 1184982 h 1583637"/>
                <a:gd name="connsiteX12" fmla="*/ 1092761 w 1583637"/>
                <a:gd name="connsiteY12" fmla="*/ 1349222 h 1583637"/>
                <a:gd name="connsiteX13" fmla="*/ 1120689 w 1583637"/>
                <a:gd name="connsiteY13" fmla="*/ 1507584 h 1583637"/>
                <a:gd name="connsiteX14" fmla="*/ 999974 w 1583637"/>
                <a:gd name="connsiteY14" fmla="*/ 1551521 h 1583637"/>
                <a:gd name="connsiteX15" fmla="*/ 919574 w 1583637"/>
                <a:gd name="connsiteY15" fmla="*/ 1412257 h 1583637"/>
                <a:gd name="connsiteX16" fmla="*/ 664062 w 1583637"/>
                <a:gd name="connsiteY16" fmla="*/ 1412257 h 1583637"/>
                <a:gd name="connsiteX17" fmla="*/ 583663 w 1583637"/>
                <a:gd name="connsiteY17" fmla="*/ 1551521 h 1583637"/>
                <a:gd name="connsiteX18" fmla="*/ 462948 w 1583637"/>
                <a:gd name="connsiteY18" fmla="*/ 1507584 h 1583637"/>
                <a:gd name="connsiteX19" fmla="*/ 490876 w 1583637"/>
                <a:gd name="connsiteY19" fmla="*/ 1349222 h 1583637"/>
                <a:gd name="connsiteX20" fmla="*/ 295142 w 1583637"/>
                <a:gd name="connsiteY20" fmla="*/ 1184981 h 1583637"/>
                <a:gd name="connsiteX21" fmla="*/ 144035 w 1583637"/>
                <a:gd name="connsiteY21" fmla="*/ 1239984 h 1583637"/>
                <a:gd name="connsiteX22" fmla="*/ 79804 w 1583637"/>
                <a:gd name="connsiteY22" fmla="*/ 1128733 h 1583637"/>
                <a:gd name="connsiteX23" fmla="*/ 202991 w 1583637"/>
                <a:gd name="connsiteY23" fmla="*/ 1025372 h 1583637"/>
                <a:gd name="connsiteX24" fmla="*/ 158622 w 1583637"/>
                <a:gd name="connsiteY24" fmla="*/ 773743 h 1583637"/>
                <a:gd name="connsiteX25" fmla="*/ 7512 w 1583637"/>
                <a:gd name="connsiteY25" fmla="*/ 718748 h 1583637"/>
                <a:gd name="connsiteX26" fmla="*/ 29819 w 1583637"/>
                <a:gd name="connsiteY26" fmla="*/ 592237 h 1583637"/>
                <a:gd name="connsiteX27" fmla="*/ 190625 w 1583637"/>
                <a:gd name="connsiteY27" fmla="*/ 592241 h 1583637"/>
                <a:gd name="connsiteX28" fmla="*/ 318381 w 1583637"/>
                <a:gd name="connsiteY28" fmla="*/ 370961 h 1583637"/>
                <a:gd name="connsiteX29" fmla="*/ 237974 w 1583637"/>
                <a:gd name="connsiteY29" fmla="*/ 231701 h 1583637"/>
                <a:gd name="connsiteX30" fmla="*/ 336381 w 1583637"/>
                <a:gd name="connsiteY30" fmla="*/ 149126 h 1583637"/>
                <a:gd name="connsiteX31" fmla="*/ 459563 w 1583637"/>
                <a:gd name="connsiteY31" fmla="*/ 252493 h 1583637"/>
                <a:gd name="connsiteX32" fmla="*/ 699666 w 1583637"/>
                <a:gd name="connsiteY32" fmla="*/ 165103 h 1583637"/>
                <a:gd name="connsiteX33" fmla="*/ 727586 w 1583637"/>
                <a:gd name="connsiteY33" fmla="*/ 6739 h 1583637"/>
                <a:gd name="connsiteX34" fmla="*/ 856051 w 1583637"/>
                <a:gd name="connsiteY34" fmla="*/ 6739 h 1583637"/>
                <a:gd name="connsiteX35" fmla="*/ 883970 w 1583637"/>
                <a:gd name="connsiteY35" fmla="*/ 165102 h 1583637"/>
                <a:gd name="connsiteX36" fmla="*/ 1124073 w 1583637"/>
                <a:gd name="connsiteY36" fmla="*/ 252493 h 1583637"/>
                <a:gd name="connsiteX37" fmla="*/ 1124074 w 1583637"/>
                <a:gd name="connsiteY37" fmla="*/ 252493 h 1583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583637" h="1583637">
                  <a:moveTo>
                    <a:pt x="1124074" y="252493"/>
                  </a:moveTo>
                  <a:lnTo>
                    <a:pt x="1247256" y="149126"/>
                  </a:lnTo>
                  <a:lnTo>
                    <a:pt x="1345663" y="231701"/>
                  </a:lnTo>
                  <a:lnTo>
                    <a:pt x="1265256" y="370961"/>
                  </a:lnTo>
                  <a:cubicBezTo>
                    <a:pt x="1322430" y="435278"/>
                    <a:pt x="1365899" y="510569"/>
                    <a:pt x="1393012" y="592241"/>
                  </a:cubicBezTo>
                  <a:lnTo>
                    <a:pt x="1553818" y="592237"/>
                  </a:lnTo>
                  <a:lnTo>
                    <a:pt x="1576125" y="718748"/>
                  </a:lnTo>
                  <a:lnTo>
                    <a:pt x="1425015" y="773743"/>
                  </a:lnTo>
                  <a:cubicBezTo>
                    <a:pt x="1427471" y="859762"/>
                    <a:pt x="1412374" y="945380"/>
                    <a:pt x="1380646" y="1025372"/>
                  </a:cubicBezTo>
                  <a:lnTo>
                    <a:pt x="1503833" y="1128733"/>
                  </a:lnTo>
                  <a:lnTo>
                    <a:pt x="1439602" y="1239984"/>
                  </a:lnTo>
                  <a:lnTo>
                    <a:pt x="1288495" y="1184982"/>
                  </a:lnTo>
                  <a:cubicBezTo>
                    <a:pt x="1235084" y="1252456"/>
                    <a:pt x="1168484" y="1308339"/>
                    <a:pt x="1092761" y="1349222"/>
                  </a:cubicBezTo>
                  <a:lnTo>
                    <a:pt x="1120689" y="1507584"/>
                  </a:lnTo>
                  <a:lnTo>
                    <a:pt x="999974" y="1551521"/>
                  </a:lnTo>
                  <a:lnTo>
                    <a:pt x="919574" y="1412257"/>
                  </a:lnTo>
                  <a:cubicBezTo>
                    <a:pt x="835287" y="1429613"/>
                    <a:pt x="748348" y="1429613"/>
                    <a:pt x="664062" y="1412257"/>
                  </a:cubicBezTo>
                  <a:lnTo>
                    <a:pt x="583663" y="1551521"/>
                  </a:lnTo>
                  <a:lnTo>
                    <a:pt x="462948" y="1507584"/>
                  </a:lnTo>
                  <a:lnTo>
                    <a:pt x="490876" y="1349222"/>
                  </a:lnTo>
                  <a:cubicBezTo>
                    <a:pt x="415153" y="1308339"/>
                    <a:pt x="348553" y="1252455"/>
                    <a:pt x="295142" y="1184981"/>
                  </a:cubicBezTo>
                  <a:lnTo>
                    <a:pt x="144035" y="1239984"/>
                  </a:lnTo>
                  <a:lnTo>
                    <a:pt x="79804" y="1128733"/>
                  </a:lnTo>
                  <a:lnTo>
                    <a:pt x="202991" y="1025372"/>
                  </a:lnTo>
                  <a:cubicBezTo>
                    <a:pt x="171263" y="945380"/>
                    <a:pt x="156166" y="859762"/>
                    <a:pt x="158622" y="773743"/>
                  </a:cubicBezTo>
                  <a:lnTo>
                    <a:pt x="7512" y="718748"/>
                  </a:lnTo>
                  <a:lnTo>
                    <a:pt x="29819" y="592237"/>
                  </a:lnTo>
                  <a:lnTo>
                    <a:pt x="190625" y="592241"/>
                  </a:lnTo>
                  <a:cubicBezTo>
                    <a:pt x="217738" y="510569"/>
                    <a:pt x="261208" y="435277"/>
                    <a:pt x="318381" y="370961"/>
                  </a:cubicBezTo>
                  <a:lnTo>
                    <a:pt x="237974" y="231701"/>
                  </a:lnTo>
                  <a:lnTo>
                    <a:pt x="336381" y="149126"/>
                  </a:lnTo>
                  <a:lnTo>
                    <a:pt x="459563" y="252493"/>
                  </a:lnTo>
                  <a:cubicBezTo>
                    <a:pt x="532831" y="207356"/>
                    <a:pt x="614527" y="177621"/>
                    <a:pt x="699666" y="165103"/>
                  </a:cubicBezTo>
                  <a:lnTo>
                    <a:pt x="727586" y="6739"/>
                  </a:lnTo>
                  <a:lnTo>
                    <a:pt x="856051" y="6739"/>
                  </a:lnTo>
                  <a:lnTo>
                    <a:pt x="883970" y="165102"/>
                  </a:lnTo>
                  <a:cubicBezTo>
                    <a:pt x="969110" y="177621"/>
                    <a:pt x="1050806" y="207356"/>
                    <a:pt x="1124073" y="252493"/>
                  </a:cubicBezTo>
                  <a:lnTo>
                    <a:pt x="1124074" y="25249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56481" tIns="548640" rIns="356481" bIns="436755" numCol="1" spcCol="1270" anchor="ctr" anchorCtr="0">
              <a:noAutofit/>
            </a:bodyPr>
            <a:lstStyle/>
            <a:p>
              <a:pPr lvl="0" algn="ctr" defTabSz="133350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3000" kern="1200" dirty="0">
                <a:cs typeface="+mn-ea"/>
                <a:sym typeface="+mn-lt"/>
              </a:endParaRPr>
            </a:p>
          </p:txBody>
        </p:sp>
        <p:sp>
          <p:nvSpPr>
            <p:cNvPr id="449" name="Oval 310">
              <a:extLst>
                <a:ext uri="{FF2B5EF4-FFF2-40B4-BE49-F238E27FC236}">
                  <a16:creationId xmlns:a16="http://schemas.microsoft.com/office/drawing/2014/main" id="{CE26D0A3-59A6-46F8-8804-AA8DE8AF6077}"/>
                </a:ext>
              </a:extLst>
            </p:cNvPr>
            <p:cNvSpPr/>
            <p:nvPr/>
          </p:nvSpPr>
          <p:spPr>
            <a:xfrm>
              <a:off x="4185425" y="3661959"/>
              <a:ext cx="687269" cy="687267"/>
            </a:xfrm>
            <a:prstGeom prst="ellipse">
              <a:avLst/>
            </a:prstGeom>
            <a:solidFill>
              <a:schemeClr val="bg1"/>
            </a:solidFill>
            <a:ln w="12700">
              <a:noFill/>
              <a:headEnd type="oval" w="med" len="med"/>
              <a:tailEnd type="oval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7" name="Group 311">
            <a:extLst>
              <a:ext uri="{FF2B5EF4-FFF2-40B4-BE49-F238E27FC236}">
                <a16:creationId xmlns:a16="http://schemas.microsoft.com/office/drawing/2014/main" id="{1183C757-C3FE-4CFA-8E6D-DBCFA57D4CA0}"/>
              </a:ext>
            </a:extLst>
          </p:cNvPr>
          <p:cNvGrpSpPr/>
          <p:nvPr/>
        </p:nvGrpSpPr>
        <p:grpSpPr>
          <a:xfrm flipH="1" flipV="1">
            <a:off x="2512793" y="2798837"/>
            <a:ext cx="813039" cy="885968"/>
            <a:chOff x="654280" y="1047000"/>
            <a:chExt cx="3037332" cy="3309787"/>
          </a:xfrm>
        </p:grpSpPr>
        <p:grpSp>
          <p:nvGrpSpPr>
            <p:cNvPr id="305" name="Group 312">
              <a:extLst>
                <a:ext uri="{FF2B5EF4-FFF2-40B4-BE49-F238E27FC236}">
                  <a16:creationId xmlns:a16="http://schemas.microsoft.com/office/drawing/2014/main" id="{70D79F2A-84D9-461D-8AF5-877FFD81E1F6}"/>
                </a:ext>
              </a:extLst>
            </p:cNvPr>
            <p:cNvGrpSpPr/>
            <p:nvPr/>
          </p:nvGrpSpPr>
          <p:grpSpPr>
            <a:xfrm>
              <a:off x="654280" y="2079826"/>
              <a:ext cx="3024555" cy="2276961"/>
              <a:chOff x="604505" y="1981058"/>
              <a:chExt cx="3153719" cy="2374200"/>
            </a:xfrm>
          </p:grpSpPr>
          <p:grpSp>
            <p:nvGrpSpPr>
              <p:cNvPr id="326" name="Group 336">
                <a:extLst>
                  <a:ext uri="{FF2B5EF4-FFF2-40B4-BE49-F238E27FC236}">
                    <a16:creationId xmlns:a16="http://schemas.microsoft.com/office/drawing/2014/main" id="{AA72F732-1438-4EEA-A074-384A1EA1D5B3}"/>
                  </a:ext>
                </a:extLst>
              </p:cNvPr>
              <p:cNvGrpSpPr/>
              <p:nvPr/>
            </p:nvGrpSpPr>
            <p:grpSpPr>
              <a:xfrm rot="15155533" flipH="1">
                <a:off x="773232" y="1812331"/>
                <a:ext cx="2374200" cy="2711653"/>
                <a:chOff x="6326188" y="1654175"/>
                <a:chExt cx="2410644" cy="3082384"/>
              </a:xfrm>
              <a:solidFill>
                <a:schemeClr val="bg2">
                  <a:lumMod val="75000"/>
                </a:schemeClr>
              </a:solidFill>
            </p:grpSpPr>
            <p:sp>
              <p:nvSpPr>
                <p:cNvPr id="408" name="Freeform 129">
                  <a:extLst>
                    <a:ext uri="{FF2B5EF4-FFF2-40B4-BE49-F238E27FC236}">
                      <a16:creationId xmlns:a16="http://schemas.microsoft.com/office/drawing/2014/main" id="{0C32E34F-39CC-47B9-B684-43E9DC3709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027988" y="1720850"/>
                  <a:ext cx="3175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0" y="0"/>
                        <a:pt x="1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09" name="Freeform 130">
                  <a:extLst>
                    <a:ext uri="{FF2B5EF4-FFF2-40B4-BE49-F238E27FC236}">
                      <a16:creationId xmlns:a16="http://schemas.microsoft.com/office/drawing/2014/main" id="{68CD9FBD-65DC-4B17-A9F6-60D2A97A87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24775" y="1841500"/>
                  <a:ext cx="3175" cy="3175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1" y="0"/>
                    </a:cxn>
                    <a:cxn ang="0">
                      <a:pos x="0" y="1"/>
                    </a:cxn>
                  </a:cxnLst>
                  <a:rect l="0" t="0" r="r" b="b"/>
                  <a:pathLst>
                    <a:path w="1" h="1">
                      <a:moveTo>
                        <a:pt x="0" y="1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10" name="Freeform 131">
                  <a:extLst>
                    <a:ext uri="{FF2B5EF4-FFF2-40B4-BE49-F238E27FC236}">
                      <a16:creationId xmlns:a16="http://schemas.microsoft.com/office/drawing/2014/main" id="{2003E913-E2B1-43B4-BE02-CD8B834422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218488" y="1671638"/>
                  <a:ext cx="12700" cy="1588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5" y="0"/>
                    </a:cxn>
                    <a:cxn ang="0">
                      <a:pos x="0" y="1"/>
                    </a:cxn>
                  </a:cxnLst>
                  <a:rect l="0" t="0" r="r" b="b"/>
                  <a:pathLst>
                    <a:path w="5" h="1">
                      <a:moveTo>
                        <a:pt x="0" y="1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5" y="0"/>
                        <a:pt x="5" y="0"/>
                        <a:pt x="5" y="0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11" name="Freeform 132">
                  <a:extLst>
                    <a:ext uri="{FF2B5EF4-FFF2-40B4-BE49-F238E27FC236}">
                      <a16:creationId xmlns:a16="http://schemas.microsoft.com/office/drawing/2014/main" id="{4A83DF3C-889C-4F29-9839-3031EBAC76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169150" y="2263775"/>
                  <a:ext cx="3175" cy="3175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1" y="0"/>
                    </a:cxn>
                    <a:cxn ang="0">
                      <a:pos x="0" y="1"/>
                    </a:cxn>
                  </a:cxnLst>
                  <a:rect l="0" t="0" r="r" b="b"/>
                  <a:pathLst>
                    <a:path w="1" h="1">
                      <a:moveTo>
                        <a:pt x="0" y="1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1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12" name="Freeform 133">
                  <a:extLst>
                    <a:ext uri="{FF2B5EF4-FFF2-40B4-BE49-F238E27FC236}">
                      <a16:creationId xmlns:a16="http://schemas.microsoft.com/office/drawing/2014/main" id="{2508E962-BFD5-48E0-BADB-13CABCD914A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80300" y="1995488"/>
                  <a:ext cx="4762" cy="4763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2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2">
                      <a:moveTo>
                        <a:pt x="2" y="0"/>
                      </a:moveTo>
                      <a:cubicBezTo>
                        <a:pt x="1" y="0"/>
                        <a:pt x="1" y="1"/>
                        <a:pt x="0" y="2"/>
                      </a:cubicBezTo>
                      <a:cubicBezTo>
                        <a:pt x="1" y="1"/>
                        <a:pt x="2" y="0"/>
                        <a:pt x="2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13" name="Freeform 134">
                  <a:extLst>
                    <a:ext uri="{FF2B5EF4-FFF2-40B4-BE49-F238E27FC236}">
                      <a16:creationId xmlns:a16="http://schemas.microsoft.com/office/drawing/2014/main" id="{8D6D2BC9-F995-4D92-B8CE-A165AD7BA17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318500" y="1681163"/>
                  <a:ext cx="7937" cy="1588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0" y="0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3">
                      <a:moveTo>
                        <a:pt x="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3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14" name="Freeform 135">
                  <a:extLst>
                    <a:ext uri="{FF2B5EF4-FFF2-40B4-BE49-F238E27FC236}">
                      <a16:creationId xmlns:a16="http://schemas.microsoft.com/office/drawing/2014/main" id="{FF0AF9D0-87D4-4E4D-B599-37088DFF120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516938" y="1655763"/>
                  <a:ext cx="1587" cy="1588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15" name="Freeform 136">
                  <a:extLst>
                    <a:ext uri="{FF2B5EF4-FFF2-40B4-BE49-F238E27FC236}">
                      <a16:creationId xmlns:a16="http://schemas.microsoft.com/office/drawing/2014/main" id="{96DEEC6D-EEC2-4A2B-9E50-D5A51B7ED5D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434388" y="1654175"/>
                  <a:ext cx="7937" cy="1588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0" y="0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3">
                      <a:moveTo>
                        <a:pt x="3" y="0"/>
                      </a:moveTo>
                      <a:cubicBezTo>
                        <a:pt x="2" y="0"/>
                        <a:pt x="1" y="0"/>
                        <a:pt x="0" y="0"/>
                      </a:cubicBezTo>
                      <a:cubicBezTo>
                        <a:pt x="1" y="0"/>
                        <a:pt x="3" y="0"/>
                        <a:pt x="3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16" name="Freeform 137">
                  <a:extLst>
                    <a:ext uri="{FF2B5EF4-FFF2-40B4-BE49-F238E27FC236}">
                      <a16:creationId xmlns:a16="http://schemas.microsoft.com/office/drawing/2014/main" id="{7C74F639-3443-45FD-B564-294B3CAAF49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432800" y="1654175"/>
                  <a:ext cx="1587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17" name="Freeform 138">
                  <a:extLst>
                    <a:ext uri="{FF2B5EF4-FFF2-40B4-BE49-F238E27FC236}">
                      <a16:creationId xmlns:a16="http://schemas.microsoft.com/office/drawing/2014/main" id="{204973A7-48E1-4980-93CA-3465D76F7E8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26188" y="4597400"/>
                  <a:ext cx="3175" cy="17463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" y="7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" h="7">
                      <a:moveTo>
                        <a:pt x="0" y="0"/>
                      </a:moveTo>
                      <a:cubicBezTo>
                        <a:pt x="0" y="3"/>
                        <a:pt x="0" y="5"/>
                        <a:pt x="1" y="7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18" name="Freeform 139">
                  <a:extLst>
                    <a:ext uri="{FF2B5EF4-FFF2-40B4-BE49-F238E27FC236}">
                      <a16:creationId xmlns:a16="http://schemas.microsoft.com/office/drawing/2014/main" id="{BBC06985-4C61-4EAD-B247-6BE662D725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789738" y="2773363"/>
                  <a:ext cx="3175" cy="1588"/>
                </a:xfrm>
                <a:custGeom>
                  <a:avLst/>
                  <a:gdLst/>
                  <a:ahLst/>
                  <a:cxnLst>
                    <a:cxn ang="0">
                      <a:pos x="1" y="1"/>
                    </a:cxn>
                    <a:cxn ang="0">
                      <a:pos x="1" y="0"/>
                    </a:cxn>
                    <a:cxn ang="0">
                      <a:pos x="1" y="1"/>
                    </a:cxn>
                  </a:cxnLst>
                  <a:rect l="0" t="0" r="r" b="b"/>
                  <a:pathLst>
                    <a:path w="1" h="1">
                      <a:moveTo>
                        <a:pt x="1" y="1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1"/>
                        <a:pt x="0" y="1"/>
                        <a:pt x="1" y="1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19" name="Freeform 140">
                  <a:extLst>
                    <a:ext uri="{FF2B5EF4-FFF2-40B4-BE49-F238E27FC236}">
                      <a16:creationId xmlns:a16="http://schemas.microsoft.com/office/drawing/2014/main" id="{FF5E9647-F514-4E4F-B262-5B90F1F245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42063" y="4603750"/>
                  <a:ext cx="1587" cy="4763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2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h="2">
                      <a:moveTo>
                        <a:pt x="0" y="0"/>
                      </a:move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1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20" name="Freeform 141">
                  <a:extLst>
                    <a:ext uri="{FF2B5EF4-FFF2-40B4-BE49-F238E27FC236}">
                      <a16:creationId xmlns:a16="http://schemas.microsoft.com/office/drawing/2014/main" id="{FC502CE6-3145-49C9-BAA9-49CF135F814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207375" y="1704975"/>
                  <a:ext cx="17462" cy="6350"/>
                </a:xfrm>
                <a:custGeom>
                  <a:avLst/>
                  <a:gdLst/>
                  <a:ahLst/>
                  <a:cxnLst>
                    <a:cxn ang="0">
                      <a:pos x="7" y="0"/>
                    </a:cxn>
                    <a:cxn ang="0">
                      <a:pos x="0" y="2"/>
                    </a:cxn>
                    <a:cxn ang="0">
                      <a:pos x="7" y="0"/>
                    </a:cxn>
                  </a:cxnLst>
                  <a:rect l="0" t="0" r="r" b="b"/>
                  <a:pathLst>
                    <a:path w="7" h="2">
                      <a:moveTo>
                        <a:pt x="7" y="0"/>
                      </a:moveTo>
                      <a:cubicBezTo>
                        <a:pt x="5" y="1"/>
                        <a:pt x="0" y="1"/>
                        <a:pt x="0" y="2"/>
                      </a:cubicBezTo>
                      <a:cubicBezTo>
                        <a:pt x="3" y="1"/>
                        <a:pt x="6" y="1"/>
                        <a:pt x="7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21" name="Freeform 142">
                  <a:extLst>
                    <a:ext uri="{FF2B5EF4-FFF2-40B4-BE49-F238E27FC236}">
                      <a16:creationId xmlns:a16="http://schemas.microsoft.com/office/drawing/2014/main" id="{A759728B-B25E-4800-BD2E-290D4F9392D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788150" y="2924175"/>
                  <a:ext cx="1587" cy="4763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2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h="2">
                      <a:moveTo>
                        <a:pt x="0" y="0"/>
                      </a:move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1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22" name="Freeform 143">
                  <a:extLst>
                    <a:ext uri="{FF2B5EF4-FFF2-40B4-BE49-F238E27FC236}">
                      <a16:creationId xmlns:a16="http://schemas.microsoft.com/office/drawing/2014/main" id="{1C567537-D0D2-44BC-B33B-4F9DE6736D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42063" y="4602163"/>
                  <a:ext cx="1587" cy="1588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1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23" name="Rectangle 144">
                  <a:extLst>
                    <a:ext uri="{FF2B5EF4-FFF2-40B4-BE49-F238E27FC236}">
                      <a16:creationId xmlns:a16="http://schemas.microsoft.com/office/drawing/2014/main" id="{4FE5F876-D9C9-4DB4-9E12-51FA4B81A1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518275" y="3373438"/>
                  <a:ext cx="1587" cy="1588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24" name="Freeform 145">
                  <a:extLst>
                    <a:ext uri="{FF2B5EF4-FFF2-40B4-BE49-F238E27FC236}">
                      <a16:creationId xmlns:a16="http://schemas.microsoft.com/office/drawing/2014/main" id="{45BE2B08-952F-437E-AB36-B880F0A34B3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505575" y="3398838"/>
                  <a:ext cx="1587" cy="6350"/>
                </a:xfrm>
                <a:custGeom>
                  <a:avLst/>
                  <a:gdLst/>
                  <a:ahLst/>
                  <a:cxnLst>
                    <a:cxn ang="0">
                      <a:pos x="0" y="3"/>
                    </a:cxn>
                    <a:cxn ang="0">
                      <a:pos x="0" y="0"/>
                    </a:cxn>
                    <a:cxn ang="0">
                      <a:pos x="0" y="3"/>
                    </a:cxn>
                  </a:cxnLst>
                  <a:rect l="0" t="0" r="r" b="b"/>
                  <a:pathLst>
                    <a:path h="3">
                      <a:moveTo>
                        <a:pt x="0" y="3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2"/>
                        <a:pt x="0" y="3"/>
                        <a:pt x="0" y="3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25" name="Freeform 146">
                  <a:extLst>
                    <a:ext uri="{FF2B5EF4-FFF2-40B4-BE49-F238E27FC236}">
                      <a16:creationId xmlns:a16="http://schemas.microsoft.com/office/drawing/2014/main" id="{039D3D13-B1A3-49E6-9F24-188B084EA57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29363" y="4614863"/>
                  <a:ext cx="1587" cy="635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3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h="3">
                      <a:moveTo>
                        <a:pt x="0" y="0"/>
                      </a:move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2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26" name="Freeform 147">
                  <a:extLst>
                    <a:ext uri="{FF2B5EF4-FFF2-40B4-BE49-F238E27FC236}">
                      <a16:creationId xmlns:a16="http://schemas.microsoft.com/office/drawing/2014/main" id="{589AE996-3DC9-49CE-9646-9603BF638E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405563" y="3765550"/>
                  <a:ext cx="3175" cy="4763"/>
                </a:xfrm>
                <a:custGeom>
                  <a:avLst/>
                  <a:gdLst/>
                  <a:ahLst/>
                  <a:cxnLst>
                    <a:cxn ang="0">
                      <a:pos x="0" y="2"/>
                    </a:cxn>
                    <a:cxn ang="0">
                      <a:pos x="1" y="0"/>
                    </a:cxn>
                    <a:cxn ang="0">
                      <a:pos x="0" y="2"/>
                    </a:cxn>
                  </a:cxnLst>
                  <a:rect l="0" t="0" r="r" b="b"/>
                  <a:pathLst>
                    <a:path w="1" h="2">
                      <a:moveTo>
                        <a:pt x="0" y="2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1"/>
                        <a:pt x="0" y="2"/>
                        <a:pt x="0" y="2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27" name="Freeform 148">
                  <a:extLst>
                    <a:ext uri="{FF2B5EF4-FFF2-40B4-BE49-F238E27FC236}">
                      <a16:creationId xmlns:a16="http://schemas.microsoft.com/office/drawing/2014/main" id="{C6BA2BC0-C8D8-4D1D-8CA1-C6A0807C5A4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07288" y="1978025"/>
                  <a:ext cx="3175" cy="3175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1" y="0"/>
                    </a:cxn>
                    <a:cxn ang="0">
                      <a:pos x="0" y="1"/>
                    </a:cxn>
                  </a:cxnLst>
                  <a:rect l="0" t="0" r="r" b="b"/>
                  <a:pathLst>
                    <a:path w="1" h="1">
                      <a:moveTo>
                        <a:pt x="0" y="1"/>
                      </a:moveTo>
                      <a:cubicBezTo>
                        <a:pt x="0" y="1"/>
                        <a:pt x="0" y="1"/>
                        <a:pt x="1" y="0"/>
                      </a:cubicBezTo>
                      <a:cubicBezTo>
                        <a:pt x="1" y="0"/>
                        <a:pt x="1" y="0"/>
                        <a:pt x="0" y="1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28" name="Freeform 149">
                  <a:extLst>
                    <a:ext uri="{FF2B5EF4-FFF2-40B4-BE49-F238E27FC236}">
                      <a16:creationId xmlns:a16="http://schemas.microsoft.com/office/drawing/2014/main" id="{193E345D-6DFA-454E-8CCB-A8790E5388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335838" y="2182813"/>
                  <a:ext cx="3175" cy="1588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29" name="Freeform 150">
                  <a:extLst>
                    <a:ext uri="{FF2B5EF4-FFF2-40B4-BE49-F238E27FC236}">
                      <a16:creationId xmlns:a16="http://schemas.microsoft.com/office/drawing/2014/main" id="{265353C6-E7C1-484B-AF81-D599BE7ABDE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339013" y="2171700"/>
                  <a:ext cx="6350" cy="11113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0" y="4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3" h="4">
                      <a:moveTo>
                        <a:pt x="3" y="0"/>
                      </a:moveTo>
                      <a:cubicBezTo>
                        <a:pt x="2" y="1"/>
                        <a:pt x="0" y="3"/>
                        <a:pt x="0" y="4"/>
                      </a:cubicBezTo>
                      <a:cubicBezTo>
                        <a:pt x="1" y="3"/>
                        <a:pt x="2" y="2"/>
                        <a:pt x="3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30" name="Freeform 151">
                  <a:extLst>
                    <a:ext uri="{FF2B5EF4-FFF2-40B4-BE49-F238E27FC236}">
                      <a16:creationId xmlns:a16="http://schemas.microsoft.com/office/drawing/2014/main" id="{E8A9D816-0600-4545-A402-9BF165A81D2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316788" y="2200275"/>
                  <a:ext cx="1587" cy="1588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0" y="0"/>
                    </a:cxn>
                    <a:cxn ang="0">
                      <a:pos x="0" y="1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31" name="Freeform 152">
                  <a:extLst>
                    <a:ext uri="{FF2B5EF4-FFF2-40B4-BE49-F238E27FC236}">
                      <a16:creationId xmlns:a16="http://schemas.microsoft.com/office/drawing/2014/main" id="{9C2F4DDD-EB59-4608-9B10-F17ACF430EA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26338" y="2028825"/>
                  <a:ext cx="1587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32" name="Freeform 153">
                  <a:extLst>
                    <a:ext uri="{FF2B5EF4-FFF2-40B4-BE49-F238E27FC236}">
                      <a16:creationId xmlns:a16="http://schemas.microsoft.com/office/drawing/2014/main" id="{301413D1-115E-40F0-8587-2B6DC8DB09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81888" y="2063750"/>
                  <a:ext cx="3175" cy="1588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0" y="0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33" name="Freeform 154">
                  <a:extLst>
                    <a:ext uri="{FF2B5EF4-FFF2-40B4-BE49-F238E27FC236}">
                      <a16:creationId xmlns:a16="http://schemas.microsoft.com/office/drawing/2014/main" id="{17CF1B93-4B2E-4408-BBE2-6C84C0CCA8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221538" y="2301875"/>
                  <a:ext cx="1587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34" name="Freeform 155">
                  <a:extLst>
                    <a:ext uri="{FF2B5EF4-FFF2-40B4-BE49-F238E27FC236}">
                      <a16:creationId xmlns:a16="http://schemas.microsoft.com/office/drawing/2014/main" id="{A8F4DB68-7DE5-4989-9D6C-089EA01099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471470" y="1748884"/>
                  <a:ext cx="2265362" cy="2987675"/>
                </a:xfrm>
                <a:custGeom>
                  <a:avLst/>
                  <a:gdLst/>
                  <a:ahLst/>
                  <a:cxnLst>
                    <a:cxn ang="0">
                      <a:pos x="295" y="351"/>
                    </a:cxn>
                    <a:cxn ang="0">
                      <a:pos x="339" y="296"/>
                    </a:cxn>
                    <a:cxn ang="0">
                      <a:pos x="362" y="265"/>
                    </a:cxn>
                    <a:cxn ang="0">
                      <a:pos x="377" y="249"/>
                    </a:cxn>
                    <a:cxn ang="0">
                      <a:pos x="403" y="224"/>
                    </a:cxn>
                    <a:cxn ang="0">
                      <a:pos x="411" y="216"/>
                    </a:cxn>
                    <a:cxn ang="0">
                      <a:pos x="427" y="202"/>
                    </a:cxn>
                    <a:cxn ang="0">
                      <a:pos x="458" y="180"/>
                    </a:cxn>
                    <a:cxn ang="0">
                      <a:pos x="477" y="162"/>
                    </a:cxn>
                    <a:cxn ang="0">
                      <a:pos x="512" y="134"/>
                    </a:cxn>
                    <a:cxn ang="0">
                      <a:pos x="530" y="124"/>
                    </a:cxn>
                    <a:cxn ang="0">
                      <a:pos x="558" y="106"/>
                    </a:cxn>
                    <a:cxn ang="0">
                      <a:pos x="583" y="94"/>
                    </a:cxn>
                    <a:cxn ang="0">
                      <a:pos x="620" y="71"/>
                    </a:cxn>
                    <a:cxn ang="0">
                      <a:pos x="662" y="54"/>
                    </a:cxn>
                    <a:cxn ang="0">
                      <a:pos x="704" y="40"/>
                    </a:cxn>
                    <a:cxn ang="0">
                      <a:pos x="735" y="30"/>
                    </a:cxn>
                    <a:cxn ang="0">
                      <a:pos x="758" y="25"/>
                    </a:cxn>
                    <a:cxn ang="0">
                      <a:pos x="759" y="26"/>
                    </a:cxn>
                    <a:cxn ang="0">
                      <a:pos x="785" y="19"/>
                    </a:cxn>
                    <a:cxn ang="0">
                      <a:pos x="800" y="15"/>
                    </a:cxn>
                    <a:cxn ang="0">
                      <a:pos x="820" y="12"/>
                    </a:cxn>
                    <a:cxn ang="0">
                      <a:pos x="870" y="10"/>
                    </a:cxn>
                    <a:cxn ang="0">
                      <a:pos x="906" y="8"/>
                    </a:cxn>
                    <a:cxn ang="0">
                      <a:pos x="880" y="2"/>
                    </a:cxn>
                    <a:cxn ang="0">
                      <a:pos x="860" y="3"/>
                    </a:cxn>
                    <a:cxn ang="0">
                      <a:pos x="836" y="3"/>
                    </a:cxn>
                    <a:cxn ang="0">
                      <a:pos x="793" y="6"/>
                    </a:cxn>
                    <a:cxn ang="0">
                      <a:pos x="772" y="11"/>
                    </a:cxn>
                    <a:cxn ang="0">
                      <a:pos x="753" y="14"/>
                    </a:cxn>
                    <a:cxn ang="0">
                      <a:pos x="685" y="33"/>
                    </a:cxn>
                    <a:cxn ang="0">
                      <a:pos x="652" y="43"/>
                    </a:cxn>
                    <a:cxn ang="0">
                      <a:pos x="635" y="50"/>
                    </a:cxn>
                    <a:cxn ang="0">
                      <a:pos x="605" y="64"/>
                    </a:cxn>
                    <a:cxn ang="0">
                      <a:pos x="569" y="81"/>
                    </a:cxn>
                    <a:cxn ang="0">
                      <a:pos x="547" y="90"/>
                    </a:cxn>
                    <a:cxn ang="0">
                      <a:pos x="500" y="120"/>
                    </a:cxn>
                    <a:cxn ang="0">
                      <a:pos x="454" y="152"/>
                    </a:cxn>
                    <a:cxn ang="0">
                      <a:pos x="418" y="183"/>
                    </a:cxn>
                    <a:cxn ang="0">
                      <a:pos x="399" y="199"/>
                    </a:cxn>
                    <a:cxn ang="0">
                      <a:pos x="372" y="223"/>
                    </a:cxn>
                    <a:cxn ang="0">
                      <a:pos x="333" y="260"/>
                    </a:cxn>
                    <a:cxn ang="0">
                      <a:pos x="303" y="297"/>
                    </a:cxn>
                    <a:cxn ang="0">
                      <a:pos x="252" y="360"/>
                    </a:cxn>
                    <a:cxn ang="0">
                      <a:pos x="200" y="442"/>
                    </a:cxn>
                    <a:cxn ang="0">
                      <a:pos x="184" y="468"/>
                    </a:cxn>
                    <a:cxn ang="0">
                      <a:pos x="168" y="498"/>
                    </a:cxn>
                    <a:cxn ang="0">
                      <a:pos x="143" y="549"/>
                    </a:cxn>
                    <a:cxn ang="0">
                      <a:pos x="99" y="648"/>
                    </a:cxn>
                    <a:cxn ang="0">
                      <a:pos x="68" y="741"/>
                    </a:cxn>
                    <a:cxn ang="0">
                      <a:pos x="38" y="844"/>
                    </a:cxn>
                    <a:cxn ang="0">
                      <a:pos x="0" y="1116"/>
                    </a:cxn>
                    <a:cxn ang="0">
                      <a:pos x="9" y="1197"/>
                    </a:cxn>
                    <a:cxn ang="0">
                      <a:pos x="11" y="1180"/>
                    </a:cxn>
                    <a:cxn ang="0">
                      <a:pos x="15" y="1154"/>
                    </a:cxn>
                    <a:cxn ang="0">
                      <a:pos x="18" y="1114"/>
                    </a:cxn>
                    <a:cxn ang="0">
                      <a:pos x="40" y="988"/>
                    </a:cxn>
                    <a:cxn ang="0">
                      <a:pos x="89" y="767"/>
                    </a:cxn>
                    <a:cxn ang="0">
                      <a:pos x="117" y="681"/>
                    </a:cxn>
                    <a:cxn ang="0">
                      <a:pos x="157" y="582"/>
                    </a:cxn>
                    <a:cxn ang="0">
                      <a:pos x="164" y="564"/>
                    </a:cxn>
                    <a:cxn ang="0">
                      <a:pos x="193" y="510"/>
                    </a:cxn>
                    <a:cxn ang="0">
                      <a:pos x="216" y="471"/>
                    </a:cxn>
                  </a:cxnLst>
                  <a:rect l="0" t="0" r="r" b="b"/>
                  <a:pathLst>
                    <a:path w="913" h="1204">
                      <a:moveTo>
                        <a:pt x="243" y="429"/>
                      </a:moveTo>
                      <a:cubicBezTo>
                        <a:pt x="254" y="411"/>
                        <a:pt x="268" y="388"/>
                        <a:pt x="280" y="372"/>
                      </a:cubicBezTo>
                      <a:cubicBezTo>
                        <a:pt x="282" y="368"/>
                        <a:pt x="286" y="362"/>
                        <a:pt x="289" y="357"/>
                      </a:cubicBezTo>
                      <a:cubicBezTo>
                        <a:pt x="291" y="358"/>
                        <a:pt x="291" y="358"/>
                        <a:pt x="291" y="358"/>
                      </a:cubicBezTo>
                      <a:cubicBezTo>
                        <a:pt x="294" y="353"/>
                        <a:pt x="294" y="353"/>
                        <a:pt x="294" y="353"/>
                      </a:cubicBezTo>
                      <a:cubicBezTo>
                        <a:pt x="296" y="351"/>
                        <a:pt x="292" y="356"/>
                        <a:pt x="295" y="354"/>
                      </a:cubicBezTo>
                      <a:cubicBezTo>
                        <a:pt x="295" y="351"/>
                        <a:pt x="295" y="351"/>
                        <a:pt x="295" y="351"/>
                      </a:cubicBezTo>
                      <a:cubicBezTo>
                        <a:pt x="296" y="351"/>
                        <a:pt x="304" y="341"/>
                        <a:pt x="299" y="349"/>
                      </a:cubicBezTo>
                      <a:cubicBezTo>
                        <a:pt x="304" y="343"/>
                        <a:pt x="308" y="338"/>
                        <a:pt x="313" y="332"/>
                      </a:cubicBezTo>
                      <a:cubicBezTo>
                        <a:pt x="316" y="329"/>
                        <a:pt x="313" y="329"/>
                        <a:pt x="317" y="325"/>
                      </a:cubicBezTo>
                      <a:cubicBezTo>
                        <a:pt x="318" y="325"/>
                        <a:pt x="316" y="327"/>
                        <a:pt x="317" y="327"/>
                      </a:cubicBezTo>
                      <a:cubicBezTo>
                        <a:pt x="328" y="316"/>
                        <a:pt x="325" y="311"/>
                        <a:pt x="335" y="300"/>
                      </a:cubicBezTo>
                      <a:cubicBezTo>
                        <a:pt x="334" y="301"/>
                        <a:pt x="334" y="301"/>
                        <a:pt x="334" y="301"/>
                      </a:cubicBezTo>
                      <a:cubicBezTo>
                        <a:pt x="336" y="299"/>
                        <a:pt x="339" y="296"/>
                        <a:pt x="339" y="296"/>
                      </a:cubicBezTo>
                      <a:cubicBezTo>
                        <a:pt x="336" y="296"/>
                        <a:pt x="338" y="298"/>
                        <a:pt x="334" y="301"/>
                      </a:cubicBezTo>
                      <a:cubicBezTo>
                        <a:pt x="333" y="299"/>
                        <a:pt x="337" y="296"/>
                        <a:pt x="336" y="295"/>
                      </a:cubicBezTo>
                      <a:cubicBezTo>
                        <a:pt x="338" y="293"/>
                        <a:pt x="339" y="291"/>
                        <a:pt x="341" y="289"/>
                      </a:cubicBezTo>
                      <a:cubicBezTo>
                        <a:pt x="345" y="286"/>
                        <a:pt x="349" y="280"/>
                        <a:pt x="353" y="278"/>
                      </a:cubicBezTo>
                      <a:cubicBezTo>
                        <a:pt x="354" y="276"/>
                        <a:pt x="355" y="273"/>
                        <a:pt x="358" y="269"/>
                      </a:cubicBezTo>
                      <a:cubicBezTo>
                        <a:pt x="362" y="267"/>
                        <a:pt x="359" y="270"/>
                        <a:pt x="363" y="267"/>
                      </a:cubicBezTo>
                      <a:cubicBezTo>
                        <a:pt x="362" y="265"/>
                        <a:pt x="362" y="265"/>
                        <a:pt x="362" y="265"/>
                      </a:cubicBezTo>
                      <a:cubicBezTo>
                        <a:pt x="365" y="262"/>
                        <a:pt x="365" y="263"/>
                        <a:pt x="365" y="264"/>
                      </a:cubicBezTo>
                      <a:cubicBezTo>
                        <a:pt x="369" y="260"/>
                        <a:pt x="367" y="260"/>
                        <a:pt x="371" y="256"/>
                      </a:cubicBezTo>
                      <a:cubicBezTo>
                        <a:pt x="370" y="259"/>
                        <a:pt x="370" y="259"/>
                        <a:pt x="370" y="259"/>
                      </a:cubicBezTo>
                      <a:cubicBezTo>
                        <a:pt x="373" y="256"/>
                        <a:pt x="374" y="255"/>
                        <a:pt x="378" y="251"/>
                      </a:cubicBezTo>
                      <a:cubicBezTo>
                        <a:pt x="378" y="251"/>
                        <a:pt x="377" y="253"/>
                        <a:pt x="375" y="254"/>
                      </a:cubicBezTo>
                      <a:cubicBezTo>
                        <a:pt x="379" y="253"/>
                        <a:pt x="379" y="250"/>
                        <a:pt x="380" y="248"/>
                      </a:cubicBezTo>
                      <a:cubicBezTo>
                        <a:pt x="379" y="249"/>
                        <a:pt x="376" y="251"/>
                        <a:pt x="377" y="249"/>
                      </a:cubicBezTo>
                      <a:cubicBezTo>
                        <a:pt x="379" y="247"/>
                        <a:pt x="381" y="244"/>
                        <a:pt x="383" y="243"/>
                      </a:cubicBezTo>
                      <a:cubicBezTo>
                        <a:pt x="381" y="246"/>
                        <a:pt x="381" y="246"/>
                        <a:pt x="381" y="246"/>
                      </a:cubicBezTo>
                      <a:cubicBezTo>
                        <a:pt x="385" y="241"/>
                        <a:pt x="383" y="243"/>
                        <a:pt x="388" y="238"/>
                      </a:cubicBezTo>
                      <a:cubicBezTo>
                        <a:pt x="388" y="239"/>
                        <a:pt x="388" y="239"/>
                        <a:pt x="388" y="239"/>
                      </a:cubicBezTo>
                      <a:cubicBezTo>
                        <a:pt x="390" y="235"/>
                        <a:pt x="395" y="232"/>
                        <a:pt x="400" y="227"/>
                      </a:cubicBezTo>
                      <a:cubicBezTo>
                        <a:pt x="399" y="228"/>
                        <a:pt x="399" y="228"/>
                        <a:pt x="399" y="228"/>
                      </a:cubicBezTo>
                      <a:cubicBezTo>
                        <a:pt x="401" y="226"/>
                        <a:pt x="402" y="225"/>
                        <a:pt x="403" y="224"/>
                      </a:cubicBezTo>
                      <a:cubicBezTo>
                        <a:pt x="399" y="226"/>
                        <a:pt x="400" y="225"/>
                        <a:pt x="399" y="224"/>
                      </a:cubicBezTo>
                      <a:cubicBezTo>
                        <a:pt x="404" y="222"/>
                        <a:pt x="403" y="218"/>
                        <a:pt x="410" y="213"/>
                      </a:cubicBezTo>
                      <a:cubicBezTo>
                        <a:pt x="410" y="214"/>
                        <a:pt x="409" y="216"/>
                        <a:pt x="407" y="217"/>
                      </a:cubicBezTo>
                      <a:cubicBezTo>
                        <a:pt x="406" y="220"/>
                        <a:pt x="407" y="221"/>
                        <a:pt x="404" y="225"/>
                      </a:cubicBezTo>
                      <a:cubicBezTo>
                        <a:pt x="406" y="223"/>
                        <a:pt x="408" y="220"/>
                        <a:pt x="408" y="221"/>
                      </a:cubicBezTo>
                      <a:cubicBezTo>
                        <a:pt x="408" y="219"/>
                        <a:pt x="408" y="219"/>
                        <a:pt x="408" y="219"/>
                      </a:cubicBezTo>
                      <a:cubicBezTo>
                        <a:pt x="409" y="218"/>
                        <a:pt x="410" y="217"/>
                        <a:pt x="411" y="216"/>
                      </a:cubicBezTo>
                      <a:cubicBezTo>
                        <a:pt x="411" y="215"/>
                        <a:pt x="408" y="217"/>
                        <a:pt x="410" y="214"/>
                      </a:cubicBezTo>
                      <a:cubicBezTo>
                        <a:pt x="414" y="210"/>
                        <a:pt x="413" y="213"/>
                        <a:pt x="413" y="212"/>
                      </a:cubicBezTo>
                      <a:cubicBezTo>
                        <a:pt x="418" y="208"/>
                        <a:pt x="414" y="209"/>
                        <a:pt x="419" y="205"/>
                      </a:cubicBezTo>
                      <a:cubicBezTo>
                        <a:pt x="419" y="206"/>
                        <a:pt x="418" y="207"/>
                        <a:pt x="418" y="207"/>
                      </a:cubicBezTo>
                      <a:cubicBezTo>
                        <a:pt x="422" y="205"/>
                        <a:pt x="426" y="200"/>
                        <a:pt x="428" y="200"/>
                      </a:cubicBezTo>
                      <a:cubicBezTo>
                        <a:pt x="428" y="201"/>
                        <a:pt x="428" y="201"/>
                        <a:pt x="427" y="202"/>
                      </a:cubicBezTo>
                      <a:cubicBezTo>
                        <a:pt x="427" y="202"/>
                        <a:pt x="427" y="202"/>
                        <a:pt x="427" y="202"/>
                      </a:cubicBezTo>
                      <a:cubicBezTo>
                        <a:pt x="424" y="207"/>
                        <a:pt x="430" y="199"/>
                        <a:pt x="430" y="201"/>
                      </a:cubicBezTo>
                      <a:cubicBezTo>
                        <a:pt x="429" y="201"/>
                        <a:pt x="434" y="197"/>
                        <a:pt x="436" y="195"/>
                      </a:cubicBezTo>
                      <a:cubicBezTo>
                        <a:pt x="435" y="195"/>
                        <a:pt x="435" y="195"/>
                        <a:pt x="435" y="195"/>
                      </a:cubicBezTo>
                      <a:cubicBezTo>
                        <a:pt x="440" y="186"/>
                        <a:pt x="436" y="197"/>
                        <a:pt x="443" y="190"/>
                      </a:cubicBezTo>
                      <a:cubicBezTo>
                        <a:pt x="447" y="186"/>
                        <a:pt x="441" y="192"/>
                        <a:pt x="443" y="189"/>
                      </a:cubicBezTo>
                      <a:cubicBezTo>
                        <a:pt x="446" y="186"/>
                        <a:pt x="448" y="186"/>
                        <a:pt x="452" y="182"/>
                      </a:cubicBezTo>
                      <a:cubicBezTo>
                        <a:pt x="454" y="181"/>
                        <a:pt x="457" y="180"/>
                        <a:pt x="458" y="180"/>
                      </a:cubicBezTo>
                      <a:cubicBezTo>
                        <a:pt x="461" y="178"/>
                        <a:pt x="467" y="174"/>
                        <a:pt x="468" y="172"/>
                      </a:cubicBezTo>
                      <a:cubicBezTo>
                        <a:pt x="462" y="175"/>
                        <a:pt x="464" y="177"/>
                        <a:pt x="457" y="180"/>
                      </a:cubicBezTo>
                      <a:cubicBezTo>
                        <a:pt x="458" y="178"/>
                        <a:pt x="458" y="178"/>
                        <a:pt x="458" y="178"/>
                      </a:cubicBezTo>
                      <a:cubicBezTo>
                        <a:pt x="462" y="174"/>
                        <a:pt x="467" y="170"/>
                        <a:pt x="470" y="168"/>
                      </a:cubicBezTo>
                      <a:cubicBezTo>
                        <a:pt x="469" y="168"/>
                        <a:pt x="469" y="168"/>
                        <a:pt x="469" y="168"/>
                      </a:cubicBezTo>
                      <a:cubicBezTo>
                        <a:pt x="474" y="163"/>
                        <a:pt x="475" y="161"/>
                        <a:pt x="481" y="157"/>
                      </a:cubicBezTo>
                      <a:cubicBezTo>
                        <a:pt x="482" y="157"/>
                        <a:pt x="479" y="160"/>
                        <a:pt x="477" y="162"/>
                      </a:cubicBezTo>
                      <a:cubicBezTo>
                        <a:pt x="481" y="160"/>
                        <a:pt x="480" y="159"/>
                        <a:pt x="486" y="155"/>
                      </a:cubicBezTo>
                      <a:cubicBezTo>
                        <a:pt x="487" y="156"/>
                        <a:pt x="482" y="158"/>
                        <a:pt x="482" y="159"/>
                      </a:cubicBezTo>
                      <a:cubicBezTo>
                        <a:pt x="488" y="154"/>
                        <a:pt x="488" y="154"/>
                        <a:pt x="488" y="154"/>
                      </a:cubicBezTo>
                      <a:cubicBezTo>
                        <a:pt x="488" y="154"/>
                        <a:pt x="488" y="154"/>
                        <a:pt x="488" y="154"/>
                      </a:cubicBezTo>
                      <a:cubicBezTo>
                        <a:pt x="488" y="152"/>
                        <a:pt x="493" y="151"/>
                        <a:pt x="497" y="148"/>
                      </a:cubicBezTo>
                      <a:cubicBezTo>
                        <a:pt x="506" y="141"/>
                        <a:pt x="506" y="139"/>
                        <a:pt x="510" y="134"/>
                      </a:cubicBezTo>
                      <a:cubicBezTo>
                        <a:pt x="512" y="133"/>
                        <a:pt x="513" y="134"/>
                        <a:pt x="512" y="134"/>
                      </a:cubicBezTo>
                      <a:cubicBezTo>
                        <a:pt x="510" y="135"/>
                        <a:pt x="510" y="135"/>
                        <a:pt x="510" y="136"/>
                      </a:cubicBezTo>
                      <a:cubicBezTo>
                        <a:pt x="513" y="134"/>
                        <a:pt x="518" y="133"/>
                        <a:pt x="516" y="135"/>
                      </a:cubicBezTo>
                      <a:cubicBezTo>
                        <a:pt x="521" y="131"/>
                        <a:pt x="514" y="135"/>
                        <a:pt x="517" y="133"/>
                      </a:cubicBezTo>
                      <a:cubicBezTo>
                        <a:pt x="524" y="128"/>
                        <a:pt x="524" y="128"/>
                        <a:pt x="524" y="128"/>
                      </a:cubicBezTo>
                      <a:cubicBezTo>
                        <a:pt x="522" y="128"/>
                        <a:pt x="520" y="130"/>
                        <a:pt x="523" y="127"/>
                      </a:cubicBezTo>
                      <a:cubicBezTo>
                        <a:pt x="526" y="125"/>
                        <a:pt x="527" y="124"/>
                        <a:pt x="531" y="121"/>
                      </a:cubicBezTo>
                      <a:cubicBezTo>
                        <a:pt x="531" y="122"/>
                        <a:pt x="533" y="122"/>
                        <a:pt x="530" y="124"/>
                      </a:cubicBezTo>
                      <a:cubicBezTo>
                        <a:pt x="533" y="123"/>
                        <a:pt x="536" y="121"/>
                        <a:pt x="536" y="119"/>
                      </a:cubicBezTo>
                      <a:cubicBezTo>
                        <a:pt x="531" y="121"/>
                        <a:pt x="543" y="114"/>
                        <a:pt x="539" y="115"/>
                      </a:cubicBezTo>
                      <a:cubicBezTo>
                        <a:pt x="544" y="113"/>
                        <a:pt x="544" y="113"/>
                        <a:pt x="544" y="113"/>
                      </a:cubicBezTo>
                      <a:cubicBezTo>
                        <a:pt x="543" y="114"/>
                        <a:pt x="543" y="114"/>
                        <a:pt x="541" y="115"/>
                      </a:cubicBezTo>
                      <a:cubicBezTo>
                        <a:pt x="543" y="115"/>
                        <a:pt x="545" y="112"/>
                        <a:pt x="546" y="111"/>
                      </a:cubicBezTo>
                      <a:cubicBezTo>
                        <a:pt x="548" y="111"/>
                        <a:pt x="552" y="108"/>
                        <a:pt x="553" y="109"/>
                      </a:cubicBezTo>
                      <a:cubicBezTo>
                        <a:pt x="554" y="108"/>
                        <a:pt x="557" y="106"/>
                        <a:pt x="558" y="106"/>
                      </a:cubicBezTo>
                      <a:cubicBezTo>
                        <a:pt x="560" y="105"/>
                        <a:pt x="558" y="105"/>
                        <a:pt x="559" y="104"/>
                      </a:cubicBezTo>
                      <a:cubicBezTo>
                        <a:pt x="566" y="100"/>
                        <a:pt x="566" y="100"/>
                        <a:pt x="566" y="100"/>
                      </a:cubicBezTo>
                      <a:cubicBezTo>
                        <a:pt x="567" y="101"/>
                        <a:pt x="568" y="102"/>
                        <a:pt x="567" y="103"/>
                      </a:cubicBezTo>
                      <a:cubicBezTo>
                        <a:pt x="570" y="101"/>
                        <a:pt x="567" y="101"/>
                        <a:pt x="571" y="98"/>
                      </a:cubicBezTo>
                      <a:cubicBezTo>
                        <a:pt x="570" y="101"/>
                        <a:pt x="577" y="96"/>
                        <a:pt x="575" y="100"/>
                      </a:cubicBezTo>
                      <a:cubicBezTo>
                        <a:pt x="577" y="99"/>
                        <a:pt x="584" y="96"/>
                        <a:pt x="588" y="93"/>
                      </a:cubicBezTo>
                      <a:cubicBezTo>
                        <a:pt x="589" y="91"/>
                        <a:pt x="583" y="95"/>
                        <a:pt x="583" y="94"/>
                      </a:cubicBezTo>
                      <a:cubicBezTo>
                        <a:pt x="593" y="88"/>
                        <a:pt x="592" y="85"/>
                        <a:pt x="601" y="81"/>
                      </a:cubicBezTo>
                      <a:cubicBezTo>
                        <a:pt x="598" y="82"/>
                        <a:pt x="598" y="82"/>
                        <a:pt x="598" y="82"/>
                      </a:cubicBezTo>
                      <a:cubicBezTo>
                        <a:pt x="603" y="79"/>
                        <a:pt x="602" y="80"/>
                        <a:pt x="605" y="77"/>
                      </a:cubicBezTo>
                      <a:cubicBezTo>
                        <a:pt x="604" y="79"/>
                        <a:pt x="612" y="78"/>
                        <a:pt x="620" y="74"/>
                      </a:cubicBezTo>
                      <a:cubicBezTo>
                        <a:pt x="620" y="73"/>
                        <a:pt x="615" y="75"/>
                        <a:pt x="616" y="73"/>
                      </a:cubicBezTo>
                      <a:cubicBezTo>
                        <a:pt x="621" y="70"/>
                        <a:pt x="621" y="70"/>
                        <a:pt x="621" y="70"/>
                      </a:cubicBezTo>
                      <a:cubicBezTo>
                        <a:pt x="622" y="70"/>
                        <a:pt x="621" y="71"/>
                        <a:pt x="620" y="71"/>
                      </a:cubicBezTo>
                      <a:cubicBezTo>
                        <a:pt x="625" y="69"/>
                        <a:pt x="630" y="69"/>
                        <a:pt x="631" y="67"/>
                      </a:cubicBezTo>
                      <a:cubicBezTo>
                        <a:pt x="637" y="67"/>
                        <a:pt x="637" y="67"/>
                        <a:pt x="637" y="67"/>
                      </a:cubicBezTo>
                      <a:cubicBezTo>
                        <a:pt x="634" y="67"/>
                        <a:pt x="634" y="67"/>
                        <a:pt x="634" y="67"/>
                      </a:cubicBezTo>
                      <a:cubicBezTo>
                        <a:pt x="635" y="66"/>
                        <a:pt x="640" y="63"/>
                        <a:pt x="641" y="62"/>
                      </a:cubicBezTo>
                      <a:cubicBezTo>
                        <a:pt x="646" y="59"/>
                        <a:pt x="649" y="59"/>
                        <a:pt x="652" y="59"/>
                      </a:cubicBezTo>
                      <a:cubicBezTo>
                        <a:pt x="651" y="58"/>
                        <a:pt x="648" y="58"/>
                        <a:pt x="652" y="56"/>
                      </a:cubicBezTo>
                      <a:cubicBezTo>
                        <a:pt x="653" y="58"/>
                        <a:pt x="662" y="53"/>
                        <a:pt x="662" y="54"/>
                      </a:cubicBezTo>
                      <a:cubicBezTo>
                        <a:pt x="664" y="54"/>
                        <a:pt x="668" y="53"/>
                        <a:pt x="667" y="52"/>
                      </a:cubicBezTo>
                      <a:cubicBezTo>
                        <a:pt x="668" y="54"/>
                        <a:pt x="668" y="54"/>
                        <a:pt x="668" y="54"/>
                      </a:cubicBezTo>
                      <a:cubicBezTo>
                        <a:pt x="667" y="52"/>
                        <a:pt x="674" y="49"/>
                        <a:pt x="679" y="47"/>
                      </a:cubicBezTo>
                      <a:cubicBezTo>
                        <a:pt x="679" y="50"/>
                        <a:pt x="684" y="45"/>
                        <a:pt x="688" y="46"/>
                      </a:cubicBezTo>
                      <a:cubicBezTo>
                        <a:pt x="688" y="44"/>
                        <a:pt x="696" y="43"/>
                        <a:pt x="697" y="41"/>
                      </a:cubicBezTo>
                      <a:cubicBezTo>
                        <a:pt x="701" y="39"/>
                        <a:pt x="701" y="41"/>
                        <a:pt x="702" y="41"/>
                      </a:cubicBezTo>
                      <a:cubicBezTo>
                        <a:pt x="704" y="40"/>
                        <a:pt x="704" y="40"/>
                        <a:pt x="704" y="40"/>
                      </a:cubicBezTo>
                      <a:cubicBezTo>
                        <a:pt x="706" y="40"/>
                        <a:pt x="713" y="38"/>
                        <a:pt x="718" y="37"/>
                      </a:cubicBezTo>
                      <a:cubicBezTo>
                        <a:pt x="722" y="35"/>
                        <a:pt x="722" y="35"/>
                        <a:pt x="722" y="35"/>
                      </a:cubicBezTo>
                      <a:cubicBezTo>
                        <a:pt x="723" y="35"/>
                        <a:pt x="723" y="35"/>
                        <a:pt x="723" y="35"/>
                      </a:cubicBezTo>
                      <a:cubicBezTo>
                        <a:pt x="724" y="34"/>
                        <a:pt x="727" y="33"/>
                        <a:pt x="725" y="33"/>
                      </a:cubicBezTo>
                      <a:cubicBezTo>
                        <a:pt x="727" y="33"/>
                        <a:pt x="727" y="33"/>
                        <a:pt x="727" y="33"/>
                      </a:cubicBezTo>
                      <a:cubicBezTo>
                        <a:pt x="727" y="31"/>
                        <a:pt x="730" y="31"/>
                        <a:pt x="735" y="29"/>
                      </a:cubicBezTo>
                      <a:cubicBezTo>
                        <a:pt x="736" y="29"/>
                        <a:pt x="736" y="30"/>
                        <a:pt x="735" y="30"/>
                      </a:cubicBezTo>
                      <a:cubicBezTo>
                        <a:pt x="737" y="30"/>
                        <a:pt x="736" y="31"/>
                        <a:pt x="738" y="31"/>
                      </a:cubicBezTo>
                      <a:cubicBezTo>
                        <a:pt x="736" y="31"/>
                        <a:pt x="745" y="26"/>
                        <a:pt x="739" y="27"/>
                      </a:cubicBezTo>
                      <a:cubicBezTo>
                        <a:pt x="738" y="26"/>
                        <a:pt x="741" y="25"/>
                        <a:pt x="744" y="24"/>
                      </a:cubicBezTo>
                      <a:cubicBezTo>
                        <a:pt x="745" y="26"/>
                        <a:pt x="745" y="26"/>
                        <a:pt x="745" y="26"/>
                      </a:cubicBezTo>
                      <a:cubicBezTo>
                        <a:pt x="748" y="23"/>
                        <a:pt x="748" y="23"/>
                        <a:pt x="748" y="23"/>
                      </a:cubicBezTo>
                      <a:cubicBezTo>
                        <a:pt x="751" y="22"/>
                        <a:pt x="753" y="23"/>
                        <a:pt x="756" y="22"/>
                      </a:cubicBezTo>
                      <a:cubicBezTo>
                        <a:pt x="753" y="23"/>
                        <a:pt x="750" y="27"/>
                        <a:pt x="758" y="25"/>
                      </a:cubicBezTo>
                      <a:cubicBezTo>
                        <a:pt x="754" y="26"/>
                        <a:pt x="752" y="28"/>
                        <a:pt x="750" y="28"/>
                      </a:cubicBezTo>
                      <a:cubicBezTo>
                        <a:pt x="752" y="28"/>
                        <a:pt x="752" y="28"/>
                        <a:pt x="750" y="29"/>
                      </a:cubicBezTo>
                      <a:cubicBezTo>
                        <a:pt x="756" y="27"/>
                        <a:pt x="752" y="28"/>
                        <a:pt x="758" y="26"/>
                      </a:cubicBezTo>
                      <a:cubicBezTo>
                        <a:pt x="758" y="28"/>
                        <a:pt x="759" y="28"/>
                        <a:pt x="764" y="27"/>
                      </a:cubicBezTo>
                      <a:cubicBezTo>
                        <a:pt x="760" y="27"/>
                        <a:pt x="760" y="27"/>
                        <a:pt x="760" y="27"/>
                      </a:cubicBezTo>
                      <a:cubicBezTo>
                        <a:pt x="761" y="27"/>
                        <a:pt x="761" y="27"/>
                        <a:pt x="761" y="26"/>
                      </a:cubicBezTo>
                      <a:cubicBezTo>
                        <a:pt x="760" y="27"/>
                        <a:pt x="759" y="26"/>
                        <a:pt x="759" y="26"/>
                      </a:cubicBezTo>
                      <a:cubicBezTo>
                        <a:pt x="760" y="26"/>
                        <a:pt x="765" y="23"/>
                        <a:pt x="766" y="23"/>
                      </a:cubicBezTo>
                      <a:cubicBezTo>
                        <a:pt x="760" y="22"/>
                        <a:pt x="776" y="19"/>
                        <a:pt x="772" y="19"/>
                      </a:cubicBezTo>
                      <a:cubicBezTo>
                        <a:pt x="773" y="18"/>
                        <a:pt x="777" y="17"/>
                        <a:pt x="777" y="18"/>
                      </a:cubicBezTo>
                      <a:cubicBezTo>
                        <a:pt x="772" y="20"/>
                        <a:pt x="781" y="19"/>
                        <a:pt x="781" y="20"/>
                      </a:cubicBezTo>
                      <a:cubicBezTo>
                        <a:pt x="782" y="19"/>
                        <a:pt x="777" y="20"/>
                        <a:pt x="779" y="19"/>
                      </a:cubicBezTo>
                      <a:cubicBezTo>
                        <a:pt x="782" y="18"/>
                        <a:pt x="784" y="19"/>
                        <a:pt x="786" y="19"/>
                      </a:cubicBezTo>
                      <a:cubicBezTo>
                        <a:pt x="785" y="19"/>
                        <a:pt x="785" y="19"/>
                        <a:pt x="785" y="19"/>
                      </a:cubicBezTo>
                      <a:cubicBezTo>
                        <a:pt x="789" y="19"/>
                        <a:pt x="789" y="19"/>
                        <a:pt x="789" y="19"/>
                      </a:cubicBezTo>
                      <a:cubicBezTo>
                        <a:pt x="790" y="18"/>
                        <a:pt x="785" y="19"/>
                        <a:pt x="789" y="17"/>
                      </a:cubicBezTo>
                      <a:cubicBezTo>
                        <a:pt x="790" y="18"/>
                        <a:pt x="794" y="16"/>
                        <a:pt x="794" y="17"/>
                      </a:cubicBezTo>
                      <a:cubicBezTo>
                        <a:pt x="792" y="18"/>
                        <a:pt x="794" y="19"/>
                        <a:pt x="790" y="20"/>
                      </a:cubicBezTo>
                      <a:cubicBezTo>
                        <a:pt x="793" y="20"/>
                        <a:pt x="802" y="18"/>
                        <a:pt x="798" y="17"/>
                      </a:cubicBezTo>
                      <a:cubicBezTo>
                        <a:pt x="802" y="17"/>
                        <a:pt x="802" y="17"/>
                        <a:pt x="802" y="17"/>
                      </a:cubicBezTo>
                      <a:cubicBezTo>
                        <a:pt x="800" y="16"/>
                        <a:pt x="793" y="16"/>
                        <a:pt x="800" y="15"/>
                      </a:cubicBezTo>
                      <a:cubicBezTo>
                        <a:pt x="800" y="15"/>
                        <a:pt x="800" y="15"/>
                        <a:pt x="800" y="15"/>
                      </a:cubicBezTo>
                      <a:cubicBezTo>
                        <a:pt x="805" y="13"/>
                        <a:pt x="805" y="13"/>
                        <a:pt x="805" y="13"/>
                      </a:cubicBezTo>
                      <a:cubicBezTo>
                        <a:pt x="807" y="14"/>
                        <a:pt x="807" y="14"/>
                        <a:pt x="807" y="14"/>
                      </a:cubicBezTo>
                      <a:cubicBezTo>
                        <a:pt x="807" y="13"/>
                        <a:pt x="808" y="13"/>
                        <a:pt x="810" y="13"/>
                      </a:cubicBezTo>
                      <a:cubicBezTo>
                        <a:pt x="810" y="13"/>
                        <a:pt x="812" y="13"/>
                        <a:pt x="812" y="14"/>
                      </a:cubicBezTo>
                      <a:cubicBezTo>
                        <a:pt x="817" y="13"/>
                        <a:pt x="817" y="12"/>
                        <a:pt x="817" y="12"/>
                      </a:cubicBezTo>
                      <a:cubicBezTo>
                        <a:pt x="820" y="11"/>
                        <a:pt x="821" y="11"/>
                        <a:pt x="820" y="12"/>
                      </a:cubicBezTo>
                      <a:cubicBezTo>
                        <a:pt x="824" y="12"/>
                        <a:pt x="831" y="11"/>
                        <a:pt x="834" y="11"/>
                      </a:cubicBezTo>
                      <a:cubicBezTo>
                        <a:pt x="839" y="10"/>
                        <a:pt x="833" y="11"/>
                        <a:pt x="836" y="10"/>
                      </a:cubicBezTo>
                      <a:cubicBezTo>
                        <a:pt x="841" y="12"/>
                        <a:pt x="854" y="9"/>
                        <a:pt x="863" y="8"/>
                      </a:cubicBezTo>
                      <a:cubicBezTo>
                        <a:pt x="860" y="6"/>
                        <a:pt x="865" y="7"/>
                        <a:pt x="867" y="5"/>
                      </a:cubicBezTo>
                      <a:cubicBezTo>
                        <a:pt x="865" y="6"/>
                        <a:pt x="875" y="7"/>
                        <a:pt x="868" y="8"/>
                      </a:cubicBezTo>
                      <a:cubicBezTo>
                        <a:pt x="872" y="7"/>
                        <a:pt x="872" y="7"/>
                        <a:pt x="872" y="7"/>
                      </a:cubicBezTo>
                      <a:cubicBezTo>
                        <a:pt x="876" y="8"/>
                        <a:pt x="865" y="9"/>
                        <a:pt x="870" y="10"/>
                      </a:cubicBezTo>
                      <a:cubicBezTo>
                        <a:pt x="875" y="9"/>
                        <a:pt x="878" y="7"/>
                        <a:pt x="884" y="7"/>
                      </a:cubicBezTo>
                      <a:cubicBezTo>
                        <a:pt x="882" y="9"/>
                        <a:pt x="889" y="7"/>
                        <a:pt x="888" y="9"/>
                      </a:cubicBezTo>
                      <a:cubicBezTo>
                        <a:pt x="887" y="9"/>
                        <a:pt x="885" y="9"/>
                        <a:pt x="883" y="9"/>
                      </a:cubicBezTo>
                      <a:cubicBezTo>
                        <a:pt x="884" y="9"/>
                        <a:pt x="884" y="9"/>
                        <a:pt x="884" y="9"/>
                      </a:cubicBezTo>
                      <a:cubicBezTo>
                        <a:pt x="896" y="9"/>
                        <a:pt x="887" y="7"/>
                        <a:pt x="894" y="6"/>
                      </a:cubicBezTo>
                      <a:cubicBezTo>
                        <a:pt x="901" y="6"/>
                        <a:pt x="899" y="7"/>
                        <a:pt x="900" y="8"/>
                      </a:cubicBezTo>
                      <a:cubicBezTo>
                        <a:pt x="901" y="8"/>
                        <a:pt x="904" y="8"/>
                        <a:pt x="906" y="8"/>
                      </a:cubicBezTo>
                      <a:cubicBezTo>
                        <a:pt x="902" y="9"/>
                        <a:pt x="898" y="7"/>
                        <a:pt x="900" y="6"/>
                      </a:cubicBezTo>
                      <a:cubicBezTo>
                        <a:pt x="903" y="7"/>
                        <a:pt x="911" y="6"/>
                        <a:pt x="913" y="5"/>
                      </a:cubicBezTo>
                      <a:cubicBezTo>
                        <a:pt x="902" y="3"/>
                        <a:pt x="906" y="5"/>
                        <a:pt x="896" y="3"/>
                      </a:cubicBezTo>
                      <a:cubicBezTo>
                        <a:pt x="895" y="4"/>
                        <a:pt x="895" y="5"/>
                        <a:pt x="889" y="5"/>
                      </a:cubicBezTo>
                      <a:cubicBezTo>
                        <a:pt x="893" y="4"/>
                        <a:pt x="889" y="4"/>
                        <a:pt x="888" y="4"/>
                      </a:cubicBezTo>
                      <a:cubicBezTo>
                        <a:pt x="889" y="5"/>
                        <a:pt x="884" y="4"/>
                        <a:pt x="882" y="5"/>
                      </a:cubicBezTo>
                      <a:cubicBezTo>
                        <a:pt x="880" y="4"/>
                        <a:pt x="885" y="2"/>
                        <a:pt x="880" y="2"/>
                      </a:cubicBezTo>
                      <a:cubicBezTo>
                        <a:pt x="879" y="5"/>
                        <a:pt x="879" y="5"/>
                        <a:pt x="879" y="5"/>
                      </a:cubicBezTo>
                      <a:cubicBezTo>
                        <a:pt x="876" y="4"/>
                        <a:pt x="879" y="3"/>
                        <a:pt x="875" y="4"/>
                      </a:cubicBezTo>
                      <a:cubicBezTo>
                        <a:pt x="877" y="2"/>
                        <a:pt x="874" y="2"/>
                        <a:pt x="880" y="1"/>
                      </a:cubicBezTo>
                      <a:cubicBezTo>
                        <a:pt x="872" y="0"/>
                        <a:pt x="868" y="3"/>
                        <a:pt x="862" y="4"/>
                      </a:cubicBezTo>
                      <a:cubicBezTo>
                        <a:pt x="863" y="4"/>
                        <a:pt x="863" y="4"/>
                        <a:pt x="864" y="4"/>
                      </a:cubicBezTo>
                      <a:cubicBezTo>
                        <a:pt x="862" y="4"/>
                        <a:pt x="860" y="4"/>
                        <a:pt x="858" y="5"/>
                      </a:cubicBezTo>
                      <a:cubicBezTo>
                        <a:pt x="854" y="4"/>
                        <a:pt x="861" y="3"/>
                        <a:pt x="860" y="3"/>
                      </a:cubicBezTo>
                      <a:cubicBezTo>
                        <a:pt x="854" y="3"/>
                        <a:pt x="854" y="3"/>
                        <a:pt x="854" y="3"/>
                      </a:cubicBezTo>
                      <a:cubicBezTo>
                        <a:pt x="853" y="3"/>
                        <a:pt x="853" y="3"/>
                        <a:pt x="853" y="3"/>
                      </a:cubicBezTo>
                      <a:cubicBezTo>
                        <a:pt x="852" y="4"/>
                        <a:pt x="850" y="4"/>
                        <a:pt x="850" y="4"/>
                      </a:cubicBezTo>
                      <a:cubicBezTo>
                        <a:pt x="851" y="3"/>
                        <a:pt x="852" y="2"/>
                        <a:pt x="853" y="1"/>
                      </a:cubicBezTo>
                      <a:cubicBezTo>
                        <a:pt x="847" y="3"/>
                        <a:pt x="847" y="3"/>
                        <a:pt x="847" y="3"/>
                      </a:cubicBezTo>
                      <a:cubicBezTo>
                        <a:pt x="847" y="3"/>
                        <a:pt x="841" y="3"/>
                        <a:pt x="846" y="2"/>
                      </a:cubicBezTo>
                      <a:cubicBezTo>
                        <a:pt x="836" y="3"/>
                        <a:pt x="836" y="3"/>
                        <a:pt x="836" y="3"/>
                      </a:cubicBezTo>
                      <a:cubicBezTo>
                        <a:pt x="835" y="2"/>
                        <a:pt x="835" y="2"/>
                        <a:pt x="835" y="2"/>
                      </a:cubicBezTo>
                      <a:cubicBezTo>
                        <a:pt x="832" y="2"/>
                        <a:pt x="832" y="3"/>
                        <a:pt x="835" y="2"/>
                      </a:cubicBezTo>
                      <a:cubicBezTo>
                        <a:pt x="832" y="2"/>
                        <a:pt x="820" y="7"/>
                        <a:pt x="821" y="4"/>
                      </a:cubicBezTo>
                      <a:cubicBezTo>
                        <a:pt x="814" y="6"/>
                        <a:pt x="811" y="6"/>
                        <a:pt x="801" y="8"/>
                      </a:cubicBezTo>
                      <a:cubicBezTo>
                        <a:pt x="808" y="6"/>
                        <a:pt x="793" y="8"/>
                        <a:pt x="800" y="6"/>
                      </a:cubicBezTo>
                      <a:cubicBezTo>
                        <a:pt x="796" y="6"/>
                        <a:pt x="795" y="8"/>
                        <a:pt x="791" y="9"/>
                      </a:cubicBezTo>
                      <a:cubicBezTo>
                        <a:pt x="788" y="9"/>
                        <a:pt x="789" y="7"/>
                        <a:pt x="793" y="6"/>
                      </a:cubicBezTo>
                      <a:cubicBezTo>
                        <a:pt x="789" y="7"/>
                        <a:pt x="789" y="7"/>
                        <a:pt x="789" y="7"/>
                      </a:cubicBezTo>
                      <a:cubicBezTo>
                        <a:pt x="789" y="7"/>
                        <a:pt x="789" y="7"/>
                        <a:pt x="789" y="7"/>
                      </a:cubicBezTo>
                      <a:cubicBezTo>
                        <a:pt x="785" y="9"/>
                        <a:pt x="785" y="9"/>
                        <a:pt x="785" y="9"/>
                      </a:cubicBezTo>
                      <a:cubicBezTo>
                        <a:pt x="781" y="9"/>
                        <a:pt x="784" y="7"/>
                        <a:pt x="780" y="8"/>
                      </a:cubicBezTo>
                      <a:cubicBezTo>
                        <a:pt x="779" y="9"/>
                        <a:pt x="779" y="9"/>
                        <a:pt x="779" y="9"/>
                      </a:cubicBezTo>
                      <a:cubicBezTo>
                        <a:pt x="776" y="9"/>
                        <a:pt x="776" y="9"/>
                        <a:pt x="776" y="9"/>
                      </a:cubicBezTo>
                      <a:cubicBezTo>
                        <a:pt x="777" y="9"/>
                        <a:pt x="775" y="10"/>
                        <a:pt x="772" y="11"/>
                      </a:cubicBezTo>
                      <a:cubicBezTo>
                        <a:pt x="772" y="11"/>
                        <a:pt x="772" y="11"/>
                        <a:pt x="772" y="11"/>
                      </a:cubicBezTo>
                      <a:cubicBezTo>
                        <a:pt x="769" y="12"/>
                        <a:pt x="769" y="12"/>
                        <a:pt x="769" y="12"/>
                      </a:cubicBezTo>
                      <a:cubicBezTo>
                        <a:pt x="772" y="10"/>
                        <a:pt x="765" y="12"/>
                        <a:pt x="767" y="11"/>
                      </a:cubicBezTo>
                      <a:cubicBezTo>
                        <a:pt x="764" y="11"/>
                        <a:pt x="764" y="11"/>
                        <a:pt x="758" y="13"/>
                      </a:cubicBezTo>
                      <a:cubicBezTo>
                        <a:pt x="759" y="14"/>
                        <a:pt x="759" y="14"/>
                        <a:pt x="759" y="14"/>
                      </a:cubicBezTo>
                      <a:cubicBezTo>
                        <a:pt x="752" y="16"/>
                        <a:pt x="759" y="12"/>
                        <a:pt x="753" y="14"/>
                      </a:cubicBezTo>
                      <a:cubicBezTo>
                        <a:pt x="753" y="14"/>
                        <a:pt x="753" y="14"/>
                        <a:pt x="753" y="14"/>
                      </a:cubicBezTo>
                      <a:cubicBezTo>
                        <a:pt x="745" y="15"/>
                        <a:pt x="740" y="19"/>
                        <a:pt x="733" y="19"/>
                      </a:cubicBezTo>
                      <a:cubicBezTo>
                        <a:pt x="737" y="18"/>
                        <a:pt x="735" y="17"/>
                        <a:pt x="735" y="18"/>
                      </a:cubicBezTo>
                      <a:cubicBezTo>
                        <a:pt x="730" y="19"/>
                        <a:pt x="722" y="22"/>
                        <a:pt x="716" y="24"/>
                      </a:cubicBezTo>
                      <a:cubicBezTo>
                        <a:pt x="714" y="24"/>
                        <a:pt x="713" y="23"/>
                        <a:pt x="708" y="24"/>
                      </a:cubicBezTo>
                      <a:cubicBezTo>
                        <a:pt x="704" y="26"/>
                        <a:pt x="703" y="26"/>
                        <a:pt x="702" y="27"/>
                      </a:cubicBezTo>
                      <a:cubicBezTo>
                        <a:pt x="698" y="28"/>
                        <a:pt x="691" y="31"/>
                        <a:pt x="690" y="30"/>
                      </a:cubicBezTo>
                      <a:cubicBezTo>
                        <a:pt x="690" y="31"/>
                        <a:pt x="687" y="31"/>
                        <a:pt x="685" y="33"/>
                      </a:cubicBezTo>
                      <a:cubicBezTo>
                        <a:pt x="684" y="32"/>
                        <a:pt x="684" y="32"/>
                        <a:pt x="684" y="32"/>
                      </a:cubicBezTo>
                      <a:cubicBezTo>
                        <a:pt x="685" y="33"/>
                        <a:pt x="685" y="33"/>
                        <a:pt x="685" y="33"/>
                      </a:cubicBezTo>
                      <a:cubicBezTo>
                        <a:pt x="677" y="33"/>
                        <a:pt x="674" y="38"/>
                        <a:pt x="666" y="39"/>
                      </a:cubicBezTo>
                      <a:cubicBezTo>
                        <a:pt x="667" y="39"/>
                        <a:pt x="667" y="39"/>
                        <a:pt x="667" y="39"/>
                      </a:cubicBezTo>
                      <a:cubicBezTo>
                        <a:pt x="665" y="40"/>
                        <a:pt x="665" y="40"/>
                        <a:pt x="665" y="40"/>
                      </a:cubicBezTo>
                      <a:cubicBezTo>
                        <a:pt x="664" y="40"/>
                        <a:pt x="665" y="39"/>
                        <a:pt x="665" y="38"/>
                      </a:cubicBezTo>
                      <a:cubicBezTo>
                        <a:pt x="661" y="40"/>
                        <a:pt x="656" y="42"/>
                        <a:pt x="652" y="43"/>
                      </a:cubicBezTo>
                      <a:cubicBezTo>
                        <a:pt x="654" y="43"/>
                        <a:pt x="654" y="43"/>
                        <a:pt x="654" y="43"/>
                      </a:cubicBezTo>
                      <a:cubicBezTo>
                        <a:pt x="652" y="44"/>
                        <a:pt x="650" y="46"/>
                        <a:pt x="647" y="47"/>
                      </a:cubicBezTo>
                      <a:cubicBezTo>
                        <a:pt x="651" y="43"/>
                        <a:pt x="642" y="48"/>
                        <a:pt x="641" y="48"/>
                      </a:cubicBezTo>
                      <a:cubicBezTo>
                        <a:pt x="644" y="46"/>
                        <a:pt x="644" y="46"/>
                        <a:pt x="644" y="46"/>
                      </a:cubicBezTo>
                      <a:cubicBezTo>
                        <a:pt x="640" y="48"/>
                        <a:pt x="640" y="48"/>
                        <a:pt x="641" y="49"/>
                      </a:cubicBezTo>
                      <a:cubicBezTo>
                        <a:pt x="636" y="51"/>
                        <a:pt x="636" y="48"/>
                        <a:pt x="632" y="51"/>
                      </a:cubicBezTo>
                      <a:cubicBezTo>
                        <a:pt x="635" y="50"/>
                        <a:pt x="635" y="50"/>
                        <a:pt x="635" y="50"/>
                      </a:cubicBezTo>
                      <a:cubicBezTo>
                        <a:pt x="637" y="50"/>
                        <a:pt x="635" y="52"/>
                        <a:pt x="632" y="53"/>
                      </a:cubicBezTo>
                      <a:cubicBezTo>
                        <a:pt x="632" y="53"/>
                        <a:pt x="630" y="53"/>
                        <a:pt x="632" y="52"/>
                      </a:cubicBezTo>
                      <a:cubicBezTo>
                        <a:pt x="628" y="54"/>
                        <a:pt x="622" y="57"/>
                        <a:pt x="620" y="58"/>
                      </a:cubicBezTo>
                      <a:cubicBezTo>
                        <a:pt x="618" y="58"/>
                        <a:pt x="618" y="57"/>
                        <a:pt x="619" y="57"/>
                      </a:cubicBezTo>
                      <a:cubicBezTo>
                        <a:pt x="611" y="61"/>
                        <a:pt x="616" y="58"/>
                        <a:pt x="608" y="63"/>
                      </a:cubicBezTo>
                      <a:cubicBezTo>
                        <a:pt x="607" y="62"/>
                        <a:pt x="607" y="62"/>
                        <a:pt x="607" y="62"/>
                      </a:cubicBezTo>
                      <a:cubicBezTo>
                        <a:pt x="605" y="64"/>
                        <a:pt x="605" y="64"/>
                        <a:pt x="605" y="64"/>
                      </a:cubicBezTo>
                      <a:cubicBezTo>
                        <a:pt x="600" y="65"/>
                        <a:pt x="600" y="65"/>
                        <a:pt x="600" y="65"/>
                      </a:cubicBezTo>
                      <a:cubicBezTo>
                        <a:pt x="602" y="65"/>
                        <a:pt x="602" y="65"/>
                        <a:pt x="602" y="65"/>
                      </a:cubicBezTo>
                      <a:cubicBezTo>
                        <a:pt x="599" y="67"/>
                        <a:pt x="598" y="68"/>
                        <a:pt x="595" y="69"/>
                      </a:cubicBezTo>
                      <a:cubicBezTo>
                        <a:pt x="595" y="68"/>
                        <a:pt x="595" y="68"/>
                        <a:pt x="595" y="68"/>
                      </a:cubicBezTo>
                      <a:cubicBezTo>
                        <a:pt x="588" y="72"/>
                        <a:pt x="586" y="71"/>
                        <a:pt x="579" y="76"/>
                      </a:cubicBezTo>
                      <a:cubicBezTo>
                        <a:pt x="579" y="76"/>
                        <a:pt x="580" y="75"/>
                        <a:pt x="580" y="74"/>
                      </a:cubicBezTo>
                      <a:cubicBezTo>
                        <a:pt x="574" y="79"/>
                        <a:pt x="575" y="76"/>
                        <a:pt x="569" y="81"/>
                      </a:cubicBezTo>
                      <a:cubicBezTo>
                        <a:pt x="569" y="80"/>
                        <a:pt x="568" y="80"/>
                        <a:pt x="568" y="80"/>
                      </a:cubicBezTo>
                      <a:cubicBezTo>
                        <a:pt x="565" y="82"/>
                        <a:pt x="565" y="82"/>
                        <a:pt x="565" y="82"/>
                      </a:cubicBezTo>
                      <a:cubicBezTo>
                        <a:pt x="565" y="81"/>
                        <a:pt x="565" y="81"/>
                        <a:pt x="565" y="81"/>
                      </a:cubicBezTo>
                      <a:cubicBezTo>
                        <a:pt x="563" y="84"/>
                        <a:pt x="563" y="84"/>
                        <a:pt x="563" y="84"/>
                      </a:cubicBezTo>
                      <a:cubicBezTo>
                        <a:pt x="561" y="84"/>
                        <a:pt x="561" y="84"/>
                        <a:pt x="561" y="84"/>
                      </a:cubicBezTo>
                      <a:cubicBezTo>
                        <a:pt x="560" y="85"/>
                        <a:pt x="560" y="85"/>
                        <a:pt x="560" y="85"/>
                      </a:cubicBezTo>
                      <a:cubicBezTo>
                        <a:pt x="556" y="85"/>
                        <a:pt x="552" y="89"/>
                        <a:pt x="547" y="90"/>
                      </a:cubicBezTo>
                      <a:cubicBezTo>
                        <a:pt x="548" y="91"/>
                        <a:pt x="548" y="91"/>
                        <a:pt x="548" y="91"/>
                      </a:cubicBezTo>
                      <a:cubicBezTo>
                        <a:pt x="539" y="100"/>
                        <a:pt x="522" y="104"/>
                        <a:pt x="510" y="114"/>
                      </a:cubicBezTo>
                      <a:cubicBezTo>
                        <a:pt x="510" y="113"/>
                        <a:pt x="510" y="113"/>
                        <a:pt x="510" y="113"/>
                      </a:cubicBezTo>
                      <a:cubicBezTo>
                        <a:pt x="505" y="118"/>
                        <a:pt x="505" y="118"/>
                        <a:pt x="505" y="118"/>
                      </a:cubicBezTo>
                      <a:cubicBezTo>
                        <a:pt x="502" y="119"/>
                        <a:pt x="507" y="116"/>
                        <a:pt x="505" y="116"/>
                      </a:cubicBezTo>
                      <a:cubicBezTo>
                        <a:pt x="500" y="120"/>
                        <a:pt x="504" y="119"/>
                        <a:pt x="498" y="123"/>
                      </a:cubicBezTo>
                      <a:cubicBezTo>
                        <a:pt x="494" y="125"/>
                        <a:pt x="498" y="122"/>
                        <a:pt x="500" y="120"/>
                      </a:cubicBezTo>
                      <a:cubicBezTo>
                        <a:pt x="494" y="125"/>
                        <a:pt x="485" y="132"/>
                        <a:pt x="481" y="134"/>
                      </a:cubicBezTo>
                      <a:cubicBezTo>
                        <a:pt x="481" y="135"/>
                        <a:pt x="480" y="135"/>
                        <a:pt x="481" y="135"/>
                      </a:cubicBezTo>
                      <a:cubicBezTo>
                        <a:pt x="477" y="138"/>
                        <a:pt x="472" y="142"/>
                        <a:pt x="467" y="145"/>
                      </a:cubicBezTo>
                      <a:cubicBezTo>
                        <a:pt x="467" y="144"/>
                        <a:pt x="468" y="143"/>
                        <a:pt x="469" y="143"/>
                      </a:cubicBezTo>
                      <a:cubicBezTo>
                        <a:pt x="467" y="144"/>
                        <a:pt x="465" y="145"/>
                        <a:pt x="464" y="146"/>
                      </a:cubicBezTo>
                      <a:cubicBezTo>
                        <a:pt x="465" y="144"/>
                        <a:pt x="465" y="144"/>
                        <a:pt x="465" y="144"/>
                      </a:cubicBezTo>
                      <a:cubicBezTo>
                        <a:pt x="462" y="147"/>
                        <a:pt x="456" y="152"/>
                        <a:pt x="454" y="152"/>
                      </a:cubicBezTo>
                      <a:cubicBezTo>
                        <a:pt x="455" y="152"/>
                        <a:pt x="455" y="153"/>
                        <a:pt x="453" y="155"/>
                      </a:cubicBezTo>
                      <a:cubicBezTo>
                        <a:pt x="450" y="155"/>
                        <a:pt x="445" y="162"/>
                        <a:pt x="440" y="165"/>
                      </a:cubicBezTo>
                      <a:cubicBezTo>
                        <a:pt x="440" y="164"/>
                        <a:pt x="444" y="161"/>
                        <a:pt x="443" y="162"/>
                      </a:cubicBezTo>
                      <a:cubicBezTo>
                        <a:pt x="440" y="163"/>
                        <a:pt x="439" y="166"/>
                        <a:pt x="437" y="168"/>
                      </a:cubicBezTo>
                      <a:cubicBezTo>
                        <a:pt x="437" y="167"/>
                        <a:pt x="437" y="167"/>
                        <a:pt x="437" y="167"/>
                      </a:cubicBezTo>
                      <a:cubicBezTo>
                        <a:pt x="427" y="176"/>
                        <a:pt x="427" y="176"/>
                        <a:pt x="427" y="176"/>
                      </a:cubicBezTo>
                      <a:cubicBezTo>
                        <a:pt x="425" y="176"/>
                        <a:pt x="418" y="184"/>
                        <a:pt x="418" y="183"/>
                      </a:cubicBezTo>
                      <a:cubicBezTo>
                        <a:pt x="414" y="186"/>
                        <a:pt x="421" y="181"/>
                        <a:pt x="417" y="185"/>
                      </a:cubicBezTo>
                      <a:cubicBezTo>
                        <a:pt x="415" y="185"/>
                        <a:pt x="413" y="189"/>
                        <a:pt x="412" y="188"/>
                      </a:cubicBezTo>
                      <a:cubicBezTo>
                        <a:pt x="413" y="187"/>
                        <a:pt x="413" y="187"/>
                        <a:pt x="413" y="187"/>
                      </a:cubicBezTo>
                      <a:cubicBezTo>
                        <a:pt x="410" y="190"/>
                        <a:pt x="410" y="190"/>
                        <a:pt x="410" y="190"/>
                      </a:cubicBezTo>
                      <a:cubicBezTo>
                        <a:pt x="411" y="187"/>
                        <a:pt x="411" y="187"/>
                        <a:pt x="411" y="187"/>
                      </a:cubicBezTo>
                      <a:cubicBezTo>
                        <a:pt x="408" y="190"/>
                        <a:pt x="407" y="193"/>
                        <a:pt x="408" y="193"/>
                      </a:cubicBezTo>
                      <a:cubicBezTo>
                        <a:pt x="405" y="195"/>
                        <a:pt x="401" y="199"/>
                        <a:pt x="399" y="199"/>
                      </a:cubicBezTo>
                      <a:cubicBezTo>
                        <a:pt x="400" y="198"/>
                        <a:pt x="400" y="198"/>
                        <a:pt x="400" y="198"/>
                      </a:cubicBezTo>
                      <a:cubicBezTo>
                        <a:pt x="393" y="205"/>
                        <a:pt x="386" y="207"/>
                        <a:pt x="382" y="214"/>
                      </a:cubicBezTo>
                      <a:cubicBezTo>
                        <a:pt x="381" y="214"/>
                        <a:pt x="381" y="214"/>
                        <a:pt x="382" y="213"/>
                      </a:cubicBezTo>
                      <a:cubicBezTo>
                        <a:pt x="378" y="217"/>
                        <a:pt x="378" y="217"/>
                        <a:pt x="378" y="217"/>
                      </a:cubicBezTo>
                      <a:cubicBezTo>
                        <a:pt x="378" y="215"/>
                        <a:pt x="378" y="215"/>
                        <a:pt x="378" y="215"/>
                      </a:cubicBezTo>
                      <a:cubicBezTo>
                        <a:pt x="372" y="223"/>
                        <a:pt x="372" y="223"/>
                        <a:pt x="372" y="223"/>
                      </a:cubicBezTo>
                      <a:cubicBezTo>
                        <a:pt x="372" y="223"/>
                        <a:pt x="372" y="223"/>
                        <a:pt x="372" y="223"/>
                      </a:cubicBezTo>
                      <a:cubicBezTo>
                        <a:pt x="367" y="227"/>
                        <a:pt x="360" y="235"/>
                        <a:pt x="354" y="241"/>
                      </a:cubicBezTo>
                      <a:cubicBezTo>
                        <a:pt x="355" y="240"/>
                        <a:pt x="355" y="240"/>
                        <a:pt x="355" y="240"/>
                      </a:cubicBezTo>
                      <a:cubicBezTo>
                        <a:pt x="349" y="247"/>
                        <a:pt x="348" y="246"/>
                        <a:pt x="344" y="251"/>
                      </a:cubicBezTo>
                      <a:cubicBezTo>
                        <a:pt x="344" y="251"/>
                        <a:pt x="344" y="251"/>
                        <a:pt x="344" y="250"/>
                      </a:cubicBezTo>
                      <a:cubicBezTo>
                        <a:pt x="340" y="255"/>
                        <a:pt x="340" y="255"/>
                        <a:pt x="340" y="255"/>
                      </a:cubicBezTo>
                      <a:cubicBezTo>
                        <a:pt x="340" y="253"/>
                        <a:pt x="340" y="253"/>
                        <a:pt x="340" y="253"/>
                      </a:cubicBezTo>
                      <a:cubicBezTo>
                        <a:pt x="338" y="258"/>
                        <a:pt x="331" y="262"/>
                        <a:pt x="333" y="260"/>
                      </a:cubicBezTo>
                      <a:cubicBezTo>
                        <a:pt x="332" y="263"/>
                        <a:pt x="329" y="266"/>
                        <a:pt x="329" y="267"/>
                      </a:cubicBezTo>
                      <a:cubicBezTo>
                        <a:pt x="325" y="272"/>
                        <a:pt x="328" y="268"/>
                        <a:pt x="325" y="271"/>
                      </a:cubicBezTo>
                      <a:cubicBezTo>
                        <a:pt x="321" y="274"/>
                        <a:pt x="322" y="276"/>
                        <a:pt x="317" y="280"/>
                      </a:cubicBezTo>
                      <a:cubicBezTo>
                        <a:pt x="317" y="280"/>
                        <a:pt x="317" y="280"/>
                        <a:pt x="317" y="280"/>
                      </a:cubicBezTo>
                      <a:cubicBezTo>
                        <a:pt x="315" y="282"/>
                        <a:pt x="314" y="284"/>
                        <a:pt x="311" y="287"/>
                      </a:cubicBezTo>
                      <a:cubicBezTo>
                        <a:pt x="312" y="286"/>
                        <a:pt x="312" y="286"/>
                        <a:pt x="312" y="286"/>
                      </a:cubicBezTo>
                      <a:cubicBezTo>
                        <a:pt x="308" y="292"/>
                        <a:pt x="305" y="291"/>
                        <a:pt x="303" y="297"/>
                      </a:cubicBezTo>
                      <a:cubicBezTo>
                        <a:pt x="301" y="299"/>
                        <a:pt x="298" y="304"/>
                        <a:pt x="297" y="303"/>
                      </a:cubicBezTo>
                      <a:cubicBezTo>
                        <a:pt x="283" y="322"/>
                        <a:pt x="283" y="322"/>
                        <a:pt x="283" y="322"/>
                      </a:cubicBezTo>
                      <a:cubicBezTo>
                        <a:pt x="281" y="322"/>
                        <a:pt x="282" y="324"/>
                        <a:pt x="278" y="327"/>
                      </a:cubicBezTo>
                      <a:cubicBezTo>
                        <a:pt x="279" y="328"/>
                        <a:pt x="279" y="328"/>
                        <a:pt x="279" y="328"/>
                      </a:cubicBezTo>
                      <a:cubicBezTo>
                        <a:pt x="272" y="337"/>
                        <a:pt x="262" y="347"/>
                        <a:pt x="254" y="358"/>
                      </a:cubicBezTo>
                      <a:cubicBezTo>
                        <a:pt x="253" y="357"/>
                        <a:pt x="253" y="357"/>
                        <a:pt x="253" y="357"/>
                      </a:cubicBezTo>
                      <a:cubicBezTo>
                        <a:pt x="252" y="360"/>
                        <a:pt x="252" y="360"/>
                        <a:pt x="252" y="360"/>
                      </a:cubicBezTo>
                      <a:cubicBezTo>
                        <a:pt x="244" y="372"/>
                        <a:pt x="233" y="387"/>
                        <a:pt x="226" y="396"/>
                      </a:cubicBezTo>
                      <a:cubicBezTo>
                        <a:pt x="225" y="400"/>
                        <a:pt x="223" y="405"/>
                        <a:pt x="219" y="410"/>
                      </a:cubicBezTo>
                      <a:cubicBezTo>
                        <a:pt x="219" y="409"/>
                        <a:pt x="219" y="409"/>
                        <a:pt x="219" y="409"/>
                      </a:cubicBezTo>
                      <a:cubicBezTo>
                        <a:pt x="214" y="418"/>
                        <a:pt x="209" y="428"/>
                        <a:pt x="202" y="437"/>
                      </a:cubicBezTo>
                      <a:cubicBezTo>
                        <a:pt x="202" y="436"/>
                        <a:pt x="202" y="437"/>
                        <a:pt x="202" y="436"/>
                      </a:cubicBezTo>
                      <a:cubicBezTo>
                        <a:pt x="202" y="439"/>
                        <a:pt x="199" y="442"/>
                        <a:pt x="197" y="444"/>
                      </a:cubicBezTo>
                      <a:cubicBezTo>
                        <a:pt x="200" y="442"/>
                        <a:pt x="200" y="442"/>
                        <a:pt x="200" y="442"/>
                      </a:cubicBezTo>
                      <a:cubicBezTo>
                        <a:pt x="199" y="445"/>
                        <a:pt x="196" y="448"/>
                        <a:pt x="194" y="449"/>
                      </a:cubicBezTo>
                      <a:cubicBezTo>
                        <a:pt x="192" y="454"/>
                        <a:pt x="192" y="454"/>
                        <a:pt x="192" y="454"/>
                      </a:cubicBezTo>
                      <a:cubicBezTo>
                        <a:pt x="192" y="455"/>
                        <a:pt x="192" y="455"/>
                        <a:pt x="192" y="455"/>
                      </a:cubicBezTo>
                      <a:cubicBezTo>
                        <a:pt x="192" y="456"/>
                        <a:pt x="192" y="456"/>
                        <a:pt x="192" y="456"/>
                      </a:cubicBezTo>
                      <a:cubicBezTo>
                        <a:pt x="189" y="458"/>
                        <a:pt x="189" y="458"/>
                        <a:pt x="189" y="458"/>
                      </a:cubicBezTo>
                      <a:cubicBezTo>
                        <a:pt x="189" y="459"/>
                        <a:pt x="186" y="465"/>
                        <a:pt x="186" y="467"/>
                      </a:cubicBezTo>
                      <a:cubicBezTo>
                        <a:pt x="185" y="467"/>
                        <a:pt x="182" y="471"/>
                        <a:pt x="184" y="468"/>
                      </a:cubicBezTo>
                      <a:cubicBezTo>
                        <a:pt x="175" y="484"/>
                        <a:pt x="175" y="484"/>
                        <a:pt x="175" y="484"/>
                      </a:cubicBezTo>
                      <a:cubicBezTo>
                        <a:pt x="176" y="482"/>
                        <a:pt x="176" y="482"/>
                        <a:pt x="176" y="482"/>
                      </a:cubicBezTo>
                      <a:cubicBezTo>
                        <a:pt x="178" y="482"/>
                        <a:pt x="175" y="487"/>
                        <a:pt x="174" y="489"/>
                      </a:cubicBezTo>
                      <a:cubicBezTo>
                        <a:pt x="175" y="486"/>
                        <a:pt x="172" y="488"/>
                        <a:pt x="171" y="490"/>
                      </a:cubicBezTo>
                      <a:cubicBezTo>
                        <a:pt x="170" y="492"/>
                        <a:pt x="173" y="488"/>
                        <a:pt x="173" y="489"/>
                      </a:cubicBezTo>
                      <a:cubicBezTo>
                        <a:pt x="172" y="493"/>
                        <a:pt x="169" y="499"/>
                        <a:pt x="168" y="500"/>
                      </a:cubicBezTo>
                      <a:cubicBezTo>
                        <a:pt x="168" y="498"/>
                        <a:pt x="168" y="498"/>
                        <a:pt x="168" y="498"/>
                      </a:cubicBezTo>
                      <a:cubicBezTo>
                        <a:pt x="167" y="502"/>
                        <a:pt x="164" y="503"/>
                        <a:pt x="162" y="507"/>
                      </a:cubicBezTo>
                      <a:cubicBezTo>
                        <a:pt x="161" y="511"/>
                        <a:pt x="159" y="513"/>
                        <a:pt x="161" y="513"/>
                      </a:cubicBezTo>
                      <a:cubicBezTo>
                        <a:pt x="159" y="518"/>
                        <a:pt x="159" y="514"/>
                        <a:pt x="158" y="516"/>
                      </a:cubicBezTo>
                      <a:cubicBezTo>
                        <a:pt x="158" y="518"/>
                        <a:pt x="154" y="525"/>
                        <a:pt x="153" y="525"/>
                      </a:cubicBezTo>
                      <a:cubicBezTo>
                        <a:pt x="153" y="529"/>
                        <a:pt x="145" y="538"/>
                        <a:pt x="147" y="540"/>
                      </a:cubicBezTo>
                      <a:cubicBezTo>
                        <a:pt x="143" y="544"/>
                        <a:pt x="143" y="544"/>
                        <a:pt x="143" y="544"/>
                      </a:cubicBezTo>
                      <a:cubicBezTo>
                        <a:pt x="144" y="544"/>
                        <a:pt x="145" y="545"/>
                        <a:pt x="143" y="549"/>
                      </a:cubicBezTo>
                      <a:cubicBezTo>
                        <a:pt x="141" y="552"/>
                        <a:pt x="141" y="551"/>
                        <a:pt x="140" y="551"/>
                      </a:cubicBezTo>
                      <a:cubicBezTo>
                        <a:pt x="141" y="554"/>
                        <a:pt x="141" y="554"/>
                        <a:pt x="141" y="554"/>
                      </a:cubicBezTo>
                      <a:cubicBezTo>
                        <a:pt x="130" y="571"/>
                        <a:pt x="121" y="596"/>
                        <a:pt x="111" y="615"/>
                      </a:cubicBezTo>
                      <a:cubicBezTo>
                        <a:pt x="107" y="624"/>
                        <a:pt x="104" y="636"/>
                        <a:pt x="99" y="647"/>
                      </a:cubicBezTo>
                      <a:cubicBezTo>
                        <a:pt x="100" y="645"/>
                        <a:pt x="100" y="645"/>
                        <a:pt x="100" y="645"/>
                      </a:cubicBezTo>
                      <a:cubicBezTo>
                        <a:pt x="95" y="656"/>
                        <a:pt x="95" y="656"/>
                        <a:pt x="95" y="656"/>
                      </a:cubicBezTo>
                      <a:cubicBezTo>
                        <a:pt x="99" y="648"/>
                        <a:pt x="99" y="648"/>
                        <a:pt x="99" y="648"/>
                      </a:cubicBezTo>
                      <a:cubicBezTo>
                        <a:pt x="98" y="651"/>
                        <a:pt x="98" y="653"/>
                        <a:pt x="97" y="655"/>
                      </a:cubicBezTo>
                      <a:cubicBezTo>
                        <a:pt x="92" y="666"/>
                        <a:pt x="85" y="681"/>
                        <a:pt x="81" y="696"/>
                      </a:cubicBezTo>
                      <a:cubicBezTo>
                        <a:pt x="80" y="706"/>
                        <a:pt x="77" y="702"/>
                        <a:pt x="76" y="711"/>
                      </a:cubicBezTo>
                      <a:cubicBezTo>
                        <a:pt x="76" y="710"/>
                        <a:pt x="76" y="710"/>
                        <a:pt x="76" y="709"/>
                      </a:cubicBezTo>
                      <a:cubicBezTo>
                        <a:pt x="73" y="719"/>
                        <a:pt x="72" y="725"/>
                        <a:pt x="70" y="735"/>
                      </a:cubicBezTo>
                      <a:cubicBezTo>
                        <a:pt x="68" y="733"/>
                        <a:pt x="68" y="741"/>
                        <a:pt x="67" y="740"/>
                      </a:cubicBezTo>
                      <a:cubicBezTo>
                        <a:pt x="68" y="741"/>
                        <a:pt x="68" y="741"/>
                        <a:pt x="68" y="741"/>
                      </a:cubicBezTo>
                      <a:cubicBezTo>
                        <a:pt x="67" y="743"/>
                        <a:pt x="65" y="748"/>
                        <a:pt x="65" y="747"/>
                      </a:cubicBezTo>
                      <a:cubicBezTo>
                        <a:pt x="64" y="752"/>
                        <a:pt x="64" y="752"/>
                        <a:pt x="64" y="752"/>
                      </a:cubicBezTo>
                      <a:cubicBezTo>
                        <a:pt x="63" y="752"/>
                        <a:pt x="63" y="752"/>
                        <a:pt x="63" y="752"/>
                      </a:cubicBezTo>
                      <a:cubicBezTo>
                        <a:pt x="62" y="757"/>
                        <a:pt x="59" y="770"/>
                        <a:pt x="56" y="772"/>
                      </a:cubicBezTo>
                      <a:cubicBezTo>
                        <a:pt x="53" y="787"/>
                        <a:pt x="47" y="809"/>
                        <a:pt x="42" y="827"/>
                      </a:cubicBezTo>
                      <a:cubicBezTo>
                        <a:pt x="43" y="830"/>
                        <a:pt x="41" y="835"/>
                        <a:pt x="40" y="839"/>
                      </a:cubicBezTo>
                      <a:cubicBezTo>
                        <a:pt x="38" y="844"/>
                        <a:pt x="38" y="844"/>
                        <a:pt x="38" y="844"/>
                      </a:cubicBezTo>
                      <a:cubicBezTo>
                        <a:pt x="38" y="848"/>
                        <a:pt x="38" y="853"/>
                        <a:pt x="36" y="856"/>
                      </a:cubicBezTo>
                      <a:cubicBezTo>
                        <a:pt x="36" y="856"/>
                        <a:pt x="36" y="856"/>
                        <a:pt x="36" y="856"/>
                      </a:cubicBezTo>
                      <a:cubicBezTo>
                        <a:pt x="36" y="860"/>
                        <a:pt x="34" y="864"/>
                        <a:pt x="34" y="868"/>
                      </a:cubicBezTo>
                      <a:cubicBezTo>
                        <a:pt x="33" y="873"/>
                        <a:pt x="32" y="877"/>
                        <a:pt x="31" y="876"/>
                      </a:cubicBezTo>
                      <a:cubicBezTo>
                        <a:pt x="33" y="877"/>
                        <a:pt x="29" y="886"/>
                        <a:pt x="29" y="886"/>
                      </a:cubicBezTo>
                      <a:cubicBezTo>
                        <a:pt x="29" y="886"/>
                        <a:pt x="15" y="946"/>
                        <a:pt x="7" y="1014"/>
                      </a:cubicBezTo>
                      <a:cubicBezTo>
                        <a:pt x="3" y="1049"/>
                        <a:pt x="1" y="1085"/>
                        <a:pt x="0" y="1116"/>
                      </a:cubicBezTo>
                      <a:cubicBezTo>
                        <a:pt x="0" y="1148"/>
                        <a:pt x="1" y="1175"/>
                        <a:pt x="4" y="1189"/>
                      </a:cubicBezTo>
                      <a:cubicBezTo>
                        <a:pt x="5" y="1191"/>
                        <a:pt x="5" y="1197"/>
                        <a:pt x="6" y="1195"/>
                      </a:cubicBezTo>
                      <a:cubicBezTo>
                        <a:pt x="7" y="1199"/>
                        <a:pt x="5" y="1201"/>
                        <a:pt x="6" y="1202"/>
                      </a:cubicBezTo>
                      <a:cubicBezTo>
                        <a:pt x="7" y="1196"/>
                        <a:pt x="9" y="1204"/>
                        <a:pt x="10" y="1198"/>
                      </a:cubicBezTo>
                      <a:cubicBezTo>
                        <a:pt x="10" y="1202"/>
                        <a:pt x="10" y="1202"/>
                        <a:pt x="10" y="1202"/>
                      </a:cubicBezTo>
                      <a:cubicBezTo>
                        <a:pt x="11" y="1203"/>
                        <a:pt x="9" y="1197"/>
                        <a:pt x="11" y="1198"/>
                      </a:cubicBezTo>
                      <a:cubicBezTo>
                        <a:pt x="9" y="1197"/>
                        <a:pt x="9" y="1197"/>
                        <a:pt x="9" y="1197"/>
                      </a:cubicBezTo>
                      <a:cubicBezTo>
                        <a:pt x="9" y="1194"/>
                        <a:pt x="9" y="1192"/>
                        <a:pt x="10" y="1191"/>
                      </a:cubicBezTo>
                      <a:cubicBezTo>
                        <a:pt x="9" y="1188"/>
                        <a:pt x="7" y="1186"/>
                        <a:pt x="8" y="1180"/>
                      </a:cubicBezTo>
                      <a:cubicBezTo>
                        <a:pt x="8" y="1182"/>
                        <a:pt x="8" y="1182"/>
                        <a:pt x="8" y="1182"/>
                      </a:cubicBezTo>
                      <a:cubicBezTo>
                        <a:pt x="8" y="1176"/>
                        <a:pt x="9" y="1178"/>
                        <a:pt x="10" y="1177"/>
                      </a:cubicBezTo>
                      <a:cubicBezTo>
                        <a:pt x="10" y="1178"/>
                        <a:pt x="10" y="1178"/>
                        <a:pt x="10" y="1178"/>
                      </a:cubicBezTo>
                      <a:cubicBezTo>
                        <a:pt x="11" y="1174"/>
                        <a:pt x="11" y="1174"/>
                        <a:pt x="11" y="1174"/>
                      </a:cubicBezTo>
                      <a:cubicBezTo>
                        <a:pt x="10" y="1177"/>
                        <a:pt x="11" y="1183"/>
                        <a:pt x="11" y="1180"/>
                      </a:cubicBezTo>
                      <a:cubicBezTo>
                        <a:pt x="12" y="1174"/>
                        <a:pt x="11" y="1182"/>
                        <a:pt x="11" y="1177"/>
                      </a:cubicBezTo>
                      <a:cubicBezTo>
                        <a:pt x="11" y="1174"/>
                        <a:pt x="12" y="1175"/>
                        <a:pt x="12" y="1175"/>
                      </a:cubicBezTo>
                      <a:cubicBezTo>
                        <a:pt x="12" y="1170"/>
                        <a:pt x="12" y="1170"/>
                        <a:pt x="12" y="1170"/>
                      </a:cubicBezTo>
                      <a:cubicBezTo>
                        <a:pt x="13" y="1170"/>
                        <a:pt x="12" y="1173"/>
                        <a:pt x="13" y="1171"/>
                      </a:cubicBezTo>
                      <a:cubicBezTo>
                        <a:pt x="12" y="1164"/>
                        <a:pt x="12" y="1164"/>
                        <a:pt x="12" y="1164"/>
                      </a:cubicBezTo>
                      <a:cubicBezTo>
                        <a:pt x="14" y="1163"/>
                        <a:pt x="11" y="1157"/>
                        <a:pt x="13" y="1154"/>
                      </a:cubicBezTo>
                      <a:cubicBezTo>
                        <a:pt x="14" y="1159"/>
                        <a:pt x="14" y="1153"/>
                        <a:pt x="15" y="1154"/>
                      </a:cubicBezTo>
                      <a:cubicBezTo>
                        <a:pt x="15" y="1142"/>
                        <a:pt x="15" y="1142"/>
                        <a:pt x="15" y="1142"/>
                      </a:cubicBezTo>
                      <a:cubicBezTo>
                        <a:pt x="16" y="1141"/>
                        <a:pt x="16" y="1145"/>
                        <a:pt x="16" y="1144"/>
                      </a:cubicBezTo>
                      <a:cubicBezTo>
                        <a:pt x="16" y="1141"/>
                        <a:pt x="15" y="1140"/>
                        <a:pt x="15" y="1139"/>
                      </a:cubicBezTo>
                      <a:cubicBezTo>
                        <a:pt x="16" y="1138"/>
                        <a:pt x="16" y="1130"/>
                        <a:pt x="17" y="1130"/>
                      </a:cubicBezTo>
                      <a:cubicBezTo>
                        <a:pt x="19" y="1122"/>
                        <a:pt x="15" y="1127"/>
                        <a:pt x="17" y="1119"/>
                      </a:cubicBezTo>
                      <a:cubicBezTo>
                        <a:pt x="18" y="1118"/>
                        <a:pt x="17" y="1125"/>
                        <a:pt x="18" y="1122"/>
                      </a:cubicBezTo>
                      <a:cubicBezTo>
                        <a:pt x="18" y="1114"/>
                        <a:pt x="18" y="1114"/>
                        <a:pt x="18" y="1114"/>
                      </a:cubicBezTo>
                      <a:cubicBezTo>
                        <a:pt x="18" y="1115"/>
                        <a:pt x="19" y="1116"/>
                        <a:pt x="19" y="1119"/>
                      </a:cubicBezTo>
                      <a:cubicBezTo>
                        <a:pt x="21" y="1098"/>
                        <a:pt x="26" y="1087"/>
                        <a:pt x="27" y="1067"/>
                      </a:cubicBezTo>
                      <a:cubicBezTo>
                        <a:pt x="28" y="1065"/>
                        <a:pt x="27" y="1069"/>
                        <a:pt x="28" y="1071"/>
                      </a:cubicBezTo>
                      <a:cubicBezTo>
                        <a:pt x="28" y="1057"/>
                        <a:pt x="32" y="1052"/>
                        <a:pt x="33" y="1040"/>
                      </a:cubicBezTo>
                      <a:cubicBezTo>
                        <a:pt x="32" y="1040"/>
                        <a:pt x="32" y="1040"/>
                        <a:pt x="32" y="1040"/>
                      </a:cubicBezTo>
                      <a:cubicBezTo>
                        <a:pt x="36" y="1024"/>
                        <a:pt x="37" y="1004"/>
                        <a:pt x="41" y="986"/>
                      </a:cubicBezTo>
                      <a:cubicBezTo>
                        <a:pt x="40" y="988"/>
                        <a:pt x="40" y="988"/>
                        <a:pt x="40" y="988"/>
                      </a:cubicBezTo>
                      <a:cubicBezTo>
                        <a:pt x="39" y="985"/>
                        <a:pt x="40" y="981"/>
                        <a:pt x="40" y="978"/>
                      </a:cubicBezTo>
                      <a:cubicBezTo>
                        <a:pt x="40" y="977"/>
                        <a:pt x="41" y="980"/>
                        <a:pt x="42" y="975"/>
                      </a:cubicBezTo>
                      <a:cubicBezTo>
                        <a:pt x="41" y="976"/>
                        <a:pt x="41" y="978"/>
                        <a:pt x="40" y="977"/>
                      </a:cubicBezTo>
                      <a:cubicBezTo>
                        <a:pt x="45" y="962"/>
                        <a:pt x="50" y="928"/>
                        <a:pt x="56" y="903"/>
                      </a:cubicBezTo>
                      <a:cubicBezTo>
                        <a:pt x="62" y="868"/>
                        <a:pt x="72" y="831"/>
                        <a:pt x="81" y="797"/>
                      </a:cubicBezTo>
                      <a:cubicBezTo>
                        <a:pt x="79" y="802"/>
                        <a:pt x="78" y="799"/>
                        <a:pt x="79" y="796"/>
                      </a:cubicBezTo>
                      <a:cubicBezTo>
                        <a:pt x="86" y="786"/>
                        <a:pt x="84" y="777"/>
                        <a:pt x="89" y="767"/>
                      </a:cubicBezTo>
                      <a:cubicBezTo>
                        <a:pt x="94" y="747"/>
                        <a:pt x="103" y="731"/>
                        <a:pt x="106" y="712"/>
                      </a:cubicBezTo>
                      <a:cubicBezTo>
                        <a:pt x="107" y="712"/>
                        <a:pt x="107" y="712"/>
                        <a:pt x="107" y="712"/>
                      </a:cubicBezTo>
                      <a:cubicBezTo>
                        <a:pt x="108" y="710"/>
                        <a:pt x="108" y="709"/>
                        <a:pt x="109" y="706"/>
                      </a:cubicBezTo>
                      <a:cubicBezTo>
                        <a:pt x="109" y="706"/>
                        <a:pt x="109" y="706"/>
                        <a:pt x="109" y="706"/>
                      </a:cubicBezTo>
                      <a:cubicBezTo>
                        <a:pt x="112" y="700"/>
                        <a:pt x="113" y="691"/>
                        <a:pt x="115" y="688"/>
                      </a:cubicBezTo>
                      <a:cubicBezTo>
                        <a:pt x="114" y="687"/>
                        <a:pt x="114" y="687"/>
                        <a:pt x="114" y="687"/>
                      </a:cubicBezTo>
                      <a:cubicBezTo>
                        <a:pt x="116" y="683"/>
                        <a:pt x="116" y="685"/>
                        <a:pt x="117" y="681"/>
                      </a:cubicBezTo>
                      <a:cubicBezTo>
                        <a:pt x="117" y="681"/>
                        <a:pt x="117" y="681"/>
                        <a:pt x="117" y="681"/>
                      </a:cubicBezTo>
                      <a:cubicBezTo>
                        <a:pt x="118" y="676"/>
                        <a:pt x="118" y="676"/>
                        <a:pt x="118" y="676"/>
                      </a:cubicBezTo>
                      <a:cubicBezTo>
                        <a:pt x="120" y="677"/>
                        <a:pt x="122" y="665"/>
                        <a:pt x="124" y="663"/>
                      </a:cubicBezTo>
                      <a:cubicBezTo>
                        <a:pt x="126" y="657"/>
                        <a:pt x="129" y="648"/>
                        <a:pt x="132" y="640"/>
                      </a:cubicBezTo>
                      <a:cubicBezTo>
                        <a:pt x="134" y="639"/>
                        <a:pt x="137" y="630"/>
                        <a:pt x="140" y="624"/>
                      </a:cubicBezTo>
                      <a:cubicBezTo>
                        <a:pt x="145" y="613"/>
                        <a:pt x="151" y="596"/>
                        <a:pt x="158" y="582"/>
                      </a:cubicBezTo>
                      <a:cubicBezTo>
                        <a:pt x="157" y="582"/>
                        <a:pt x="157" y="582"/>
                        <a:pt x="157" y="582"/>
                      </a:cubicBezTo>
                      <a:cubicBezTo>
                        <a:pt x="159" y="578"/>
                        <a:pt x="159" y="578"/>
                        <a:pt x="159" y="578"/>
                      </a:cubicBezTo>
                      <a:cubicBezTo>
                        <a:pt x="159" y="578"/>
                        <a:pt x="159" y="578"/>
                        <a:pt x="159" y="578"/>
                      </a:cubicBezTo>
                      <a:cubicBezTo>
                        <a:pt x="162" y="576"/>
                        <a:pt x="163" y="569"/>
                        <a:pt x="165" y="567"/>
                      </a:cubicBezTo>
                      <a:cubicBezTo>
                        <a:pt x="163" y="568"/>
                        <a:pt x="164" y="569"/>
                        <a:pt x="163" y="572"/>
                      </a:cubicBezTo>
                      <a:cubicBezTo>
                        <a:pt x="161" y="574"/>
                        <a:pt x="161" y="571"/>
                        <a:pt x="163" y="567"/>
                      </a:cubicBezTo>
                      <a:cubicBezTo>
                        <a:pt x="164" y="567"/>
                        <a:pt x="164" y="567"/>
                        <a:pt x="164" y="567"/>
                      </a:cubicBezTo>
                      <a:cubicBezTo>
                        <a:pt x="164" y="564"/>
                        <a:pt x="164" y="564"/>
                        <a:pt x="164" y="564"/>
                      </a:cubicBezTo>
                      <a:cubicBezTo>
                        <a:pt x="165" y="564"/>
                        <a:pt x="167" y="562"/>
                        <a:pt x="168" y="562"/>
                      </a:cubicBezTo>
                      <a:cubicBezTo>
                        <a:pt x="174" y="550"/>
                        <a:pt x="176" y="541"/>
                        <a:pt x="183" y="528"/>
                      </a:cubicBezTo>
                      <a:cubicBezTo>
                        <a:pt x="183" y="530"/>
                        <a:pt x="187" y="519"/>
                        <a:pt x="188" y="523"/>
                      </a:cubicBezTo>
                      <a:cubicBezTo>
                        <a:pt x="191" y="515"/>
                        <a:pt x="186" y="523"/>
                        <a:pt x="186" y="519"/>
                      </a:cubicBezTo>
                      <a:cubicBezTo>
                        <a:pt x="188" y="517"/>
                        <a:pt x="188" y="515"/>
                        <a:pt x="189" y="515"/>
                      </a:cubicBezTo>
                      <a:cubicBezTo>
                        <a:pt x="189" y="516"/>
                        <a:pt x="191" y="513"/>
                        <a:pt x="190" y="515"/>
                      </a:cubicBezTo>
                      <a:cubicBezTo>
                        <a:pt x="193" y="510"/>
                        <a:pt x="193" y="510"/>
                        <a:pt x="193" y="510"/>
                      </a:cubicBezTo>
                      <a:cubicBezTo>
                        <a:pt x="193" y="510"/>
                        <a:pt x="193" y="511"/>
                        <a:pt x="193" y="512"/>
                      </a:cubicBezTo>
                      <a:cubicBezTo>
                        <a:pt x="197" y="501"/>
                        <a:pt x="203" y="494"/>
                        <a:pt x="207" y="485"/>
                      </a:cubicBezTo>
                      <a:cubicBezTo>
                        <a:pt x="207" y="484"/>
                        <a:pt x="205" y="488"/>
                        <a:pt x="205" y="487"/>
                      </a:cubicBezTo>
                      <a:cubicBezTo>
                        <a:pt x="209" y="478"/>
                        <a:pt x="211" y="480"/>
                        <a:pt x="215" y="471"/>
                      </a:cubicBezTo>
                      <a:cubicBezTo>
                        <a:pt x="214" y="473"/>
                        <a:pt x="214" y="473"/>
                        <a:pt x="214" y="473"/>
                      </a:cubicBezTo>
                      <a:cubicBezTo>
                        <a:pt x="215" y="470"/>
                        <a:pt x="215" y="469"/>
                        <a:pt x="219" y="465"/>
                      </a:cubicBezTo>
                      <a:cubicBezTo>
                        <a:pt x="220" y="465"/>
                        <a:pt x="217" y="469"/>
                        <a:pt x="216" y="471"/>
                      </a:cubicBezTo>
                      <a:cubicBezTo>
                        <a:pt x="218" y="468"/>
                        <a:pt x="223" y="461"/>
                        <a:pt x="220" y="462"/>
                      </a:cubicBezTo>
                      <a:cubicBezTo>
                        <a:pt x="222" y="459"/>
                        <a:pt x="224" y="458"/>
                        <a:pt x="225" y="456"/>
                      </a:cubicBezTo>
                      <a:cubicBezTo>
                        <a:pt x="225" y="456"/>
                        <a:pt x="223" y="459"/>
                        <a:pt x="223" y="457"/>
                      </a:cubicBezTo>
                      <a:cubicBezTo>
                        <a:pt x="227" y="452"/>
                        <a:pt x="231" y="444"/>
                        <a:pt x="235" y="439"/>
                      </a:cubicBezTo>
                      <a:cubicBezTo>
                        <a:pt x="235" y="439"/>
                        <a:pt x="236" y="439"/>
                        <a:pt x="236" y="439"/>
                      </a:cubicBezTo>
                      <a:cubicBezTo>
                        <a:pt x="238" y="434"/>
                        <a:pt x="239" y="436"/>
                        <a:pt x="243" y="429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35" name="Freeform 156">
                  <a:extLst>
                    <a:ext uri="{FF2B5EF4-FFF2-40B4-BE49-F238E27FC236}">
                      <a16:creationId xmlns:a16="http://schemas.microsoft.com/office/drawing/2014/main" id="{EC748A07-9B27-461E-90C7-1A7F07C5370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26338" y="2025650"/>
                  <a:ext cx="7937" cy="7938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0" y="1"/>
                    </a:cxn>
                    <a:cxn ang="0">
                      <a:pos x="0" y="3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3" h="3">
                      <a:moveTo>
                        <a:pt x="3" y="0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1" y="2"/>
                        <a:pt x="1" y="2"/>
                        <a:pt x="0" y="3"/>
                      </a:cubicBezTo>
                      <a:lnTo>
                        <a:pt x="3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36" name="Freeform 157">
                  <a:extLst>
                    <a:ext uri="{FF2B5EF4-FFF2-40B4-BE49-F238E27FC236}">
                      <a16:creationId xmlns:a16="http://schemas.microsoft.com/office/drawing/2014/main" id="{FA70C0DA-5B4C-4FE0-B240-F22325D416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278688" y="2239963"/>
                  <a:ext cx="1587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37" name="Freeform 158">
                  <a:extLst>
                    <a:ext uri="{FF2B5EF4-FFF2-40B4-BE49-F238E27FC236}">
                      <a16:creationId xmlns:a16="http://schemas.microsoft.com/office/drawing/2014/main" id="{3B9A10B5-3382-483E-8AB7-8F85BCDCEE8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221538" y="2297113"/>
                  <a:ext cx="7937" cy="4763"/>
                </a:xfrm>
                <a:custGeom>
                  <a:avLst/>
                  <a:gdLst/>
                  <a:ahLst/>
                  <a:cxnLst>
                    <a:cxn ang="0">
                      <a:pos x="2" y="2"/>
                    </a:cxn>
                    <a:cxn ang="0">
                      <a:pos x="0" y="2"/>
                    </a:cxn>
                    <a:cxn ang="0">
                      <a:pos x="2" y="2"/>
                    </a:cxn>
                  </a:cxnLst>
                  <a:rect l="0" t="0" r="r" b="b"/>
                  <a:pathLst>
                    <a:path w="3" h="2">
                      <a:moveTo>
                        <a:pt x="2" y="2"/>
                      </a:moveTo>
                      <a:cubicBezTo>
                        <a:pt x="3" y="0"/>
                        <a:pt x="1" y="1"/>
                        <a:pt x="0" y="2"/>
                      </a:cubicBezTo>
                      <a:cubicBezTo>
                        <a:pt x="1" y="2"/>
                        <a:pt x="1" y="2"/>
                        <a:pt x="2" y="2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38" name="Freeform 159">
                  <a:extLst>
                    <a:ext uri="{FF2B5EF4-FFF2-40B4-BE49-F238E27FC236}">
                      <a16:creationId xmlns:a16="http://schemas.microsoft.com/office/drawing/2014/main" id="{1D70CD01-9B33-495A-A5B3-84F54843DC2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85088" y="1916113"/>
                  <a:ext cx="3175" cy="1588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0" y="0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39" name="Freeform 160">
                  <a:extLst>
                    <a:ext uri="{FF2B5EF4-FFF2-40B4-BE49-F238E27FC236}">
                      <a16:creationId xmlns:a16="http://schemas.microsoft.com/office/drawing/2014/main" id="{AC134DFF-A74E-4EC0-9B56-78FFF40A160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167688" y="1717675"/>
                  <a:ext cx="1587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40" name="Freeform 161">
                  <a:extLst>
                    <a:ext uri="{FF2B5EF4-FFF2-40B4-BE49-F238E27FC236}">
                      <a16:creationId xmlns:a16="http://schemas.microsoft.com/office/drawing/2014/main" id="{49024F31-99B6-4257-BE8C-9C219F19D02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132763" y="1720850"/>
                  <a:ext cx="6350" cy="1588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0" y="1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3" h="1">
                      <a:moveTo>
                        <a:pt x="3" y="0"/>
                      </a:moveTo>
                      <a:cubicBezTo>
                        <a:pt x="2" y="0"/>
                        <a:pt x="1" y="1"/>
                        <a:pt x="0" y="1"/>
                      </a:cubicBezTo>
                      <a:cubicBezTo>
                        <a:pt x="1" y="1"/>
                        <a:pt x="2" y="1"/>
                        <a:pt x="3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41" name="Freeform 162">
                  <a:extLst>
                    <a:ext uri="{FF2B5EF4-FFF2-40B4-BE49-F238E27FC236}">
                      <a16:creationId xmlns:a16="http://schemas.microsoft.com/office/drawing/2014/main" id="{B6F471B2-DFE0-4973-865F-E80FD3625B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77138" y="1984375"/>
                  <a:ext cx="4762" cy="4763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2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2">
                      <a:moveTo>
                        <a:pt x="2" y="0"/>
                      </a:moveTo>
                      <a:cubicBezTo>
                        <a:pt x="1" y="1"/>
                        <a:pt x="1" y="1"/>
                        <a:pt x="0" y="2"/>
                      </a:cubicBezTo>
                      <a:cubicBezTo>
                        <a:pt x="1" y="1"/>
                        <a:pt x="2" y="1"/>
                        <a:pt x="2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42" name="Freeform 163">
                  <a:extLst>
                    <a:ext uri="{FF2B5EF4-FFF2-40B4-BE49-F238E27FC236}">
                      <a16:creationId xmlns:a16="http://schemas.microsoft.com/office/drawing/2014/main" id="{A3B3356F-BBF0-4706-B87E-750F77EC4B2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120063" y="1725613"/>
                  <a:ext cx="7937" cy="3175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3" h="1">
                      <a:moveTo>
                        <a:pt x="3" y="0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lnTo>
                        <a:pt x="3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43" name="Freeform 164">
                  <a:extLst>
                    <a:ext uri="{FF2B5EF4-FFF2-40B4-BE49-F238E27FC236}">
                      <a16:creationId xmlns:a16="http://schemas.microsoft.com/office/drawing/2014/main" id="{5BC4ABF2-FA29-4D4F-96F3-4939A24F3E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167688" y="1716088"/>
                  <a:ext cx="9525" cy="1588"/>
                </a:xfrm>
                <a:custGeom>
                  <a:avLst/>
                  <a:gdLst/>
                  <a:ahLst/>
                  <a:cxnLst>
                    <a:cxn ang="0">
                      <a:pos x="4" y="0"/>
                    </a:cxn>
                    <a:cxn ang="0">
                      <a:pos x="0" y="1"/>
                    </a:cxn>
                    <a:cxn ang="0">
                      <a:pos x="4" y="0"/>
                    </a:cxn>
                  </a:cxnLst>
                  <a:rect l="0" t="0" r="r" b="b"/>
                  <a:pathLst>
                    <a:path w="4" h="1">
                      <a:moveTo>
                        <a:pt x="4" y="0"/>
                      </a:moveTo>
                      <a:cubicBezTo>
                        <a:pt x="3" y="1"/>
                        <a:pt x="1" y="1"/>
                        <a:pt x="0" y="1"/>
                      </a:cubicBezTo>
                      <a:cubicBezTo>
                        <a:pt x="2" y="1"/>
                        <a:pt x="3" y="1"/>
                        <a:pt x="4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44" name="Freeform 165">
                  <a:extLst>
                    <a:ext uri="{FF2B5EF4-FFF2-40B4-BE49-F238E27FC236}">
                      <a16:creationId xmlns:a16="http://schemas.microsoft.com/office/drawing/2014/main" id="{9D918C5D-15D1-4D4D-99D9-63A55DFF99A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50188" y="1822450"/>
                  <a:ext cx="4762" cy="4763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2">
                      <a:moveTo>
                        <a:pt x="2" y="0"/>
                      </a:move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0" y="2"/>
                        <a:pt x="1" y="1"/>
                        <a:pt x="2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45" name="Freeform 166">
                  <a:extLst>
                    <a:ext uri="{FF2B5EF4-FFF2-40B4-BE49-F238E27FC236}">
                      <a16:creationId xmlns:a16="http://schemas.microsoft.com/office/drawing/2014/main" id="{406C5D8D-8EFC-49BD-B424-71B20F6ECD3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094663" y="1738313"/>
                  <a:ext cx="3175" cy="1588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2" y="0"/>
                    </a:cxn>
                    <a:cxn ang="0">
                      <a:pos x="0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lnTo>
                        <a:pt x="2" y="0"/>
                      </a:lnTo>
                      <a:lnTo>
                        <a:pt x="0" y="1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46" name="Freeform 167">
                  <a:extLst>
                    <a:ext uri="{FF2B5EF4-FFF2-40B4-BE49-F238E27FC236}">
                      <a16:creationId xmlns:a16="http://schemas.microsoft.com/office/drawing/2014/main" id="{2DC27AD0-DA30-4D9B-8DEC-3F424B16D10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204200" y="1711325"/>
                  <a:ext cx="4762" cy="1588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0" y="0"/>
                    </a:cxn>
                    <a:cxn ang="0">
                      <a:pos x="2" y="0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2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47" name="Freeform 168">
                  <a:extLst>
                    <a:ext uri="{FF2B5EF4-FFF2-40B4-BE49-F238E27FC236}">
                      <a16:creationId xmlns:a16="http://schemas.microsoft.com/office/drawing/2014/main" id="{4445E685-E804-4020-A253-0714C686EDA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56550" y="1779588"/>
                  <a:ext cx="1587" cy="4763"/>
                </a:xfrm>
                <a:custGeom>
                  <a:avLst/>
                  <a:gdLst/>
                  <a:ahLst/>
                  <a:cxnLst>
                    <a:cxn ang="0">
                      <a:pos x="1" y="2"/>
                    </a:cxn>
                    <a:cxn ang="0">
                      <a:pos x="1" y="0"/>
                    </a:cxn>
                    <a:cxn ang="0">
                      <a:pos x="1" y="2"/>
                    </a:cxn>
                  </a:cxnLst>
                  <a:rect l="0" t="0" r="r" b="b"/>
                  <a:pathLst>
                    <a:path w="1" h="2">
                      <a:moveTo>
                        <a:pt x="1" y="2"/>
                      </a:moveTo>
                      <a:cubicBezTo>
                        <a:pt x="1" y="1"/>
                        <a:pt x="1" y="1"/>
                        <a:pt x="1" y="0"/>
                      </a:cubicBezTo>
                      <a:cubicBezTo>
                        <a:pt x="0" y="1"/>
                        <a:pt x="0" y="1"/>
                        <a:pt x="1" y="2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27" name="Group 337">
                <a:extLst>
                  <a:ext uri="{FF2B5EF4-FFF2-40B4-BE49-F238E27FC236}">
                    <a16:creationId xmlns:a16="http://schemas.microsoft.com/office/drawing/2014/main" id="{770831C3-7D3A-49FD-B471-337F0F714D4B}"/>
                  </a:ext>
                </a:extLst>
              </p:cNvPr>
              <p:cNvGrpSpPr/>
              <p:nvPr/>
            </p:nvGrpSpPr>
            <p:grpSpPr>
              <a:xfrm rot="15155533" flipH="1">
                <a:off x="1114059" y="1803071"/>
                <a:ext cx="2159193" cy="2610180"/>
                <a:chOff x="6326188" y="1654175"/>
                <a:chExt cx="2192337" cy="2967038"/>
              </a:xfrm>
              <a:solidFill>
                <a:schemeClr val="bg2">
                  <a:lumMod val="75000"/>
                </a:schemeClr>
              </a:solidFill>
            </p:grpSpPr>
            <p:sp>
              <p:nvSpPr>
                <p:cNvPr id="369" name="Freeform 129">
                  <a:extLst>
                    <a:ext uri="{FF2B5EF4-FFF2-40B4-BE49-F238E27FC236}">
                      <a16:creationId xmlns:a16="http://schemas.microsoft.com/office/drawing/2014/main" id="{026841D9-3AE3-449F-BFA6-156D9A16C49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027988" y="1720850"/>
                  <a:ext cx="3175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0" y="0"/>
                        <a:pt x="1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70" name="Freeform 130">
                  <a:extLst>
                    <a:ext uri="{FF2B5EF4-FFF2-40B4-BE49-F238E27FC236}">
                      <a16:creationId xmlns:a16="http://schemas.microsoft.com/office/drawing/2014/main" id="{EC8A6B14-8146-42BA-85FD-3876C247A79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24775" y="1841500"/>
                  <a:ext cx="3175" cy="3175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1" y="0"/>
                    </a:cxn>
                    <a:cxn ang="0">
                      <a:pos x="0" y="1"/>
                    </a:cxn>
                  </a:cxnLst>
                  <a:rect l="0" t="0" r="r" b="b"/>
                  <a:pathLst>
                    <a:path w="1" h="1">
                      <a:moveTo>
                        <a:pt x="0" y="1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71" name="Freeform 131">
                  <a:extLst>
                    <a:ext uri="{FF2B5EF4-FFF2-40B4-BE49-F238E27FC236}">
                      <a16:creationId xmlns:a16="http://schemas.microsoft.com/office/drawing/2014/main" id="{2ADA35F8-98AE-41FF-95F8-1EC63349552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218488" y="1671638"/>
                  <a:ext cx="12700" cy="1588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5" y="0"/>
                    </a:cxn>
                    <a:cxn ang="0">
                      <a:pos x="0" y="1"/>
                    </a:cxn>
                  </a:cxnLst>
                  <a:rect l="0" t="0" r="r" b="b"/>
                  <a:pathLst>
                    <a:path w="5" h="1">
                      <a:moveTo>
                        <a:pt x="0" y="1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5" y="0"/>
                        <a:pt x="5" y="0"/>
                        <a:pt x="5" y="0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72" name="Freeform 132">
                  <a:extLst>
                    <a:ext uri="{FF2B5EF4-FFF2-40B4-BE49-F238E27FC236}">
                      <a16:creationId xmlns:a16="http://schemas.microsoft.com/office/drawing/2014/main" id="{198E8EA6-6D58-4279-A751-1423E88B3B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169150" y="2263775"/>
                  <a:ext cx="3175" cy="3175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1" y="0"/>
                    </a:cxn>
                    <a:cxn ang="0">
                      <a:pos x="0" y="1"/>
                    </a:cxn>
                  </a:cxnLst>
                  <a:rect l="0" t="0" r="r" b="b"/>
                  <a:pathLst>
                    <a:path w="1" h="1">
                      <a:moveTo>
                        <a:pt x="0" y="1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1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73" name="Freeform 133">
                  <a:extLst>
                    <a:ext uri="{FF2B5EF4-FFF2-40B4-BE49-F238E27FC236}">
                      <a16:creationId xmlns:a16="http://schemas.microsoft.com/office/drawing/2014/main" id="{E81BFA20-BA3D-4408-8C72-3961F52BD9B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80300" y="1995488"/>
                  <a:ext cx="4762" cy="4763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2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2">
                      <a:moveTo>
                        <a:pt x="2" y="0"/>
                      </a:moveTo>
                      <a:cubicBezTo>
                        <a:pt x="1" y="0"/>
                        <a:pt x="1" y="1"/>
                        <a:pt x="0" y="2"/>
                      </a:cubicBezTo>
                      <a:cubicBezTo>
                        <a:pt x="1" y="1"/>
                        <a:pt x="2" y="0"/>
                        <a:pt x="2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74" name="Freeform 134">
                  <a:extLst>
                    <a:ext uri="{FF2B5EF4-FFF2-40B4-BE49-F238E27FC236}">
                      <a16:creationId xmlns:a16="http://schemas.microsoft.com/office/drawing/2014/main" id="{D0EBEF6E-20BB-4627-8EA8-D5F5A95D60E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318500" y="1681163"/>
                  <a:ext cx="7937" cy="1588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0" y="0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3">
                      <a:moveTo>
                        <a:pt x="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3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75" name="Freeform 135">
                  <a:extLst>
                    <a:ext uri="{FF2B5EF4-FFF2-40B4-BE49-F238E27FC236}">
                      <a16:creationId xmlns:a16="http://schemas.microsoft.com/office/drawing/2014/main" id="{28FA2249-7DA2-4AE9-930C-7E8F192FA52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516938" y="1655763"/>
                  <a:ext cx="1587" cy="1588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76" name="Freeform 136">
                  <a:extLst>
                    <a:ext uri="{FF2B5EF4-FFF2-40B4-BE49-F238E27FC236}">
                      <a16:creationId xmlns:a16="http://schemas.microsoft.com/office/drawing/2014/main" id="{E9A89E61-8B4E-417F-A76C-02DD9FD4720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434388" y="1654175"/>
                  <a:ext cx="7937" cy="1588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0" y="0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3">
                      <a:moveTo>
                        <a:pt x="3" y="0"/>
                      </a:moveTo>
                      <a:cubicBezTo>
                        <a:pt x="2" y="0"/>
                        <a:pt x="1" y="0"/>
                        <a:pt x="0" y="0"/>
                      </a:cubicBezTo>
                      <a:cubicBezTo>
                        <a:pt x="1" y="0"/>
                        <a:pt x="3" y="0"/>
                        <a:pt x="3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77" name="Freeform 137">
                  <a:extLst>
                    <a:ext uri="{FF2B5EF4-FFF2-40B4-BE49-F238E27FC236}">
                      <a16:creationId xmlns:a16="http://schemas.microsoft.com/office/drawing/2014/main" id="{296C86D9-F216-417E-B128-803779B83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432800" y="1654175"/>
                  <a:ext cx="1587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78" name="Freeform 138">
                  <a:extLst>
                    <a:ext uri="{FF2B5EF4-FFF2-40B4-BE49-F238E27FC236}">
                      <a16:creationId xmlns:a16="http://schemas.microsoft.com/office/drawing/2014/main" id="{E0A0E29F-6B3B-41D6-87A6-0A5F0D36CC1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26188" y="4597400"/>
                  <a:ext cx="3175" cy="17463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" y="7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" h="7">
                      <a:moveTo>
                        <a:pt x="0" y="0"/>
                      </a:moveTo>
                      <a:cubicBezTo>
                        <a:pt x="0" y="3"/>
                        <a:pt x="0" y="5"/>
                        <a:pt x="1" y="7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79" name="Freeform 139">
                  <a:extLst>
                    <a:ext uri="{FF2B5EF4-FFF2-40B4-BE49-F238E27FC236}">
                      <a16:creationId xmlns:a16="http://schemas.microsoft.com/office/drawing/2014/main" id="{181247F8-BB68-4046-AEBA-C1E617DE1EF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789738" y="2773363"/>
                  <a:ext cx="3175" cy="1588"/>
                </a:xfrm>
                <a:custGeom>
                  <a:avLst/>
                  <a:gdLst/>
                  <a:ahLst/>
                  <a:cxnLst>
                    <a:cxn ang="0">
                      <a:pos x="1" y="1"/>
                    </a:cxn>
                    <a:cxn ang="0">
                      <a:pos x="1" y="0"/>
                    </a:cxn>
                    <a:cxn ang="0">
                      <a:pos x="1" y="1"/>
                    </a:cxn>
                  </a:cxnLst>
                  <a:rect l="0" t="0" r="r" b="b"/>
                  <a:pathLst>
                    <a:path w="1" h="1">
                      <a:moveTo>
                        <a:pt x="1" y="1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1"/>
                        <a:pt x="0" y="1"/>
                        <a:pt x="1" y="1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80" name="Freeform 140">
                  <a:extLst>
                    <a:ext uri="{FF2B5EF4-FFF2-40B4-BE49-F238E27FC236}">
                      <a16:creationId xmlns:a16="http://schemas.microsoft.com/office/drawing/2014/main" id="{FD561DBC-1168-431D-ADC5-29CA4AFAE68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42063" y="4603750"/>
                  <a:ext cx="1587" cy="4763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2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h="2">
                      <a:moveTo>
                        <a:pt x="0" y="0"/>
                      </a:move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1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81" name="Freeform 141">
                  <a:extLst>
                    <a:ext uri="{FF2B5EF4-FFF2-40B4-BE49-F238E27FC236}">
                      <a16:creationId xmlns:a16="http://schemas.microsoft.com/office/drawing/2014/main" id="{60ACA8A3-5CDB-4130-A488-DD6A3F70256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207375" y="1704975"/>
                  <a:ext cx="17462" cy="6350"/>
                </a:xfrm>
                <a:custGeom>
                  <a:avLst/>
                  <a:gdLst/>
                  <a:ahLst/>
                  <a:cxnLst>
                    <a:cxn ang="0">
                      <a:pos x="7" y="0"/>
                    </a:cxn>
                    <a:cxn ang="0">
                      <a:pos x="0" y="2"/>
                    </a:cxn>
                    <a:cxn ang="0">
                      <a:pos x="7" y="0"/>
                    </a:cxn>
                  </a:cxnLst>
                  <a:rect l="0" t="0" r="r" b="b"/>
                  <a:pathLst>
                    <a:path w="7" h="2">
                      <a:moveTo>
                        <a:pt x="7" y="0"/>
                      </a:moveTo>
                      <a:cubicBezTo>
                        <a:pt x="5" y="1"/>
                        <a:pt x="0" y="1"/>
                        <a:pt x="0" y="2"/>
                      </a:cubicBezTo>
                      <a:cubicBezTo>
                        <a:pt x="3" y="1"/>
                        <a:pt x="6" y="1"/>
                        <a:pt x="7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82" name="Freeform 142">
                  <a:extLst>
                    <a:ext uri="{FF2B5EF4-FFF2-40B4-BE49-F238E27FC236}">
                      <a16:creationId xmlns:a16="http://schemas.microsoft.com/office/drawing/2014/main" id="{629D7CE0-E8A4-4A2B-BFD6-EB61F13277E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788150" y="2924175"/>
                  <a:ext cx="1587" cy="4763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2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h="2">
                      <a:moveTo>
                        <a:pt x="0" y="0"/>
                      </a:move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1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83" name="Freeform 143">
                  <a:extLst>
                    <a:ext uri="{FF2B5EF4-FFF2-40B4-BE49-F238E27FC236}">
                      <a16:creationId xmlns:a16="http://schemas.microsoft.com/office/drawing/2014/main" id="{4A8BD77F-28C3-432F-AF15-6FBBB402B00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42063" y="4602163"/>
                  <a:ext cx="1587" cy="1588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1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84" name="Rectangle 144">
                  <a:extLst>
                    <a:ext uri="{FF2B5EF4-FFF2-40B4-BE49-F238E27FC236}">
                      <a16:creationId xmlns:a16="http://schemas.microsoft.com/office/drawing/2014/main" id="{B8BFB9D7-9368-460C-9C5D-3C997E9A3A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518275" y="3373438"/>
                  <a:ext cx="1587" cy="1588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85" name="Freeform 145">
                  <a:extLst>
                    <a:ext uri="{FF2B5EF4-FFF2-40B4-BE49-F238E27FC236}">
                      <a16:creationId xmlns:a16="http://schemas.microsoft.com/office/drawing/2014/main" id="{E5DBE5A2-6302-4451-9B2F-83F8DA69457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505575" y="3398838"/>
                  <a:ext cx="1587" cy="6350"/>
                </a:xfrm>
                <a:custGeom>
                  <a:avLst/>
                  <a:gdLst/>
                  <a:ahLst/>
                  <a:cxnLst>
                    <a:cxn ang="0">
                      <a:pos x="0" y="3"/>
                    </a:cxn>
                    <a:cxn ang="0">
                      <a:pos x="0" y="0"/>
                    </a:cxn>
                    <a:cxn ang="0">
                      <a:pos x="0" y="3"/>
                    </a:cxn>
                  </a:cxnLst>
                  <a:rect l="0" t="0" r="r" b="b"/>
                  <a:pathLst>
                    <a:path h="3">
                      <a:moveTo>
                        <a:pt x="0" y="3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2"/>
                        <a:pt x="0" y="3"/>
                        <a:pt x="0" y="3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86" name="Freeform 146">
                  <a:extLst>
                    <a:ext uri="{FF2B5EF4-FFF2-40B4-BE49-F238E27FC236}">
                      <a16:creationId xmlns:a16="http://schemas.microsoft.com/office/drawing/2014/main" id="{B5E231CF-4905-49BA-B998-5436CF6687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29363" y="4614863"/>
                  <a:ext cx="1587" cy="635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3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h="3">
                      <a:moveTo>
                        <a:pt x="0" y="0"/>
                      </a:move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2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87" name="Freeform 147">
                  <a:extLst>
                    <a:ext uri="{FF2B5EF4-FFF2-40B4-BE49-F238E27FC236}">
                      <a16:creationId xmlns:a16="http://schemas.microsoft.com/office/drawing/2014/main" id="{81216EC2-D0D9-4254-9653-43FB3CB7AF9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405563" y="3765550"/>
                  <a:ext cx="3175" cy="4763"/>
                </a:xfrm>
                <a:custGeom>
                  <a:avLst/>
                  <a:gdLst/>
                  <a:ahLst/>
                  <a:cxnLst>
                    <a:cxn ang="0">
                      <a:pos x="0" y="2"/>
                    </a:cxn>
                    <a:cxn ang="0">
                      <a:pos x="1" y="0"/>
                    </a:cxn>
                    <a:cxn ang="0">
                      <a:pos x="0" y="2"/>
                    </a:cxn>
                  </a:cxnLst>
                  <a:rect l="0" t="0" r="r" b="b"/>
                  <a:pathLst>
                    <a:path w="1" h="2">
                      <a:moveTo>
                        <a:pt x="0" y="2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1"/>
                        <a:pt x="0" y="2"/>
                        <a:pt x="0" y="2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88" name="Freeform 148">
                  <a:extLst>
                    <a:ext uri="{FF2B5EF4-FFF2-40B4-BE49-F238E27FC236}">
                      <a16:creationId xmlns:a16="http://schemas.microsoft.com/office/drawing/2014/main" id="{E8279223-1B3C-4F86-8680-38F4EB91C20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07288" y="1978025"/>
                  <a:ext cx="3175" cy="3175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1" y="0"/>
                    </a:cxn>
                    <a:cxn ang="0">
                      <a:pos x="0" y="1"/>
                    </a:cxn>
                  </a:cxnLst>
                  <a:rect l="0" t="0" r="r" b="b"/>
                  <a:pathLst>
                    <a:path w="1" h="1">
                      <a:moveTo>
                        <a:pt x="0" y="1"/>
                      </a:moveTo>
                      <a:cubicBezTo>
                        <a:pt x="0" y="1"/>
                        <a:pt x="0" y="1"/>
                        <a:pt x="1" y="0"/>
                      </a:cubicBezTo>
                      <a:cubicBezTo>
                        <a:pt x="1" y="0"/>
                        <a:pt x="1" y="0"/>
                        <a:pt x="0" y="1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89" name="Freeform 149">
                  <a:extLst>
                    <a:ext uri="{FF2B5EF4-FFF2-40B4-BE49-F238E27FC236}">
                      <a16:creationId xmlns:a16="http://schemas.microsoft.com/office/drawing/2014/main" id="{EA22F384-40A2-40C8-BDA7-61951EDABB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335838" y="2182813"/>
                  <a:ext cx="3175" cy="1588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90" name="Freeform 150">
                  <a:extLst>
                    <a:ext uri="{FF2B5EF4-FFF2-40B4-BE49-F238E27FC236}">
                      <a16:creationId xmlns:a16="http://schemas.microsoft.com/office/drawing/2014/main" id="{56E6443F-3F62-4E1B-842F-9E4F80DCEBC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339013" y="2171700"/>
                  <a:ext cx="6350" cy="11113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0" y="4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3" h="4">
                      <a:moveTo>
                        <a:pt x="3" y="0"/>
                      </a:moveTo>
                      <a:cubicBezTo>
                        <a:pt x="2" y="1"/>
                        <a:pt x="0" y="3"/>
                        <a:pt x="0" y="4"/>
                      </a:cubicBezTo>
                      <a:cubicBezTo>
                        <a:pt x="1" y="3"/>
                        <a:pt x="2" y="2"/>
                        <a:pt x="3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91" name="Freeform 151">
                  <a:extLst>
                    <a:ext uri="{FF2B5EF4-FFF2-40B4-BE49-F238E27FC236}">
                      <a16:creationId xmlns:a16="http://schemas.microsoft.com/office/drawing/2014/main" id="{AAFAC5AC-F76A-4059-BCA0-E662C5C3D93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316788" y="2200275"/>
                  <a:ext cx="1587" cy="1588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0" y="0"/>
                    </a:cxn>
                    <a:cxn ang="0">
                      <a:pos x="0" y="1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92" name="Freeform 152">
                  <a:extLst>
                    <a:ext uri="{FF2B5EF4-FFF2-40B4-BE49-F238E27FC236}">
                      <a16:creationId xmlns:a16="http://schemas.microsoft.com/office/drawing/2014/main" id="{A3A02EBA-DA9C-4BA3-B1EC-A2C597BEADA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26338" y="2028825"/>
                  <a:ext cx="1587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93" name="Freeform 153">
                  <a:extLst>
                    <a:ext uri="{FF2B5EF4-FFF2-40B4-BE49-F238E27FC236}">
                      <a16:creationId xmlns:a16="http://schemas.microsoft.com/office/drawing/2014/main" id="{F81C80D7-C62F-4121-AFD9-898DF9DE1FA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81888" y="2063750"/>
                  <a:ext cx="3175" cy="1588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0" y="0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94" name="Freeform 154">
                  <a:extLst>
                    <a:ext uri="{FF2B5EF4-FFF2-40B4-BE49-F238E27FC236}">
                      <a16:creationId xmlns:a16="http://schemas.microsoft.com/office/drawing/2014/main" id="{7D77A647-CF72-420F-8529-C231FEEA0D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221538" y="2301875"/>
                  <a:ext cx="1587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95" name="Freeform 156">
                  <a:extLst>
                    <a:ext uri="{FF2B5EF4-FFF2-40B4-BE49-F238E27FC236}">
                      <a16:creationId xmlns:a16="http://schemas.microsoft.com/office/drawing/2014/main" id="{6304174D-3D50-4BC2-83D1-7CF83E70F2D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26338" y="2025650"/>
                  <a:ext cx="7937" cy="7938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0" y="1"/>
                    </a:cxn>
                    <a:cxn ang="0">
                      <a:pos x="0" y="3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3" h="3">
                      <a:moveTo>
                        <a:pt x="3" y="0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1" y="2"/>
                        <a:pt x="1" y="2"/>
                        <a:pt x="0" y="3"/>
                      </a:cubicBezTo>
                      <a:lnTo>
                        <a:pt x="3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96" name="Freeform 157">
                  <a:extLst>
                    <a:ext uri="{FF2B5EF4-FFF2-40B4-BE49-F238E27FC236}">
                      <a16:creationId xmlns:a16="http://schemas.microsoft.com/office/drawing/2014/main" id="{959DDB95-0441-4845-8466-ED884B89C44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278688" y="2239963"/>
                  <a:ext cx="1587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97" name="Freeform 158">
                  <a:extLst>
                    <a:ext uri="{FF2B5EF4-FFF2-40B4-BE49-F238E27FC236}">
                      <a16:creationId xmlns:a16="http://schemas.microsoft.com/office/drawing/2014/main" id="{B7D11F45-2EA3-4606-B826-8610280FBBB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221538" y="2297113"/>
                  <a:ext cx="7937" cy="4763"/>
                </a:xfrm>
                <a:custGeom>
                  <a:avLst/>
                  <a:gdLst/>
                  <a:ahLst/>
                  <a:cxnLst>
                    <a:cxn ang="0">
                      <a:pos x="2" y="2"/>
                    </a:cxn>
                    <a:cxn ang="0">
                      <a:pos x="0" y="2"/>
                    </a:cxn>
                    <a:cxn ang="0">
                      <a:pos x="2" y="2"/>
                    </a:cxn>
                  </a:cxnLst>
                  <a:rect l="0" t="0" r="r" b="b"/>
                  <a:pathLst>
                    <a:path w="3" h="2">
                      <a:moveTo>
                        <a:pt x="2" y="2"/>
                      </a:moveTo>
                      <a:cubicBezTo>
                        <a:pt x="3" y="0"/>
                        <a:pt x="1" y="1"/>
                        <a:pt x="0" y="2"/>
                      </a:cubicBezTo>
                      <a:cubicBezTo>
                        <a:pt x="1" y="2"/>
                        <a:pt x="1" y="2"/>
                        <a:pt x="2" y="2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98" name="Freeform 159">
                  <a:extLst>
                    <a:ext uri="{FF2B5EF4-FFF2-40B4-BE49-F238E27FC236}">
                      <a16:creationId xmlns:a16="http://schemas.microsoft.com/office/drawing/2014/main" id="{5F0BD415-EC80-4E76-B782-50D9C15774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85088" y="1916113"/>
                  <a:ext cx="3175" cy="1588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0" y="0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99" name="Freeform 160">
                  <a:extLst>
                    <a:ext uri="{FF2B5EF4-FFF2-40B4-BE49-F238E27FC236}">
                      <a16:creationId xmlns:a16="http://schemas.microsoft.com/office/drawing/2014/main" id="{E2D437B3-E442-402A-916E-B538D60626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167688" y="1717675"/>
                  <a:ext cx="1587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00" name="Freeform 161">
                  <a:extLst>
                    <a:ext uri="{FF2B5EF4-FFF2-40B4-BE49-F238E27FC236}">
                      <a16:creationId xmlns:a16="http://schemas.microsoft.com/office/drawing/2014/main" id="{79948948-1C80-4A23-991E-AF8B3F2212E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132763" y="1720850"/>
                  <a:ext cx="6350" cy="1588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0" y="1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3" h="1">
                      <a:moveTo>
                        <a:pt x="3" y="0"/>
                      </a:moveTo>
                      <a:cubicBezTo>
                        <a:pt x="2" y="0"/>
                        <a:pt x="1" y="1"/>
                        <a:pt x="0" y="1"/>
                      </a:cubicBezTo>
                      <a:cubicBezTo>
                        <a:pt x="1" y="1"/>
                        <a:pt x="2" y="1"/>
                        <a:pt x="3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01" name="Freeform 162">
                  <a:extLst>
                    <a:ext uri="{FF2B5EF4-FFF2-40B4-BE49-F238E27FC236}">
                      <a16:creationId xmlns:a16="http://schemas.microsoft.com/office/drawing/2014/main" id="{2844097E-D098-42B3-AAED-796831AFAB8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77138" y="1984375"/>
                  <a:ext cx="4762" cy="4763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2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2">
                      <a:moveTo>
                        <a:pt x="2" y="0"/>
                      </a:moveTo>
                      <a:cubicBezTo>
                        <a:pt x="1" y="1"/>
                        <a:pt x="1" y="1"/>
                        <a:pt x="0" y="2"/>
                      </a:cubicBezTo>
                      <a:cubicBezTo>
                        <a:pt x="1" y="1"/>
                        <a:pt x="2" y="1"/>
                        <a:pt x="2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02" name="Freeform 163">
                  <a:extLst>
                    <a:ext uri="{FF2B5EF4-FFF2-40B4-BE49-F238E27FC236}">
                      <a16:creationId xmlns:a16="http://schemas.microsoft.com/office/drawing/2014/main" id="{CC09A973-B661-4EDF-BFDB-8EEDA17F6BF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120063" y="1725613"/>
                  <a:ext cx="7937" cy="3175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3" h="1">
                      <a:moveTo>
                        <a:pt x="3" y="0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lnTo>
                        <a:pt x="3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03" name="Freeform 164">
                  <a:extLst>
                    <a:ext uri="{FF2B5EF4-FFF2-40B4-BE49-F238E27FC236}">
                      <a16:creationId xmlns:a16="http://schemas.microsoft.com/office/drawing/2014/main" id="{AA53F31D-846B-448A-B4DA-0A377E5FB0D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167688" y="1716088"/>
                  <a:ext cx="9525" cy="1588"/>
                </a:xfrm>
                <a:custGeom>
                  <a:avLst/>
                  <a:gdLst/>
                  <a:ahLst/>
                  <a:cxnLst>
                    <a:cxn ang="0">
                      <a:pos x="4" y="0"/>
                    </a:cxn>
                    <a:cxn ang="0">
                      <a:pos x="0" y="1"/>
                    </a:cxn>
                    <a:cxn ang="0">
                      <a:pos x="4" y="0"/>
                    </a:cxn>
                  </a:cxnLst>
                  <a:rect l="0" t="0" r="r" b="b"/>
                  <a:pathLst>
                    <a:path w="4" h="1">
                      <a:moveTo>
                        <a:pt x="4" y="0"/>
                      </a:moveTo>
                      <a:cubicBezTo>
                        <a:pt x="3" y="1"/>
                        <a:pt x="1" y="1"/>
                        <a:pt x="0" y="1"/>
                      </a:cubicBezTo>
                      <a:cubicBezTo>
                        <a:pt x="2" y="1"/>
                        <a:pt x="3" y="1"/>
                        <a:pt x="4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04" name="Freeform 165">
                  <a:extLst>
                    <a:ext uri="{FF2B5EF4-FFF2-40B4-BE49-F238E27FC236}">
                      <a16:creationId xmlns:a16="http://schemas.microsoft.com/office/drawing/2014/main" id="{99B1BC86-E853-4EF3-BCCE-CC690413BA5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50188" y="1822450"/>
                  <a:ext cx="4762" cy="4763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2">
                      <a:moveTo>
                        <a:pt x="2" y="0"/>
                      </a:move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0" y="2"/>
                        <a:pt x="1" y="1"/>
                        <a:pt x="2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05" name="Freeform 166">
                  <a:extLst>
                    <a:ext uri="{FF2B5EF4-FFF2-40B4-BE49-F238E27FC236}">
                      <a16:creationId xmlns:a16="http://schemas.microsoft.com/office/drawing/2014/main" id="{4D118B33-5A6B-4789-99C1-37556BBC17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094663" y="1738313"/>
                  <a:ext cx="3175" cy="1588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2" y="0"/>
                    </a:cxn>
                    <a:cxn ang="0">
                      <a:pos x="0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lnTo>
                        <a:pt x="2" y="0"/>
                      </a:lnTo>
                      <a:lnTo>
                        <a:pt x="0" y="1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06" name="Freeform 167">
                  <a:extLst>
                    <a:ext uri="{FF2B5EF4-FFF2-40B4-BE49-F238E27FC236}">
                      <a16:creationId xmlns:a16="http://schemas.microsoft.com/office/drawing/2014/main" id="{EC7DBD7B-C570-4515-ABB0-76D1229CFF7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204200" y="1711325"/>
                  <a:ext cx="4762" cy="1588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0" y="0"/>
                    </a:cxn>
                    <a:cxn ang="0">
                      <a:pos x="2" y="0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2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07" name="Freeform 168">
                  <a:extLst>
                    <a:ext uri="{FF2B5EF4-FFF2-40B4-BE49-F238E27FC236}">
                      <a16:creationId xmlns:a16="http://schemas.microsoft.com/office/drawing/2014/main" id="{F46102CE-3C8B-4778-919F-D5AC977A436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56550" y="1779588"/>
                  <a:ext cx="1587" cy="4763"/>
                </a:xfrm>
                <a:custGeom>
                  <a:avLst/>
                  <a:gdLst/>
                  <a:ahLst/>
                  <a:cxnLst>
                    <a:cxn ang="0">
                      <a:pos x="1" y="2"/>
                    </a:cxn>
                    <a:cxn ang="0">
                      <a:pos x="1" y="0"/>
                    </a:cxn>
                    <a:cxn ang="0">
                      <a:pos x="1" y="2"/>
                    </a:cxn>
                  </a:cxnLst>
                  <a:rect l="0" t="0" r="r" b="b"/>
                  <a:pathLst>
                    <a:path w="1" h="2">
                      <a:moveTo>
                        <a:pt x="1" y="2"/>
                      </a:moveTo>
                      <a:cubicBezTo>
                        <a:pt x="1" y="1"/>
                        <a:pt x="1" y="1"/>
                        <a:pt x="1" y="0"/>
                      </a:cubicBezTo>
                      <a:cubicBezTo>
                        <a:pt x="0" y="1"/>
                        <a:pt x="0" y="1"/>
                        <a:pt x="1" y="2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28" name="Group 338">
                <a:extLst>
                  <a:ext uri="{FF2B5EF4-FFF2-40B4-BE49-F238E27FC236}">
                    <a16:creationId xmlns:a16="http://schemas.microsoft.com/office/drawing/2014/main" id="{79830F63-1C40-4576-851F-D10F9008A88D}"/>
                  </a:ext>
                </a:extLst>
              </p:cNvPr>
              <p:cNvGrpSpPr/>
              <p:nvPr/>
            </p:nvGrpSpPr>
            <p:grpSpPr>
              <a:xfrm rot="15155533" flipH="1">
                <a:off x="1264410" y="1845476"/>
                <a:ext cx="2259435" cy="2728193"/>
                <a:chOff x="6224407" y="1520027"/>
                <a:chExt cx="2294118" cy="3101186"/>
              </a:xfrm>
              <a:solidFill>
                <a:schemeClr val="bg2">
                  <a:lumMod val="75000"/>
                </a:schemeClr>
              </a:solidFill>
            </p:grpSpPr>
            <p:sp>
              <p:nvSpPr>
                <p:cNvPr id="329" name="Freeform 129">
                  <a:extLst>
                    <a:ext uri="{FF2B5EF4-FFF2-40B4-BE49-F238E27FC236}">
                      <a16:creationId xmlns:a16="http://schemas.microsoft.com/office/drawing/2014/main" id="{DA87724B-B343-4387-A77B-5B80B47EF7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027988" y="1720850"/>
                  <a:ext cx="3175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0" y="0"/>
                        <a:pt x="1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30" name="Freeform 130">
                  <a:extLst>
                    <a:ext uri="{FF2B5EF4-FFF2-40B4-BE49-F238E27FC236}">
                      <a16:creationId xmlns:a16="http://schemas.microsoft.com/office/drawing/2014/main" id="{8599488E-A98D-4A63-A620-955D9D0B4B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24775" y="1841500"/>
                  <a:ext cx="3175" cy="3175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1" y="0"/>
                    </a:cxn>
                    <a:cxn ang="0">
                      <a:pos x="0" y="1"/>
                    </a:cxn>
                  </a:cxnLst>
                  <a:rect l="0" t="0" r="r" b="b"/>
                  <a:pathLst>
                    <a:path w="1" h="1">
                      <a:moveTo>
                        <a:pt x="0" y="1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31" name="Freeform 131">
                  <a:extLst>
                    <a:ext uri="{FF2B5EF4-FFF2-40B4-BE49-F238E27FC236}">
                      <a16:creationId xmlns:a16="http://schemas.microsoft.com/office/drawing/2014/main" id="{7FC71D08-73AC-4B05-9A1E-C2D5A302FCE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218488" y="1671638"/>
                  <a:ext cx="12700" cy="1588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5" y="0"/>
                    </a:cxn>
                    <a:cxn ang="0">
                      <a:pos x="0" y="1"/>
                    </a:cxn>
                  </a:cxnLst>
                  <a:rect l="0" t="0" r="r" b="b"/>
                  <a:pathLst>
                    <a:path w="5" h="1">
                      <a:moveTo>
                        <a:pt x="0" y="1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5" y="0"/>
                        <a:pt x="5" y="0"/>
                        <a:pt x="5" y="0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32" name="Freeform 132">
                  <a:extLst>
                    <a:ext uri="{FF2B5EF4-FFF2-40B4-BE49-F238E27FC236}">
                      <a16:creationId xmlns:a16="http://schemas.microsoft.com/office/drawing/2014/main" id="{170F93F5-9251-4BA3-BC7F-579665D4E4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169150" y="2263775"/>
                  <a:ext cx="3175" cy="3175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1" y="0"/>
                    </a:cxn>
                    <a:cxn ang="0">
                      <a:pos x="0" y="1"/>
                    </a:cxn>
                  </a:cxnLst>
                  <a:rect l="0" t="0" r="r" b="b"/>
                  <a:pathLst>
                    <a:path w="1" h="1">
                      <a:moveTo>
                        <a:pt x="0" y="1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1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33" name="Freeform 133">
                  <a:extLst>
                    <a:ext uri="{FF2B5EF4-FFF2-40B4-BE49-F238E27FC236}">
                      <a16:creationId xmlns:a16="http://schemas.microsoft.com/office/drawing/2014/main" id="{5971C642-47C9-4D94-A219-34ED303A0A8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80300" y="1995488"/>
                  <a:ext cx="4762" cy="4763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2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2">
                      <a:moveTo>
                        <a:pt x="2" y="0"/>
                      </a:moveTo>
                      <a:cubicBezTo>
                        <a:pt x="1" y="0"/>
                        <a:pt x="1" y="1"/>
                        <a:pt x="0" y="2"/>
                      </a:cubicBezTo>
                      <a:cubicBezTo>
                        <a:pt x="1" y="1"/>
                        <a:pt x="2" y="0"/>
                        <a:pt x="2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34" name="Freeform 134">
                  <a:extLst>
                    <a:ext uri="{FF2B5EF4-FFF2-40B4-BE49-F238E27FC236}">
                      <a16:creationId xmlns:a16="http://schemas.microsoft.com/office/drawing/2014/main" id="{90CEF8FA-3B2D-4B44-8628-7B4E4997BB4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318500" y="1681163"/>
                  <a:ext cx="7937" cy="1588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0" y="0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3">
                      <a:moveTo>
                        <a:pt x="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3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35" name="Freeform 135">
                  <a:extLst>
                    <a:ext uri="{FF2B5EF4-FFF2-40B4-BE49-F238E27FC236}">
                      <a16:creationId xmlns:a16="http://schemas.microsoft.com/office/drawing/2014/main" id="{5D39AD33-D775-4B20-85BA-F6075EA8BB3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516938" y="1655763"/>
                  <a:ext cx="1587" cy="1588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36" name="Freeform 136">
                  <a:extLst>
                    <a:ext uri="{FF2B5EF4-FFF2-40B4-BE49-F238E27FC236}">
                      <a16:creationId xmlns:a16="http://schemas.microsoft.com/office/drawing/2014/main" id="{0A3CA65A-59AD-4D0D-9E77-B85B35F3BB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434388" y="1654175"/>
                  <a:ext cx="7937" cy="1588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0" y="0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3">
                      <a:moveTo>
                        <a:pt x="3" y="0"/>
                      </a:moveTo>
                      <a:cubicBezTo>
                        <a:pt x="2" y="0"/>
                        <a:pt x="1" y="0"/>
                        <a:pt x="0" y="0"/>
                      </a:cubicBezTo>
                      <a:cubicBezTo>
                        <a:pt x="1" y="0"/>
                        <a:pt x="3" y="0"/>
                        <a:pt x="3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37" name="Freeform 137">
                  <a:extLst>
                    <a:ext uri="{FF2B5EF4-FFF2-40B4-BE49-F238E27FC236}">
                      <a16:creationId xmlns:a16="http://schemas.microsoft.com/office/drawing/2014/main" id="{585C5CF9-0CA2-41A9-B4A2-95F44259091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432800" y="1654175"/>
                  <a:ext cx="1587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38" name="Freeform 138">
                  <a:extLst>
                    <a:ext uri="{FF2B5EF4-FFF2-40B4-BE49-F238E27FC236}">
                      <a16:creationId xmlns:a16="http://schemas.microsoft.com/office/drawing/2014/main" id="{0921F475-2A42-4372-9C8F-3322305623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26188" y="4597400"/>
                  <a:ext cx="3175" cy="17463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" y="7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" h="7">
                      <a:moveTo>
                        <a:pt x="0" y="0"/>
                      </a:moveTo>
                      <a:cubicBezTo>
                        <a:pt x="0" y="3"/>
                        <a:pt x="0" y="5"/>
                        <a:pt x="1" y="7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39" name="Freeform 139">
                  <a:extLst>
                    <a:ext uri="{FF2B5EF4-FFF2-40B4-BE49-F238E27FC236}">
                      <a16:creationId xmlns:a16="http://schemas.microsoft.com/office/drawing/2014/main" id="{E2F7423E-F53C-467F-968F-3CE146A7851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789738" y="2773363"/>
                  <a:ext cx="3175" cy="1588"/>
                </a:xfrm>
                <a:custGeom>
                  <a:avLst/>
                  <a:gdLst/>
                  <a:ahLst/>
                  <a:cxnLst>
                    <a:cxn ang="0">
                      <a:pos x="1" y="1"/>
                    </a:cxn>
                    <a:cxn ang="0">
                      <a:pos x="1" y="0"/>
                    </a:cxn>
                    <a:cxn ang="0">
                      <a:pos x="1" y="1"/>
                    </a:cxn>
                  </a:cxnLst>
                  <a:rect l="0" t="0" r="r" b="b"/>
                  <a:pathLst>
                    <a:path w="1" h="1">
                      <a:moveTo>
                        <a:pt x="1" y="1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1"/>
                        <a:pt x="0" y="1"/>
                        <a:pt x="1" y="1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40" name="Freeform 140">
                  <a:extLst>
                    <a:ext uri="{FF2B5EF4-FFF2-40B4-BE49-F238E27FC236}">
                      <a16:creationId xmlns:a16="http://schemas.microsoft.com/office/drawing/2014/main" id="{D49B6FE2-AC80-4A01-BAB3-29964277864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42063" y="4603750"/>
                  <a:ext cx="1587" cy="4763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2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h="2">
                      <a:moveTo>
                        <a:pt x="0" y="0"/>
                      </a:move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1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41" name="Freeform 141">
                  <a:extLst>
                    <a:ext uri="{FF2B5EF4-FFF2-40B4-BE49-F238E27FC236}">
                      <a16:creationId xmlns:a16="http://schemas.microsoft.com/office/drawing/2014/main" id="{8B7DFA1E-7B12-4B64-AE76-286EDF15A4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207375" y="1704975"/>
                  <a:ext cx="17462" cy="6350"/>
                </a:xfrm>
                <a:custGeom>
                  <a:avLst/>
                  <a:gdLst/>
                  <a:ahLst/>
                  <a:cxnLst>
                    <a:cxn ang="0">
                      <a:pos x="7" y="0"/>
                    </a:cxn>
                    <a:cxn ang="0">
                      <a:pos x="0" y="2"/>
                    </a:cxn>
                    <a:cxn ang="0">
                      <a:pos x="7" y="0"/>
                    </a:cxn>
                  </a:cxnLst>
                  <a:rect l="0" t="0" r="r" b="b"/>
                  <a:pathLst>
                    <a:path w="7" h="2">
                      <a:moveTo>
                        <a:pt x="7" y="0"/>
                      </a:moveTo>
                      <a:cubicBezTo>
                        <a:pt x="5" y="1"/>
                        <a:pt x="0" y="1"/>
                        <a:pt x="0" y="2"/>
                      </a:cubicBezTo>
                      <a:cubicBezTo>
                        <a:pt x="3" y="1"/>
                        <a:pt x="6" y="1"/>
                        <a:pt x="7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42" name="Freeform 142">
                  <a:extLst>
                    <a:ext uri="{FF2B5EF4-FFF2-40B4-BE49-F238E27FC236}">
                      <a16:creationId xmlns:a16="http://schemas.microsoft.com/office/drawing/2014/main" id="{1A9F19BB-1D08-421D-828E-F3327E4811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788150" y="2924175"/>
                  <a:ext cx="1587" cy="4763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2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h="2">
                      <a:moveTo>
                        <a:pt x="0" y="0"/>
                      </a:move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1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43" name="Freeform 143">
                  <a:extLst>
                    <a:ext uri="{FF2B5EF4-FFF2-40B4-BE49-F238E27FC236}">
                      <a16:creationId xmlns:a16="http://schemas.microsoft.com/office/drawing/2014/main" id="{BDB7A15C-1A72-457B-A4F8-9AA49D185D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42063" y="4602163"/>
                  <a:ext cx="1587" cy="1588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1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44" name="Rectangle 144">
                  <a:extLst>
                    <a:ext uri="{FF2B5EF4-FFF2-40B4-BE49-F238E27FC236}">
                      <a16:creationId xmlns:a16="http://schemas.microsoft.com/office/drawing/2014/main" id="{6291BB22-C266-459F-921B-D28FDB6B87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518275" y="3373438"/>
                  <a:ext cx="1587" cy="1588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45" name="Freeform 145">
                  <a:extLst>
                    <a:ext uri="{FF2B5EF4-FFF2-40B4-BE49-F238E27FC236}">
                      <a16:creationId xmlns:a16="http://schemas.microsoft.com/office/drawing/2014/main" id="{3F60A47F-EC67-41A0-821A-42841452D5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505575" y="3398838"/>
                  <a:ext cx="1587" cy="6350"/>
                </a:xfrm>
                <a:custGeom>
                  <a:avLst/>
                  <a:gdLst/>
                  <a:ahLst/>
                  <a:cxnLst>
                    <a:cxn ang="0">
                      <a:pos x="0" y="3"/>
                    </a:cxn>
                    <a:cxn ang="0">
                      <a:pos x="0" y="0"/>
                    </a:cxn>
                    <a:cxn ang="0">
                      <a:pos x="0" y="3"/>
                    </a:cxn>
                  </a:cxnLst>
                  <a:rect l="0" t="0" r="r" b="b"/>
                  <a:pathLst>
                    <a:path h="3">
                      <a:moveTo>
                        <a:pt x="0" y="3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2"/>
                        <a:pt x="0" y="3"/>
                        <a:pt x="0" y="3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46" name="Freeform 146">
                  <a:extLst>
                    <a:ext uri="{FF2B5EF4-FFF2-40B4-BE49-F238E27FC236}">
                      <a16:creationId xmlns:a16="http://schemas.microsoft.com/office/drawing/2014/main" id="{FCD1D1A6-70AF-4151-B7FE-9743CAA4B34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29363" y="4614863"/>
                  <a:ext cx="1587" cy="635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3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h="3">
                      <a:moveTo>
                        <a:pt x="0" y="0"/>
                      </a:move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2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47" name="Freeform 147">
                  <a:extLst>
                    <a:ext uri="{FF2B5EF4-FFF2-40B4-BE49-F238E27FC236}">
                      <a16:creationId xmlns:a16="http://schemas.microsoft.com/office/drawing/2014/main" id="{DEF2B99D-EBC9-4B9C-9999-B456C30F44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405563" y="3765550"/>
                  <a:ext cx="3175" cy="4763"/>
                </a:xfrm>
                <a:custGeom>
                  <a:avLst/>
                  <a:gdLst/>
                  <a:ahLst/>
                  <a:cxnLst>
                    <a:cxn ang="0">
                      <a:pos x="0" y="2"/>
                    </a:cxn>
                    <a:cxn ang="0">
                      <a:pos x="1" y="0"/>
                    </a:cxn>
                    <a:cxn ang="0">
                      <a:pos x="0" y="2"/>
                    </a:cxn>
                  </a:cxnLst>
                  <a:rect l="0" t="0" r="r" b="b"/>
                  <a:pathLst>
                    <a:path w="1" h="2">
                      <a:moveTo>
                        <a:pt x="0" y="2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1"/>
                        <a:pt x="0" y="2"/>
                        <a:pt x="0" y="2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48" name="Freeform 148">
                  <a:extLst>
                    <a:ext uri="{FF2B5EF4-FFF2-40B4-BE49-F238E27FC236}">
                      <a16:creationId xmlns:a16="http://schemas.microsoft.com/office/drawing/2014/main" id="{BA186CA9-19F1-4907-AD56-92E95CA2774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07288" y="1978025"/>
                  <a:ext cx="3175" cy="3175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1" y="0"/>
                    </a:cxn>
                    <a:cxn ang="0">
                      <a:pos x="0" y="1"/>
                    </a:cxn>
                  </a:cxnLst>
                  <a:rect l="0" t="0" r="r" b="b"/>
                  <a:pathLst>
                    <a:path w="1" h="1">
                      <a:moveTo>
                        <a:pt x="0" y="1"/>
                      </a:moveTo>
                      <a:cubicBezTo>
                        <a:pt x="0" y="1"/>
                        <a:pt x="0" y="1"/>
                        <a:pt x="1" y="0"/>
                      </a:cubicBezTo>
                      <a:cubicBezTo>
                        <a:pt x="1" y="0"/>
                        <a:pt x="1" y="0"/>
                        <a:pt x="0" y="1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49" name="Freeform 149">
                  <a:extLst>
                    <a:ext uri="{FF2B5EF4-FFF2-40B4-BE49-F238E27FC236}">
                      <a16:creationId xmlns:a16="http://schemas.microsoft.com/office/drawing/2014/main" id="{3975C660-004A-4FD0-8275-DABC6D5D03B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335838" y="2182813"/>
                  <a:ext cx="3175" cy="1588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50" name="Freeform 150">
                  <a:extLst>
                    <a:ext uri="{FF2B5EF4-FFF2-40B4-BE49-F238E27FC236}">
                      <a16:creationId xmlns:a16="http://schemas.microsoft.com/office/drawing/2014/main" id="{2564CA6B-D02E-4D9F-AB6A-BBA420002BD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339013" y="2171700"/>
                  <a:ext cx="6350" cy="11113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0" y="4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3" h="4">
                      <a:moveTo>
                        <a:pt x="3" y="0"/>
                      </a:moveTo>
                      <a:cubicBezTo>
                        <a:pt x="2" y="1"/>
                        <a:pt x="0" y="3"/>
                        <a:pt x="0" y="4"/>
                      </a:cubicBezTo>
                      <a:cubicBezTo>
                        <a:pt x="1" y="3"/>
                        <a:pt x="2" y="2"/>
                        <a:pt x="3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51" name="Freeform 151">
                  <a:extLst>
                    <a:ext uri="{FF2B5EF4-FFF2-40B4-BE49-F238E27FC236}">
                      <a16:creationId xmlns:a16="http://schemas.microsoft.com/office/drawing/2014/main" id="{9D679063-90FE-4899-B9D1-36E4CF1B098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316788" y="2200275"/>
                  <a:ext cx="1587" cy="1588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0" y="0"/>
                    </a:cxn>
                    <a:cxn ang="0">
                      <a:pos x="0" y="1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52" name="Freeform 152">
                  <a:extLst>
                    <a:ext uri="{FF2B5EF4-FFF2-40B4-BE49-F238E27FC236}">
                      <a16:creationId xmlns:a16="http://schemas.microsoft.com/office/drawing/2014/main" id="{FA2B1064-3D78-49B5-A13F-505A26052D5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26338" y="2028825"/>
                  <a:ext cx="1587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53" name="Freeform 153">
                  <a:extLst>
                    <a:ext uri="{FF2B5EF4-FFF2-40B4-BE49-F238E27FC236}">
                      <a16:creationId xmlns:a16="http://schemas.microsoft.com/office/drawing/2014/main" id="{E0C08420-8B48-4E6C-8644-C4C717E2269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81888" y="2063750"/>
                  <a:ext cx="3175" cy="1588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0" y="0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54" name="Freeform 154">
                  <a:extLst>
                    <a:ext uri="{FF2B5EF4-FFF2-40B4-BE49-F238E27FC236}">
                      <a16:creationId xmlns:a16="http://schemas.microsoft.com/office/drawing/2014/main" id="{3E9A6E8C-8DFC-40B7-85EA-72BA0E8101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221538" y="2301875"/>
                  <a:ext cx="1587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55" name="Freeform 155">
                  <a:extLst>
                    <a:ext uri="{FF2B5EF4-FFF2-40B4-BE49-F238E27FC236}">
                      <a16:creationId xmlns:a16="http://schemas.microsoft.com/office/drawing/2014/main" id="{7D7DFD15-93F1-4291-886A-7C0C3E43A5D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24407" y="1520027"/>
                  <a:ext cx="2265362" cy="2987675"/>
                </a:xfrm>
                <a:custGeom>
                  <a:avLst/>
                  <a:gdLst/>
                  <a:ahLst/>
                  <a:cxnLst>
                    <a:cxn ang="0">
                      <a:pos x="295" y="351"/>
                    </a:cxn>
                    <a:cxn ang="0">
                      <a:pos x="339" y="296"/>
                    </a:cxn>
                    <a:cxn ang="0">
                      <a:pos x="362" y="265"/>
                    </a:cxn>
                    <a:cxn ang="0">
                      <a:pos x="377" y="249"/>
                    </a:cxn>
                    <a:cxn ang="0">
                      <a:pos x="403" y="224"/>
                    </a:cxn>
                    <a:cxn ang="0">
                      <a:pos x="411" y="216"/>
                    </a:cxn>
                    <a:cxn ang="0">
                      <a:pos x="427" y="202"/>
                    </a:cxn>
                    <a:cxn ang="0">
                      <a:pos x="458" y="180"/>
                    </a:cxn>
                    <a:cxn ang="0">
                      <a:pos x="477" y="162"/>
                    </a:cxn>
                    <a:cxn ang="0">
                      <a:pos x="512" y="134"/>
                    </a:cxn>
                    <a:cxn ang="0">
                      <a:pos x="530" y="124"/>
                    </a:cxn>
                    <a:cxn ang="0">
                      <a:pos x="558" y="106"/>
                    </a:cxn>
                    <a:cxn ang="0">
                      <a:pos x="583" y="94"/>
                    </a:cxn>
                    <a:cxn ang="0">
                      <a:pos x="620" y="71"/>
                    </a:cxn>
                    <a:cxn ang="0">
                      <a:pos x="662" y="54"/>
                    </a:cxn>
                    <a:cxn ang="0">
                      <a:pos x="704" y="40"/>
                    </a:cxn>
                    <a:cxn ang="0">
                      <a:pos x="735" y="30"/>
                    </a:cxn>
                    <a:cxn ang="0">
                      <a:pos x="758" y="25"/>
                    </a:cxn>
                    <a:cxn ang="0">
                      <a:pos x="759" y="26"/>
                    </a:cxn>
                    <a:cxn ang="0">
                      <a:pos x="785" y="19"/>
                    </a:cxn>
                    <a:cxn ang="0">
                      <a:pos x="800" y="15"/>
                    </a:cxn>
                    <a:cxn ang="0">
                      <a:pos x="820" y="12"/>
                    </a:cxn>
                    <a:cxn ang="0">
                      <a:pos x="870" y="10"/>
                    </a:cxn>
                    <a:cxn ang="0">
                      <a:pos x="906" y="8"/>
                    </a:cxn>
                    <a:cxn ang="0">
                      <a:pos x="880" y="2"/>
                    </a:cxn>
                    <a:cxn ang="0">
                      <a:pos x="860" y="3"/>
                    </a:cxn>
                    <a:cxn ang="0">
                      <a:pos x="836" y="3"/>
                    </a:cxn>
                    <a:cxn ang="0">
                      <a:pos x="793" y="6"/>
                    </a:cxn>
                    <a:cxn ang="0">
                      <a:pos x="772" y="11"/>
                    </a:cxn>
                    <a:cxn ang="0">
                      <a:pos x="753" y="14"/>
                    </a:cxn>
                    <a:cxn ang="0">
                      <a:pos x="685" y="33"/>
                    </a:cxn>
                    <a:cxn ang="0">
                      <a:pos x="652" y="43"/>
                    </a:cxn>
                    <a:cxn ang="0">
                      <a:pos x="635" y="50"/>
                    </a:cxn>
                    <a:cxn ang="0">
                      <a:pos x="605" y="64"/>
                    </a:cxn>
                    <a:cxn ang="0">
                      <a:pos x="569" y="81"/>
                    </a:cxn>
                    <a:cxn ang="0">
                      <a:pos x="547" y="90"/>
                    </a:cxn>
                    <a:cxn ang="0">
                      <a:pos x="500" y="120"/>
                    </a:cxn>
                    <a:cxn ang="0">
                      <a:pos x="454" y="152"/>
                    </a:cxn>
                    <a:cxn ang="0">
                      <a:pos x="418" y="183"/>
                    </a:cxn>
                    <a:cxn ang="0">
                      <a:pos x="399" y="199"/>
                    </a:cxn>
                    <a:cxn ang="0">
                      <a:pos x="372" y="223"/>
                    </a:cxn>
                    <a:cxn ang="0">
                      <a:pos x="333" y="260"/>
                    </a:cxn>
                    <a:cxn ang="0">
                      <a:pos x="303" y="297"/>
                    </a:cxn>
                    <a:cxn ang="0">
                      <a:pos x="252" y="360"/>
                    </a:cxn>
                    <a:cxn ang="0">
                      <a:pos x="200" y="442"/>
                    </a:cxn>
                    <a:cxn ang="0">
                      <a:pos x="184" y="468"/>
                    </a:cxn>
                    <a:cxn ang="0">
                      <a:pos x="168" y="498"/>
                    </a:cxn>
                    <a:cxn ang="0">
                      <a:pos x="143" y="549"/>
                    </a:cxn>
                    <a:cxn ang="0">
                      <a:pos x="99" y="648"/>
                    </a:cxn>
                    <a:cxn ang="0">
                      <a:pos x="68" y="741"/>
                    </a:cxn>
                    <a:cxn ang="0">
                      <a:pos x="38" y="844"/>
                    </a:cxn>
                    <a:cxn ang="0">
                      <a:pos x="0" y="1116"/>
                    </a:cxn>
                    <a:cxn ang="0">
                      <a:pos x="9" y="1197"/>
                    </a:cxn>
                    <a:cxn ang="0">
                      <a:pos x="11" y="1180"/>
                    </a:cxn>
                    <a:cxn ang="0">
                      <a:pos x="15" y="1154"/>
                    </a:cxn>
                    <a:cxn ang="0">
                      <a:pos x="18" y="1114"/>
                    </a:cxn>
                    <a:cxn ang="0">
                      <a:pos x="40" y="988"/>
                    </a:cxn>
                    <a:cxn ang="0">
                      <a:pos x="89" y="767"/>
                    </a:cxn>
                    <a:cxn ang="0">
                      <a:pos x="117" y="681"/>
                    </a:cxn>
                    <a:cxn ang="0">
                      <a:pos x="157" y="582"/>
                    </a:cxn>
                    <a:cxn ang="0">
                      <a:pos x="164" y="564"/>
                    </a:cxn>
                    <a:cxn ang="0">
                      <a:pos x="193" y="510"/>
                    </a:cxn>
                    <a:cxn ang="0">
                      <a:pos x="216" y="471"/>
                    </a:cxn>
                  </a:cxnLst>
                  <a:rect l="0" t="0" r="r" b="b"/>
                  <a:pathLst>
                    <a:path w="913" h="1204">
                      <a:moveTo>
                        <a:pt x="243" y="429"/>
                      </a:moveTo>
                      <a:cubicBezTo>
                        <a:pt x="254" y="411"/>
                        <a:pt x="268" y="388"/>
                        <a:pt x="280" y="372"/>
                      </a:cubicBezTo>
                      <a:cubicBezTo>
                        <a:pt x="282" y="368"/>
                        <a:pt x="286" y="362"/>
                        <a:pt x="289" y="357"/>
                      </a:cubicBezTo>
                      <a:cubicBezTo>
                        <a:pt x="291" y="358"/>
                        <a:pt x="291" y="358"/>
                        <a:pt x="291" y="358"/>
                      </a:cubicBezTo>
                      <a:cubicBezTo>
                        <a:pt x="294" y="353"/>
                        <a:pt x="294" y="353"/>
                        <a:pt x="294" y="353"/>
                      </a:cubicBezTo>
                      <a:cubicBezTo>
                        <a:pt x="296" y="351"/>
                        <a:pt x="292" y="356"/>
                        <a:pt x="295" y="354"/>
                      </a:cubicBezTo>
                      <a:cubicBezTo>
                        <a:pt x="295" y="351"/>
                        <a:pt x="295" y="351"/>
                        <a:pt x="295" y="351"/>
                      </a:cubicBezTo>
                      <a:cubicBezTo>
                        <a:pt x="296" y="351"/>
                        <a:pt x="304" y="341"/>
                        <a:pt x="299" y="349"/>
                      </a:cubicBezTo>
                      <a:cubicBezTo>
                        <a:pt x="304" y="343"/>
                        <a:pt x="308" y="338"/>
                        <a:pt x="313" y="332"/>
                      </a:cubicBezTo>
                      <a:cubicBezTo>
                        <a:pt x="316" y="329"/>
                        <a:pt x="313" y="329"/>
                        <a:pt x="317" y="325"/>
                      </a:cubicBezTo>
                      <a:cubicBezTo>
                        <a:pt x="318" y="325"/>
                        <a:pt x="316" y="327"/>
                        <a:pt x="317" y="327"/>
                      </a:cubicBezTo>
                      <a:cubicBezTo>
                        <a:pt x="328" y="316"/>
                        <a:pt x="325" y="311"/>
                        <a:pt x="335" y="300"/>
                      </a:cubicBezTo>
                      <a:cubicBezTo>
                        <a:pt x="334" y="301"/>
                        <a:pt x="334" y="301"/>
                        <a:pt x="334" y="301"/>
                      </a:cubicBezTo>
                      <a:cubicBezTo>
                        <a:pt x="336" y="299"/>
                        <a:pt x="339" y="296"/>
                        <a:pt x="339" y="296"/>
                      </a:cubicBezTo>
                      <a:cubicBezTo>
                        <a:pt x="336" y="296"/>
                        <a:pt x="338" y="298"/>
                        <a:pt x="334" y="301"/>
                      </a:cubicBezTo>
                      <a:cubicBezTo>
                        <a:pt x="333" y="299"/>
                        <a:pt x="337" y="296"/>
                        <a:pt x="336" y="295"/>
                      </a:cubicBezTo>
                      <a:cubicBezTo>
                        <a:pt x="338" y="293"/>
                        <a:pt x="339" y="291"/>
                        <a:pt x="341" y="289"/>
                      </a:cubicBezTo>
                      <a:cubicBezTo>
                        <a:pt x="345" y="286"/>
                        <a:pt x="349" y="280"/>
                        <a:pt x="353" y="278"/>
                      </a:cubicBezTo>
                      <a:cubicBezTo>
                        <a:pt x="354" y="276"/>
                        <a:pt x="355" y="273"/>
                        <a:pt x="358" y="269"/>
                      </a:cubicBezTo>
                      <a:cubicBezTo>
                        <a:pt x="362" y="267"/>
                        <a:pt x="359" y="270"/>
                        <a:pt x="363" y="267"/>
                      </a:cubicBezTo>
                      <a:cubicBezTo>
                        <a:pt x="362" y="265"/>
                        <a:pt x="362" y="265"/>
                        <a:pt x="362" y="265"/>
                      </a:cubicBezTo>
                      <a:cubicBezTo>
                        <a:pt x="365" y="262"/>
                        <a:pt x="365" y="263"/>
                        <a:pt x="365" y="264"/>
                      </a:cubicBezTo>
                      <a:cubicBezTo>
                        <a:pt x="369" y="260"/>
                        <a:pt x="367" y="260"/>
                        <a:pt x="371" y="256"/>
                      </a:cubicBezTo>
                      <a:cubicBezTo>
                        <a:pt x="370" y="259"/>
                        <a:pt x="370" y="259"/>
                        <a:pt x="370" y="259"/>
                      </a:cubicBezTo>
                      <a:cubicBezTo>
                        <a:pt x="373" y="256"/>
                        <a:pt x="374" y="255"/>
                        <a:pt x="378" y="251"/>
                      </a:cubicBezTo>
                      <a:cubicBezTo>
                        <a:pt x="378" y="251"/>
                        <a:pt x="377" y="253"/>
                        <a:pt x="375" y="254"/>
                      </a:cubicBezTo>
                      <a:cubicBezTo>
                        <a:pt x="379" y="253"/>
                        <a:pt x="379" y="250"/>
                        <a:pt x="380" y="248"/>
                      </a:cubicBezTo>
                      <a:cubicBezTo>
                        <a:pt x="379" y="249"/>
                        <a:pt x="376" y="251"/>
                        <a:pt x="377" y="249"/>
                      </a:cubicBezTo>
                      <a:cubicBezTo>
                        <a:pt x="379" y="247"/>
                        <a:pt x="381" y="244"/>
                        <a:pt x="383" y="243"/>
                      </a:cubicBezTo>
                      <a:cubicBezTo>
                        <a:pt x="381" y="246"/>
                        <a:pt x="381" y="246"/>
                        <a:pt x="381" y="246"/>
                      </a:cubicBezTo>
                      <a:cubicBezTo>
                        <a:pt x="385" y="241"/>
                        <a:pt x="383" y="243"/>
                        <a:pt x="388" y="238"/>
                      </a:cubicBezTo>
                      <a:cubicBezTo>
                        <a:pt x="388" y="239"/>
                        <a:pt x="388" y="239"/>
                        <a:pt x="388" y="239"/>
                      </a:cubicBezTo>
                      <a:cubicBezTo>
                        <a:pt x="390" y="235"/>
                        <a:pt x="395" y="232"/>
                        <a:pt x="400" y="227"/>
                      </a:cubicBezTo>
                      <a:cubicBezTo>
                        <a:pt x="399" y="228"/>
                        <a:pt x="399" y="228"/>
                        <a:pt x="399" y="228"/>
                      </a:cubicBezTo>
                      <a:cubicBezTo>
                        <a:pt x="401" y="226"/>
                        <a:pt x="402" y="225"/>
                        <a:pt x="403" y="224"/>
                      </a:cubicBezTo>
                      <a:cubicBezTo>
                        <a:pt x="399" y="226"/>
                        <a:pt x="400" y="225"/>
                        <a:pt x="399" y="224"/>
                      </a:cubicBezTo>
                      <a:cubicBezTo>
                        <a:pt x="404" y="222"/>
                        <a:pt x="403" y="218"/>
                        <a:pt x="410" y="213"/>
                      </a:cubicBezTo>
                      <a:cubicBezTo>
                        <a:pt x="410" y="214"/>
                        <a:pt x="409" y="216"/>
                        <a:pt x="407" y="217"/>
                      </a:cubicBezTo>
                      <a:cubicBezTo>
                        <a:pt x="406" y="220"/>
                        <a:pt x="407" y="221"/>
                        <a:pt x="404" y="225"/>
                      </a:cubicBezTo>
                      <a:cubicBezTo>
                        <a:pt x="406" y="223"/>
                        <a:pt x="408" y="220"/>
                        <a:pt x="408" y="221"/>
                      </a:cubicBezTo>
                      <a:cubicBezTo>
                        <a:pt x="408" y="219"/>
                        <a:pt x="408" y="219"/>
                        <a:pt x="408" y="219"/>
                      </a:cubicBezTo>
                      <a:cubicBezTo>
                        <a:pt x="409" y="218"/>
                        <a:pt x="410" y="217"/>
                        <a:pt x="411" y="216"/>
                      </a:cubicBezTo>
                      <a:cubicBezTo>
                        <a:pt x="411" y="215"/>
                        <a:pt x="408" y="217"/>
                        <a:pt x="410" y="214"/>
                      </a:cubicBezTo>
                      <a:cubicBezTo>
                        <a:pt x="414" y="210"/>
                        <a:pt x="413" y="213"/>
                        <a:pt x="413" y="212"/>
                      </a:cubicBezTo>
                      <a:cubicBezTo>
                        <a:pt x="418" y="208"/>
                        <a:pt x="414" y="209"/>
                        <a:pt x="419" y="205"/>
                      </a:cubicBezTo>
                      <a:cubicBezTo>
                        <a:pt x="419" y="206"/>
                        <a:pt x="418" y="207"/>
                        <a:pt x="418" y="207"/>
                      </a:cubicBezTo>
                      <a:cubicBezTo>
                        <a:pt x="422" y="205"/>
                        <a:pt x="426" y="200"/>
                        <a:pt x="428" y="200"/>
                      </a:cubicBezTo>
                      <a:cubicBezTo>
                        <a:pt x="428" y="201"/>
                        <a:pt x="428" y="201"/>
                        <a:pt x="427" y="202"/>
                      </a:cubicBezTo>
                      <a:cubicBezTo>
                        <a:pt x="427" y="202"/>
                        <a:pt x="427" y="202"/>
                        <a:pt x="427" y="202"/>
                      </a:cubicBezTo>
                      <a:cubicBezTo>
                        <a:pt x="424" y="207"/>
                        <a:pt x="430" y="199"/>
                        <a:pt x="430" y="201"/>
                      </a:cubicBezTo>
                      <a:cubicBezTo>
                        <a:pt x="429" y="201"/>
                        <a:pt x="434" y="197"/>
                        <a:pt x="436" y="195"/>
                      </a:cubicBezTo>
                      <a:cubicBezTo>
                        <a:pt x="435" y="195"/>
                        <a:pt x="435" y="195"/>
                        <a:pt x="435" y="195"/>
                      </a:cubicBezTo>
                      <a:cubicBezTo>
                        <a:pt x="440" y="186"/>
                        <a:pt x="436" y="197"/>
                        <a:pt x="443" y="190"/>
                      </a:cubicBezTo>
                      <a:cubicBezTo>
                        <a:pt x="447" y="186"/>
                        <a:pt x="441" y="192"/>
                        <a:pt x="443" y="189"/>
                      </a:cubicBezTo>
                      <a:cubicBezTo>
                        <a:pt x="446" y="186"/>
                        <a:pt x="448" y="186"/>
                        <a:pt x="452" y="182"/>
                      </a:cubicBezTo>
                      <a:cubicBezTo>
                        <a:pt x="454" y="181"/>
                        <a:pt x="457" y="180"/>
                        <a:pt x="458" y="180"/>
                      </a:cubicBezTo>
                      <a:cubicBezTo>
                        <a:pt x="461" y="178"/>
                        <a:pt x="467" y="174"/>
                        <a:pt x="468" y="172"/>
                      </a:cubicBezTo>
                      <a:cubicBezTo>
                        <a:pt x="462" y="175"/>
                        <a:pt x="464" y="177"/>
                        <a:pt x="457" y="180"/>
                      </a:cubicBezTo>
                      <a:cubicBezTo>
                        <a:pt x="458" y="178"/>
                        <a:pt x="458" y="178"/>
                        <a:pt x="458" y="178"/>
                      </a:cubicBezTo>
                      <a:cubicBezTo>
                        <a:pt x="462" y="174"/>
                        <a:pt x="467" y="170"/>
                        <a:pt x="470" y="168"/>
                      </a:cubicBezTo>
                      <a:cubicBezTo>
                        <a:pt x="469" y="168"/>
                        <a:pt x="469" y="168"/>
                        <a:pt x="469" y="168"/>
                      </a:cubicBezTo>
                      <a:cubicBezTo>
                        <a:pt x="474" y="163"/>
                        <a:pt x="475" y="161"/>
                        <a:pt x="481" y="157"/>
                      </a:cubicBezTo>
                      <a:cubicBezTo>
                        <a:pt x="482" y="157"/>
                        <a:pt x="479" y="160"/>
                        <a:pt x="477" y="162"/>
                      </a:cubicBezTo>
                      <a:cubicBezTo>
                        <a:pt x="481" y="160"/>
                        <a:pt x="480" y="159"/>
                        <a:pt x="486" y="155"/>
                      </a:cubicBezTo>
                      <a:cubicBezTo>
                        <a:pt x="487" y="156"/>
                        <a:pt x="482" y="158"/>
                        <a:pt x="482" y="159"/>
                      </a:cubicBezTo>
                      <a:cubicBezTo>
                        <a:pt x="488" y="154"/>
                        <a:pt x="488" y="154"/>
                        <a:pt x="488" y="154"/>
                      </a:cubicBezTo>
                      <a:cubicBezTo>
                        <a:pt x="488" y="154"/>
                        <a:pt x="488" y="154"/>
                        <a:pt x="488" y="154"/>
                      </a:cubicBezTo>
                      <a:cubicBezTo>
                        <a:pt x="488" y="152"/>
                        <a:pt x="493" y="151"/>
                        <a:pt x="497" y="148"/>
                      </a:cubicBezTo>
                      <a:cubicBezTo>
                        <a:pt x="506" y="141"/>
                        <a:pt x="506" y="139"/>
                        <a:pt x="510" y="134"/>
                      </a:cubicBezTo>
                      <a:cubicBezTo>
                        <a:pt x="512" y="133"/>
                        <a:pt x="513" y="134"/>
                        <a:pt x="512" y="134"/>
                      </a:cubicBezTo>
                      <a:cubicBezTo>
                        <a:pt x="510" y="135"/>
                        <a:pt x="510" y="135"/>
                        <a:pt x="510" y="136"/>
                      </a:cubicBezTo>
                      <a:cubicBezTo>
                        <a:pt x="513" y="134"/>
                        <a:pt x="518" y="133"/>
                        <a:pt x="516" y="135"/>
                      </a:cubicBezTo>
                      <a:cubicBezTo>
                        <a:pt x="521" y="131"/>
                        <a:pt x="514" y="135"/>
                        <a:pt x="517" y="133"/>
                      </a:cubicBezTo>
                      <a:cubicBezTo>
                        <a:pt x="524" y="128"/>
                        <a:pt x="524" y="128"/>
                        <a:pt x="524" y="128"/>
                      </a:cubicBezTo>
                      <a:cubicBezTo>
                        <a:pt x="522" y="128"/>
                        <a:pt x="520" y="130"/>
                        <a:pt x="523" y="127"/>
                      </a:cubicBezTo>
                      <a:cubicBezTo>
                        <a:pt x="526" y="125"/>
                        <a:pt x="527" y="124"/>
                        <a:pt x="531" y="121"/>
                      </a:cubicBezTo>
                      <a:cubicBezTo>
                        <a:pt x="531" y="122"/>
                        <a:pt x="533" y="122"/>
                        <a:pt x="530" y="124"/>
                      </a:cubicBezTo>
                      <a:cubicBezTo>
                        <a:pt x="533" y="123"/>
                        <a:pt x="536" y="121"/>
                        <a:pt x="536" y="119"/>
                      </a:cubicBezTo>
                      <a:cubicBezTo>
                        <a:pt x="531" y="121"/>
                        <a:pt x="543" y="114"/>
                        <a:pt x="539" y="115"/>
                      </a:cubicBezTo>
                      <a:cubicBezTo>
                        <a:pt x="544" y="113"/>
                        <a:pt x="544" y="113"/>
                        <a:pt x="544" y="113"/>
                      </a:cubicBezTo>
                      <a:cubicBezTo>
                        <a:pt x="543" y="114"/>
                        <a:pt x="543" y="114"/>
                        <a:pt x="541" y="115"/>
                      </a:cubicBezTo>
                      <a:cubicBezTo>
                        <a:pt x="543" y="115"/>
                        <a:pt x="545" y="112"/>
                        <a:pt x="546" y="111"/>
                      </a:cubicBezTo>
                      <a:cubicBezTo>
                        <a:pt x="548" y="111"/>
                        <a:pt x="552" y="108"/>
                        <a:pt x="553" y="109"/>
                      </a:cubicBezTo>
                      <a:cubicBezTo>
                        <a:pt x="554" y="108"/>
                        <a:pt x="557" y="106"/>
                        <a:pt x="558" y="106"/>
                      </a:cubicBezTo>
                      <a:cubicBezTo>
                        <a:pt x="560" y="105"/>
                        <a:pt x="558" y="105"/>
                        <a:pt x="559" y="104"/>
                      </a:cubicBezTo>
                      <a:cubicBezTo>
                        <a:pt x="566" y="100"/>
                        <a:pt x="566" y="100"/>
                        <a:pt x="566" y="100"/>
                      </a:cubicBezTo>
                      <a:cubicBezTo>
                        <a:pt x="567" y="101"/>
                        <a:pt x="568" y="102"/>
                        <a:pt x="567" y="103"/>
                      </a:cubicBezTo>
                      <a:cubicBezTo>
                        <a:pt x="570" y="101"/>
                        <a:pt x="567" y="101"/>
                        <a:pt x="571" y="98"/>
                      </a:cubicBezTo>
                      <a:cubicBezTo>
                        <a:pt x="570" y="101"/>
                        <a:pt x="577" y="96"/>
                        <a:pt x="575" y="100"/>
                      </a:cubicBezTo>
                      <a:cubicBezTo>
                        <a:pt x="577" y="99"/>
                        <a:pt x="584" y="96"/>
                        <a:pt x="588" y="93"/>
                      </a:cubicBezTo>
                      <a:cubicBezTo>
                        <a:pt x="589" y="91"/>
                        <a:pt x="583" y="95"/>
                        <a:pt x="583" y="94"/>
                      </a:cubicBezTo>
                      <a:cubicBezTo>
                        <a:pt x="593" y="88"/>
                        <a:pt x="592" y="85"/>
                        <a:pt x="601" y="81"/>
                      </a:cubicBezTo>
                      <a:cubicBezTo>
                        <a:pt x="598" y="82"/>
                        <a:pt x="598" y="82"/>
                        <a:pt x="598" y="82"/>
                      </a:cubicBezTo>
                      <a:cubicBezTo>
                        <a:pt x="603" y="79"/>
                        <a:pt x="602" y="80"/>
                        <a:pt x="605" y="77"/>
                      </a:cubicBezTo>
                      <a:cubicBezTo>
                        <a:pt x="604" y="79"/>
                        <a:pt x="612" y="78"/>
                        <a:pt x="620" y="74"/>
                      </a:cubicBezTo>
                      <a:cubicBezTo>
                        <a:pt x="620" y="73"/>
                        <a:pt x="615" y="75"/>
                        <a:pt x="616" y="73"/>
                      </a:cubicBezTo>
                      <a:cubicBezTo>
                        <a:pt x="621" y="70"/>
                        <a:pt x="621" y="70"/>
                        <a:pt x="621" y="70"/>
                      </a:cubicBezTo>
                      <a:cubicBezTo>
                        <a:pt x="622" y="70"/>
                        <a:pt x="621" y="71"/>
                        <a:pt x="620" y="71"/>
                      </a:cubicBezTo>
                      <a:cubicBezTo>
                        <a:pt x="625" y="69"/>
                        <a:pt x="630" y="69"/>
                        <a:pt x="631" y="67"/>
                      </a:cubicBezTo>
                      <a:cubicBezTo>
                        <a:pt x="637" y="67"/>
                        <a:pt x="637" y="67"/>
                        <a:pt x="637" y="67"/>
                      </a:cubicBezTo>
                      <a:cubicBezTo>
                        <a:pt x="634" y="67"/>
                        <a:pt x="634" y="67"/>
                        <a:pt x="634" y="67"/>
                      </a:cubicBezTo>
                      <a:cubicBezTo>
                        <a:pt x="635" y="66"/>
                        <a:pt x="640" y="63"/>
                        <a:pt x="641" y="62"/>
                      </a:cubicBezTo>
                      <a:cubicBezTo>
                        <a:pt x="646" y="59"/>
                        <a:pt x="649" y="59"/>
                        <a:pt x="652" y="59"/>
                      </a:cubicBezTo>
                      <a:cubicBezTo>
                        <a:pt x="651" y="58"/>
                        <a:pt x="648" y="58"/>
                        <a:pt x="652" y="56"/>
                      </a:cubicBezTo>
                      <a:cubicBezTo>
                        <a:pt x="653" y="58"/>
                        <a:pt x="662" y="53"/>
                        <a:pt x="662" y="54"/>
                      </a:cubicBezTo>
                      <a:cubicBezTo>
                        <a:pt x="664" y="54"/>
                        <a:pt x="668" y="53"/>
                        <a:pt x="667" y="52"/>
                      </a:cubicBezTo>
                      <a:cubicBezTo>
                        <a:pt x="668" y="54"/>
                        <a:pt x="668" y="54"/>
                        <a:pt x="668" y="54"/>
                      </a:cubicBezTo>
                      <a:cubicBezTo>
                        <a:pt x="667" y="52"/>
                        <a:pt x="674" y="49"/>
                        <a:pt x="679" y="47"/>
                      </a:cubicBezTo>
                      <a:cubicBezTo>
                        <a:pt x="679" y="50"/>
                        <a:pt x="684" y="45"/>
                        <a:pt x="688" y="46"/>
                      </a:cubicBezTo>
                      <a:cubicBezTo>
                        <a:pt x="688" y="44"/>
                        <a:pt x="696" y="43"/>
                        <a:pt x="697" y="41"/>
                      </a:cubicBezTo>
                      <a:cubicBezTo>
                        <a:pt x="701" y="39"/>
                        <a:pt x="701" y="41"/>
                        <a:pt x="702" y="41"/>
                      </a:cubicBezTo>
                      <a:cubicBezTo>
                        <a:pt x="704" y="40"/>
                        <a:pt x="704" y="40"/>
                        <a:pt x="704" y="40"/>
                      </a:cubicBezTo>
                      <a:cubicBezTo>
                        <a:pt x="706" y="40"/>
                        <a:pt x="713" y="38"/>
                        <a:pt x="718" y="37"/>
                      </a:cubicBezTo>
                      <a:cubicBezTo>
                        <a:pt x="722" y="35"/>
                        <a:pt x="722" y="35"/>
                        <a:pt x="722" y="35"/>
                      </a:cubicBezTo>
                      <a:cubicBezTo>
                        <a:pt x="723" y="35"/>
                        <a:pt x="723" y="35"/>
                        <a:pt x="723" y="35"/>
                      </a:cubicBezTo>
                      <a:cubicBezTo>
                        <a:pt x="724" y="34"/>
                        <a:pt x="727" y="33"/>
                        <a:pt x="725" y="33"/>
                      </a:cubicBezTo>
                      <a:cubicBezTo>
                        <a:pt x="727" y="33"/>
                        <a:pt x="727" y="33"/>
                        <a:pt x="727" y="33"/>
                      </a:cubicBezTo>
                      <a:cubicBezTo>
                        <a:pt x="727" y="31"/>
                        <a:pt x="730" y="31"/>
                        <a:pt x="735" y="29"/>
                      </a:cubicBezTo>
                      <a:cubicBezTo>
                        <a:pt x="736" y="29"/>
                        <a:pt x="736" y="30"/>
                        <a:pt x="735" y="30"/>
                      </a:cubicBezTo>
                      <a:cubicBezTo>
                        <a:pt x="737" y="30"/>
                        <a:pt x="736" y="31"/>
                        <a:pt x="738" y="31"/>
                      </a:cubicBezTo>
                      <a:cubicBezTo>
                        <a:pt x="736" y="31"/>
                        <a:pt x="745" y="26"/>
                        <a:pt x="739" y="27"/>
                      </a:cubicBezTo>
                      <a:cubicBezTo>
                        <a:pt x="738" y="26"/>
                        <a:pt x="741" y="25"/>
                        <a:pt x="744" y="24"/>
                      </a:cubicBezTo>
                      <a:cubicBezTo>
                        <a:pt x="745" y="26"/>
                        <a:pt x="745" y="26"/>
                        <a:pt x="745" y="26"/>
                      </a:cubicBezTo>
                      <a:cubicBezTo>
                        <a:pt x="748" y="23"/>
                        <a:pt x="748" y="23"/>
                        <a:pt x="748" y="23"/>
                      </a:cubicBezTo>
                      <a:cubicBezTo>
                        <a:pt x="751" y="22"/>
                        <a:pt x="753" y="23"/>
                        <a:pt x="756" y="22"/>
                      </a:cubicBezTo>
                      <a:cubicBezTo>
                        <a:pt x="753" y="23"/>
                        <a:pt x="750" y="27"/>
                        <a:pt x="758" y="25"/>
                      </a:cubicBezTo>
                      <a:cubicBezTo>
                        <a:pt x="754" y="26"/>
                        <a:pt x="752" y="28"/>
                        <a:pt x="750" y="28"/>
                      </a:cubicBezTo>
                      <a:cubicBezTo>
                        <a:pt x="752" y="28"/>
                        <a:pt x="752" y="28"/>
                        <a:pt x="750" y="29"/>
                      </a:cubicBezTo>
                      <a:cubicBezTo>
                        <a:pt x="756" y="27"/>
                        <a:pt x="752" y="28"/>
                        <a:pt x="758" y="26"/>
                      </a:cubicBezTo>
                      <a:cubicBezTo>
                        <a:pt x="758" y="28"/>
                        <a:pt x="759" y="28"/>
                        <a:pt x="764" y="27"/>
                      </a:cubicBezTo>
                      <a:cubicBezTo>
                        <a:pt x="760" y="27"/>
                        <a:pt x="760" y="27"/>
                        <a:pt x="760" y="27"/>
                      </a:cubicBezTo>
                      <a:cubicBezTo>
                        <a:pt x="761" y="27"/>
                        <a:pt x="761" y="27"/>
                        <a:pt x="761" y="26"/>
                      </a:cubicBezTo>
                      <a:cubicBezTo>
                        <a:pt x="760" y="27"/>
                        <a:pt x="759" y="26"/>
                        <a:pt x="759" y="26"/>
                      </a:cubicBezTo>
                      <a:cubicBezTo>
                        <a:pt x="760" y="26"/>
                        <a:pt x="765" y="23"/>
                        <a:pt x="766" y="23"/>
                      </a:cubicBezTo>
                      <a:cubicBezTo>
                        <a:pt x="760" y="22"/>
                        <a:pt x="776" y="19"/>
                        <a:pt x="772" y="19"/>
                      </a:cubicBezTo>
                      <a:cubicBezTo>
                        <a:pt x="773" y="18"/>
                        <a:pt x="777" y="17"/>
                        <a:pt x="777" y="18"/>
                      </a:cubicBezTo>
                      <a:cubicBezTo>
                        <a:pt x="772" y="20"/>
                        <a:pt x="781" y="19"/>
                        <a:pt x="781" y="20"/>
                      </a:cubicBezTo>
                      <a:cubicBezTo>
                        <a:pt x="782" y="19"/>
                        <a:pt x="777" y="20"/>
                        <a:pt x="779" y="19"/>
                      </a:cubicBezTo>
                      <a:cubicBezTo>
                        <a:pt x="782" y="18"/>
                        <a:pt x="784" y="19"/>
                        <a:pt x="786" y="19"/>
                      </a:cubicBezTo>
                      <a:cubicBezTo>
                        <a:pt x="785" y="19"/>
                        <a:pt x="785" y="19"/>
                        <a:pt x="785" y="19"/>
                      </a:cubicBezTo>
                      <a:cubicBezTo>
                        <a:pt x="789" y="19"/>
                        <a:pt x="789" y="19"/>
                        <a:pt x="789" y="19"/>
                      </a:cubicBezTo>
                      <a:cubicBezTo>
                        <a:pt x="790" y="18"/>
                        <a:pt x="785" y="19"/>
                        <a:pt x="789" y="17"/>
                      </a:cubicBezTo>
                      <a:cubicBezTo>
                        <a:pt x="790" y="18"/>
                        <a:pt x="794" y="16"/>
                        <a:pt x="794" y="17"/>
                      </a:cubicBezTo>
                      <a:cubicBezTo>
                        <a:pt x="792" y="18"/>
                        <a:pt x="794" y="19"/>
                        <a:pt x="790" y="20"/>
                      </a:cubicBezTo>
                      <a:cubicBezTo>
                        <a:pt x="793" y="20"/>
                        <a:pt x="802" y="18"/>
                        <a:pt x="798" y="17"/>
                      </a:cubicBezTo>
                      <a:cubicBezTo>
                        <a:pt x="802" y="17"/>
                        <a:pt x="802" y="17"/>
                        <a:pt x="802" y="17"/>
                      </a:cubicBezTo>
                      <a:cubicBezTo>
                        <a:pt x="800" y="16"/>
                        <a:pt x="793" y="16"/>
                        <a:pt x="800" y="15"/>
                      </a:cubicBezTo>
                      <a:cubicBezTo>
                        <a:pt x="800" y="15"/>
                        <a:pt x="800" y="15"/>
                        <a:pt x="800" y="15"/>
                      </a:cubicBezTo>
                      <a:cubicBezTo>
                        <a:pt x="805" y="13"/>
                        <a:pt x="805" y="13"/>
                        <a:pt x="805" y="13"/>
                      </a:cubicBezTo>
                      <a:cubicBezTo>
                        <a:pt x="807" y="14"/>
                        <a:pt x="807" y="14"/>
                        <a:pt x="807" y="14"/>
                      </a:cubicBezTo>
                      <a:cubicBezTo>
                        <a:pt x="807" y="13"/>
                        <a:pt x="808" y="13"/>
                        <a:pt x="810" y="13"/>
                      </a:cubicBezTo>
                      <a:cubicBezTo>
                        <a:pt x="810" y="13"/>
                        <a:pt x="812" y="13"/>
                        <a:pt x="812" y="14"/>
                      </a:cubicBezTo>
                      <a:cubicBezTo>
                        <a:pt x="817" y="13"/>
                        <a:pt x="817" y="12"/>
                        <a:pt x="817" y="12"/>
                      </a:cubicBezTo>
                      <a:cubicBezTo>
                        <a:pt x="820" y="11"/>
                        <a:pt x="821" y="11"/>
                        <a:pt x="820" y="12"/>
                      </a:cubicBezTo>
                      <a:cubicBezTo>
                        <a:pt x="824" y="12"/>
                        <a:pt x="831" y="11"/>
                        <a:pt x="834" y="11"/>
                      </a:cubicBezTo>
                      <a:cubicBezTo>
                        <a:pt x="839" y="10"/>
                        <a:pt x="833" y="11"/>
                        <a:pt x="836" y="10"/>
                      </a:cubicBezTo>
                      <a:cubicBezTo>
                        <a:pt x="841" y="12"/>
                        <a:pt x="854" y="9"/>
                        <a:pt x="863" y="8"/>
                      </a:cubicBezTo>
                      <a:cubicBezTo>
                        <a:pt x="860" y="6"/>
                        <a:pt x="865" y="7"/>
                        <a:pt x="867" y="5"/>
                      </a:cubicBezTo>
                      <a:cubicBezTo>
                        <a:pt x="865" y="6"/>
                        <a:pt x="875" y="7"/>
                        <a:pt x="868" y="8"/>
                      </a:cubicBezTo>
                      <a:cubicBezTo>
                        <a:pt x="872" y="7"/>
                        <a:pt x="872" y="7"/>
                        <a:pt x="872" y="7"/>
                      </a:cubicBezTo>
                      <a:cubicBezTo>
                        <a:pt x="876" y="8"/>
                        <a:pt x="865" y="9"/>
                        <a:pt x="870" y="10"/>
                      </a:cubicBezTo>
                      <a:cubicBezTo>
                        <a:pt x="875" y="9"/>
                        <a:pt x="878" y="7"/>
                        <a:pt x="884" y="7"/>
                      </a:cubicBezTo>
                      <a:cubicBezTo>
                        <a:pt x="882" y="9"/>
                        <a:pt x="889" y="7"/>
                        <a:pt x="888" y="9"/>
                      </a:cubicBezTo>
                      <a:cubicBezTo>
                        <a:pt x="887" y="9"/>
                        <a:pt x="885" y="9"/>
                        <a:pt x="883" y="9"/>
                      </a:cubicBezTo>
                      <a:cubicBezTo>
                        <a:pt x="884" y="9"/>
                        <a:pt x="884" y="9"/>
                        <a:pt x="884" y="9"/>
                      </a:cubicBezTo>
                      <a:cubicBezTo>
                        <a:pt x="896" y="9"/>
                        <a:pt x="887" y="7"/>
                        <a:pt x="894" y="6"/>
                      </a:cubicBezTo>
                      <a:cubicBezTo>
                        <a:pt x="901" y="6"/>
                        <a:pt x="899" y="7"/>
                        <a:pt x="900" y="8"/>
                      </a:cubicBezTo>
                      <a:cubicBezTo>
                        <a:pt x="901" y="8"/>
                        <a:pt x="904" y="8"/>
                        <a:pt x="906" y="8"/>
                      </a:cubicBezTo>
                      <a:cubicBezTo>
                        <a:pt x="902" y="9"/>
                        <a:pt x="898" y="7"/>
                        <a:pt x="900" y="6"/>
                      </a:cubicBezTo>
                      <a:cubicBezTo>
                        <a:pt x="903" y="7"/>
                        <a:pt x="911" y="6"/>
                        <a:pt x="913" y="5"/>
                      </a:cubicBezTo>
                      <a:cubicBezTo>
                        <a:pt x="902" y="3"/>
                        <a:pt x="906" y="5"/>
                        <a:pt x="896" y="3"/>
                      </a:cubicBezTo>
                      <a:cubicBezTo>
                        <a:pt x="895" y="4"/>
                        <a:pt x="895" y="5"/>
                        <a:pt x="889" y="5"/>
                      </a:cubicBezTo>
                      <a:cubicBezTo>
                        <a:pt x="893" y="4"/>
                        <a:pt x="889" y="4"/>
                        <a:pt x="888" y="4"/>
                      </a:cubicBezTo>
                      <a:cubicBezTo>
                        <a:pt x="889" y="5"/>
                        <a:pt x="884" y="4"/>
                        <a:pt x="882" y="5"/>
                      </a:cubicBezTo>
                      <a:cubicBezTo>
                        <a:pt x="880" y="4"/>
                        <a:pt x="885" y="2"/>
                        <a:pt x="880" y="2"/>
                      </a:cubicBezTo>
                      <a:cubicBezTo>
                        <a:pt x="879" y="5"/>
                        <a:pt x="879" y="5"/>
                        <a:pt x="879" y="5"/>
                      </a:cubicBezTo>
                      <a:cubicBezTo>
                        <a:pt x="876" y="4"/>
                        <a:pt x="879" y="3"/>
                        <a:pt x="875" y="4"/>
                      </a:cubicBezTo>
                      <a:cubicBezTo>
                        <a:pt x="877" y="2"/>
                        <a:pt x="874" y="2"/>
                        <a:pt x="880" y="1"/>
                      </a:cubicBezTo>
                      <a:cubicBezTo>
                        <a:pt x="872" y="0"/>
                        <a:pt x="868" y="3"/>
                        <a:pt x="862" y="4"/>
                      </a:cubicBezTo>
                      <a:cubicBezTo>
                        <a:pt x="863" y="4"/>
                        <a:pt x="863" y="4"/>
                        <a:pt x="864" y="4"/>
                      </a:cubicBezTo>
                      <a:cubicBezTo>
                        <a:pt x="862" y="4"/>
                        <a:pt x="860" y="4"/>
                        <a:pt x="858" y="5"/>
                      </a:cubicBezTo>
                      <a:cubicBezTo>
                        <a:pt x="854" y="4"/>
                        <a:pt x="861" y="3"/>
                        <a:pt x="860" y="3"/>
                      </a:cubicBezTo>
                      <a:cubicBezTo>
                        <a:pt x="854" y="3"/>
                        <a:pt x="854" y="3"/>
                        <a:pt x="854" y="3"/>
                      </a:cubicBezTo>
                      <a:cubicBezTo>
                        <a:pt x="853" y="3"/>
                        <a:pt x="853" y="3"/>
                        <a:pt x="853" y="3"/>
                      </a:cubicBezTo>
                      <a:cubicBezTo>
                        <a:pt x="852" y="4"/>
                        <a:pt x="850" y="4"/>
                        <a:pt x="850" y="4"/>
                      </a:cubicBezTo>
                      <a:cubicBezTo>
                        <a:pt x="851" y="3"/>
                        <a:pt x="852" y="2"/>
                        <a:pt x="853" y="1"/>
                      </a:cubicBezTo>
                      <a:cubicBezTo>
                        <a:pt x="847" y="3"/>
                        <a:pt x="847" y="3"/>
                        <a:pt x="847" y="3"/>
                      </a:cubicBezTo>
                      <a:cubicBezTo>
                        <a:pt x="847" y="3"/>
                        <a:pt x="841" y="3"/>
                        <a:pt x="846" y="2"/>
                      </a:cubicBezTo>
                      <a:cubicBezTo>
                        <a:pt x="836" y="3"/>
                        <a:pt x="836" y="3"/>
                        <a:pt x="836" y="3"/>
                      </a:cubicBezTo>
                      <a:cubicBezTo>
                        <a:pt x="835" y="2"/>
                        <a:pt x="835" y="2"/>
                        <a:pt x="835" y="2"/>
                      </a:cubicBezTo>
                      <a:cubicBezTo>
                        <a:pt x="832" y="2"/>
                        <a:pt x="832" y="3"/>
                        <a:pt x="835" y="2"/>
                      </a:cubicBezTo>
                      <a:cubicBezTo>
                        <a:pt x="832" y="2"/>
                        <a:pt x="820" y="7"/>
                        <a:pt x="821" y="4"/>
                      </a:cubicBezTo>
                      <a:cubicBezTo>
                        <a:pt x="814" y="6"/>
                        <a:pt x="811" y="6"/>
                        <a:pt x="801" y="8"/>
                      </a:cubicBezTo>
                      <a:cubicBezTo>
                        <a:pt x="808" y="6"/>
                        <a:pt x="793" y="8"/>
                        <a:pt x="800" y="6"/>
                      </a:cubicBezTo>
                      <a:cubicBezTo>
                        <a:pt x="796" y="6"/>
                        <a:pt x="795" y="8"/>
                        <a:pt x="791" y="9"/>
                      </a:cubicBezTo>
                      <a:cubicBezTo>
                        <a:pt x="788" y="9"/>
                        <a:pt x="789" y="7"/>
                        <a:pt x="793" y="6"/>
                      </a:cubicBezTo>
                      <a:cubicBezTo>
                        <a:pt x="789" y="7"/>
                        <a:pt x="789" y="7"/>
                        <a:pt x="789" y="7"/>
                      </a:cubicBezTo>
                      <a:cubicBezTo>
                        <a:pt x="789" y="7"/>
                        <a:pt x="789" y="7"/>
                        <a:pt x="789" y="7"/>
                      </a:cubicBezTo>
                      <a:cubicBezTo>
                        <a:pt x="785" y="9"/>
                        <a:pt x="785" y="9"/>
                        <a:pt x="785" y="9"/>
                      </a:cubicBezTo>
                      <a:cubicBezTo>
                        <a:pt x="781" y="9"/>
                        <a:pt x="784" y="7"/>
                        <a:pt x="780" y="8"/>
                      </a:cubicBezTo>
                      <a:cubicBezTo>
                        <a:pt x="779" y="9"/>
                        <a:pt x="779" y="9"/>
                        <a:pt x="779" y="9"/>
                      </a:cubicBezTo>
                      <a:cubicBezTo>
                        <a:pt x="776" y="9"/>
                        <a:pt x="776" y="9"/>
                        <a:pt x="776" y="9"/>
                      </a:cubicBezTo>
                      <a:cubicBezTo>
                        <a:pt x="777" y="9"/>
                        <a:pt x="775" y="10"/>
                        <a:pt x="772" y="11"/>
                      </a:cubicBezTo>
                      <a:cubicBezTo>
                        <a:pt x="772" y="11"/>
                        <a:pt x="772" y="11"/>
                        <a:pt x="772" y="11"/>
                      </a:cubicBezTo>
                      <a:cubicBezTo>
                        <a:pt x="769" y="12"/>
                        <a:pt x="769" y="12"/>
                        <a:pt x="769" y="12"/>
                      </a:cubicBezTo>
                      <a:cubicBezTo>
                        <a:pt x="772" y="10"/>
                        <a:pt x="765" y="12"/>
                        <a:pt x="767" y="11"/>
                      </a:cubicBezTo>
                      <a:cubicBezTo>
                        <a:pt x="764" y="11"/>
                        <a:pt x="764" y="11"/>
                        <a:pt x="758" y="13"/>
                      </a:cubicBezTo>
                      <a:cubicBezTo>
                        <a:pt x="759" y="14"/>
                        <a:pt x="759" y="14"/>
                        <a:pt x="759" y="14"/>
                      </a:cubicBezTo>
                      <a:cubicBezTo>
                        <a:pt x="752" y="16"/>
                        <a:pt x="759" y="12"/>
                        <a:pt x="753" y="14"/>
                      </a:cubicBezTo>
                      <a:cubicBezTo>
                        <a:pt x="753" y="14"/>
                        <a:pt x="753" y="14"/>
                        <a:pt x="753" y="14"/>
                      </a:cubicBezTo>
                      <a:cubicBezTo>
                        <a:pt x="745" y="15"/>
                        <a:pt x="740" y="19"/>
                        <a:pt x="733" y="19"/>
                      </a:cubicBezTo>
                      <a:cubicBezTo>
                        <a:pt x="737" y="18"/>
                        <a:pt x="735" y="17"/>
                        <a:pt x="735" y="18"/>
                      </a:cubicBezTo>
                      <a:cubicBezTo>
                        <a:pt x="730" y="19"/>
                        <a:pt x="722" y="22"/>
                        <a:pt x="716" y="24"/>
                      </a:cubicBezTo>
                      <a:cubicBezTo>
                        <a:pt x="714" y="24"/>
                        <a:pt x="713" y="23"/>
                        <a:pt x="708" y="24"/>
                      </a:cubicBezTo>
                      <a:cubicBezTo>
                        <a:pt x="704" y="26"/>
                        <a:pt x="703" y="26"/>
                        <a:pt x="702" y="27"/>
                      </a:cubicBezTo>
                      <a:cubicBezTo>
                        <a:pt x="698" y="28"/>
                        <a:pt x="691" y="31"/>
                        <a:pt x="690" y="30"/>
                      </a:cubicBezTo>
                      <a:cubicBezTo>
                        <a:pt x="690" y="31"/>
                        <a:pt x="687" y="31"/>
                        <a:pt x="685" y="33"/>
                      </a:cubicBezTo>
                      <a:cubicBezTo>
                        <a:pt x="684" y="32"/>
                        <a:pt x="684" y="32"/>
                        <a:pt x="684" y="32"/>
                      </a:cubicBezTo>
                      <a:cubicBezTo>
                        <a:pt x="685" y="33"/>
                        <a:pt x="685" y="33"/>
                        <a:pt x="685" y="33"/>
                      </a:cubicBezTo>
                      <a:cubicBezTo>
                        <a:pt x="677" y="33"/>
                        <a:pt x="674" y="38"/>
                        <a:pt x="666" y="39"/>
                      </a:cubicBezTo>
                      <a:cubicBezTo>
                        <a:pt x="667" y="39"/>
                        <a:pt x="667" y="39"/>
                        <a:pt x="667" y="39"/>
                      </a:cubicBezTo>
                      <a:cubicBezTo>
                        <a:pt x="665" y="40"/>
                        <a:pt x="665" y="40"/>
                        <a:pt x="665" y="40"/>
                      </a:cubicBezTo>
                      <a:cubicBezTo>
                        <a:pt x="664" y="40"/>
                        <a:pt x="665" y="39"/>
                        <a:pt x="665" y="38"/>
                      </a:cubicBezTo>
                      <a:cubicBezTo>
                        <a:pt x="661" y="40"/>
                        <a:pt x="656" y="42"/>
                        <a:pt x="652" y="43"/>
                      </a:cubicBezTo>
                      <a:cubicBezTo>
                        <a:pt x="654" y="43"/>
                        <a:pt x="654" y="43"/>
                        <a:pt x="654" y="43"/>
                      </a:cubicBezTo>
                      <a:cubicBezTo>
                        <a:pt x="652" y="44"/>
                        <a:pt x="650" y="46"/>
                        <a:pt x="647" y="47"/>
                      </a:cubicBezTo>
                      <a:cubicBezTo>
                        <a:pt x="651" y="43"/>
                        <a:pt x="642" y="48"/>
                        <a:pt x="641" y="48"/>
                      </a:cubicBezTo>
                      <a:cubicBezTo>
                        <a:pt x="644" y="46"/>
                        <a:pt x="644" y="46"/>
                        <a:pt x="644" y="46"/>
                      </a:cubicBezTo>
                      <a:cubicBezTo>
                        <a:pt x="640" y="48"/>
                        <a:pt x="640" y="48"/>
                        <a:pt x="641" y="49"/>
                      </a:cubicBezTo>
                      <a:cubicBezTo>
                        <a:pt x="636" y="51"/>
                        <a:pt x="636" y="48"/>
                        <a:pt x="632" y="51"/>
                      </a:cubicBezTo>
                      <a:cubicBezTo>
                        <a:pt x="635" y="50"/>
                        <a:pt x="635" y="50"/>
                        <a:pt x="635" y="50"/>
                      </a:cubicBezTo>
                      <a:cubicBezTo>
                        <a:pt x="637" y="50"/>
                        <a:pt x="635" y="52"/>
                        <a:pt x="632" y="53"/>
                      </a:cubicBezTo>
                      <a:cubicBezTo>
                        <a:pt x="632" y="53"/>
                        <a:pt x="630" y="53"/>
                        <a:pt x="632" y="52"/>
                      </a:cubicBezTo>
                      <a:cubicBezTo>
                        <a:pt x="628" y="54"/>
                        <a:pt x="622" y="57"/>
                        <a:pt x="620" y="58"/>
                      </a:cubicBezTo>
                      <a:cubicBezTo>
                        <a:pt x="618" y="58"/>
                        <a:pt x="618" y="57"/>
                        <a:pt x="619" y="57"/>
                      </a:cubicBezTo>
                      <a:cubicBezTo>
                        <a:pt x="611" y="61"/>
                        <a:pt x="616" y="58"/>
                        <a:pt x="608" y="63"/>
                      </a:cubicBezTo>
                      <a:cubicBezTo>
                        <a:pt x="607" y="62"/>
                        <a:pt x="607" y="62"/>
                        <a:pt x="607" y="62"/>
                      </a:cubicBezTo>
                      <a:cubicBezTo>
                        <a:pt x="605" y="64"/>
                        <a:pt x="605" y="64"/>
                        <a:pt x="605" y="64"/>
                      </a:cubicBezTo>
                      <a:cubicBezTo>
                        <a:pt x="600" y="65"/>
                        <a:pt x="600" y="65"/>
                        <a:pt x="600" y="65"/>
                      </a:cubicBezTo>
                      <a:cubicBezTo>
                        <a:pt x="602" y="65"/>
                        <a:pt x="602" y="65"/>
                        <a:pt x="602" y="65"/>
                      </a:cubicBezTo>
                      <a:cubicBezTo>
                        <a:pt x="599" y="67"/>
                        <a:pt x="598" y="68"/>
                        <a:pt x="595" y="69"/>
                      </a:cubicBezTo>
                      <a:cubicBezTo>
                        <a:pt x="595" y="68"/>
                        <a:pt x="595" y="68"/>
                        <a:pt x="595" y="68"/>
                      </a:cubicBezTo>
                      <a:cubicBezTo>
                        <a:pt x="588" y="72"/>
                        <a:pt x="586" y="71"/>
                        <a:pt x="579" y="76"/>
                      </a:cubicBezTo>
                      <a:cubicBezTo>
                        <a:pt x="579" y="76"/>
                        <a:pt x="580" y="75"/>
                        <a:pt x="580" y="74"/>
                      </a:cubicBezTo>
                      <a:cubicBezTo>
                        <a:pt x="574" y="79"/>
                        <a:pt x="575" y="76"/>
                        <a:pt x="569" y="81"/>
                      </a:cubicBezTo>
                      <a:cubicBezTo>
                        <a:pt x="569" y="80"/>
                        <a:pt x="568" y="80"/>
                        <a:pt x="568" y="80"/>
                      </a:cubicBezTo>
                      <a:cubicBezTo>
                        <a:pt x="565" y="82"/>
                        <a:pt x="565" y="82"/>
                        <a:pt x="565" y="82"/>
                      </a:cubicBezTo>
                      <a:cubicBezTo>
                        <a:pt x="565" y="81"/>
                        <a:pt x="565" y="81"/>
                        <a:pt x="565" y="81"/>
                      </a:cubicBezTo>
                      <a:cubicBezTo>
                        <a:pt x="563" y="84"/>
                        <a:pt x="563" y="84"/>
                        <a:pt x="563" y="84"/>
                      </a:cubicBezTo>
                      <a:cubicBezTo>
                        <a:pt x="561" y="84"/>
                        <a:pt x="561" y="84"/>
                        <a:pt x="561" y="84"/>
                      </a:cubicBezTo>
                      <a:cubicBezTo>
                        <a:pt x="560" y="85"/>
                        <a:pt x="560" y="85"/>
                        <a:pt x="560" y="85"/>
                      </a:cubicBezTo>
                      <a:cubicBezTo>
                        <a:pt x="556" y="85"/>
                        <a:pt x="552" y="89"/>
                        <a:pt x="547" y="90"/>
                      </a:cubicBezTo>
                      <a:cubicBezTo>
                        <a:pt x="548" y="91"/>
                        <a:pt x="548" y="91"/>
                        <a:pt x="548" y="91"/>
                      </a:cubicBezTo>
                      <a:cubicBezTo>
                        <a:pt x="539" y="100"/>
                        <a:pt x="522" y="104"/>
                        <a:pt x="510" y="114"/>
                      </a:cubicBezTo>
                      <a:cubicBezTo>
                        <a:pt x="510" y="113"/>
                        <a:pt x="510" y="113"/>
                        <a:pt x="510" y="113"/>
                      </a:cubicBezTo>
                      <a:cubicBezTo>
                        <a:pt x="505" y="118"/>
                        <a:pt x="505" y="118"/>
                        <a:pt x="505" y="118"/>
                      </a:cubicBezTo>
                      <a:cubicBezTo>
                        <a:pt x="502" y="119"/>
                        <a:pt x="507" y="116"/>
                        <a:pt x="505" y="116"/>
                      </a:cubicBezTo>
                      <a:cubicBezTo>
                        <a:pt x="500" y="120"/>
                        <a:pt x="504" y="119"/>
                        <a:pt x="498" y="123"/>
                      </a:cubicBezTo>
                      <a:cubicBezTo>
                        <a:pt x="494" y="125"/>
                        <a:pt x="498" y="122"/>
                        <a:pt x="500" y="120"/>
                      </a:cubicBezTo>
                      <a:cubicBezTo>
                        <a:pt x="494" y="125"/>
                        <a:pt x="485" y="132"/>
                        <a:pt x="481" y="134"/>
                      </a:cubicBezTo>
                      <a:cubicBezTo>
                        <a:pt x="481" y="135"/>
                        <a:pt x="480" y="135"/>
                        <a:pt x="481" y="135"/>
                      </a:cubicBezTo>
                      <a:cubicBezTo>
                        <a:pt x="477" y="138"/>
                        <a:pt x="472" y="142"/>
                        <a:pt x="467" y="145"/>
                      </a:cubicBezTo>
                      <a:cubicBezTo>
                        <a:pt x="467" y="144"/>
                        <a:pt x="468" y="143"/>
                        <a:pt x="469" y="143"/>
                      </a:cubicBezTo>
                      <a:cubicBezTo>
                        <a:pt x="467" y="144"/>
                        <a:pt x="465" y="145"/>
                        <a:pt x="464" y="146"/>
                      </a:cubicBezTo>
                      <a:cubicBezTo>
                        <a:pt x="465" y="144"/>
                        <a:pt x="465" y="144"/>
                        <a:pt x="465" y="144"/>
                      </a:cubicBezTo>
                      <a:cubicBezTo>
                        <a:pt x="462" y="147"/>
                        <a:pt x="456" y="152"/>
                        <a:pt x="454" y="152"/>
                      </a:cubicBezTo>
                      <a:cubicBezTo>
                        <a:pt x="455" y="152"/>
                        <a:pt x="455" y="153"/>
                        <a:pt x="453" y="155"/>
                      </a:cubicBezTo>
                      <a:cubicBezTo>
                        <a:pt x="450" y="155"/>
                        <a:pt x="445" y="162"/>
                        <a:pt x="440" y="165"/>
                      </a:cubicBezTo>
                      <a:cubicBezTo>
                        <a:pt x="440" y="164"/>
                        <a:pt x="444" y="161"/>
                        <a:pt x="443" y="162"/>
                      </a:cubicBezTo>
                      <a:cubicBezTo>
                        <a:pt x="440" y="163"/>
                        <a:pt x="439" y="166"/>
                        <a:pt x="437" y="168"/>
                      </a:cubicBezTo>
                      <a:cubicBezTo>
                        <a:pt x="437" y="167"/>
                        <a:pt x="437" y="167"/>
                        <a:pt x="437" y="167"/>
                      </a:cubicBezTo>
                      <a:cubicBezTo>
                        <a:pt x="427" y="176"/>
                        <a:pt x="427" y="176"/>
                        <a:pt x="427" y="176"/>
                      </a:cubicBezTo>
                      <a:cubicBezTo>
                        <a:pt x="425" y="176"/>
                        <a:pt x="418" y="184"/>
                        <a:pt x="418" y="183"/>
                      </a:cubicBezTo>
                      <a:cubicBezTo>
                        <a:pt x="414" y="186"/>
                        <a:pt x="421" y="181"/>
                        <a:pt x="417" y="185"/>
                      </a:cubicBezTo>
                      <a:cubicBezTo>
                        <a:pt x="415" y="185"/>
                        <a:pt x="413" y="189"/>
                        <a:pt x="412" y="188"/>
                      </a:cubicBezTo>
                      <a:cubicBezTo>
                        <a:pt x="413" y="187"/>
                        <a:pt x="413" y="187"/>
                        <a:pt x="413" y="187"/>
                      </a:cubicBezTo>
                      <a:cubicBezTo>
                        <a:pt x="410" y="190"/>
                        <a:pt x="410" y="190"/>
                        <a:pt x="410" y="190"/>
                      </a:cubicBezTo>
                      <a:cubicBezTo>
                        <a:pt x="411" y="187"/>
                        <a:pt x="411" y="187"/>
                        <a:pt x="411" y="187"/>
                      </a:cubicBezTo>
                      <a:cubicBezTo>
                        <a:pt x="408" y="190"/>
                        <a:pt x="407" y="193"/>
                        <a:pt x="408" y="193"/>
                      </a:cubicBezTo>
                      <a:cubicBezTo>
                        <a:pt x="405" y="195"/>
                        <a:pt x="401" y="199"/>
                        <a:pt x="399" y="199"/>
                      </a:cubicBezTo>
                      <a:cubicBezTo>
                        <a:pt x="400" y="198"/>
                        <a:pt x="400" y="198"/>
                        <a:pt x="400" y="198"/>
                      </a:cubicBezTo>
                      <a:cubicBezTo>
                        <a:pt x="393" y="205"/>
                        <a:pt x="386" y="207"/>
                        <a:pt x="382" y="214"/>
                      </a:cubicBezTo>
                      <a:cubicBezTo>
                        <a:pt x="381" y="214"/>
                        <a:pt x="381" y="214"/>
                        <a:pt x="382" y="213"/>
                      </a:cubicBezTo>
                      <a:cubicBezTo>
                        <a:pt x="378" y="217"/>
                        <a:pt x="378" y="217"/>
                        <a:pt x="378" y="217"/>
                      </a:cubicBezTo>
                      <a:cubicBezTo>
                        <a:pt x="378" y="215"/>
                        <a:pt x="378" y="215"/>
                        <a:pt x="378" y="215"/>
                      </a:cubicBezTo>
                      <a:cubicBezTo>
                        <a:pt x="372" y="223"/>
                        <a:pt x="372" y="223"/>
                        <a:pt x="372" y="223"/>
                      </a:cubicBezTo>
                      <a:cubicBezTo>
                        <a:pt x="372" y="223"/>
                        <a:pt x="372" y="223"/>
                        <a:pt x="372" y="223"/>
                      </a:cubicBezTo>
                      <a:cubicBezTo>
                        <a:pt x="367" y="227"/>
                        <a:pt x="360" y="235"/>
                        <a:pt x="354" y="241"/>
                      </a:cubicBezTo>
                      <a:cubicBezTo>
                        <a:pt x="355" y="240"/>
                        <a:pt x="355" y="240"/>
                        <a:pt x="355" y="240"/>
                      </a:cubicBezTo>
                      <a:cubicBezTo>
                        <a:pt x="349" y="247"/>
                        <a:pt x="348" y="246"/>
                        <a:pt x="344" y="251"/>
                      </a:cubicBezTo>
                      <a:cubicBezTo>
                        <a:pt x="344" y="251"/>
                        <a:pt x="344" y="251"/>
                        <a:pt x="344" y="250"/>
                      </a:cubicBezTo>
                      <a:cubicBezTo>
                        <a:pt x="340" y="255"/>
                        <a:pt x="340" y="255"/>
                        <a:pt x="340" y="255"/>
                      </a:cubicBezTo>
                      <a:cubicBezTo>
                        <a:pt x="340" y="253"/>
                        <a:pt x="340" y="253"/>
                        <a:pt x="340" y="253"/>
                      </a:cubicBezTo>
                      <a:cubicBezTo>
                        <a:pt x="338" y="258"/>
                        <a:pt x="331" y="262"/>
                        <a:pt x="333" y="260"/>
                      </a:cubicBezTo>
                      <a:cubicBezTo>
                        <a:pt x="332" y="263"/>
                        <a:pt x="329" y="266"/>
                        <a:pt x="329" y="267"/>
                      </a:cubicBezTo>
                      <a:cubicBezTo>
                        <a:pt x="325" y="272"/>
                        <a:pt x="328" y="268"/>
                        <a:pt x="325" y="271"/>
                      </a:cubicBezTo>
                      <a:cubicBezTo>
                        <a:pt x="321" y="274"/>
                        <a:pt x="322" y="276"/>
                        <a:pt x="317" y="280"/>
                      </a:cubicBezTo>
                      <a:cubicBezTo>
                        <a:pt x="317" y="280"/>
                        <a:pt x="317" y="280"/>
                        <a:pt x="317" y="280"/>
                      </a:cubicBezTo>
                      <a:cubicBezTo>
                        <a:pt x="315" y="282"/>
                        <a:pt x="314" y="284"/>
                        <a:pt x="311" y="287"/>
                      </a:cubicBezTo>
                      <a:cubicBezTo>
                        <a:pt x="312" y="286"/>
                        <a:pt x="312" y="286"/>
                        <a:pt x="312" y="286"/>
                      </a:cubicBezTo>
                      <a:cubicBezTo>
                        <a:pt x="308" y="292"/>
                        <a:pt x="305" y="291"/>
                        <a:pt x="303" y="297"/>
                      </a:cubicBezTo>
                      <a:cubicBezTo>
                        <a:pt x="301" y="299"/>
                        <a:pt x="298" y="304"/>
                        <a:pt x="297" y="303"/>
                      </a:cubicBezTo>
                      <a:cubicBezTo>
                        <a:pt x="283" y="322"/>
                        <a:pt x="283" y="322"/>
                        <a:pt x="283" y="322"/>
                      </a:cubicBezTo>
                      <a:cubicBezTo>
                        <a:pt x="281" y="322"/>
                        <a:pt x="282" y="324"/>
                        <a:pt x="278" y="327"/>
                      </a:cubicBezTo>
                      <a:cubicBezTo>
                        <a:pt x="279" y="328"/>
                        <a:pt x="279" y="328"/>
                        <a:pt x="279" y="328"/>
                      </a:cubicBezTo>
                      <a:cubicBezTo>
                        <a:pt x="272" y="337"/>
                        <a:pt x="262" y="347"/>
                        <a:pt x="254" y="358"/>
                      </a:cubicBezTo>
                      <a:cubicBezTo>
                        <a:pt x="253" y="357"/>
                        <a:pt x="253" y="357"/>
                        <a:pt x="253" y="357"/>
                      </a:cubicBezTo>
                      <a:cubicBezTo>
                        <a:pt x="252" y="360"/>
                        <a:pt x="252" y="360"/>
                        <a:pt x="252" y="360"/>
                      </a:cubicBezTo>
                      <a:cubicBezTo>
                        <a:pt x="244" y="372"/>
                        <a:pt x="233" y="387"/>
                        <a:pt x="226" y="396"/>
                      </a:cubicBezTo>
                      <a:cubicBezTo>
                        <a:pt x="225" y="400"/>
                        <a:pt x="223" y="405"/>
                        <a:pt x="219" y="410"/>
                      </a:cubicBezTo>
                      <a:cubicBezTo>
                        <a:pt x="219" y="409"/>
                        <a:pt x="219" y="409"/>
                        <a:pt x="219" y="409"/>
                      </a:cubicBezTo>
                      <a:cubicBezTo>
                        <a:pt x="214" y="418"/>
                        <a:pt x="209" y="428"/>
                        <a:pt x="202" y="437"/>
                      </a:cubicBezTo>
                      <a:cubicBezTo>
                        <a:pt x="202" y="436"/>
                        <a:pt x="202" y="437"/>
                        <a:pt x="202" y="436"/>
                      </a:cubicBezTo>
                      <a:cubicBezTo>
                        <a:pt x="202" y="439"/>
                        <a:pt x="199" y="442"/>
                        <a:pt x="197" y="444"/>
                      </a:cubicBezTo>
                      <a:cubicBezTo>
                        <a:pt x="200" y="442"/>
                        <a:pt x="200" y="442"/>
                        <a:pt x="200" y="442"/>
                      </a:cubicBezTo>
                      <a:cubicBezTo>
                        <a:pt x="199" y="445"/>
                        <a:pt x="196" y="448"/>
                        <a:pt x="194" y="449"/>
                      </a:cubicBezTo>
                      <a:cubicBezTo>
                        <a:pt x="192" y="454"/>
                        <a:pt x="192" y="454"/>
                        <a:pt x="192" y="454"/>
                      </a:cubicBezTo>
                      <a:cubicBezTo>
                        <a:pt x="192" y="455"/>
                        <a:pt x="192" y="455"/>
                        <a:pt x="192" y="455"/>
                      </a:cubicBezTo>
                      <a:cubicBezTo>
                        <a:pt x="192" y="456"/>
                        <a:pt x="192" y="456"/>
                        <a:pt x="192" y="456"/>
                      </a:cubicBezTo>
                      <a:cubicBezTo>
                        <a:pt x="189" y="458"/>
                        <a:pt x="189" y="458"/>
                        <a:pt x="189" y="458"/>
                      </a:cubicBezTo>
                      <a:cubicBezTo>
                        <a:pt x="189" y="459"/>
                        <a:pt x="186" y="465"/>
                        <a:pt x="186" y="467"/>
                      </a:cubicBezTo>
                      <a:cubicBezTo>
                        <a:pt x="185" y="467"/>
                        <a:pt x="182" y="471"/>
                        <a:pt x="184" y="468"/>
                      </a:cubicBezTo>
                      <a:cubicBezTo>
                        <a:pt x="175" y="484"/>
                        <a:pt x="175" y="484"/>
                        <a:pt x="175" y="484"/>
                      </a:cubicBezTo>
                      <a:cubicBezTo>
                        <a:pt x="176" y="482"/>
                        <a:pt x="176" y="482"/>
                        <a:pt x="176" y="482"/>
                      </a:cubicBezTo>
                      <a:cubicBezTo>
                        <a:pt x="178" y="482"/>
                        <a:pt x="175" y="487"/>
                        <a:pt x="174" y="489"/>
                      </a:cubicBezTo>
                      <a:cubicBezTo>
                        <a:pt x="175" y="486"/>
                        <a:pt x="172" y="488"/>
                        <a:pt x="171" y="490"/>
                      </a:cubicBezTo>
                      <a:cubicBezTo>
                        <a:pt x="170" y="492"/>
                        <a:pt x="173" y="488"/>
                        <a:pt x="173" y="489"/>
                      </a:cubicBezTo>
                      <a:cubicBezTo>
                        <a:pt x="172" y="493"/>
                        <a:pt x="169" y="499"/>
                        <a:pt x="168" y="500"/>
                      </a:cubicBezTo>
                      <a:cubicBezTo>
                        <a:pt x="168" y="498"/>
                        <a:pt x="168" y="498"/>
                        <a:pt x="168" y="498"/>
                      </a:cubicBezTo>
                      <a:cubicBezTo>
                        <a:pt x="167" y="502"/>
                        <a:pt x="164" y="503"/>
                        <a:pt x="162" y="507"/>
                      </a:cubicBezTo>
                      <a:cubicBezTo>
                        <a:pt x="161" y="511"/>
                        <a:pt x="159" y="513"/>
                        <a:pt x="161" y="513"/>
                      </a:cubicBezTo>
                      <a:cubicBezTo>
                        <a:pt x="159" y="518"/>
                        <a:pt x="159" y="514"/>
                        <a:pt x="158" y="516"/>
                      </a:cubicBezTo>
                      <a:cubicBezTo>
                        <a:pt x="158" y="518"/>
                        <a:pt x="154" y="525"/>
                        <a:pt x="153" y="525"/>
                      </a:cubicBezTo>
                      <a:cubicBezTo>
                        <a:pt x="153" y="529"/>
                        <a:pt x="145" y="538"/>
                        <a:pt x="147" y="540"/>
                      </a:cubicBezTo>
                      <a:cubicBezTo>
                        <a:pt x="143" y="544"/>
                        <a:pt x="143" y="544"/>
                        <a:pt x="143" y="544"/>
                      </a:cubicBezTo>
                      <a:cubicBezTo>
                        <a:pt x="144" y="544"/>
                        <a:pt x="145" y="545"/>
                        <a:pt x="143" y="549"/>
                      </a:cubicBezTo>
                      <a:cubicBezTo>
                        <a:pt x="141" y="552"/>
                        <a:pt x="141" y="551"/>
                        <a:pt x="140" y="551"/>
                      </a:cubicBezTo>
                      <a:cubicBezTo>
                        <a:pt x="141" y="554"/>
                        <a:pt x="141" y="554"/>
                        <a:pt x="141" y="554"/>
                      </a:cubicBezTo>
                      <a:cubicBezTo>
                        <a:pt x="130" y="571"/>
                        <a:pt x="121" y="596"/>
                        <a:pt x="111" y="615"/>
                      </a:cubicBezTo>
                      <a:cubicBezTo>
                        <a:pt x="107" y="624"/>
                        <a:pt x="104" y="636"/>
                        <a:pt x="99" y="647"/>
                      </a:cubicBezTo>
                      <a:cubicBezTo>
                        <a:pt x="100" y="645"/>
                        <a:pt x="100" y="645"/>
                        <a:pt x="100" y="645"/>
                      </a:cubicBezTo>
                      <a:cubicBezTo>
                        <a:pt x="95" y="656"/>
                        <a:pt x="95" y="656"/>
                        <a:pt x="95" y="656"/>
                      </a:cubicBezTo>
                      <a:cubicBezTo>
                        <a:pt x="99" y="648"/>
                        <a:pt x="99" y="648"/>
                        <a:pt x="99" y="648"/>
                      </a:cubicBezTo>
                      <a:cubicBezTo>
                        <a:pt x="98" y="651"/>
                        <a:pt x="98" y="653"/>
                        <a:pt x="97" y="655"/>
                      </a:cubicBezTo>
                      <a:cubicBezTo>
                        <a:pt x="92" y="666"/>
                        <a:pt x="85" y="681"/>
                        <a:pt x="81" y="696"/>
                      </a:cubicBezTo>
                      <a:cubicBezTo>
                        <a:pt x="80" y="706"/>
                        <a:pt x="77" y="702"/>
                        <a:pt x="76" y="711"/>
                      </a:cubicBezTo>
                      <a:cubicBezTo>
                        <a:pt x="76" y="710"/>
                        <a:pt x="76" y="710"/>
                        <a:pt x="76" y="709"/>
                      </a:cubicBezTo>
                      <a:cubicBezTo>
                        <a:pt x="73" y="719"/>
                        <a:pt x="72" y="725"/>
                        <a:pt x="70" y="735"/>
                      </a:cubicBezTo>
                      <a:cubicBezTo>
                        <a:pt x="68" y="733"/>
                        <a:pt x="68" y="741"/>
                        <a:pt x="67" y="740"/>
                      </a:cubicBezTo>
                      <a:cubicBezTo>
                        <a:pt x="68" y="741"/>
                        <a:pt x="68" y="741"/>
                        <a:pt x="68" y="741"/>
                      </a:cubicBezTo>
                      <a:cubicBezTo>
                        <a:pt x="67" y="743"/>
                        <a:pt x="65" y="748"/>
                        <a:pt x="65" y="747"/>
                      </a:cubicBezTo>
                      <a:cubicBezTo>
                        <a:pt x="64" y="752"/>
                        <a:pt x="64" y="752"/>
                        <a:pt x="64" y="752"/>
                      </a:cubicBezTo>
                      <a:cubicBezTo>
                        <a:pt x="63" y="752"/>
                        <a:pt x="63" y="752"/>
                        <a:pt x="63" y="752"/>
                      </a:cubicBezTo>
                      <a:cubicBezTo>
                        <a:pt x="62" y="757"/>
                        <a:pt x="59" y="770"/>
                        <a:pt x="56" y="772"/>
                      </a:cubicBezTo>
                      <a:cubicBezTo>
                        <a:pt x="53" y="787"/>
                        <a:pt x="47" y="809"/>
                        <a:pt x="42" y="827"/>
                      </a:cubicBezTo>
                      <a:cubicBezTo>
                        <a:pt x="43" y="830"/>
                        <a:pt x="41" y="835"/>
                        <a:pt x="40" y="839"/>
                      </a:cubicBezTo>
                      <a:cubicBezTo>
                        <a:pt x="38" y="844"/>
                        <a:pt x="38" y="844"/>
                        <a:pt x="38" y="844"/>
                      </a:cubicBezTo>
                      <a:cubicBezTo>
                        <a:pt x="38" y="848"/>
                        <a:pt x="38" y="853"/>
                        <a:pt x="36" y="856"/>
                      </a:cubicBezTo>
                      <a:cubicBezTo>
                        <a:pt x="36" y="856"/>
                        <a:pt x="36" y="856"/>
                        <a:pt x="36" y="856"/>
                      </a:cubicBezTo>
                      <a:cubicBezTo>
                        <a:pt x="36" y="860"/>
                        <a:pt x="34" y="864"/>
                        <a:pt x="34" y="868"/>
                      </a:cubicBezTo>
                      <a:cubicBezTo>
                        <a:pt x="33" y="873"/>
                        <a:pt x="32" y="877"/>
                        <a:pt x="31" y="876"/>
                      </a:cubicBezTo>
                      <a:cubicBezTo>
                        <a:pt x="33" y="877"/>
                        <a:pt x="29" y="886"/>
                        <a:pt x="29" y="886"/>
                      </a:cubicBezTo>
                      <a:cubicBezTo>
                        <a:pt x="29" y="886"/>
                        <a:pt x="15" y="946"/>
                        <a:pt x="7" y="1014"/>
                      </a:cubicBezTo>
                      <a:cubicBezTo>
                        <a:pt x="3" y="1049"/>
                        <a:pt x="1" y="1085"/>
                        <a:pt x="0" y="1116"/>
                      </a:cubicBezTo>
                      <a:cubicBezTo>
                        <a:pt x="0" y="1148"/>
                        <a:pt x="1" y="1175"/>
                        <a:pt x="4" y="1189"/>
                      </a:cubicBezTo>
                      <a:cubicBezTo>
                        <a:pt x="5" y="1191"/>
                        <a:pt x="5" y="1197"/>
                        <a:pt x="6" y="1195"/>
                      </a:cubicBezTo>
                      <a:cubicBezTo>
                        <a:pt x="7" y="1199"/>
                        <a:pt x="5" y="1201"/>
                        <a:pt x="6" y="1202"/>
                      </a:cubicBezTo>
                      <a:cubicBezTo>
                        <a:pt x="7" y="1196"/>
                        <a:pt x="9" y="1204"/>
                        <a:pt x="10" y="1198"/>
                      </a:cubicBezTo>
                      <a:cubicBezTo>
                        <a:pt x="10" y="1202"/>
                        <a:pt x="10" y="1202"/>
                        <a:pt x="10" y="1202"/>
                      </a:cubicBezTo>
                      <a:cubicBezTo>
                        <a:pt x="11" y="1203"/>
                        <a:pt x="9" y="1197"/>
                        <a:pt x="11" y="1198"/>
                      </a:cubicBezTo>
                      <a:cubicBezTo>
                        <a:pt x="9" y="1197"/>
                        <a:pt x="9" y="1197"/>
                        <a:pt x="9" y="1197"/>
                      </a:cubicBezTo>
                      <a:cubicBezTo>
                        <a:pt x="9" y="1194"/>
                        <a:pt x="9" y="1192"/>
                        <a:pt x="10" y="1191"/>
                      </a:cubicBezTo>
                      <a:cubicBezTo>
                        <a:pt x="9" y="1188"/>
                        <a:pt x="7" y="1186"/>
                        <a:pt x="8" y="1180"/>
                      </a:cubicBezTo>
                      <a:cubicBezTo>
                        <a:pt x="8" y="1182"/>
                        <a:pt x="8" y="1182"/>
                        <a:pt x="8" y="1182"/>
                      </a:cubicBezTo>
                      <a:cubicBezTo>
                        <a:pt x="8" y="1176"/>
                        <a:pt x="9" y="1178"/>
                        <a:pt x="10" y="1177"/>
                      </a:cubicBezTo>
                      <a:cubicBezTo>
                        <a:pt x="10" y="1178"/>
                        <a:pt x="10" y="1178"/>
                        <a:pt x="10" y="1178"/>
                      </a:cubicBezTo>
                      <a:cubicBezTo>
                        <a:pt x="11" y="1174"/>
                        <a:pt x="11" y="1174"/>
                        <a:pt x="11" y="1174"/>
                      </a:cubicBezTo>
                      <a:cubicBezTo>
                        <a:pt x="10" y="1177"/>
                        <a:pt x="11" y="1183"/>
                        <a:pt x="11" y="1180"/>
                      </a:cubicBezTo>
                      <a:cubicBezTo>
                        <a:pt x="12" y="1174"/>
                        <a:pt x="11" y="1182"/>
                        <a:pt x="11" y="1177"/>
                      </a:cubicBezTo>
                      <a:cubicBezTo>
                        <a:pt x="11" y="1174"/>
                        <a:pt x="12" y="1175"/>
                        <a:pt x="12" y="1175"/>
                      </a:cubicBezTo>
                      <a:cubicBezTo>
                        <a:pt x="12" y="1170"/>
                        <a:pt x="12" y="1170"/>
                        <a:pt x="12" y="1170"/>
                      </a:cubicBezTo>
                      <a:cubicBezTo>
                        <a:pt x="13" y="1170"/>
                        <a:pt x="12" y="1173"/>
                        <a:pt x="13" y="1171"/>
                      </a:cubicBezTo>
                      <a:cubicBezTo>
                        <a:pt x="12" y="1164"/>
                        <a:pt x="12" y="1164"/>
                        <a:pt x="12" y="1164"/>
                      </a:cubicBezTo>
                      <a:cubicBezTo>
                        <a:pt x="14" y="1163"/>
                        <a:pt x="11" y="1157"/>
                        <a:pt x="13" y="1154"/>
                      </a:cubicBezTo>
                      <a:cubicBezTo>
                        <a:pt x="14" y="1159"/>
                        <a:pt x="14" y="1153"/>
                        <a:pt x="15" y="1154"/>
                      </a:cubicBezTo>
                      <a:cubicBezTo>
                        <a:pt x="15" y="1142"/>
                        <a:pt x="15" y="1142"/>
                        <a:pt x="15" y="1142"/>
                      </a:cubicBezTo>
                      <a:cubicBezTo>
                        <a:pt x="16" y="1141"/>
                        <a:pt x="16" y="1145"/>
                        <a:pt x="16" y="1144"/>
                      </a:cubicBezTo>
                      <a:cubicBezTo>
                        <a:pt x="16" y="1141"/>
                        <a:pt x="15" y="1140"/>
                        <a:pt x="15" y="1139"/>
                      </a:cubicBezTo>
                      <a:cubicBezTo>
                        <a:pt x="16" y="1138"/>
                        <a:pt x="16" y="1130"/>
                        <a:pt x="17" y="1130"/>
                      </a:cubicBezTo>
                      <a:cubicBezTo>
                        <a:pt x="19" y="1122"/>
                        <a:pt x="15" y="1127"/>
                        <a:pt x="17" y="1119"/>
                      </a:cubicBezTo>
                      <a:cubicBezTo>
                        <a:pt x="18" y="1118"/>
                        <a:pt x="17" y="1125"/>
                        <a:pt x="18" y="1122"/>
                      </a:cubicBezTo>
                      <a:cubicBezTo>
                        <a:pt x="18" y="1114"/>
                        <a:pt x="18" y="1114"/>
                        <a:pt x="18" y="1114"/>
                      </a:cubicBezTo>
                      <a:cubicBezTo>
                        <a:pt x="18" y="1115"/>
                        <a:pt x="19" y="1116"/>
                        <a:pt x="19" y="1119"/>
                      </a:cubicBezTo>
                      <a:cubicBezTo>
                        <a:pt x="21" y="1098"/>
                        <a:pt x="26" y="1087"/>
                        <a:pt x="27" y="1067"/>
                      </a:cubicBezTo>
                      <a:cubicBezTo>
                        <a:pt x="28" y="1065"/>
                        <a:pt x="27" y="1069"/>
                        <a:pt x="28" y="1071"/>
                      </a:cubicBezTo>
                      <a:cubicBezTo>
                        <a:pt x="28" y="1057"/>
                        <a:pt x="32" y="1052"/>
                        <a:pt x="33" y="1040"/>
                      </a:cubicBezTo>
                      <a:cubicBezTo>
                        <a:pt x="32" y="1040"/>
                        <a:pt x="32" y="1040"/>
                        <a:pt x="32" y="1040"/>
                      </a:cubicBezTo>
                      <a:cubicBezTo>
                        <a:pt x="36" y="1024"/>
                        <a:pt x="37" y="1004"/>
                        <a:pt x="41" y="986"/>
                      </a:cubicBezTo>
                      <a:cubicBezTo>
                        <a:pt x="40" y="988"/>
                        <a:pt x="40" y="988"/>
                        <a:pt x="40" y="988"/>
                      </a:cubicBezTo>
                      <a:cubicBezTo>
                        <a:pt x="39" y="985"/>
                        <a:pt x="40" y="981"/>
                        <a:pt x="40" y="978"/>
                      </a:cubicBezTo>
                      <a:cubicBezTo>
                        <a:pt x="40" y="977"/>
                        <a:pt x="41" y="980"/>
                        <a:pt x="42" y="975"/>
                      </a:cubicBezTo>
                      <a:cubicBezTo>
                        <a:pt x="41" y="976"/>
                        <a:pt x="41" y="978"/>
                        <a:pt x="40" y="977"/>
                      </a:cubicBezTo>
                      <a:cubicBezTo>
                        <a:pt x="45" y="962"/>
                        <a:pt x="50" y="928"/>
                        <a:pt x="56" y="903"/>
                      </a:cubicBezTo>
                      <a:cubicBezTo>
                        <a:pt x="62" y="868"/>
                        <a:pt x="72" y="831"/>
                        <a:pt x="81" y="797"/>
                      </a:cubicBezTo>
                      <a:cubicBezTo>
                        <a:pt x="79" y="802"/>
                        <a:pt x="78" y="799"/>
                        <a:pt x="79" y="796"/>
                      </a:cubicBezTo>
                      <a:cubicBezTo>
                        <a:pt x="86" y="786"/>
                        <a:pt x="84" y="777"/>
                        <a:pt x="89" y="767"/>
                      </a:cubicBezTo>
                      <a:cubicBezTo>
                        <a:pt x="94" y="747"/>
                        <a:pt x="103" y="731"/>
                        <a:pt x="106" y="712"/>
                      </a:cubicBezTo>
                      <a:cubicBezTo>
                        <a:pt x="107" y="712"/>
                        <a:pt x="107" y="712"/>
                        <a:pt x="107" y="712"/>
                      </a:cubicBezTo>
                      <a:cubicBezTo>
                        <a:pt x="108" y="710"/>
                        <a:pt x="108" y="709"/>
                        <a:pt x="109" y="706"/>
                      </a:cubicBezTo>
                      <a:cubicBezTo>
                        <a:pt x="109" y="706"/>
                        <a:pt x="109" y="706"/>
                        <a:pt x="109" y="706"/>
                      </a:cubicBezTo>
                      <a:cubicBezTo>
                        <a:pt x="112" y="700"/>
                        <a:pt x="113" y="691"/>
                        <a:pt x="115" y="688"/>
                      </a:cubicBezTo>
                      <a:cubicBezTo>
                        <a:pt x="114" y="687"/>
                        <a:pt x="114" y="687"/>
                        <a:pt x="114" y="687"/>
                      </a:cubicBezTo>
                      <a:cubicBezTo>
                        <a:pt x="116" y="683"/>
                        <a:pt x="116" y="685"/>
                        <a:pt x="117" y="681"/>
                      </a:cubicBezTo>
                      <a:cubicBezTo>
                        <a:pt x="117" y="681"/>
                        <a:pt x="117" y="681"/>
                        <a:pt x="117" y="681"/>
                      </a:cubicBezTo>
                      <a:cubicBezTo>
                        <a:pt x="118" y="676"/>
                        <a:pt x="118" y="676"/>
                        <a:pt x="118" y="676"/>
                      </a:cubicBezTo>
                      <a:cubicBezTo>
                        <a:pt x="120" y="677"/>
                        <a:pt x="122" y="665"/>
                        <a:pt x="124" y="663"/>
                      </a:cubicBezTo>
                      <a:cubicBezTo>
                        <a:pt x="126" y="657"/>
                        <a:pt x="129" y="648"/>
                        <a:pt x="132" y="640"/>
                      </a:cubicBezTo>
                      <a:cubicBezTo>
                        <a:pt x="134" y="639"/>
                        <a:pt x="137" y="630"/>
                        <a:pt x="140" y="624"/>
                      </a:cubicBezTo>
                      <a:cubicBezTo>
                        <a:pt x="145" y="613"/>
                        <a:pt x="151" y="596"/>
                        <a:pt x="158" y="582"/>
                      </a:cubicBezTo>
                      <a:cubicBezTo>
                        <a:pt x="157" y="582"/>
                        <a:pt x="157" y="582"/>
                        <a:pt x="157" y="582"/>
                      </a:cubicBezTo>
                      <a:cubicBezTo>
                        <a:pt x="159" y="578"/>
                        <a:pt x="159" y="578"/>
                        <a:pt x="159" y="578"/>
                      </a:cubicBezTo>
                      <a:cubicBezTo>
                        <a:pt x="159" y="578"/>
                        <a:pt x="159" y="578"/>
                        <a:pt x="159" y="578"/>
                      </a:cubicBezTo>
                      <a:cubicBezTo>
                        <a:pt x="162" y="576"/>
                        <a:pt x="163" y="569"/>
                        <a:pt x="165" y="567"/>
                      </a:cubicBezTo>
                      <a:cubicBezTo>
                        <a:pt x="163" y="568"/>
                        <a:pt x="164" y="569"/>
                        <a:pt x="163" y="572"/>
                      </a:cubicBezTo>
                      <a:cubicBezTo>
                        <a:pt x="161" y="574"/>
                        <a:pt x="161" y="571"/>
                        <a:pt x="163" y="567"/>
                      </a:cubicBezTo>
                      <a:cubicBezTo>
                        <a:pt x="164" y="567"/>
                        <a:pt x="164" y="567"/>
                        <a:pt x="164" y="567"/>
                      </a:cubicBezTo>
                      <a:cubicBezTo>
                        <a:pt x="164" y="564"/>
                        <a:pt x="164" y="564"/>
                        <a:pt x="164" y="564"/>
                      </a:cubicBezTo>
                      <a:cubicBezTo>
                        <a:pt x="165" y="564"/>
                        <a:pt x="167" y="562"/>
                        <a:pt x="168" y="562"/>
                      </a:cubicBezTo>
                      <a:cubicBezTo>
                        <a:pt x="174" y="550"/>
                        <a:pt x="176" y="541"/>
                        <a:pt x="183" y="528"/>
                      </a:cubicBezTo>
                      <a:cubicBezTo>
                        <a:pt x="183" y="530"/>
                        <a:pt x="187" y="519"/>
                        <a:pt x="188" y="523"/>
                      </a:cubicBezTo>
                      <a:cubicBezTo>
                        <a:pt x="191" y="515"/>
                        <a:pt x="186" y="523"/>
                        <a:pt x="186" y="519"/>
                      </a:cubicBezTo>
                      <a:cubicBezTo>
                        <a:pt x="188" y="517"/>
                        <a:pt x="188" y="515"/>
                        <a:pt x="189" y="515"/>
                      </a:cubicBezTo>
                      <a:cubicBezTo>
                        <a:pt x="189" y="516"/>
                        <a:pt x="191" y="513"/>
                        <a:pt x="190" y="515"/>
                      </a:cubicBezTo>
                      <a:cubicBezTo>
                        <a:pt x="193" y="510"/>
                        <a:pt x="193" y="510"/>
                        <a:pt x="193" y="510"/>
                      </a:cubicBezTo>
                      <a:cubicBezTo>
                        <a:pt x="193" y="510"/>
                        <a:pt x="193" y="511"/>
                        <a:pt x="193" y="512"/>
                      </a:cubicBezTo>
                      <a:cubicBezTo>
                        <a:pt x="197" y="501"/>
                        <a:pt x="203" y="494"/>
                        <a:pt x="207" y="485"/>
                      </a:cubicBezTo>
                      <a:cubicBezTo>
                        <a:pt x="207" y="484"/>
                        <a:pt x="205" y="488"/>
                        <a:pt x="205" y="487"/>
                      </a:cubicBezTo>
                      <a:cubicBezTo>
                        <a:pt x="209" y="478"/>
                        <a:pt x="211" y="480"/>
                        <a:pt x="215" y="471"/>
                      </a:cubicBezTo>
                      <a:cubicBezTo>
                        <a:pt x="214" y="473"/>
                        <a:pt x="214" y="473"/>
                        <a:pt x="214" y="473"/>
                      </a:cubicBezTo>
                      <a:cubicBezTo>
                        <a:pt x="215" y="470"/>
                        <a:pt x="215" y="469"/>
                        <a:pt x="219" y="465"/>
                      </a:cubicBezTo>
                      <a:cubicBezTo>
                        <a:pt x="220" y="465"/>
                        <a:pt x="217" y="469"/>
                        <a:pt x="216" y="471"/>
                      </a:cubicBezTo>
                      <a:cubicBezTo>
                        <a:pt x="218" y="468"/>
                        <a:pt x="223" y="461"/>
                        <a:pt x="220" y="462"/>
                      </a:cubicBezTo>
                      <a:cubicBezTo>
                        <a:pt x="222" y="459"/>
                        <a:pt x="224" y="458"/>
                        <a:pt x="225" y="456"/>
                      </a:cubicBezTo>
                      <a:cubicBezTo>
                        <a:pt x="225" y="456"/>
                        <a:pt x="223" y="459"/>
                        <a:pt x="223" y="457"/>
                      </a:cubicBezTo>
                      <a:cubicBezTo>
                        <a:pt x="227" y="452"/>
                        <a:pt x="231" y="444"/>
                        <a:pt x="235" y="439"/>
                      </a:cubicBezTo>
                      <a:cubicBezTo>
                        <a:pt x="235" y="439"/>
                        <a:pt x="236" y="439"/>
                        <a:pt x="236" y="439"/>
                      </a:cubicBezTo>
                      <a:cubicBezTo>
                        <a:pt x="238" y="434"/>
                        <a:pt x="239" y="436"/>
                        <a:pt x="243" y="429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56" name="Freeform 156">
                  <a:extLst>
                    <a:ext uri="{FF2B5EF4-FFF2-40B4-BE49-F238E27FC236}">
                      <a16:creationId xmlns:a16="http://schemas.microsoft.com/office/drawing/2014/main" id="{0140F897-86BC-4A87-B498-89E9D1584F0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26338" y="2025650"/>
                  <a:ext cx="7937" cy="7938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0" y="1"/>
                    </a:cxn>
                    <a:cxn ang="0">
                      <a:pos x="0" y="3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3" h="3">
                      <a:moveTo>
                        <a:pt x="3" y="0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1" y="2"/>
                        <a:pt x="1" y="2"/>
                        <a:pt x="0" y="3"/>
                      </a:cubicBezTo>
                      <a:lnTo>
                        <a:pt x="3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57" name="Freeform 157">
                  <a:extLst>
                    <a:ext uri="{FF2B5EF4-FFF2-40B4-BE49-F238E27FC236}">
                      <a16:creationId xmlns:a16="http://schemas.microsoft.com/office/drawing/2014/main" id="{452A149F-D11C-4FEF-97CE-9D414563CE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278688" y="2239963"/>
                  <a:ext cx="1587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58" name="Freeform 158">
                  <a:extLst>
                    <a:ext uri="{FF2B5EF4-FFF2-40B4-BE49-F238E27FC236}">
                      <a16:creationId xmlns:a16="http://schemas.microsoft.com/office/drawing/2014/main" id="{157CF221-F1DF-46B2-994E-701BC1305C1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221538" y="2297113"/>
                  <a:ext cx="7937" cy="4763"/>
                </a:xfrm>
                <a:custGeom>
                  <a:avLst/>
                  <a:gdLst/>
                  <a:ahLst/>
                  <a:cxnLst>
                    <a:cxn ang="0">
                      <a:pos x="2" y="2"/>
                    </a:cxn>
                    <a:cxn ang="0">
                      <a:pos x="0" y="2"/>
                    </a:cxn>
                    <a:cxn ang="0">
                      <a:pos x="2" y="2"/>
                    </a:cxn>
                  </a:cxnLst>
                  <a:rect l="0" t="0" r="r" b="b"/>
                  <a:pathLst>
                    <a:path w="3" h="2">
                      <a:moveTo>
                        <a:pt x="2" y="2"/>
                      </a:moveTo>
                      <a:cubicBezTo>
                        <a:pt x="3" y="0"/>
                        <a:pt x="1" y="1"/>
                        <a:pt x="0" y="2"/>
                      </a:cubicBezTo>
                      <a:cubicBezTo>
                        <a:pt x="1" y="2"/>
                        <a:pt x="1" y="2"/>
                        <a:pt x="2" y="2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59" name="Freeform 159">
                  <a:extLst>
                    <a:ext uri="{FF2B5EF4-FFF2-40B4-BE49-F238E27FC236}">
                      <a16:creationId xmlns:a16="http://schemas.microsoft.com/office/drawing/2014/main" id="{58E69471-22F8-4C7B-A995-4E75F3F4514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85088" y="1916113"/>
                  <a:ext cx="3175" cy="1588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0" y="0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60" name="Freeform 160">
                  <a:extLst>
                    <a:ext uri="{FF2B5EF4-FFF2-40B4-BE49-F238E27FC236}">
                      <a16:creationId xmlns:a16="http://schemas.microsoft.com/office/drawing/2014/main" id="{3A939A01-7925-4858-9984-4D35B24A341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167688" y="1717675"/>
                  <a:ext cx="1587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61" name="Freeform 161">
                  <a:extLst>
                    <a:ext uri="{FF2B5EF4-FFF2-40B4-BE49-F238E27FC236}">
                      <a16:creationId xmlns:a16="http://schemas.microsoft.com/office/drawing/2014/main" id="{015FCE84-CADA-4E44-B8F6-8EB1570D19D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132763" y="1720850"/>
                  <a:ext cx="6350" cy="1588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0" y="1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3" h="1">
                      <a:moveTo>
                        <a:pt x="3" y="0"/>
                      </a:moveTo>
                      <a:cubicBezTo>
                        <a:pt x="2" y="0"/>
                        <a:pt x="1" y="1"/>
                        <a:pt x="0" y="1"/>
                      </a:cubicBezTo>
                      <a:cubicBezTo>
                        <a:pt x="1" y="1"/>
                        <a:pt x="2" y="1"/>
                        <a:pt x="3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62" name="Freeform 162">
                  <a:extLst>
                    <a:ext uri="{FF2B5EF4-FFF2-40B4-BE49-F238E27FC236}">
                      <a16:creationId xmlns:a16="http://schemas.microsoft.com/office/drawing/2014/main" id="{A8BA7DF1-C868-4882-9DC4-7779518746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77138" y="1984375"/>
                  <a:ext cx="4762" cy="4763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2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2">
                      <a:moveTo>
                        <a:pt x="2" y="0"/>
                      </a:moveTo>
                      <a:cubicBezTo>
                        <a:pt x="1" y="1"/>
                        <a:pt x="1" y="1"/>
                        <a:pt x="0" y="2"/>
                      </a:cubicBezTo>
                      <a:cubicBezTo>
                        <a:pt x="1" y="1"/>
                        <a:pt x="2" y="1"/>
                        <a:pt x="2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63" name="Freeform 163">
                  <a:extLst>
                    <a:ext uri="{FF2B5EF4-FFF2-40B4-BE49-F238E27FC236}">
                      <a16:creationId xmlns:a16="http://schemas.microsoft.com/office/drawing/2014/main" id="{996EA13C-B64F-4DF5-8718-3041571555A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120063" y="1725613"/>
                  <a:ext cx="7937" cy="3175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3" h="1">
                      <a:moveTo>
                        <a:pt x="3" y="0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lnTo>
                        <a:pt x="3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64" name="Freeform 164">
                  <a:extLst>
                    <a:ext uri="{FF2B5EF4-FFF2-40B4-BE49-F238E27FC236}">
                      <a16:creationId xmlns:a16="http://schemas.microsoft.com/office/drawing/2014/main" id="{D1409A7B-2A44-40B9-B695-C101A6D4C73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167688" y="1716088"/>
                  <a:ext cx="9525" cy="1588"/>
                </a:xfrm>
                <a:custGeom>
                  <a:avLst/>
                  <a:gdLst/>
                  <a:ahLst/>
                  <a:cxnLst>
                    <a:cxn ang="0">
                      <a:pos x="4" y="0"/>
                    </a:cxn>
                    <a:cxn ang="0">
                      <a:pos x="0" y="1"/>
                    </a:cxn>
                    <a:cxn ang="0">
                      <a:pos x="4" y="0"/>
                    </a:cxn>
                  </a:cxnLst>
                  <a:rect l="0" t="0" r="r" b="b"/>
                  <a:pathLst>
                    <a:path w="4" h="1">
                      <a:moveTo>
                        <a:pt x="4" y="0"/>
                      </a:moveTo>
                      <a:cubicBezTo>
                        <a:pt x="3" y="1"/>
                        <a:pt x="1" y="1"/>
                        <a:pt x="0" y="1"/>
                      </a:cubicBezTo>
                      <a:cubicBezTo>
                        <a:pt x="2" y="1"/>
                        <a:pt x="3" y="1"/>
                        <a:pt x="4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65" name="Freeform 165">
                  <a:extLst>
                    <a:ext uri="{FF2B5EF4-FFF2-40B4-BE49-F238E27FC236}">
                      <a16:creationId xmlns:a16="http://schemas.microsoft.com/office/drawing/2014/main" id="{4F6095CE-6B23-4D60-B0EB-BE125E58A7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50188" y="1822450"/>
                  <a:ext cx="4762" cy="4763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2">
                      <a:moveTo>
                        <a:pt x="2" y="0"/>
                      </a:move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0" y="2"/>
                        <a:pt x="1" y="1"/>
                        <a:pt x="2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66" name="Freeform 166">
                  <a:extLst>
                    <a:ext uri="{FF2B5EF4-FFF2-40B4-BE49-F238E27FC236}">
                      <a16:creationId xmlns:a16="http://schemas.microsoft.com/office/drawing/2014/main" id="{BE3A89B1-9C62-4186-9E5D-55D823AE2E8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094663" y="1738313"/>
                  <a:ext cx="3175" cy="1588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2" y="0"/>
                    </a:cxn>
                    <a:cxn ang="0">
                      <a:pos x="0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lnTo>
                        <a:pt x="2" y="0"/>
                      </a:lnTo>
                      <a:lnTo>
                        <a:pt x="0" y="1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67" name="Freeform 167">
                  <a:extLst>
                    <a:ext uri="{FF2B5EF4-FFF2-40B4-BE49-F238E27FC236}">
                      <a16:creationId xmlns:a16="http://schemas.microsoft.com/office/drawing/2014/main" id="{81506E63-1C22-4667-BD1D-539924C6B0F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204200" y="1711325"/>
                  <a:ext cx="4762" cy="1588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0" y="0"/>
                    </a:cxn>
                    <a:cxn ang="0">
                      <a:pos x="2" y="0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2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68" name="Freeform 168">
                  <a:extLst>
                    <a:ext uri="{FF2B5EF4-FFF2-40B4-BE49-F238E27FC236}">
                      <a16:creationId xmlns:a16="http://schemas.microsoft.com/office/drawing/2014/main" id="{2DD67323-29C5-4F87-ABF2-DF344401311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56550" y="1779588"/>
                  <a:ext cx="1587" cy="4763"/>
                </a:xfrm>
                <a:custGeom>
                  <a:avLst/>
                  <a:gdLst/>
                  <a:ahLst/>
                  <a:cxnLst>
                    <a:cxn ang="0">
                      <a:pos x="1" y="2"/>
                    </a:cxn>
                    <a:cxn ang="0">
                      <a:pos x="1" y="0"/>
                    </a:cxn>
                    <a:cxn ang="0">
                      <a:pos x="1" y="2"/>
                    </a:cxn>
                  </a:cxnLst>
                  <a:rect l="0" t="0" r="r" b="b"/>
                  <a:pathLst>
                    <a:path w="1" h="2">
                      <a:moveTo>
                        <a:pt x="1" y="2"/>
                      </a:moveTo>
                      <a:cubicBezTo>
                        <a:pt x="1" y="1"/>
                        <a:pt x="1" y="1"/>
                        <a:pt x="1" y="0"/>
                      </a:cubicBezTo>
                      <a:cubicBezTo>
                        <a:pt x="0" y="1"/>
                        <a:pt x="0" y="1"/>
                        <a:pt x="1" y="2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306" name="Group 313">
              <a:extLst>
                <a:ext uri="{FF2B5EF4-FFF2-40B4-BE49-F238E27FC236}">
                  <a16:creationId xmlns:a16="http://schemas.microsoft.com/office/drawing/2014/main" id="{350BB8FB-DC6F-4B4F-8FA3-8997556BDD8E}"/>
                </a:ext>
              </a:extLst>
            </p:cNvPr>
            <p:cNvGrpSpPr/>
            <p:nvPr/>
          </p:nvGrpSpPr>
          <p:grpSpPr>
            <a:xfrm rot="806963">
              <a:off x="2008129" y="1047000"/>
              <a:ext cx="1683483" cy="1691701"/>
              <a:chOff x="4391025" y="1189038"/>
              <a:chExt cx="1952625" cy="1962150"/>
            </a:xfrm>
          </p:grpSpPr>
          <p:sp>
            <p:nvSpPr>
              <p:cNvPr id="307" name="Freeform 6">
                <a:extLst>
                  <a:ext uri="{FF2B5EF4-FFF2-40B4-BE49-F238E27FC236}">
                    <a16:creationId xmlns:a16="http://schemas.microsoft.com/office/drawing/2014/main" id="{D3806CDD-E036-47DB-9797-EE5BDEC23D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56162" y="2362200"/>
                <a:ext cx="342900" cy="342900"/>
              </a:xfrm>
              <a:custGeom>
                <a:avLst/>
                <a:gdLst/>
                <a:ahLst/>
                <a:cxnLst>
                  <a:cxn ang="0">
                    <a:pos x="0" y="54"/>
                  </a:cxn>
                  <a:cxn ang="0">
                    <a:pos x="164" y="216"/>
                  </a:cxn>
                  <a:cxn ang="0">
                    <a:pos x="216" y="163"/>
                  </a:cxn>
                  <a:cxn ang="0">
                    <a:pos x="52" y="0"/>
                  </a:cxn>
                  <a:cxn ang="0">
                    <a:pos x="0" y="54"/>
                  </a:cxn>
                </a:cxnLst>
                <a:rect l="0" t="0" r="r" b="b"/>
                <a:pathLst>
                  <a:path w="216" h="216">
                    <a:moveTo>
                      <a:pt x="0" y="54"/>
                    </a:moveTo>
                    <a:lnTo>
                      <a:pt x="164" y="216"/>
                    </a:lnTo>
                    <a:lnTo>
                      <a:pt x="216" y="163"/>
                    </a:lnTo>
                    <a:lnTo>
                      <a:pt x="52" y="0"/>
                    </a:lnTo>
                    <a:lnTo>
                      <a:pt x="0" y="54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08" name="Freeform 7">
                <a:extLst>
                  <a:ext uri="{FF2B5EF4-FFF2-40B4-BE49-F238E27FC236}">
                    <a16:creationId xmlns:a16="http://schemas.microsoft.com/office/drawing/2014/main" id="{9C203E42-410C-40AF-9F0F-12684AC822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56162" y="2362200"/>
                <a:ext cx="342900" cy="342900"/>
              </a:xfrm>
              <a:custGeom>
                <a:avLst/>
                <a:gdLst/>
                <a:ahLst/>
                <a:cxnLst>
                  <a:cxn ang="0">
                    <a:pos x="0" y="54"/>
                  </a:cxn>
                  <a:cxn ang="0">
                    <a:pos x="164" y="216"/>
                  </a:cxn>
                  <a:cxn ang="0">
                    <a:pos x="216" y="163"/>
                  </a:cxn>
                  <a:cxn ang="0">
                    <a:pos x="52" y="0"/>
                  </a:cxn>
                  <a:cxn ang="0">
                    <a:pos x="0" y="54"/>
                  </a:cxn>
                </a:cxnLst>
                <a:rect l="0" t="0" r="r" b="b"/>
                <a:pathLst>
                  <a:path w="216" h="216">
                    <a:moveTo>
                      <a:pt x="0" y="54"/>
                    </a:moveTo>
                    <a:lnTo>
                      <a:pt x="164" y="216"/>
                    </a:lnTo>
                    <a:lnTo>
                      <a:pt x="216" y="163"/>
                    </a:lnTo>
                    <a:lnTo>
                      <a:pt x="52" y="0"/>
                    </a:lnTo>
                    <a:lnTo>
                      <a:pt x="0" y="54"/>
                    </a:lnTo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09" name="Freeform 8">
                <a:extLst>
                  <a:ext uri="{FF2B5EF4-FFF2-40B4-BE49-F238E27FC236}">
                    <a16:creationId xmlns:a16="http://schemas.microsoft.com/office/drawing/2014/main" id="{2159317D-1F71-46E2-ADD4-B9FD607871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1025" y="1874838"/>
                <a:ext cx="1284288" cy="1276350"/>
              </a:xfrm>
              <a:custGeom>
                <a:avLst/>
                <a:gdLst/>
                <a:ahLst/>
                <a:cxnLst>
                  <a:cxn ang="0">
                    <a:pos x="1114" y="270"/>
                  </a:cxn>
                  <a:cxn ang="0">
                    <a:pos x="140" y="268"/>
                  </a:cxn>
                  <a:cxn ang="0">
                    <a:pos x="0" y="479"/>
                  </a:cxn>
                  <a:cxn ang="0">
                    <a:pos x="766" y="624"/>
                  </a:cxn>
                  <a:cxn ang="0">
                    <a:pos x="922" y="1388"/>
                  </a:cxn>
                  <a:cxn ang="0">
                    <a:pos x="1130" y="1245"/>
                  </a:cxn>
                  <a:cxn ang="0">
                    <a:pos x="1114" y="270"/>
                  </a:cxn>
                </a:cxnLst>
                <a:rect l="0" t="0" r="r" b="b"/>
                <a:pathLst>
                  <a:path w="1395" h="1388">
                    <a:moveTo>
                      <a:pt x="1114" y="270"/>
                    </a:moveTo>
                    <a:cubicBezTo>
                      <a:pt x="841" y="1"/>
                      <a:pt x="405" y="0"/>
                      <a:pt x="140" y="268"/>
                    </a:cubicBezTo>
                    <a:cubicBezTo>
                      <a:pt x="79" y="331"/>
                      <a:pt x="32" y="402"/>
                      <a:pt x="0" y="479"/>
                    </a:cubicBezTo>
                    <a:cubicBezTo>
                      <a:pt x="251" y="369"/>
                      <a:pt x="556" y="417"/>
                      <a:pt x="766" y="624"/>
                    </a:cubicBezTo>
                    <a:cubicBezTo>
                      <a:pt x="976" y="831"/>
                      <a:pt x="1028" y="1136"/>
                      <a:pt x="922" y="1388"/>
                    </a:cubicBezTo>
                    <a:cubicBezTo>
                      <a:pt x="998" y="1355"/>
                      <a:pt x="1069" y="1307"/>
                      <a:pt x="1130" y="1245"/>
                    </a:cubicBezTo>
                    <a:cubicBezTo>
                      <a:pt x="1395" y="976"/>
                      <a:pt x="1388" y="540"/>
                      <a:pt x="1114" y="270"/>
                    </a:cubicBezTo>
                  </a:path>
                </a:pathLst>
              </a:custGeom>
              <a:solidFill>
                <a:schemeClr val="accent3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10" name="Freeform 10">
                <a:extLst>
                  <a:ext uri="{FF2B5EF4-FFF2-40B4-BE49-F238E27FC236}">
                    <a16:creationId xmlns:a16="http://schemas.microsoft.com/office/drawing/2014/main" id="{75E747DE-1669-4DC1-82C7-2997AFFF5B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54575" y="1189038"/>
                <a:ext cx="1489075" cy="1501775"/>
              </a:xfrm>
              <a:custGeom>
                <a:avLst/>
                <a:gdLst/>
                <a:ahLst/>
                <a:cxnLst>
                  <a:cxn ang="0">
                    <a:pos x="462" y="557"/>
                  </a:cxn>
                  <a:cxn ang="0">
                    <a:pos x="0" y="1288"/>
                  </a:cxn>
                  <a:cxn ang="0">
                    <a:pos x="201" y="1433"/>
                  </a:cxn>
                  <a:cxn ang="0">
                    <a:pos x="349" y="1632"/>
                  </a:cxn>
                  <a:cxn ang="0">
                    <a:pos x="1073" y="1160"/>
                  </a:cxn>
                  <a:cxn ang="0">
                    <a:pos x="1589" y="24"/>
                  </a:cxn>
                  <a:cxn ang="0">
                    <a:pos x="462" y="557"/>
                  </a:cxn>
                </a:cxnLst>
                <a:rect l="0" t="0" r="r" b="b"/>
                <a:pathLst>
                  <a:path w="1618" h="1632">
                    <a:moveTo>
                      <a:pt x="462" y="557"/>
                    </a:moveTo>
                    <a:cubicBezTo>
                      <a:pt x="236" y="786"/>
                      <a:pt x="78" y="1044"/>
                      <a:pt x="0" y="1288"/>
                    </a:cubicBezTo>
                    <a:cubicBezTo>
                      <a:pt x="72" y="1325"/>
                      <a:pt x="140" y="1373"/>
                      <a:pt x="201" y="1433"/>
                    </a:cubicBezTo>
                    <a:cubicBezTo>
                      <a:pt x="262" y="1493"/>
                      <a:pt x="311" y="1560"/>
                      <a:pt x="349" y="1632"/>
                    </a:cubicBezTo>
                    <a:cubicBezTo>
                      <a:pt x="591" y="1550"/>
                      <a:pt x="847" y="1389"/>
                      <a:pt x="1073" y="1160"/>
                    </a:cubicBezTo>
                    <a:cubicBezTo>
                      <a:pt x="1432" y="796"/>
                      <a:pt x="1618" y="358"/>
                      <a:pt x="1589" y="24"/>
                    </a:cubicBezTo>
                    <a:cubicBezTo>
                      <a:pt x="1255" y="0"/>
                      <a:pt x="820" y="193"/>
                      <a:pt x="462" y="557"/>
                    </a:cubicBezTo>
                  </a:path>
                </a:pathLst>
              </a:custGeom>
              <a:solidFill>
                <a:schemeClr val="tx1">
                  <a:lumMod val="10000"/>
                  <a:lumOff val="90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11" name="Freeform 11">
                <a:extLst>
                  <a:ext uri="{FF2B5EF4-FFF2-40B4-BE49-F238E27FC236}">
                    <a16:creationId xmlns:a16="http://schemas.microsoft.com/office/drawing/2014/main" id="{457C6442-1E29-43E0-B51A-64A9B532D1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29200" y="1208088"/>
                <a:ext cx="1314450" cy="1482725"/>
              </a:xfrm>
              <a:custGeom>
                <a:avLst/>
                <a:gdLst/>
                <a:ahLst/>
                <a:cxnLst>
                  <a:cxn ang="0">
                    <a:pos x="1399" y="2"/>
                  </a:cxn>
                  <a:cxn ang="0">
                    <a:pos x="0" y="1401"/>
                  </a:cxn>
                  <a:cxn ang="0">
                    <a:pos x="11" y="1411"/>
                  </a:cxn>
                  <a:cxn ang="0">
                    <a:pos x="159" y="1610"/>
                  </a:cxn>
                  <a:cxn ang="0">
                    <a:pos x="883" y="1138"/>
                  </a:cxn>
                  <a:cxn ang="0">
                    <a:pos x="1399" y="2"/>
                  </a:cxn>
                </a:cxnLst>
                <a:rect l="0" t="0" r="r" b="b"/>
                <a:pathLst>
                  <a:path w="1428" h="1610">
                    <a:moveTo>
                      <a:pt x="1399" y="2"/>
                    </a:moveTo>
                    <a:cubicBezTo>
                      <a:pt x="1361" y="0"/>
                      <a:pt x="0" y="1401"/>
                      <a:pt x="0" y="1401"/>
                    </a:cubicBezTo>
                    <a:cubicBezTo>
                      <a:pt x="4" y="1405"/>
                      <a:pt x="7" y="1408"/>
                      <a:pt x="11" y="1411"/>
                    </a:cubicBezTo>
                    <a:cubicBezTo>
                      <a:pt x="72" y="1471"/>
                      <a:pt x="121" y="1538"/>
                      <a:pt x="159" y="1610"/>
                    </a:cubicBezTo>
                    <a:cubicBezTo>
                      <a:pt x="401" y="1528"/>
                      <a:pt x="657" y="1367"/>
                      <a:pt x="883" y="1138"/>
                    </a:cubicBezTo>
                    <a:cubicBezTo>
                      <a:pt x="1242" y="774"/>
                      <a:pt x="1428" y="336"/>
                      <a:pt x="1399" y="2"/>
                    </a:cubicBezTo>
                  </a:path>
                </a:pathLst>
              </a:custGeom>
              <a:solidFill>
                <a:srgbClr val="CFCFC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12" name="Freeform 12">
                <a:extLst>
                  <a:ext uri="{FF2B5EF4-FFF2-40B4-BE49-F238E27FC236}">
                    <a16:creationId xmlns:a16="http://schemas.microsoft.com/office/drawing/2014/main" id="{A346BD0F-33FA-4F7D-86AC-BB9EF15BD0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14887" y="2097088"/>
                <a:ext cx="630238" cy="638175"/>
              </a:xfrm>
              <a:custGeom>
                <a:avLst/>
                <a:gdLst/>
                <a:ahLst/>
                <a:cxnLst>
                  <a:cxn ang="0">
                    <a:pos x="276" y="282"/>
                  </a:cxn>
                  <a:cxn ang="0">
                    <a:pos x="0" y="694"/>
                  </a:cxn>
                  <a:cxn ang="0">
                    <a:pos x="407" y="411"/>
                  </a:cxn>
                  <a:cxn ang="0">
                    <a:pos x="684" y="0"/>
                  </a:cxn>
                  <a:cxn ang="0">
                    <a:pos x="276" y="282"/>
                  </a:cxn>
                </a:cxnLst>
                <a:rect l="0" t="0" r="r" b="b"/>
                <a:pathLst>
                  <a:path w="684" h="694">
                    <a:moveTo>
                      <a:pt x="276" y="282"/>
                    </a:moveTo>
                    <a:cubicBezTo>
                      <a:pt x="127" y="433"/>
                      <a:pt x="24" y="591"/>
                      <a:pt x="0" y="694"/>
                    </a:cubicBezTo>
                    <a:cubicBezTo>
                      <a:pt x="102" y="668"/>
                      <a:pt x="258" y="563"/>
                      <a:pt x="407" y="411"/>
                    </a:cubicBezTo>
                    <a:cubicBezTo>
                      <a:pt x="556" y="260"/>
                      <a:pt x="659" y="103"/>
                      <a:pt x="684" y="0"/>
                    </a:cubicBezTo>
                    <a:cubicBezTo>
                      <a:pt x="581" y="26"/>
                      <a:pt x="425" y="131"/>
                      <a:pt x="276" y="282"/>
                    </a:cubicBezTo>
                  </a:path>
                </a:pathLst>
              </a:custGeom>
              <a:solidFill>
                <a:schemeClr val="accent3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13" name="Freeform 23">
                <a:extLst>
                  <a:ext uri="{FF2B5EF4-FFF2-40B4-BE49-F238E27FC236}">
                    <a16:creationId xmlns:a16="http://schemas.microsoft.com/office/drawing/2014/main" id="{07671C20-0C35-45D2-84B3-F646C28587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37225" y="1328738"/>
                <a:ext cx="468313" cy="468313"/>
              </a:xfrm>
              <a:custGeom>
                <a:avLst/>
                <a:gdLst/>
                <a:ahLst/>
                <a:cxnLst>
                  <a:cxn ang="0">
                    <a:pos x="57" y="0"/>
                  </a:cxn>
                  <a:cxn ang="0">
                    <a:pos x="2" y="28"/>
                  </a:cxn>
                  <a:cxn ang="0">
                    <a:pos x="479" y="509"/>
                  </a:cxn>
                  <a:cxn ang="0">
                    <a:pos x="509" y="446"/>
                  </a:cxn>
                  <a:cxn ang="0">
                    <a:pos x="57" y="0"/>
                  </a:cxn>
                </a:cxnLst>
                <a:rect l="0" t="0" r="r" b="b"/>
                <a:pathLst>
                  <a:path w="509" h="509">
                    <a:moveTo>
                      <a:pt x="57" y="0"/>
                    </a:moveTo>
                    <a:cubicBezTo>
                      <a:pt x="24" y="15"/>
                      <a:pt x="2" y="28"/>
                      <a:pt x="2" y="28"/>
                    </a:cubicBezTo>
                    <a:cubicBezTo>
                      <a:pt x="0" y="28"/>
                      <a:pt x="288" y="254"/>
                      <a:pt x="479" y="509"/>
                    </a:cubicBezTo>
                    <a:cubicBezTo>
                      <a:pt x="479" y="509"/>
                      <a:pt x="503" y="462"/>
                      <a:pt x="509" y="446"/>
                    </a:cubicBezTo>
                    <a:cubicBezTo>
                      <a:pt x="505" y="287"/>
                      <a:pt x="274" y="7"/>
                      <a:pt x="57" y="0"/>
                    </a:cubicBezTo>
                  </a:path>
                </a:pathLst>
              </a:custGeom>
              <a:solidFill>
                <a:schemeClr val="accent5">
                  <a:lumMod val="60000"/>
                  <a:lumOff val="40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14" name="Freeform 31">
                <a:extLst>
                  <a:ext uri="{FF2B5EF4-FFF2-40B4-BE49-F238E27FC236}">
                    <a16:creationId xmlns:a16="http://schemas.microsoft.com/office/drawing/2014/main" id="{0BDBF810-5B84-47EF-894F-A5023DD919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18250" y="1219200"/>
                <a:ext cx="1588" cy="158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C6C6C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15" name="Oval 32">
                <a:extLst>
                  <a:ext uri="{FF2B5EF4-FFF2-40B4-BE49-F238E27FC236}">
                    <a16:creationId xmlns:a16="http://schemas.microsoft.com/office/drawing/2014/main" id="{A24F46EC-551F-4F18-99A9-8FFC7632B8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8250" y="1220788"/>
                <a:ext cx="1588" cy="1588"/>
              </a:xfrm>
              <a:prstGeom prst="ellipse">
                <a:avLst/>
              </a:prstGeom>
              <a:solidFill>
                <a:srgbClr val="C6C6C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16" name="Freeform 33">
                <a:extLst>
                  <a:ext uri="{FF2B5EF4-FFF2-40B4-BE49-F238E27FC236}">
                    <a16:creationId xmlns:a16="http://schemas.microsoft.com/office/drawing/2014/main" id="{9C286AD9-39E0-469D-B2B4-57C4F31AC8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18250" y="1220788"/>
                <a:ext cx="1588" cy="158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2F2F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17" name="Oval 34">
                <a:extLst>
                  <a:ext uri="{FF2B5EF4-FFF2-40B4-BE49-F238E27FC236}">
                    <a16:creationId xmlns:a16="http://schemas.microsoft.com/office/drawing/2014/main" id="{9A97B21C-6A1D-4192-9F6B-C6C27CF851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8250" y="1220788"/>
                <a:ext cx="1588" cy="1588"/>
              </a:xfrm>
              <a:prstGeom prst="ellipse">
                <a:avLst/>
              </a:prstGeom>
              <a:solidFill>
                <a:srgbClr val="C6C6C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18" name="Freeform 35">
                <a:extLst>
                  <a:ext uri="{FF2B5EF4-FFF2-40B4-BE49-F238E27FC236}">
                    <a16:creationId xmlns:a16="http://schemas.microsoft.com/office/drawing/2014/main" id="{13ADB4C4-4443-45AC-B869-E8F267FFE3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18250" y="1220788"/>
                <a:ext cx="1588" cy="158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2F2F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19" name="Freeform 36">
                <a:extLst>
                  <a:ext uri="{FF2B5EF4-FFF2-40B4-BE49-F238E27FC236}">
                    <a16:creationId xmlns:a16="http://schemas.microsoft.com/office/drawing/2014/main" id="{D553842E-2A4C-4135-96F4-1F6A6F0C59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18250" y="1222375"/>
                <a:ext cx="1588" cy="158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C6C6C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20" name="Freeform 37">
                <a:extLst>
                  <a:ext uri="{FF2B5EF4-FFF2-40B4-BE49-F238E27FC236}">
                    <a16:creationId xmlns:a16="http://schemas.microsoft.com/office/drawing/2014/main" id="{2029CB0B-7233-40E8-8475-17FF85E161A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316662" y="1222375"/>
                <a:ext cx="4763" cy="11588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3" y="62"/>
                  </a:cxn>
                  <a:cxn ang="0">
                    <a:pos x="0" y="126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</a:cxnLst>
                <a:rect l="0" t="0" r="r" b="b"/>
                <a:pathLst>
                  <a:path w="4" h="126">
                    <a:moveTo>
                      <a:pt x="1" y="0"/>
                    </a:moveTo>
                    <a:cubicBezTo>
                      <a:pt x="2" y="20"/>
                      <a:pt x="3" y="41"/>
                      <a:pt x="3" y="62"/>
                    </a:cubicBezTo>
                    <a:cubicBezTo>
                      <a:pt x="3" y="83"/>
                      <a:pt x="2" y="104"/>
                      <a:pt x="0" y="126"/>
                    </a:cubicBezTo>
                    <a:cubicBezTo>
                      <a:pt x="4" y="83"/>
                      <a:pt x="4" y="41"/>
                      <a:pt x="1" y="0"/>
                    </a:cubicBezTo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F2F2F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21" name="Freeform 38">
                <a:extLst>
                  <a:ext uri="{FF2B5EF4-FFF2-40B4-BE49-F238E27FC236}">
                    <a16:creationId xmlns:a16="http://schemas.microsoft.com/office/drawing/2014/main" id="{AD9ACB5D-32EE-49D9-A9C8-80E399525D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16662" y="1211263"/>
                <a:ext cx="3175" cy="68263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0"/>
                  </a:cxn>
                  <a:cxn ang="0">
                    <a:pos x="1" y="1"/>
                  </a:cxn>
                  <a:cxn ang="0">
                    <a:pos x="4" y="74"/>
                  </a:cxn>
                  <a:cxn ang="0">
                    <a:pos x="2" y="12"/>
                  </a:cxn>
                  <a:cxn ang="0">
                    <a:pos x="2" y="12"/>
                  </a:cxn>
                  <a:cxn ang="0">
                    <a:pos x="2" y="12"/>
                  </a:cxn>
                  <a:cxn ang="0">
                    <a:pos x="2" y="12"/>
                  </a:cxn>
                  <a:cxn ang="0">
                    <a:pos x="2" y="12"/>
                  </a:cxn>
                  <a:cxn ang="0">
                    <a:pos x="2" y="11"/>
                  </a:cxn>
                  <a:cxn ang="0">
                    <a:pos x="2" y="11"/>
                  </a:cxn>
                  <a:cxn ang="0">
                    <a:pos x="2" y="11"/>
                  </a:cxn>
                  <a:cxn ang="0">
                    <a:pos x="2" y="11"/>
                  </a:cxn>
                  <a:cxn ang="0">
                    <a:pos x="2" y="11"/>
                  </a:cxn>
                  <a:cxn ang="0">
                    <a:pos x="2" y="11"/>
                  </a:cxn>
                  <a:cxn ang="0">
                    <a:pos x="2" y="11"/>
                  </a:cxn>
                  <a:cxn ang="0">
                    <a:pos x="2" y="11"/>
                  </a:cxn>
                  <a:cxn ang="0">
                    <a:pos x="2" y="11"/>
                  </a:cxn>
                  <a:cxn ang="0">
                    <a:pos x="2" y="11"/>
                  </a:cxn>
                  <a:cxn ang="0">
                    <a:pos x="2" y="11"/>
                  </a:cxn>
                  <a:cxn ang="0">
                    <a:pos x="2" y="11"/>
                  </a:cxn>
                  <a:cxn ang="0">
                    <a:pos x="2" y="10"/>
                  </a:cxn>
                  <a:cxn ang="0">
                    <a:pos x="2" y="10"/>
                  </a:cxn>
                  <a:cxn ang="0">
                    <a:pos x="2" y="10"/>
                  </a:cxn>
                  <a:cxn ang="0">
                    <a:pos x="2" y="10"/>
                  </a:cxn>
                  <a:cxn ang="0">
                    <a:pos x="1" y="0"/>
                  </a:cxn>
                  <a:cxn ang="0">
                    <a:pos x="1" y="0"/>
                  </a:cxn>
                </a:cxnLst>
                <a:rect l="0" t="0" r="r" b="b"/>
                <a:pathLst>
                  <a:path w="4" h="74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1" y="1"/>
                      <a:pt x="1" y="1"/>
                    </a:cubicBezTo>
                    <a:cubicBezTo>
                      <a:pt x="3" y="25"/>
                      <a:pt x="4" y="49"/>
                      <a:pt x="4" y="74"/>
                    </a:cubicBezTo>
                    <a:cubicBezTo>
                      <a:pt x="4" y="53"/>
                      <a:pt x="3" y="32"/>
                      <a:pt x="2" y="12"/>
                    </a:cubicBezTo>
                    <a:cubicBezTo>
                      <a:pt x="2" y="12"/>
                      <a:pt x="2" y="12"/>
                      <a:pt x="2" y="12"/>
                    </a:cubicBezTo>
                    <a:cubicBezTo>
                      <a:pt x="2" y="12"/>
                      <a:pt x="2" y="12"/>
                      <a:pt x="2" y="12"/>
                    </a:cubicBezTo>
                    <a:cubicBezTo>
                      <a:pt x="2" y="12"/>
                      <a:pt x="2" y="12"/>
                      <a:pt x="2" y="12"/>
                    </a:cubicBezTo>
                    <a:cubicBezTo>
                      <a:pt x="2" y="12"/>
                      <a:pt x="2" y="12"/>
                      <a:pt x="2" y="12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2" y="7"/>
                      <a:pt x="1" y="4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0926B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22" name="Freeform 40">
                <a:extLst>
                  <a:ext uri="{FF2B5EF4-FFF2-40B4-BE49-F238E27FC236}">
                    <a16:creationId xmlns:a16="http://schemas.microsoft.com/office/drawing/2014/main" id="{4507030F-EAC0-4C14-87F5-00280826CA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16662" y="1338263"/>
                <a:ext cx="1588" cy="158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2F2F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23" name="Freeform 41">
                <a:extLst>
                  <a:ext uri="{FF2B5EF4-FFF2-40B4-BE49-F238E27FC236}">
                    <a16:creationId xmlns:a16="http://schemas.microsoft.com/office/drawing/2014/main" id="{D2A476BE-B3DA-4F7E-94AE-452F9F4F6E0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175250" y="1797050"/>
                <a:ext cx="1001713" cy="893763"/>
              </a:xfrm>
              <a:custGeom>
                <a:avLst/>
                <a:gdLst/>
                <a:ahLst/>
                <a:cxnLst>
                  <a:cxn ang="0">
                    <a:pos x="72" y="943"/>
                  </a:cxn>
                  <a:cxn ang="0">
                    <a:pos x="0" y="970"/>
                  </a:cxn>
                  <a:cxn ang="0">
                    <a:pos x="0" y="970"/>
                  </a:cxn>
                  <a:cxn ang="0">
                    <a:pos x="72" y="943"/>
                  </a:cxn>
                  <a:cxn ang="0">
                    <a:pos x="72" y="943"/>
                  </a:cxn>
                  <a:cxn ang="0">
                    <a:pos x="1088" y="0"/>
                  </a:cxn>
                  <a:cxn ang="0">
                    <a:pos x="724" y="498"/>
                  </a:cxn>
                  <a:cxn ang="0">
                    <a:pos x="1088" y="0"/>
                  </a:cxn>
                  <a:cxn ang="0">
                    <a:pos x="1088" y="0"/>
                  </a:cxn>
                </a:cxnLst>
                <a:rect l="0" t="0" r="r" b="b"/>
                <a:pathLst>
                  <a:path w="1088" h="970">
                    <a:moveTo>
                      <a:pt x="72" y="943"/>
                    </a:moveTo>
                    <a:cubicBezTo>
                      <a:pt x="48" y="953"/>
                      <a:pt x="24" y="962"/>
                      <a:pt x="0" y="970"/>
                    </a:cubicBezTo>
                    <a:cubicBezTo>
                      <a:pt x="0" y="970"/>
                      <a:pt x="0" y="970"/>
                      <a:pt x="0" y="970"/>
                    </a:cubicBezTo>
                    <a:cubicBezTo>
                      <a:pt x="24" y="962"/>
                      <a:pt x="48" y="953"/>
                      <a:pt x="72" y="943"/>
                    </a:cubicBezTo>
                    <a:cubicBezTo>
                      <a:pt x="72" y="943"/>
                      <a:pt x="72" y="943"/>
                      <a:pt x="72" y="943"/>
                    </a:cubicBezTo>
                    <a:moveTo>
                      <a:pt x="1088" y="0"/>
                    </a:moveTo>
                    <a:cubicBezTo>
                      <a:pt x="1001" y="170"/>
                      <a:pt x="879" y="341"/>
                      <a:pt x="724" y="498"/>
                    </a:cubicBezTo>
                    <a:cubicBezTo>
                      <a:pt x="879" y="341"/>
                      <a:pt x="1001" y="170"/>
                      <a:pt x="1088" y="0"/>
                    </a:cubicBezTo>
                    <a:cubicBezTo>
                      <a:pt x="1088" y="0"/>
                      <a:pt x="1088" y="0"/>
                      <a:pt x="1088" y="0"/>
                    </a:cubicBezTo>
                  </a:path>
                </a:pathLst>
              </a:custGeom>
              <a:solidFill>
                <a:srgbClr val="C6C6C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24" name="Freeform 42">
                <a:extLst>
                  <a:ext uri="{FF2B5EF4-FFF2-40B4-BE49-F238E27FC236}">
                    <a16:creationId xmlns:a16="http://schemas.microsoft.com/office/drawing/2014/main" id="{D263101C-C0B5-4E3E-BDD2-B517D80067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41925" y="2493963"/>
                <a:ext cx="317500" cy="171450"/>
              </a:xfrm>
              <a:custGeom>
                <a:avLst/>
                <a:gdLst/>
                <a:ahLst/>
                <a:cxnLst>
                  <a:cxn ang="0">
                    <a:pos x="344" y="0"/>
                  </a:cxn>
                  <a:cxn ang="0">
                    <a:pos x="0" y="186"/>
                  </a:cxn>
                  <a:cxn ang="0">
                    <a:pos x="0" y="186"/>
                  </a:cxn>
                  <a:cxn ang="0">
                    <a:pos x="344" y="0"/>
                  </a:cxn>
                </a:cxnLst>
                <a:rect l="0" t="0" r="r" b="b"/>
                <a:pathLst>
                  <a:path w="344" h="186">
                    <a:moveTo>
                      <a:pt x="344" y="0"/>
                    </a:moveTo>
                    <a:cubicBezTo>
                      <a:pt x="230" y="79"/>
                      <a:pt x="114" y="141"/>
                      <a:pt x="0" y="186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114" y="141"/>
                      <a:pt x="230" y="79"/>
                      <a:pt x="344" y="0"/>
                    </a:cubicBezTo>
                  </a:path>
                </a:pathLst>
              </a:custGeom>
              <a:solidFill>
                <a:srgbClr val="04145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25" name="Freeform 14">
                <a:extLst>
                  <a:ext uri="{FF2B5EF4-FFF2-40B4-BE49-F238E27FC236}">
                    <a16:creationId xmlns:a16="http://schemas.microsoft.com/office/drawing/2014/main" id="{751F3C92-8127-4A3A-8452-03CB00F8DB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88023" y="1203327"/>
                <a:ext cx="541338" cy="539750"/>
              </a:xfrm>
              <a:custGeom>
                <a:avLst/>
                <a:gdLst/>
                <a:ahLst/>
                <a:cxnLst>
                  <a:cxn ang="0">
                    <a:pos x="0" y="142"/>
                  </a:cxn>
                  <a:cxn ang="0">
                    <a:pos x="233" y="357"/>
                  </a:cxn>
                  <a:cxn ang="0">
                    <a:pos x="452" y="587"/>
                  </a:cxn>
                  <a:cxn ang="0">
                    <a:pos x="573" y="12"/>
                  </a:cxn>
                  <a:cxn ang="0">
                    <a:pos x="0" y="142"/>
                  </a:cxn>
                </a:cxnLst>
                <a:rect l="0" t="0" r="r" b="b"/>
                <a:pathLst>
                  <a:path w="588" h="587">
                    <a:moveTo>
                      <a:pt x="0" y="142"/>
                    </a:moveTo>
                    <a:cubicBezTo>
                      <a:pt x="79" y="210"/>
                      <a:pt x="157" y="281"/>
                      <a:pt x="233" y="357"/>
                    </a:cubicBezTo>
                    <a:cubicBezTo>
                      <a:pt x="310" y="433"/>
                      <a:pt x="383" y="510"/>
                      <a:pt x="452" y="587"/>
                    </a:cubicBezTo>
                    <a:cubicBezTo>
                      <a:pt x="546" y="384"/>
                      <a:pt x="588" y="184"/>
                      <a:pt x="573" y="12"/>
                    </a:cubicBezTo>
                    <a:cubicBezTo>
                      <a:pt x="401" y="0"/>
                      <a:pt x="202" y="45"/>
                      <a:pt x="0" y="142"/>
                    </a:cubicBezTo>
                  </a:path>
                </a:pathLst>
              </a:custGeom>
              <a:solidFill>
                <a:schemeClr val="accent3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62" name="Group 461">
            <a:extLst>
              <a:ext uri="{FF2B5EF4-FFF2-40B4-BE49-F238E27FC236}">
                <a16:creationId xmlns:a16="http://schemas.microsoft.com/office/drawing/2014/main" id="{3A448690-DF82-45FC-A1C9-0EF1FD4AAC5E}"/>
              </a:ext>
            </a:extLst>
          </p:cNvPr>
          <p:cNvGrpSpPr/>
          <p:nvPr/>
        </p:nvGrpSpPr>
        <p:grpSpPr>
          <a:xfrm flipH="1">
            <a:off x="3147590" y="1389389"/>
            <a:ext cx="1580609" cy="1189924"/>
            <a:chOff x="604505" y="1981058"/>
            <a:chExt cx="3153719" cy="2374200"/>
          </a:xfrm>
        </p:grpSpPr>
        <p:grpSp>
          <p:nvGrpSpPr>
            <p:cNvPr id="183" name="Group 483">
              <a:extLst>
                <a:ext uri="{FF2B5EF4-FFF2-40B4-BE49-F238E27FC236}">
                  <a16:creationId xmlns:a16="http://schemas.microsoft.com/office/drawing/2014/main" id="{3433BEC2-2EE7-4D55-A557-3125665EB3F6}"/>
                </a:ext>
              </a:extLst>
            </p:cNvPr>
            <p:cNvGrpSpPr/>
            <p:nvPr/>
          </p:nvGrpSpPr>
          <p:grpSpPr>
            <a:xfrm rot="15155533" flipH="1">
              <a:off x="773232" y="1812331"/>
              <a:ext cx="2374200" cy="2711653"/>
              <a:chOff x="6326188" y="1654175"/>
              <a:chExt cx="2410644" cy="3082384"/>
            </a:xfrm>
            <a:solidFill>
              <a:schemeClr val="bg2">
                <a:lumMod val="75000"/>
              </a:schemeClr>
            </a:solidFill>
          </p:grpSpPr>
          <p:sp>
            <p:nvSpPr>
              <p:cNvPr id="265" name="Freeform 129">
                <a:extLst>
                  <a:ext uri="{FF2B5EF4-FFF2-40B4-BE49-F238E27FC236}">
                    <a16:creationId xmlns:a16="http://schemas.microsoft.com/office/drawing/2014/main" id="{5F266785-56C6-413D-8BE6-AEFCE646D4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27988" y="1720850"/>
                <a:ext cx="3175" cy="158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1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66" name="Freeform 130">
                <a:extLst>
                  <a:ext uri="{FF2B5EF4-FFF2-40B4-BE49-F238E27FC236}">
                    <a16:creationId xmlns:a16="http://schemas.microsoft.com/office/drawing/2014/main" id="{CF241F81-5510-4113-AE33-70627163D3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24775" y="1841500"/>
                <a:ext cx="3175" cy="3175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1" y="0"/>
                  </a:cxn>
                  <a:cxn ang="0">
                    <a:pos x="0" y="1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67" name="Freeform 131">
                <a:extLst>
                  <a:ext uri="{FF2B5EF4-FFF2-40B4-BE49-F238E27FC236}">
                    <a16:creationId xmlns:a16="http://schemas.microsoft.com/office/drawing/2014/main" id="{3E786861-0A3F-47D5-A2CD-BC176E55FB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18488" y="1671638"/>
                <a:ext cx="12700" cy="1588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1"/>
                  </a:cxn>
                  <a:cxn ang="0">
                    <a:pos x="5" y="0"/>
                  </a:cxn>
                  <a:cxn ang="0">
                    <a:pos x="0" y="1"/>
                  </a:cxn>
                </a:cxnLst>
                <a:rect l="0" t="0" r="r" b="b"/>
                <a:pathLst>
                  <a:path w="5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5" y="0"/>
                      <a:pt x="5" y="0"/>
                      <a:pt x="5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68" name="Freeform 132">
                <a:extLst>
                  <a:ext uri="{FF2B5EF4-FFF2-40B4-BE49-F238E27FC236}">
                    <a16:creationId xmlns:a16="http://schemas.microsoft.com/office/drawing/2014/main" id="{D2F10327-2704-4093-8702-1BF894315C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69150" y="2263775"/>
                <a:ext cx="3175" cy="3175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1" y="0"/>
                  </a:cxn>
                  <a:cxn ang="0">
                    <a:pos x="0" y="1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69" name="Freeform 133">
                <a:extLst>
                  <a:ext uri="{FF2B5EF4-FFF2-40B4-BE49-F238E27FC236}">
                    <a16:creationId xmlns:a16="http://schemas.microsoft.com/office/drawing/2014/main" id="{E67BDE54-574C-4CF3-A61B-16EBD5C89E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80300" y="1995488"/>
                <a:ext cx="4762" cy="4763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2"/>
                  </a:cxn>
                  <a:cxn ang="0">
                    <a:pos x="2" y="0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cubicBezTo>
                      <a:pt x="1" y="0"/>
                      <a:pt x="1" y="1"/>
                      <a:pt x="0" y="2"/>
                    </a:cubicBezTo>
                    <a:cubicBezTo>
                      <a:pt x="1" y="1"/>
                      <a:pt x="2" y="0"/>
                      <a:pt x="2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70" name="Freeform 134">
                <a:extLst>
                  <a:ext uri="{FF2B5EF4-FFF2-40B4-BE49-F238E27FC236}">
                    <a16:creationId xmlns:a16="http://schemas.microsoft.com/office/drawing/2014/main" id="{1AFFE912-FCA8-4579-BB4B-B8808AC65C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18500" y="1681163"/>
                <a:ext cx="7937" cy="158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0"/>
                  </a:cxn>
                  <a:cxn ang="0">
                    <a:pos x="3" y="0"/>
                  </a:cxn>
                </a:cxnLst>
                <a:rect l="0" t="0" r="r" b="b"/>
                <a:pathLst>
                  <a:path w="3">
                    <a:moveTo>
                      <a:pt x="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0"/>
                      <a:pt x="3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71" name="Freeform 135">
                <a:extLst>
                  <a:ext uri="{FF2B5EF4-FFF2-40B4-BE49-F238E27FC236}">
                    <a16:creationId xmlns:a16="http://schemas.microsoft.com/office/drawing/2014/main" id="{6BF2B47A-2EF9-41F4-8F02-0739212059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16938" y="1655763"/>
                <a:ext cx="1587" cy="158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72" name="Freeform 136">
                <a:extLst>
                  <a:ext uri="{FF2B5EF4-FFF2-40B4-BE49-F238E27FC236}">
                    <a16:creationId xmlns:a16="http://schemas.microsoft.com/office/drawing/2014/main" id="{F4367F4F-C1C8-415D-8933-08F826CD33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34388" y="1654175"/>
                <a:ext cx="7937" cy="158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0"/>
                  </a:cxn>
                  <a:cxn ang="0">
                    <a:pos x="3" y="0"/>
                  </a:cxn>
                </a:cxnLst>
                <a:rect l="0" t="0" r="r" b="b"/>
                <a:pathLst>
                  <a:path w="3">
                    <a:moveTo>
                      <a:pt x="3" y="0"/>
                    </a:moveTo>
                    <a:cubicBezTo>
                      <a:pt x="2" y="0"/>
                      <a:pt x="1" y="0"/>
                      <a:pt x="0" y="0"/>
                    </a:cubicBezTo>
                    <a:cubicBezTo>
                      <a:pt x="1" y="0"/>
                      <a:pt x="3" y="0"/>
                      <a:pt x="3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73" name="Freeform 137">
                <a:extLst>
                  <a:ext uri="{FF2B5EF4-FFF2-40B4-BE49-F238E27FC236}">
                    <a16:creationId xmlns:a16="http://schemas.microsoft.com/office/drawing/2014/main" id="{171D25E7-E027-41CB-8A37-14A9BFB962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32800" y="1654175"/>
                <a:ext cx="1587" cy="158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" y="0"/>
                  </a:cxn>
                  <a:cxn ang="0">
                    <a:pos x="0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74" name="Freeform 138">
                <a:extLst>
                  <a:ext uri="{FF2B5EF4-FFF2-40B4-BE49-F238E27FC236}">
                    <a16:creationId xmlns:a16="http://schemas.microsoft.com/office/drawing/2014/main" id="{024A8F4B-DEED-4169-B729-79E716717A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26188" y="4597400"/>
                <a:ext cx="3175" cy="1746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" y="7"/>
                  </a:cxn>
                  <a:cxn ang="0">
                    <a:pos x="0" y="0"/>
                  </a:cxn>
                </a:cxnLst>
                <a:rect l="0" t="0" r="r" b="b"/>
                <a:pathLst>
                  <a:path w="1" h="7">
                    <a:moveTo>
                      <a:pt x="0" y="0"/>
                    </a:moveTo>
                    <a:cubicBezTo>
                      <a:pt x="0" y="3"/>
                      <a:pt x="0" y="5"/>
                      <a:pt x="1" y="7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75" name="Freeform 139">
                <a:extLst>
                  <a:ext uri="{FF2B5EF4-FFF2-40B4-BE49-F238E27FC236}">
                    <a16:creationId xmlns:a16="http://schemas.microsoft.com/office/drawing/2014/main" id="{6F2F8244-C8B4-4977-A618-7B7FD9A081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89738" y="2773363"/>
                <a:ext cx="3175" cy="1588"/>
              </a:xfrm>
              <a:custGeom>
                <a:avLst/>
                <a:gdLst/>
                <a:ahLst/>
                <a:cxnLst>
                  <a:cxn ang="0">
                    <a:pos x="1" y="1"/>
                  </a:cxn>
                  <a:cxn ang="0">
                    <a:pos x="1" y="0"/>
                  </a:cxn>
                  <a:cxn ang="0">
                    <a:pos x="1" y="1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1"/>
                      <a:pt x="0" y="1"/>
                      <a:pt x="1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76" name="Freeform 140">
                <a:extLst>
                  <a:ext uri="{FF2B5EF4-FFF2-40B4-BE49-F238E27FC236}">
                    <a16:creationId xmlns:a16="http://schemas.microsoft.com/office/drawing/2014/main" id="{EBAB30DD-106F-474C-8178-7533ECF7F9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42063" y="4603750"/>
                <a:ext cx="1587" cy="476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"/>
                  </a:cxn>
                  <a:cxn ang="0">
                    <a:pos x="0" y="0"/>
                  </a:cxn>
                </a:cxnLst>
                <a:rect l="0" t="0" r="r" b="b"/>
                <a:pathLst>
                  <a:path h="2">
                    <a:moveTo>
                      <a:pt x="0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77" name="Freeform 141">
                <a:extLst>
                  <a:ext uri="{FF2B5EF4-FFF2-40B4-BE49-F238E27FC236}">
                    <a16:creationId xmlns:a16="http://schemas.microsoft.com/office/drawing/2014/main" id="{4C96554A-566C-49D5-B287-B5E80C35E9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07375" y="1704975"/>
                <a:ext cx="17462" cy="6350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0" y="2"/>
                  </a:cxn>
                  <a:cxn ang="0">
                    <a:pos x="7" y="0"/>
                  </a:cxn>
                </a:cxnLst>
                <a:rect l="0" t="0" r="r" b="b"/>
                <a:pathLst>
                  <a:path w="7" h="2">
                    <a:moveTo>
                      <a:pt x="7" y="0"/>
                    </a:moveTo>
                    <a:cubicBezTo>
                      <a:pt x="5" y="1"/>
                      <a:pt x="0" y="1"/>
                      <a:pt x="0" y="2"/>
                    </a:cubicBezTo>
                    <a:cubicBezTo>
                      <a:pt x="3" y="1"/>
                      <a:pt x="6" y="1"/>
                      <a:pt x="7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78" name="Freeform 142">
                <a:extLst>
                  <a:ext uri="{FF2B5EF4-FFF2-40B4-BE49-F238E27FC236}">
                    <a16:creationId xmlns:a16="http://schemas.microsoft.com/office/drawing/2014/main" id="{EB320215-5305-41FD-B8EB-40A690F1CC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88150" y="2924175"/>
                <a:ext cx="1587" cy="476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"/>
                  </a:cxn>
                  <a:cxn ang="0">
                    <a:pos x="0" y="0"/>
                  </a:cxn>
                </a:cxnLst>
                <a:rect l="0" t="0" r="r" b="b"/>
                <a:pathLst>
                  <a:path h="2">
                    <a:moveTo>
                      <a:pt x="0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79" name="Freeform 143">
                <a:extLst>
                  <a:ext uri="{FF2B5EF4-FFF2-40B4-BE49-F238E27FC236}">
                    <a16:creationId xmlns:a16="http://schemas.microsoft.com/office/drawing/2014/main" id="{4CB0DF98-CF30-4778-B074-A720F80187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42063" y="4602163"/>
                <a:ext cx="1587" cy="1588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1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80" name="Rectangle 144">
                <a:extLst>
                  <a:ext uri="{FF2B5EF4-FFF2-40B4-BE49-F238E27FC236}">
                    <a16:creationId xmlns:a16="http://schemas.microsoft.com/office/drawing/2014/main" id="{071D396F-D3BE-414C-B021-27E5553F0A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18275" y="3373438"/>
                <a:ext cx="1587" cy="1588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81" name="Freeform 145">
                <a:extLst>
                  <a:ext uri="{FF2B5EF4-FFF2-40B4-BE49-F238E27FC236}">
                    <a16:creationId xmlns:a16="http://schemas.microsoft.com/office/drawing/2014/main" id="{37E482D7-129E-4E69-AD27-256CCDC3B7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05575" y="3398838"/>
                <a:ext cx="1587" cy="6350"/>
              </a:xfrm>
              <a:custGeom>
                <a:avLst/>
                <a:gdLst/>
                <a:ahLst/>
                <a:cxnLst>
                  <a:cxn ang="0">
                    <a:pos x="0" y="3"/>
                  </a:cxn>
                  <a:cxn ang="0">
                    <a:pos x="0" y="0"/>
                  </a:cxn>
                  <a:cxn ang="0">
                    <a:pos x="0" y="3"/>
                  </a:cxn>
                </a:cxnLst>
                <a:rect l="0" t="0" r="r" b="b"/>
                <a:pathLst>
                  <a:path h="3">
                    <a:moveTo>
                      <a:pt x="0" y="3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"/>
                      <a:pt x="0" y="3"/>
                      <a:pt x="0" y="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82" name="Freeform 146">
                <a:extLst>
                  <a:ext uri="{FF2B5EF4-FFF2-40B4-BE49-F238E27FC236}">
                    <a16:creationId xmlns:a16="http://schemas.microsoft.com/office/drawing/2014/main" id="{B91F5BBB-AB23-4EED-A35B-D15C69D4D2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29363" y="4614863"/>
                <a:ext cx="1587" cy="635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3"/>
                  </a:cxn>
                  <a:cxn ang="0">
                    <a:pos x="0" y="0"/>
                  </a:cxn>
                </a:cxnLst>
                <a:rect l="0" t="0" r="r" b="b"/>
                <a:pathLst>
                  <a:path h="3">
                    <a:moveTo>
                      <a:pt x="0" y="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83" name="Freeform 147">
                <a:extLst>
                  <a:ext uri="{FF2B5EF4-FFF2-40B4-BE49-F238E27FC236}">
                    <a16:creationId xmlns:a16="http://schemas.microsoft.com/office/drawing/2014/main" id="{CB3A28C0-115A-4170-8F93-DB9F3F2BB3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05563" y="3765550"/>
                <a:ext cx="3175" cy="4763"/>
              </a:xfrm>
              <a:custGeom>
                <a:avLst/>
                <a:gdLst/>
                <a:ahLst/>
                <a:cxnLst>
                  <a:cxn ang="0">
                    <a:pos x="0" y="2"/>
                  </a:cxn>
                  <a:cxn ang="0">
                    <a:pos x="1" y="0"/>
                  </a:cxn>
                  <a:cxn ang="0">
                    <a:pos x="0" y="2"/>
                  </a:cxn>
                </a:cxnLst>
                <a:rect l="0" t="0" r="r" b="b"/>
                <a:pathLst>
                  <a:path w="1" h="2">
                    <a:moveTo>
                      <a:pt x="0" y="2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1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84" name="Freeform 148">
                <a:extLst>
                  <a:ext uri="{FF2B5EF4-FFF2-40B4-BE49-F238E27FC236}">
                    <a16:creationId xmlns:a16="http://schemas.microsoft.com/office/drawing/2014/main" id="{E5284688-FAFB-4F47-A075-B6F99D469E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7288" y="1978025"/>
                <a:ext cx="3175" cy="3175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1" y="0"/>
                  </a:cxn>
                  <a:cxn ang="0">
                    <a:pos x="0" y="1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1"/>
                      <a:pt x="1" y="0"/>
                    </a:cubicBezTo>
                    <a:cubicBezTo>
                      <a:pt x="1" y="0"/>
                      <a:pt x="1" y="0"/>
                      <a:pt x="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85" name="Freeform 149">
                <a:extLst>
                  <a:ext uri="{FF2B5EF4-FFF2-40B4-BE49-F238E27FC236}">
                    <a16:creationId xmlns:a16="http://schemas.microsoft.com/office/drawing/2014/main" id="{7AC1416E-C71B-4667-B13D-16D37CDF0C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35838" y="2182813"/>
                <a:ext cx="3175" cy="158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1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86" name="Freeform 150">
                <a:extLst>
                  <a:ext uri="{FF2B5EF4-FFF2-40B4-BE49-F238E27FC236}">
                    <a16:creationId xmlns:a16="http://schemas.microsoft.com/office/drawing/2014/main" id="{881CC692-04BC-4631-9F93-27CED0CCBC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39013" y="2171700"/>
                <a:ext cx="6350" cy="11113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4"/>
                  </a:cxn>
                  <a:cxn ang="0">
                    <a:pos x="3" y="0"/>
                  </a:cxn>
                </a:cxnLst>
                <a:rect l="0" t="0" r="r" b="b"/>
                <a:pathLst>
                  <a:path w="3" h="4">
                    <a:moveTo>
                      <a:pt x="3" y="0"/>
                    </a:moveTo>
                    <a:cubicBezTo>
                      <a:pt x="2" y="1"/>
                      <a:pt x="0" y="3"/>
                      <a:pt x="0" y="4"/>
                    </a:cubicBezTo>
                    <a:cubicBezTo>
                      <a:pt x="1" y="3"/>
                      <a:pt x="2" y="2"/>
                      <a:pt x="3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87" name="Freeform 151">
                <a:extLst>
                  <a:ext uri="{FF2B5EF4-FFF2-40B4-BE49-F238E27FC236}">
                    <a16:creationId xmlns:a16="http://schemas.microsoft.com/office/drawing/2014/main" id="{5DD52A91-40C0-4FEA-95EA-D6488DD624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16788" y="2200275"/>
                <a:ext cx="1587" cy="1588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0"/>
                  </a:cxn>
                  <a:cxn ang="0">
                    <a:pos x="0" y="1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88" name="Freeform 152">
                <a:extLst>
                  <a:ext uri="{FF2B5EF4-FFF2-40B4-BE49-F238E27FC236}">
                    <a16:creationId xmlns:a16="http://schemas.microsoft.com/office/drawing/2014/main" id="{149503B9-204E-4FEF-B4F0-87A532AF69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26338" y="2028825"/>
                <a:ext cx="1587" cy="158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89" name="Freeform 153">
                <a:extLst>
                  <a:ext uri="{FF2B5EF4-FFF2-40B4-BE49-F238E27FC236}">
                    <a16:creationId xmlns:a16="http://schemas.microsoft.com/office/drawing/2014/main" id="{2F756D1F-7357-4196-A1AA-4F654F08FE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81888" y="2063750"/>
                <a:ext cx="3175" cy="158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0"/>
                  </a:cxn>
                  <a:cxn ang="0">
                    <a:pos x="1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90" name="Freeform 154">
                <a:extLst>
                  <a:ext uri="{FF2B5EF4-FFF2-40B4-BE49-F238E27FC236}">
                    <a16:creationId xmlns:a16="http://schemas.microsoft.com/office/drawing/2014/main" id="{718E1D8D-DF81-4DA0-B7EC-08DC12CFAE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21538" y="2301875"/>
                <a:ext cx="1587" cy="158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91" name="Freeform 155">
                <a:extLst>
                  <a:ext uri="{FF2B5EF4-FFF2-40B4-BE49-F238E27FC236}">
                    <a16:creationId xmlns:a16="http://schemas.microsoft.com/office/drawing/2014/main" id="{20E331CE-1EA5-461C-90D1-6862591B79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71470" y="1748884"/>
                <a:ext cx="2265362" cy="2987675"/>
              </a:xfrm>
              <a:custGeom>
                <a:avLst/>
                <a:gdLst/>
                <a:ahLst/>
                <a:cxnLst>
                  <a:cxn ang="0">
                    <a:pos x="295" y="351"/>
                  </a:cxn>
                  <a:cxn ang="0">
                    <a:pos x="339" y="296"/>
                  </a:cxn>
                  <a:cxn ang="0">
                    <a:pos x="362" y="265"/>
                  </a:cxn>
                  <a:cxn ang="0">
                    <a:pos x="377" y="249"/>
                  </a:cxn>
                  <a:cxn ang="0">
                    <a:pos x="403" y="224"/>
                  </a:cxn>
                  <a:cxn ang="0">
                    <a:pos x="411" y="216"/>
                  </a:cxn>
                  <a:cxn ang="0">
                    <a:pos x="427" y="202"/>
                  </a:cxn>
                  <a:cxn ang="0">
                    <a:pos x="458" y="180"/>
                  </a:cxn>
                  <a:cxn ang="0">
                    <a:pos x="477" y="162"/>
                  </a:cxn>
                  <a:cxn ang="0">
                    <a:pos x="512" y="134"/>
                  </a:cxn>
                  <a:cxn ang="0">
                    <a:pos x="530" y="124"/>
                  </a:cxn>
                  <a:cxn ang="0">
                    <a:pos x="558" y="106"/>
                  </a:cxn>
                  <a:cxn ang="0">
                    <a:pos x="583" y="94"/>
                  </a:cxn>
                  <a:cxn ang="0">
                    <a:pos x="620" y="71"/>
                  </a:cxn>
                  <a:cxn ang="0">
                    <a:pos x="662" y="54"/>
                  </a:cxn>
                  <a:cxn ang="0">
                    <a:pos x="704" y="40"/>
                  </a:cxn>
                  <a:cxn ang="0">
                    <a:pos x="735" y="30"/>
                  </a:cxn>
                  <a:cxn ang="0">
                    <a:pos x="758" y="25"/>
                  </a:cxn>
                  <a:cxn ang="0">
                    <a:pos x="759" y="26"/>
                  </a:cxn>
                  <a:cxn ang="0">
                    <a:pos x="785" y="19"/>
                  </a:cxn>
                  <a:cxn ang="0">
                    <a:pos x="800" y="15"/>
                  </a:cxn>
                  <a:cxn ang="0">
                    <a:pos x="820" y="12"/>
                  </a:cxn>
                  <a:cxn ang="0">
                    <a:pos x="870" y="10"/>
                  </a:cxn>
                  <a:cxn ang="0">
                    <a:pos x="906" y="8"/>
                  </a:cxn>
                  <a:cxn ang="0">
                    <a:pos x="880" y="2"/>
                  </a:cxn>
                  <a:cxn ang="0">
                    <a:pos x="860" y="3"/>
                  </a:cxn>
                  <a:cxn ang="0">
                    <a:pos x="836" y="3"/>
                  </a:cxn>
                  <a:cxn ang="0">
                    <a:pos x="793" y="6"/>
                  </a:cxn>
                  <a:cxn ang="0">
                    <a:pos x="772" y="11"/>
                  </a:cxn>
                  <a:cxn ang="0">
                    <a:pos x="753" y="14"/>
                  </a:cxn>
                  <a:cxn ang="0">
                    <a:pos x="685" y="33"/>
                  </a:cxn>
                  <a:cxn ang="0">
                    <a:pos x="652" y="43"/>
                  </a:cxn>
                  <a:cxn ang="0">
                    <a:pos x="635" y="50"/>
                  </a:cxn>
                  <a:cxn ang="0">
                    <a:pos x="605" y="64"/>
                  </a:cxn>
                  <a:cxn ang="0">
                    <a:pos x="569" y="81"/>
                  </a:cxn>
                  <a:cxn ang="0">
                    <a:pos x="547" y="90"/>
                  </a:cxn>
                  <a:cxn ang="0">
                    <a:pos x="500" y="120"/>
                  </a:cxn>
                  <a:cxn ang="0">
                    <a:pos x="454" y="152"/>
                  </a:cxn>
                  <a:cxn ang="0">
                    <a:pos x="418" y="183"/>
                  </a:cxn>
                  <a:cxn ang="0">
                    <a:pos x="399" y="199"/>
                  </a:cxn>
                  <a:cxn ang="0">
                    <a:pos x="372" y="223"/>
                  </a:cxn>
                  <a:cxn ang="0">
                    <a:pos x="333" y="260"/>
                  </a:cxn>
                  <a:cxn ang="0">
                    <a:pos x="303" y="297"/>
                  </a:cxn>
                  <a:cxn ang="0">
                    <a:pos x="252" y="360"/>
                  </a:cxn>
                  <a:cxn ang="0">
                    <a:pos x="200" y="442"/>
                  </a:cxn>
                  <a:cxn ang="0">
                    <a:pos x="184" y="468"/>
                  </a:cxn>
                  <a:cxn ang="0">
                    <a:pos x="168" y="498"/>
                  </a:cxn>
                  <a:cxn ang="0">
                    <a:pos x="143" y="549"/>
                  </a:cxn>
                  <a:cxn ang="0">
                    <a:pos x="99" y="648"/>
                  </a:cxn>
                  <a:cxn ang="0">
                    <a:pos x="68" y="741"/>
                  </a:cxn>
                  <a:cxn ang="0">
                    <a:pos x="38" y="844"/>
                  </a:cxn>
                  <a:cxn ang="0">
                    <a:pos x="0" y="1116"/>
                  </a:cxn>
                  <a:cxn ang="0">
                    <a:pos x="9" y="1197"/>
                  </a:cxn>
                  <a:cxn ang="0">
                    <a:pos x="11" y="1180"/>
                  </a:cxn>
                  <a:cxn ang="0">
                    <a:pos x="15" y="1154"/>
                  </a:cxn>
                  <a:cxn ang="0">
                    <a:pos x="18" y="1114"/>
                  </a:cxn>
                  <a:cxn ang="0">
                    <a:pos x="40" y="988"/>
                  </a:cxn>
                  <a:cxn ang="0">
                    <a:pos x="89" y="767"/>
                  </a:cxn>
                  <a:cxn ang="0">
                    <a:pos x="117" y="681"/>
                  </a:cxn>
                  <a:cxn ang="0">
                    <a:pos x="157" y="582"/>
                  </a:cxn>
                  <a:cxn ang="0">
                    <a:pos x="164" y="564"/>
                  </a:cxn>
                  <a:cxn ang="0">
                    <a:pos x="193" y="510"/>
                  </a:cxn>
                  <a:cxn ang="0">
                    <a:pos x="216" y="471"/>
                  </a:cxn>
                </a:cxnLst>
                <a:rect l="0" t="0" r="r" b="b"/>
                <a:pathLst>
                  <a:path w="913" h="1204">
                    <a:moveTo>
                      <a:pt x="243" y="429"/>
                    </a:moveTo>
                    <a:cubicBezTo>
                      <a:pt x="254" y="411"/>
                      <a:pt x="268" y="388"/>
                      <a:pt x="280" y="372"/>
                    </a:cubicBezTo>
                    <a:cubicBezTo>
                      <a:pt x="282" y="368"/>
                      <a:pt x="286" y="362"/>
                      <a:pt x="289" y="357"/>
                    </a:cubicBezTo>
                    <a:cubicBezTo>
                      <a:pt x="291" y="358"/>
                      <a:pt x="291" y="358"/>
                      <a:pt x="291" y="358"/>
                    </a:cubicBezTo>
                    <a:cubicBezTo>
                      <a:pt x="294" y="353"/>
                      <a:pt x="294" y="353"/>
                      <a:pt x="294" y="353"/>
                    </a:cubicBezTo>
                    <a:cubicBezTo>
                      <a:pt x="296" y="351"/>
                      <a:pt x="292" y="356"/>
                      <a:pt x="295" y="354"/>
                    </a:cubicBezTo>
                    <a:cubicBezTo>
                      <a:pt x="295" y="351"/>
                      <a:pt x="295" y="351"/>
                      <a:pt x="295" y="351"/>
                    </a:cubicBezTo>
                    <a:cubicBezTo>
                      <a:pt x="296" y="351"/>
                      <a:pt x="304" y="341"/>
                      <a:pt x="299" y="349"/>
                    </a:cubicBezTo>
                    <a:cubicBezTo>
                      <a:pt x="304" y="343"/>
                      <a:pt x="308" y="338"/>
                      <a:pt x="313" y="332"/>
                    </a:cubicBezTo>
                    <a:cubicBezTo>
                      <a:pt x="316" y="329"/>
                      <a:pt x="313" y="329"/>
                      <a:pt x="317" y="325"/>
                    </a:cubicBezTo>
                    <a:cubicBezTo>
                      <a:pt x="318" y="325"/>
                      <a:pt x="316" y="327"/>
                      <a:pt x="317" y="327"/>
                    </a:cubicBezTo>
                    <a:cubicBezTo>
                      <a:pt x="328" y="316"/>
                      <a:pt x="325" y="311"/>
                      <a:pt x="335" y="300"/>
                    </a:cubicBezTo>
                    <a:cubicBezTo>
                      <a:pt x="334" y="301"/>
                      <a:pt x="334" y="301"/>
                      <a:pt x="334" y="301"/>
                    </a:cubicBezTo>
                    <a:cubicBezTo>
                      <a:pt x="336" y="299"/>
                      <a:pt x="339" y="296"/>
                      <a:pt x="339" y="296"/>
                    </a:cubicBezTo>
                    <a:cubicBezTo>
                      <a:pt x="336" y="296"/>
                      <a:pt x="338" y="298"/>
                      <a:pt x="334" y="301"/>
                    </a:cubicBezTo>
                    <a:cubicBezTo>
                      <a:pt x="333" y="299"/>
                      <a:pt x="337" y="296"/>
                      <a:pt x="336" y="295"/>
                    </a:cubicBezTo>
                    <a:cubicBezTo>
                      <a:pt x="338" y="293"/>
                      <a:pt x="339" y="291"/>
                      <a:pt x="341" y="289"/>
                    </a:cubicBezTo>
                    <a:cubicBezTo>
                      <a:pt x="345" y="286"/>
                      <a:pt x="349" y="280"/>
                      <a:pt x="353" y="278"/>
                    </a:cubicBezTo>
                    <a:cubicBezTo>
                      <a:pt x="354" y="276"/>
                      <a:pt x="355" y="273"/>
                      <a:pt x="358" y="269"/>
                    </a:cubicBezTo>
                    <a:cubicBezTo>
                      <a:pt x="362" y="267"/>
                      <a:pt x="359" y="270"/>
                      <a:pt x="363" y="267"/>
                    </a:cubicBezTo>
                    <a:cubicBezTo>
                      <a:pt x="362" y="265"/>
                      <a:pt x="362" y="265"/>
                      <a:pt x="362" y="265"/>
                    </a:cubicBezTo>
                    <a:cubicBezTo>
                      <a:pt x="365" y="262"/>
                      <a:pt x="365" y="263"/>
                      <a:pt x="365" y="264"/>
                    </a:cubicBezTo>
                    <a:cubicBezTo>
                      <a:pt x="369" y="260"/>
                      <a:pt x="367" y="260"/>
                      <a:pt x="371" y="256"/>
                    </a:cubicBezTo>
                    <a:cubicBezTo>
                      <a:pt x="370" y="259"/>
                      <a:pt x="370" y="259"/>
                      <a:pt x="370" y="259"/>
                    </a:cubicBezTo>
                    <a:cubicBezTo>
                      <a:pt x="373" y="256"/>
                      <a:pt x="374" y="255"/>
                      <a:pt x="378" y="251"/>
                    </a:cubicBezTo>
                    <a:cubicBezTo>
                      <a:pt x="378" y="251"/>
                      <a:pt x="377" y="253"/>
                      <a:pt x="375" y="254"/>
                    </a:cubicBezTo>
                    <a:cubicBezTo>
                      <a:pt x="379" y="253"/>
                      <a:pt x="379" y="250"/>
                      <a:pt x="380" y="248"/>
                    </a:cubicBezTo>
                    <a:cubicBezTo>
                      <a:pt x="379" y="249"/>
                      <a:pt x="376" y="251"/>
                      <a:pt x="377" y="249"/>
                    </a:cubicBezTo>
                    <a:cubicBezTo>
                      <a:pt x="379" y="247"/>
                      <a:pt x="381" y="244"/>
                      <a:pt x="383" y="243"/>
                    </a:cubicBezTo>
                    <a:cubicBezTo>
                      <a:pt x="381" y="246"/>
                      <a:pt x="381" y="246"/>
                      <a:pt x="381" y="246"/>
                    </a:cubicBezTo>
                    <a:cubicBezTo>
                      <a:pt x="385" y="241"/>
                      <a:pt x="383" y="243"/>
                      <a:pt x="388" y="238"/>
                    </a:cubicBezTo>
                    <a:cubicBezTo>
                      <a:pt x="388" y="239"/>
                      <a:pt x="388" y="239"/>
                      <a:pt x="388" y="239"/>
                    </a:cubicBezTo>
                    <a:cubicBezTo>
                      <a:pt x="390" y="235"/>
                      <a:pt x="395" y="232"/>
                      <a:pt x="400" y="227"/>
                    </a:cubicBezTo>
                    <a:cubicBezTo>
                      <a:pt x="399" y="228"/>
                      <a:pt x="399" y="228"/>
                      <a:pt x="399" y="228"/>
                    </a:cubicBezTo>
                    <a:cubicBezTo>
                      <a:pt x="401" y="226"/>
                      <a:pt x="402" y="225"/>
                      <a:pt x="403" y="224"/>
                    </a:cubicBezTo>
                    <a:cubicBezTo>
                      <a:pt x="399" y="226"/>
                      <a:pt x="400" y="225"/>
                      <a:pt x="399" y="224"/>
                    </a:cubicBezTo>
                    <a:cubicBezTo>
                      <a:pt x="404" y="222"/>
                      <a:pt x="403" y="218"/>
                      <a:pt x="410" y="213"/>
                    </a:cubicBezTo>
                    <a:cubicBezTo>
                      <a:pt x="410" y="214"/>
                      <a:pt x="409" y="216"/>
                      <a:pt x="407" y="217"/>
                    </a:cubicBezTo>
                    <a:cubicBezTo>
                      <a:pt x="406" y="220"/>
                      <a:pt x="407" y="221"/>
                      <a:pt x="404" y="225"/>
                    </a:cubicBezTo>
                    <a:cubicBezTo>
                      <a:pt x="406" y="223"/>
                      <a:pt x="408" y="220"/>
                      <a:pt x="408" y="221"/>
                    </a:cubicBezTo>
                    <a:cubicBezTo>
                      <a:pt x="408" y="219"/>
                      <a:pt x="408" y="219"/>
                      <a:pt x="408" y="219"/>
                    </a:cubicBezTo>
                    <a:cubicBezTo>
                      <a:pt x="409" y="218"/>
                      <a:pt x="410" y="217"/>
                      <a:pt x="411" y="216"/>
                    </a:cubicBezTo>
                    <a:cubicBezTo>
                      <a:pt x="411" y="215"/>
                      <a:pt x="408" y="217"/>
                      <a:pt x="410" y="214"/>
                    </a:cubicBezTo>
                    <a:cubicBezTo>
                      <a:pt x="414" y="210"/>
                      <a:pt x="413" y="213"/>
                      <a:pt x="413" y="212"/>
                    </a:cubicBezTo>
                    <a:cubicBezTo>
                      <a:pt x="418" y="208"/>
                      <a:pt x="414" y="209"/>
                      <a:pt x="419" y="205"/>
                    </a:cubicBezTo>
                    <a:cubicBezTo>
                      <a:pt x="419" y="206"/>
                      <a:pt x="418" y="207"/>
                      <a:pt x="418" y="207"/>
                    </a:cubicBezTo>
                    <a:cubicBezTo>
                      <a:pt x="422" y="205"/>
                      <a:pt x="426" y="200"/>
                      <a:pt x="428" y="200"/>
                    </a:cubicBezTo>
                    <a:cubicBezTo>
                      <a:pt x="428" y="201"/>
                      <a:pt x="428" y="201"/>
                      <a:pt x="427" y="202"/>
                    </a:cubicBezTo>
                    <a:cubicBezTo>
                      <a:pt x="427" y="202"/>
                      <a:pt x="427" y="202"/>
                      <a:pt x="427" y="202"/>
                    </a:cubicBezTo>
                    <a:cubicBezTo>
                      <a:pt x="424" y="207"/>
                      <a:pt x="430" y="199"/>
                      <a:pt x="430" y="201"/>
                    </a:cubicBezTo>
                    <a:cubicBezTo>
                      <a:pt x="429" y="201"/>
                      <a:pt x="434" y="197"/>
                      <a:pt x="436" y="195"/>
                    </a:cubicBezTo>
                    <a:cubicBezTo>
                      <a:pt x="435" y="195"/>
                      <a:pt x="435" y="195"/>
                      <a:pt x="435" y="195"/>
                    </a:cubicBezTo>
                    <a:cubicBezTo>
                      <a:pt x="440" y="186"/>
                      <a:pt x="436" y="197"/>
                      <a:pt x="443" y="190"/>
                    </a:cubicBezTo>
                    <a:cubicBezTo>
                      <a:pt x="447" y="186"/>
                      <a:pt x="441" y="192"/>
                      <a:pt x="443" y="189"/>
                    </a:cubicBezTo>
                    <a:cubicBezTo>
                      <a:pt x="446" y="186"/>
                      <a:pt x="448" y="186"/>
                      <a:pt x="452" y="182"/>
                    </a:cubicBezTo>
                    <a:cubicBezTo>
                      <a:pt x="454" y="181"/>
                      <a:pt x="457" y="180"/>
                      <a:pt x="458" y="180"/>
                    </a:cubicBezTo>
                    <a:cubicBezTo>
                      <a:pt x="461" y="178"/>
                      <a:pt x="467" y="174"/>
                      <a:pt x="468" y="172"/>
                    </a:cubicBezTo>
                    <a:cubicBezTo>
                      <a:pt x="462" y="175"/>
                      <a:pt x="464" y="177"/>
                      <a:pt x="457" y="180"/>
                    </a:cubicBezTo>
                    <a:cubicBezTo>
                      <a:pt x="458" y="178"/>
                      <a:pt x="458" y="178"/>
                      <a:pt x="458" y="178"/>
                    </a:cubicBezTo>
                    <a:cubicBezTo>
                      <a:pt x="462" y="174"/>
                      <a:pt x="467" y="170"/>
                      <a:pt x="470" y="168"/>
                    </a:cubicBezTo>
                    <a:cubicBezTo>
                      <a:pt x="469" y="168"/>
                      <a:pt x="469" y="168"/>
                      <a:pt x="469" y="168"/>
                    </a:cubicBezTo>
                    <a:cubicBezTo>
                      <a:pt x="474" y="163"/>
                      <a:pt x="475" y="161"/>
                      <a:pt x="481" y="157"/>
                    </a:cubicBezTo>
                    <a:cubicBezTo>
                      <a:pt x="482" y="157"/>
                      <a:pt x="479" y="160"/>
                      <a:pt x="477" y="162"/>
                    </a:cubicBezTo>
                    <a:cubicBezTo>
                      <a:pt x="481" y="160"/>
                      <a:pt x="480" y="159"/>
                      <a:pt x="486" y="155"/>
                    </a:cubicBezTo>
                    <a:cubicBezTo>
                      <a:pt x="487" y="156"/>
                      <a:pt x="482" y="158"/>
                      <a:pt x="482" y="159"/>
                    </a:cubicBezTo>
                    <a:cubicBezTo>
                      <a:pt x="488" y="154"/>
                      <a:pt x="488" y="154"/>
                      <a:pt x="488" y="154"/>
                    </a:cubicBezTo>
                    <a:cubicBezTo>
                      <a:pt x="488" y="154"/>
                      <a:pt x="488" y="154"/>
                      <a:pt x="488" y="154"/>
                    </a:cubicBezTo>
                    <a:cubicBezTo>
                      <a:pt x="488" y="152"/>
                      <a:pt x="493" y="151"/>
                      <a:pt x="497" y="148"/>
                    </a:cubicBezTo>
                    <a:cubicBezTo>
                      <a:pt x="506" y="141"/>
                      <a:pt x="506" y="139"/>
                      <a:pt x="510" y="134"/>
                    </a:cubicBezTo>
                    <a:cubicBezTo>
                      <a:pt x="512" y="133"/>
                      <a:pt x="513" y="134"/>
                      <a:pt x="512" y="134"/>
                    </a:cubicBezTo>
                    <a:cubicBezTo>
                      <a:pt x="510" y="135"/>
                      <a:pt x="510" y="135"/>
                      <a:pt x="510" y="136"/>
                    </a:cubicBezTo>
                    <a:cubicBezTo>
                      <a:pt x="513" y="134"/>
                      <a:pt x="518" y="133"/>
                      <a:pt x="516" y="135"/>
                    </a:cubicBezTo>
                    <a:cubicBezTo>
                      <a:pt x="521" y="131"/>
                      <a:pt x="514" y="135"/>
                      <a:pt x="517" y="133"/>
                    </a:cubicBezTo>
                    <a:cubicBezTo>
                      <a:pt x="524" y="128"/>
                      <a:pt x="524" y="128"/>
                      <a:pt x="524" y="128"/>
                    </a:cubicBezTo>
                    <a:cubicBezTo>
                      <a:pt x="522" y="128"/>
                      <a:pt x="520" y="130"/>
                      <a:pt x="523" y="127"/>
                    </a:cubicBezTo>
                    <a:cubicBezTo>
                      <a:pt x="526" y="125"/>
                      <a:pt x="527" y="124"/>
                      <a:pt x="531" y="121"/>
                    </a:cubicBezTo>
                    <a:cubicBezTo>
                      <a:pt x="531" y="122"/>
                      <a:pt x="533" y="122"/>
                      <a:pt x="530" y="124"/>
                    </a:cubicBezTo>
                    <a:cubicBezTo>
                      <a:pt x="533" y="123"/>
                      <a:pt x="536" y="121"/>
                      <a:pt x="536" y="119"/>
                    </a:cubicBezTo>
                    <a:cubicBezTo>
                      <a:pt x="531" y="121"/>
                      <a:pt x="543" y="114"/>
                      <a:pt x="539" y="115"/>
                    </a:cubicBezTo>
                    <a:cubicBezTo>
                      <a:pt x="544" y="113"/>
                      <a:pt x="544" y="113"/>
                      <a:pt x="544" y="113"/>
                    </a:cubicBezTo>
                    <a:cubicBezTo>
                      <a:pt x="543" y="114"/>
                      <a:pt x="543" y="114"/>
                      <a:pt x="541" y="115"/>
                    </a:cubicBezTo>
                    <a:cubicBezTo>
                      <a:pt x="543" y="115"/>
                      <a:pt x="545" y="112"/>
                      <a:pt x="546" y="111"/>
                    </a:cubicBezTo>
                    <a:cubicBezTo>
                      <a:pt x="548" y="111"/>
                      <a:pt x="552" y="108"/>
                      <a:pt x="553" y="109"/>
                    </a:cubicBezTo>
                    <a:cubicBezTo>
                      <a:pt x="554" y="108"/>
                      <a:pt x="557" y="106"/>
                      <a:pt x="558" y="106"/>
                    </a:cubicBezTo>
                    <a:cubicBezTo>
                      <a:pt x="560" y="105"/>
                      <a:pt x="558" y="105"/>
                      <a:pt x="559" y="104"/>
                    </a:cubicBezTo>
                    <a:cubicBezTo>
                      <a:pt x="566" y="100"/>
                      <a:pt x="566" y="100"/>
                      <a:pt x="566" y="100"/>
                    </a:cubicBezTo>
                    <a:cubicBezTo>
                      <a:pt x="567" y="101"/>
                      <a:pt x="568" y="102"/>
                      <a:pt x="567" y="103"/>
                    </a:cubicBezTo>
                    <a:cubicBezTo>
                      <a:pt x="570" y="101"/>
                      <a:pt x="567" y="101"/>
                      <a:pt x="571" y="98"/>
                    </a:cubicBezTo>
                    <a:cubicBezTo>
                      <a:pt x="570" y="101"/>
                      <a:pt x="577" y="96"/>
                      <a:pt x="575" y="100"/>
                    </a:cubicBezTo>
                    <a:cubicBezTo>
                      <a:pt x="577" y="99"/>
                      <a:pt x="584" y="96"/>
                      <a:pt x="588" y="93"/>
                    </a:cubicBezTo>
                    <a:cubicBezTo>
                      <a:pt x="589" y="91"/>
                      <a:pt x="583" y="95"/>
                      <a:pt x="583" y="94"/>
                    </a:cubicBezTo>
                    <a:cubicBezTo>
                      <a:pt x="593" y="88"/>
                      <a:pt x="592" y="85"/>
                      <a:pt x="601" y="81"/>
                    </a:cubicBezTo>
                    <a:cubicBezTo>
                      <a:pt x="598" y="82"/>
                      <a:pt x="598" y="82"/>
                      <a:pt x="598" y="82"/>
                    </a:cubicBezTo>
                    <a:cubicBezTo>
                      <a:pt x="603" y="79"/>
                      <a:pt x="602" y="80"/>
                      <a:pt x="605" y="77"/>
                    </a:cubicBezTo>
                    <a:cubicBezTo>
                      <a:pt x="604" y="79"/>
                      <a:pt x="612" y="78"/>
                      <a:pt x="620" y="74"/>
                    </a:cubicBezTo>
                    <a:cubicBezTo>
                      <a:pt x="620" y="73"/>
                      <a:pt x="615" y="75"/>
                      <a:pt x="616" y="73"/>
                    </a:cubicBezTo>
                    <a:cubicBezTo>
                      <a:pt x="621" y="70"/>
                      <a:pt x="621" y="70"/>
                      <a:pt x="621" y="70"/>
                    </a:cubicBezTo>
                    <a:cubicBezTo>
                      <a:pt x="622" y="70"/>
                      <a:pt x="621" y="71"/>
                      <a:pt x="620" y="71"/>
                    </a:cubicBezTo>
                    <a:cubicBezTo>
                      <a:pt x="625" y="69"/>
                      <a:pt x="630" y="69"/>
                      <a:pt x="631" y="67"/>
                    </a:cubicBezTo>
                    <a:cubicBezTo>
                      <a:pt x="637" y="67"/>
                      <a:pt x="637" y="67"/>
                      <a:pt x="637" y="67"/>
                    </a:cubicBezTo>
                    <a:cubicBezTo>
                      <a:pt x="634" y="67"/>
                      <a:pt x="634" y="67"/>
                      <a:pt x="634" y="67"/>
                    </a:cubicBezTo>
                    <a:cubicBezTo>
                      <a:pt x="635" y="66"/>
                      <a:pt x="640" y="63"/>
                      <a:pt x="641" y="62"/>
                    </a:cubicBezTo>
                    <a:cubicBezTo>
                      <a:pt x="646" y="59"/>
                      <a:pt x="649" y="59"/>
                      <a:pt x="652" y="59"/>
                    </a:cubicBezTo>
                    <a:cubicBezTo>
                      <a:pt x="651" y="58"/>
                      <a:pt x="648" y="58"/>
                      <a:pt x="652" y="56"/>
                    </a:cubicBezTo>
                    <a:cubicBezTo>
                      <a:pt x="653" y="58"/>
                      <a:pt x="662" y="53"/>
                      <a:pt x="662" y="54"/>
                    </a:cubicBezTo>
                    <a:cubicBezTo>
                      <a:pt x="664" y="54"/>
                      <a:pt x="668" y="53"/>
                      <a:pt x="667" y="52"/>
                    </a:cubicBezTo>
                    <a:cubicBezTo>
                      <a:pt x="668" y="54"/>
                      <a:pt x="668" y="54"/>
                      <a:pt x="668" y="54"/>
                    </a:cubicBezTo>
                    <a:cubicBezTo>
                      <a:pt x="667" y="52"/>
                      <a:pt x="674" y="49"/>
                      <a:pt x="679" y="47"/>
                    </a:cubicBezTo>
                    <a:cubicBezTo>
                      <a:pt x="679" y="50"/>
                      <a:pt x="684" y="45"/>
                      <a:pt x="688" y="46"/>
                    </a:cubicBezTo>
                    <a:cubicBezTo>
                      <a:pt x="688" y="44"/>
                      <a:pt x="696" y="43"/>
                      <a:pt x="697" y="41"/>
                    </a:cubicBezTo>
                    <a:cubicBezTo>
                      <a:pt x="701" y="39"/>
                      <a:pt x="701" y="41"/>
                      <a:pt x="702" y="41"/>
                    </a:cubicBezTo>
                    <a:cubicBezTo>
                      <a:pt x="704" y="40"/>
                      <a:pt x="704" y="40"/>
                      <a:pt x="704" y="40"/>
                    </a:cubicBezTo>
                    <a:cubicBezTo>
                      <a:pt x="706" y="40"/>
                      <a:pt x="713" y="38"/>
                      <a:pt x="718" y="37"/>
                    </a:cubicBezTo>
                    <a:cubicBezTo>
                      <a:pt x="722" y="35"/>
                      <a:pt x="722" y="35"/>
                      <a:pt x="722" y="35"/>
                    </a:cubicBezTo>
                    <a:cubicBezTo>
                      <a:pt x="723" y="35"/>
                      <a:pt x="723" y="35"/>
                      <a:pt x="723" y="35"/>
                    </a:cubicBezTo>
                    <a:cubicBezTo>
                      <a:pt x="724" y="34"/>
                      <a:pt x="727" y="33"/>
                      <a:pt x="725" y="33"/>
                    </a:cubicBezTo>
                    <a:cubicBezTo>
                      <a:pt x="727" y="33"/>
                      <a:pt x="727" y="33"/>
                      <a:pt x="727" y="33"/>
                    </a:cubicBezTo>
                    <a:cubicBezTo>
                      <a:pt x="727" y="31"/>
                      <a:pt x="730" y="31"/>
                      <a:pt x="735" y="29"/>
                    </a:cubicBezTo>
                    <a:cubicBezTo>
                      <a:pt x="736" y="29"/>
                      <a:pt x="736" y="30"/>
                      <a:pt x="735" y="30"/>
                    </a:cubicBezTo>
                    <a:cubicBezTo>
                      <a:pt x="737" y="30"/>
                      <a:pt x="736" y="31"/>
                      <a:pt x="738" y="31"/>
                    </a:cubicBezTo>
                    <a:cubicBezTo>
                      <a:pt x="736" y="31"/>
                      <a:pt x="745" y="26"/>
                      <a:pt x="739" y="27"/>
                    </a:cubicBezTo>
                    <a:cubicBezTo>
                      <a:pt x="738" y="26"/>
                      <a:pt x="741" y="25"/>
                      <a:pt x="744" y="24"/>
                    </a:cubicBezTo>
                    <a:cubicBezTo>
                      <a:pt x="745" y="26"/>
                      <a:pt x="745" y="26"/>
                      <a:pt x="745" y="26"/>
                    </a:cubicBezTo>
                    <a:cubicBezTo>
                      <a:pt x="748" y="23"/>
                      <a:pt x="748" y="23"/>
                      <a:pt x="748" y="23"/>
                    </a:cubicBezTo>
                    <a:cubicBezTo>
                      <a:pt x="751" y="22"/>
                      <a:pt x="753" y="23"/>
                      <a:pt x="756" y="22"/>
                    </a:cubicBezTo>
                    <a:cubicBezTo>
                      <a:pt x="753" y="23"/>
                      <a:pt x="750" y="27"/>
                      <a:pt x="758" y="25"/>
                    </a:cubicBezTo>
                    <a:cubicBezTo>
                      <a:pt x="754" y="26"/>
                      <a:pt x="752" y="28"/>
                      <a:pt x="750" y="28"/>
                    </a:cubicBezTo>
                    <a:cubicBezTo>
                      <a:pt x="752" y="28"/>
                      <a:pt x="752" y="28"/>
                      <a:pt x="750" y="29"/>
                    </a:cubicBezTo>
                    <a:cubicBezTo>
                      <a:pt x="756" y="27"/>
                      <a:pt x="752" y="28"/>
                      <a:pt x="758" y="26"/>
                    </a:cubicBezTo>
                    <a:cubicBezTo>
                      <a:pt x="758" y="28"/>
                      <a:pt x="759" y="28"/>
                      <a:pt x="764" y="27"/>
                    </a:cubicBezTo>
                    <a:cubicBezTo>
                      <a:pt x="760" y="27"/>
                      <a:pt x="760" y="27"/>
                      <a:pt x="760" y="27"/>
                    </a:cubicBezTo>
                    <a:cubicBezTo>
                      <a:pt x="761" y="27"/>
                      <a:pt x="761" y="27"/>
                      <a:pt x="761" y="26"/>
                    </a:cubicBezTo>
                    <a:cubicBezTo>
                      <a:pt x="760" y="27"/>
                      <a:pt x="759" y="26"/>
                      <a:pt x="759" y="26"/>
                    </a:cubicBezTo>
                    <a:cubicBezTo>
                      <a:pt x="760" y="26"/>
                      <a:pt x="765" y="23"/>
                      <a:pt x="766" y="23"/>
                    </a:cubicBezTo>
                    <a:cubicBezTo>
                      <a:pt x="760" y="22"/>
                      <a:pt x="776" y="19"/>
                      <a:pt x="772" y="19"/>
                    </a:cubicBezTo>
                    <a:cubicBezTo>
                      <a:pt x="773" y="18"/>
                      <a:pt x="777" y="17"/>
                      <a:pt x="777" y="18"/>
                    </a:cubicBezTo>
                    <a:cubicBezTo>
                      <a:pt x="772" y="20"/>
                      <a:pt x="781" y="19"/>
                      <a:pt x="781" y="20"/>
                    </a:cubicBezTo>
                    <a:cubicBezTo>
                      <a:pt x="782" y="19"/>
                      <a:pt x="777" y="20"/>
                      <a:pt x="779" y="19"/>
                    </a:cubicBezTo>
                    <a:cubicBezTo>
                      <a:pt x="782" y="18"/>
                      <a:pt x="784" y="19"/>
                      <a:pt x="786" y="19"/>
                    </a:cubicBezTo>
                    <a:cubicBezTo>
                      <a:pt x="785" y="19"/>
                      <a:pt x="785" y="19"/>
                      <a:pt x="785" y="19"/>
                    </a:cubicBezTo>
                    <a:cubicBezTo>
                      <a:pt x="789" y="19"/>
                      <a:pt x="789" y="19"/>
                      <a:pt x="789" y="19"/>
                    </a:cubicBezTo>
                    <a:cubicBezTo>
                      <a:pt x="790" y="18"/>
                      <a:pt x="785" y="19"/>
                      <a:pt x="789" y="17"/>
                    </a:cubicBezTo>
                    <a:cubicBezTo>
                      <a:pt x="790" y="18"/>
                      <a:pt x="794" y="16"/>
                      <a:pt x="794" y="17"/>
                    </a:cubicBezTo>
                    <a:cubicBezTo>
                      <a:pt x="792" y="18"/>
                      <a:pt x="794" y="19"/>
                      <a:pt x="790" y="20"/>
                    </a:cubicBezTo>
                    <a:cubicBezTo>
                      <a:pt x="793" y="20"/>
                      <a:pt x="802" y="18"/>
                      <a:pt x="798" y="17"/>
                    </a:cubicBezTo>
                    <a:cubicBezTo>
                      <a:pt x="802" y="17"/>
                      <a:pt x="802" y="17"/>
                      <a:pt x="802" y="17"/>
                    </a:cubicBezTo>
                    <a:cubicBezTo>
                      <a:pt x="800" y="16"/>
                      <a:pt x="793" y="16"/>
                      <a:pt x="800" y="15"/>
                    </a:cubicBezTo>
                    <a:cubicBezTo>
                      <a:pt x="800" y="15"/>
                      <a:pt x="800" y="15"/>
                      <a:pt x="800" y="15"/>
                    </a:cubicBezTo>
                    <a:cubicBezTo>
                      <a:pt x="805" y="13"/>
                      <a:pt x="805" y="13"/>
                      <a:pt x="805" y="13"/>
                    </a:cubicBezTo>
                    <a:cubicBezTo>
                      <a:pt x="807" y="14"/>
                      <a:pt x="807" y="14"/>
                      <a:pt x="807" y="14"/>
                    </a:cubicBezTo>
                    <a:cubicBezTo>
                      <a:pt x="807" y="13"/>
                      <a:pt x="808" y="13"/>
                      <a:pt x="810" y="13"/>
                    </a:cubicBezTo>
                    <a:cubicBezTo>
                      <a:pt x="810" y="13"/>
                      <a:pt x="812" y="13"/>
                      <a:pt x="812" y="14"/>
                    </a:cubicBezTo>
                    <a:cubicBezTo>
                      <a:pt x="817" y="13"/>
                      <a:pt x="817" y="12"/>
                      <a:pt x="817" y="12"/>
                    </a:cubicBezTo>
                    <a:cubicBezTo>
                      <a:pt x="820" y="11"/>
                      <a:pt x="821" y="11"/>
                      <a:pt x="820" y="12"/>
                    </a:cubicBezTo>
                    <a:cubicBezTo>
                      <a:pt x="824" y="12"/>
                      <a:pt x="831" y="11"/>
                      <a:pt x="834" y="11"/>
                    </a:cubicBezTo>
                    <a:cubicBezTo>
                      <a:pt x="839" y="10"/>
                      <a:pt x="833" y="11"/>
                      <a:pt x="836" y="10"/>
                    </a:cubicBezTo>
                    <a:cubicBezTo>
                      <a:pt x="841" y="12"/>
                      <a:pt x="854" y="9"/>
                      <a:pt x="863" y="8"/>
                    </a:cubicBezTo>
                    <a:cubicBezTo>
                      <a:pt x="860" y="6"/>
                      <a:pt x="865" y="7"/>
                      <a:pt x="867" y="5"/>
                    </a:cubicBezTo>
                    <a:cubicBezTo>
                      <a:pt x="865" y="6"/>
                      <a:pt x="875" y="7"/>
                      <a:pt x="868" y="8"/>
                    </a:cubicBezTo>
                    <a:cubicBezTo>
                      <a:pt x="872" y="7"/>
                      <a:pt x="872" y="7"/>
                      <a:pt x="872" y="7"/>
                    </a:cubicBezTo>
                    <a:cubicBezTo>
                      <a:pt x="876" y="8"/>
                      <a:pt x="865" y="9"/>
                      <a:pt x="870" y="10"/>
                    </a:cubicBezTo>
                    <a:cubicBezTo>
                      <a:pt x="875" y="9"/>
                      <a:pt x="878" y="7"/>
                      <a:pt x="884" y="7"/>
                    </a:cubicBezTo>
                    <a:cubicBezTo>
                      <a:pt x="882" y="9"/>
                      <a:pt x="889" y="7"/>
                      <a:pt x="888" y="9"/>
                    </a:cubicBezTo>
                    <a:cubicBezTo>
                      <a:pt x="887" y="9"/>
                      <a:pt x="885" y="9"/>
                      <a:pt x="883" y="9"/>
                    </a:cubicBezTo>
                    <a:cubicBezTo>
                      <a:pt x="884" y="9"/>
                      <a:pt x="884" y="9"/>
                      <a:pt x="884" y="9"/>
                    </a:cubicBezTo>
                    <a:cubicBezTo>
                      <a:pt x="896" y="9"/>
                      <a:pt x="887" y="7"/>
                      <a:pt x="894" y="6"/>
                    </a:cubicBezTo>
                    <a:cubicBezTo>
                      <a:pt x="901" y="6"/>
                      <a:pt x="899" y="7"/>
                      <a:pt x="900" y="8"/>
                    </a:cubicBezTo>
                    <a:cubicBezTo>
                      <a:pt x="901" y="8"/>
                      <a:pt x="904" y="8"/>
                      <a:pt x="906" y="8"/>
                    </a:cubicBezTo>
                    <a:cubicBezTo>
                      <a:pt x="902" y="9"/>
                      <a:pt x="898" y="7"/>
                      <a:pt x="900" y="6"/>
                    </a:cubicBezTo>
                    <a:cubicBezTo>
                      <a:pt x="903" y="7"/>
                      <a:pt x="911" y="6"/>
                      <a:pt x="913" y="5"/>
                    </a:cubicBezTo>
                    <a:cubicBezTo>
                      <a:pt x="902" y="3"/>
                      <a:pt x="906" y="5"/>
                      <a:pt x="896" y="3"/>
                    </a:cubicBezTo>
                    <a:cubicBezTo>
                      <a:pt x="895" y="4"/>
                      <a:pt x="895" y="5"/>
                      <a:pt x="889" y="5"/>
                    </a:cubicBezTo>
                    <a:cubicBezTo>
                      <a:pt x="893" y="4"/>
                      <a:pt x="889" y="4"/>
                      <a:pt x="888" y="4"/>
                    </a:cubicBezTo>
                    <a:cubicBezTo>
                      <a:pt x="889" y="5"/>
                      <a:pt x="884" y="4"/>
                      <a:pt x="882" y="5"/>
                    </a:cubicBezTo>
                    <a:cubicBezTo>
                      <a:pt x="880" y="4"/>
                      <a:pt x="885" y="2"/>
                      <a:pt x="880" y="2"/>
                    </a:cubicBezTo>
                    <a:cubicBezTo>
                      <a:pt x="879" y="5"/>
                      <a:pt x="879" y="5"/>
                      <a:pt x="879" y="5"/>
                    </a:cubicBezTo>
                    <a:cubicBezTo>
                      <a:pt x="876" y="4"/>
                      <a:pt x="879" y="3"/>
                      <a:pt x="875" y="4"/>
                    </a:cubicBezTo>
                    <a:cubicBezTo>
                      <a:pt x="877" y="2"/>
                      <a:pt x="874" y="2"/>
                      <a:pt x="880" y="1"/>
                    </a:cubicBezTo>
                    <a:cubicBezTo>
                      <a:pt x="872" y="0"/>
                      <a:pt x="868" y="3"/>
                      <a:pt x="862" y="4"/>
                    </a:cubicBezTo>
                    <a:cubicBezTo>
                      <a:pt x="863" y="4"/>
                      <a:pt x="863" y="4"/>
                      <a:pt x="864" y="4"/>
                    </a:cubicBezTo>
                    <a:cubicBezTo>
                      <a:pt x="862" y="4"/>
                      <a:pt x="860" y="4"/>
                      <a:pt x="858" y="5"/>
                    </a:cubicBezTo>
                    <a:cubicBezTo>
                      <a:pt x="854" y="4"/>
                      <a:pt x="861" y="3"/>
                      <a:pt x="860" y="3"/>
                    </a:cubicBezTo>
                    <a:cubicBezTo>
                      <a:pt x="854" y="3"/>
                      <a:pt x="854" y="3"/>
                      <a:pt x="854" y="3"/>
                    </a:cubicBezTo>
                    <a:cubicBezTo>
                      <a:pt x="853" y="3"/>
                      <a:pt x="853" y="3"/>
                      <a:pt x="853" y="3"/>
                    </a:cubicBezTo>
                    <a:cubicBezTo>
                      <a:pt x="852" y="4"/>
                      <a:pt x="850" y="4"/>
                      <a:pt x="850" y="4"/>
                    </a:cubicBezTo>
                    <a:cubicBezTo>
                      <a:pt x="851" y="3"/>
                      <a:pt x="852" y="2"/>
                      <a:pt x="853" y="1"/>
                    </a:cubicBezTo>
                    <a:cubicBezTo>
                      <a:pt x="847" y="3"/>
                      <a:pt x="847" y="3"/>
                      <a:pt x="847" y="3"/>
                    </a:cubicBezTo>
                    <a:cubicBezTo>
                      <a:pt x="847" y="3"/>
                      <a:pt x="841" y="3"/>
                      <a:pt x="846" y="2"/>
                    </a:cubicBezTo>
                    <a:cubicBezTo>
                      <a:pt x="836" y="3"/>
                      <a:pt x="836" y="3"/>
                      <a:pt x="836" y="3"/>
                    </a:cubicBezTo>
                    <a:cubicBezTo>
                      <a:pt x="835" y="2"/>
                      <a:pt x="835" y="2"/>
                      <a:pt x="835" y="2"/>
                    </a:cubicBezTo>
                    <a:cubicBezTo>
                      <a:pt x="832" y="2"/>
                      <a:pt x="832" y="3"/>
                      <a:pt x="835" y="2"/>
                    </a:cubicBezTo>
                    <a:cubicBezTo>
                      <a:pt x="832" y="2"/>
                      <a:pt x="820" y="7"/>
                      <a:pt x="821" y="4"/>
                    </a:cubicBezTo>
                    <a:cubicBezTo>
                      <a:pt x="814" y="6"/>
                      <a:pt x="811" y="6"/>
                      <a:pt x="801" y="8"/>
                    </a:cubicBezTo>
                    <a:cubicBezTo>
                      <a:pt x="808" y="6"/>
                      <a:pt x="793" y="8"/>
                      <a:pt x="800" y="6"/>
                    </a:cubicBezTo>
                    <a:cubicBezTo>
                      <a:pt x="796" y="6"/>
                      <a:pt x="795" y="8"/>
                      <a:pt x="791" y="9"/>
                    </a:cubicBezTo>
                    <a:cubicBezTo>
                      <a:pt x="788" y="9"/>
                      <a:pt x="789" y="7"/>
                      <a:pt x="793" y="6"/>
                    </a:cubicBezTo>
                    <a:cubicBezTo>
                      <a:pt x="789" y="7"/>
                      <a:pt x="789" y="7"/>
                      <a:pt x="789" y="7"/>
                    </a:cubicBezTo>
                    <a:cubicBezTo>
                      <a:pt x="789" y="7"/>
                      <a:pt x="789" y="7"/>
                      <a:pt x="789" y="7"/>
                    </a:cubicBezTo>
                    <a:cubicBezTo>
                      <a:pt x="785" y="9"/>
                      <a:pt x="785" y="9"/>
                      <a:pt x="785" y="9"/>
                    </a:cubicBezTo>
                    <a:cubicBezTo>
                      <a:pt x="781" y="9"/>
                      <a:pt x="784" y="7"/>
                      <a:pt x="780" y="8"/>
                    </a:cubicBezTo>
                    <a:cubicBezTo>
                      <a:pt x="779" y="9"/>
                      <a:pt x="779" y="9"/>
                      <a:pt x="779" y="9"/>
                    </a:cubicBezTo>
                    <a:cubicBezTo>
                      <a:pt x="776" y="9"/>
                      <a:pt x="776" y="9"/>
                      <a:pt x="776" y="9"/>
                    </a:cubicBezTo>
                    <a:cubicBezTo>
                      <a:pt x="777" y="9"/>
                      <a:pt x="775" y="10"/>
                      <a:pt x="772" y="11"/>
                    </a:cubicBezTo>
                    <a:cubicBezTo>
                      <a:pt x="772" y="11"/>
                      <a:pt x="772" y="11"/>
                      <a:pt x="772" y="11"/>
                    </a:cubicBezTo>
                    <a:cubicBezTo>
                      <a:pt x="769" y="12"/>
                      <a:pt x="769" y="12"/>
                      <a:pt x="769" y="12"/>
                    </a:cubicBezTo>
                    <a:cubicBezTo>
                      <a:pt x="772" y="10"/>
                      <a:pt x="765" y="12"/>
                      <a:pt x="767" y="11"/>
                    </a:cubicBezTo>
                    <a:cubicBezTo>
                      <a:pt x="764" y="11"/>
                      <a:pt x="764" y="11"/>
                      <a:pt x="758" y="13"/>
                    </a:cubicBezTo>
                    <a:cubicBezTo>
                      <a:pt x="759" y="14"/>
                      <a:pt x="759" y="14"/>
                      <a:pt x="759" y="14"/>
                    </a:cubicBezTo>
                    <a:cubicBezTo>
                      <a:pt x="752" y="16"/>
                      <a:pt x="759" y="12"/>
                      <a:pt x="753" y="14"/>
                    </a:cubicBezTo>
                    <a:cubicBezTo>
                      <a:pt x="753" y="14"/>
                      <a:pt x="753" y="14"/>
                      <a:pt x="753" y="14"/>
                    </a:cubicBezTo>
                    <a:cubicBezTo>
                      <a:pt x="745" y="15"/>
                      <a:pt x="740" y="19"/>
                      <a:pt x="733" y="19"/>
                    </a:cubicBezTo>
                    <a:cubicBezTo>
                      <a:pt x="737" y="18"/>
                      <a:pt x="735" y="17"/>
                      <a:pt x="735" y="18"/>
                    </a:cubicBezTo>
                    <a:cubicBezTo>
                      <a:pt x="730" y="19"/>
                      <a:pt x="722" y="22"/>
                      <a:pt x="716" y="24"/>
                    </a:cubicBezTo>
                    <a:cubicBezTo>
                      <a:pt x="714" y="24"/>
                      <a:pt x="713" y="23"/>
                      <a:pt x="708" y="24"/>
                    </a:cubicBezTo>
                    <a:cubicBezTo>
                      <a:pt x="704" y="26"/>
                      <a:pt x="703" y="26"/>
                      <a:pt x="702" y="27"/>
                    </a:cubicBezTo>
                    <a:cubicBezTo>
                      <a:pt x="698" y="28"/>
                      <a:pt x="691" y="31"/>
                      <a:pt x="690" y="30"/>
                    </a:cubicBezTo>
                    <a:cubicBezTo>
                      <a:pt x="690" y="31"/>
                      <a:pt x="687" y="31"/>
                      <a:pt x="685" y="33"/>
                    </a:cubicBezTo>
                    <a:cubicBezTo>
                      <a:pt x="684" y="32"/>
                      <a:pt x="684" y="32"/>
                      <a:pt x="684" y="32"/>
                    </a:cubicBezTo>
                    <a:cubicBezTo>
                      <a:pt x="685" y="33"/>
                      <a:pt x="685" y="33"/>
                      <a:pt x="685" y="33"/>
                    </a:cubicBezTo>
                    <a:cubicBezTo>
                      <a:pt x="677" y="33"/>
                      <a:pt x="674" y="38"/>
                      <a:pt x="666" y="39"/>
                    </a:cubicBezTo>
                    <a:cubicBezTo>
                      <a:pt x="667" y="39"/>
                      <a:pt x="667" y="39"/>
                      <a:pt x="667" y="39"/>
                    </a:cubicBezTo>
                    <a:cubicBezTo>
                      <a:pt x="665" y="40"/>
                      <a:pt x="665" y="40"/>
                      <a:pt x="665" y="40"/>
                    </a:cubicBezTo>
                    <a:cubicBezTo>
                      <a:pt x="664" y="40"/>
                      <a:pt x="665" y="39"/>
                      <a:pt x="665" y="38"/>
                    </a:cubicBezTo>
                    <a:cubicBezTo>
                      <a:pt x="661" y="40"/>
                      <a:pt x="656" y="42"/>
                      <a:pt x="652" y="43"/>
                    </a:cubicBezTo>
                    <a:cubicBezTo>
                      <a:pt x="654" y="43"/>
                      <a:pt x="654" y="43"/>
                      <a:pt x="654" y="43"/>
                    </a:cubicBezTo>
                    <a:cubicBezTo>
                      <a:pt x="652" y="44"/>
                      <a:pt x="650" y="46"/>
                      <a:pt x="647" y="47"/>
                    </a:cubicBezTo>
                    <a:cubicBezTo>
                      <a:pt x="651" y="43"/>
                      <a:pt x="642" y="48"/>
                      <a:pt x="641" y="48"/>
                    </a:cubicBezTo>
                    <a:cubicBezTo>
                      <a:pt x="644" y="46"/>
                      <a:pt x="644" y="46"/>
                      <a:pt x="644" y="46"/>
                    </a:cubicBezTo>
                    <a:cubicBezTo>
                      <a:pt x="640" y="48"/>
                      <a:pt x="640" y="48"/>
                      <a:pt x="641" y="49"/>
                    </a:cubicBezTo>
                    <a:cubicBezTo>
                      <a:pt x="636" y="51"/>
                      <a:pt x="636" y="48"/>
                      <a:pt x="632" y="51"/>
                    </a:cubicBezTo>
                    <a:cubicBezTo>
                      <a:pt x="635" y="50"/>
                      <a:pt x="635" y="50"/>
                      <a:pt x="635" y="50"/>
                    </a:cubicBezTo>
                    <a:cubicBezTo>
                      <a:pt x="637" y="50"/>
                      <a:pt x="635" y="52"/>
                      <a:pt x="632" y="53"/>
                    </a:cubicBezTo>
                    <a:cubicBezTo>
                      <a:pt x="632" y="53"/>
                      <a:pt x="630" y="53"/>
                      <a:pt x="632" y="52"/>
                    </a:cubicBezTo>
                    <a:cubicBezTo>
                      <a:pt x="628" y="54"/>
                      <a:pt x="622" y="57"/>
                      <a:pt x="620" y="58"/>
                    </a:cubicBezTo>
                    <a:cubicBezTo>
                      <a:pt x="618" y="58"/>
                      <a:pt x="618" y="57"/>
                      <a:pt x="619" y="57"/>
                    </a:cubicBezTo>
                    <a:cubicBezTo>
                      <a:pt x="611" y="61"/>
                      <a:pt x="616" y="58"/>
                      <a:pt x="608" y="63"/>
                    </a:cubicBezTo>
                    <a:cubicBezTo>
                      <a:pt x="607" y="62"/>
                      <a:pt x="607" y="62"/>
                      <a:pt x="607" y="62"/>
                    </a:cubicBezTo>
                    <a:cubicBezTo>
                      <a:pt x="605" y="64"/>
                      <a:pt x="605" y="64"/>
                      <a:pt x="605" y="64"/>
                    </a:cubicBezTo>
                    <a:cubicBezTo>
                      <a:pt x="600" y="65"/>
                      <a:pt x="600" y="65"/>
                      <a:pt x="600" y="65"/>
                    </a:cubicBezTo>
                    <a:cubicBezTo>
                      <a:pt x="602" y="65"/>
                      <a:pt x="602" y="65"/>
                      <a:pt x="602" y="65"/>
                    </a:cubicBezTo>
                    <a:cubicBezTo>
                      <a:pt x="599" y="67"/>
                      <a:pt x="598" y="68"/>
                      <a:pt x="595" y="69"/>
                    </a:cubicBezTo>
                    <a:cubicBezTo>
                      <a:pt x="595" y="68"/>
                      <a:pt x="595" y="68"/>
                      <a:pt x="595" y="68"/>
                    </a:cubicBezTo>
                    <a:cubicBezTo>
                      <a:pt x="588" y="72"/>
                      <a:pt x="586" y="71"/>
                      <a:pt x="579" y="76"/>
                    </a:cubicBezTo>
                    <a:cubicBezTo>
                      <a:pt x="579" y="76"/>
                      <a:pt x="580" y="75"/>
                      <a:pt x="580" y="74"/>
                    </a:cubicBezTo>
                    <a:cubicBezTo>
                      <a:pt x="574" y="79"/>
                      <a:pt x="575" y="76"/>
                      <a:pt x="569" y="81"/>
                    </a:cubicBezTo>
                    <a:cubicBezTo>
                      <a:pt x="569" y="80"/>
                      <a:pt x="568" y="80"/>
                      <a:pt x="568" y="80"/>
                    </a:cubicBezTo>
                    <a:cubicBezTo>
                      <a:pt x="565" y="82"/>
                      <a:pt x="565" y="82"/>
                      <a:pt x="565" y="82"/>
                    </a:cubicBezTo>
                    <a:cubicBezTo>
                      <a:pt x="565" y="81"/>
                      <a:pt x="565" y="81"/>
                      <a:pt x="565" y="81"/>
                    </a:cubicBezTo>
                    <a:cubicBezTo>
                      <a:pt x="563" y="84"/>
                      <a:pt x="563" y="84"/>
                      <a:pt x="563" y="84"/>
                    </a:cubicBezTo>
                    <a:cubicBezTo>
                      <a:pt x="561" y="84"/>
                      <a:pt x="561" y="84"/>
                      <a:pt x="561" y="84"/>
                    </a:cubicBezTo>
                    <a:cubicBezTo>
                      <a:pt x="560" y="85"/>
                      <a:pt x="560" y="85"/>
                      <a:pt x="560" y="85"/>
                    </a:cubicBezTo>
                    <a:cubicBezTo>
                      <a:pt x="556" y="85"/>
                      <a:pt x="552" y="89"/>
                      <a:pt x="547" y="90"/>
                    </a:cubicBezTo>
                    <a:cubicBezTo>
                      <a:pt x="548" y="91"/>
                      <a:pt x="548" y="91"/>
                      <a:pt x="548" y="91"/>
                    </a:cubicBezTo>
                    <a:cubicBezTo>
                      <a:pt x="539" y="100"/>
                      <a:pt x="522" y="104"/>
                      <a:pt x="510" y="114"/>
                    </a:cubicBezTo>
                    <a:cubicBezTo>
                      <a:pt x="510" y="113"/>
                      <a:pt x="510" y="113"/>
                      <a:pt x="510" y="113"/>
                    </a:cubicBezTo>
                    <a:cubicBezTo>
                      <a:pt x="505" y="118"/>
                      <a:pt x="505" y="118"/>
                      <a:pt x="505" y="118"/>
                    </a:cubicBezTo>
                    <a:cubicBezTo>
                      <a:pt x="502" y="119"/>
                      <a:pt x="507" y="116"/>
                      <a:pt x="505" y="116"/>
                    </a:cubicBezTo>
                    <a:cubicBezTo>
                      <a:pt x="500" y="120"/>
                      <a:pt x="504" y="119"/>
                      <a:pt x="498" y="123"/>
                    </a:cubicBezTo>
                    <a:cubicBezTo>
                      <a:pt x="494" y="125"/>
                      <a:pt x="498" y="122"/>
                      <a:pt x="500" y="120"/>
                    </a:cubicBezTo>
                    <a:cubicBezTo>
                      <a:pt x="494" y="125"/>
                      <a:pt x="485" y="132"/>
                      <a:pt x="481" y="134"/>
                    </a:cubicBezTo>
                    <a:cubicBezTo>
                      <a:pt x="481" y="135"/>
                      <a:pt x="480" y="135"/>
                      <a:pt x="481" y="135"/>
                    </a:cubicBezTo>
                    <a:cubicBezTo>
                      <a:pt x="477" y="138"/>
                      <a:pt x="472" y="142"/>
                      <a:pt x="467" y="145"/>
                    </a:cubicBezTo>
                    <a:cubicBezTo>
                      <a:pt x="467" y="144"/>
                      <a:pt x="468" y="143"/>
                      <a:pt x="469" y="143"/>
                    </a:cubicBezTo>
                    <a:cubicBezTo>
                      <a:pt x="467" y="144"/>
                      <a:pt x="465" y="145"/>
                      <a:pt x="464" y="146"/>
                    </a:cubicBezTo>
                    <a:cubicBezTo>
                      <a:pt x="465" y="144"/>
                      <a:pt x="465" y="144"/>
                      <a:pt x="465" y="144"/>
                    </a:cubicBezTo>
                    <a:cubicBezTo>
                      <a:pt x="462" y="147"/>
                      <a:pt x="456" y="152"/>
                      <a:pt x="454" y="152"/>
                    </a:cubicBezTo>
                    <a:cubicBezTo>
                      <a:pt x="455" y="152"/>
                      <a:pt x="455" y="153"/>
                      <a:pt x="453" y="155"/>
                    </a:cubicBezTo>
                    <a:cubicBezTo>
                      <a:pt x="450" y="155"/>
                      <a:pt x="445" y="162"/>
                      <a:pt x="440" y="165"/>
                    </a:cubicBezTo>
                    <a:cubicBezTo>
                      <a:pt x="440" y="164"/>
                      <a:pt x="444" y="161"/>
                      <a:pt x="443" y="162"/>
                    </a:cubicBezTo>
                    <a:cubicBezTo>
                      <a:pt x="440" y="163"/>
                      <a:pt x="439" y="166"/>
                      <a:pt x="437" y="168"/>
                    </a:cubicBezTo>
                    <a:cubicBezTo>
                      <a:pt x="437" y="167"/>
                      <a:pt x="437" y="167"/>
                      <a:pt x="437" y="167"/>
                    </a:cubicBezTo>
                    <a:cubicBezTo>
                      <a:pt x="427" y="176"/>
                      <a:pt x="427" y="176"/>
                      <a:pt x="427" y="176"/>
                    </a:cubicBezTo>
                    <a:cubicBezTo>
                      <a:pt x="425" y="176"/>
                      <a:pt x="418" y="184"/>
                      <a:pt x="418" y="183"/>
                    </a:cubicBezTo>
                    <a:cubicBezTo>
                      <a:pt x="414" y="186"/>
                      <a:pt x="421" y="181"/>
                      <a:pt x="417" y="185"/>
                    </a:cubicBezTo>
                    <a:cubicBezTo>
                      <a:pt x="415" y="185"/>
                      <a:pt x="413" y="189"/>
                      <a:pt x="412" y="188"/>
                    </a:cubicBezTo>
                    <a:cubicBezTo>
                      <a:pt x="413" y="187"/>
                      <a:pt x="413" y="187"/>
                      <a:pt x="413" y="187"/>
                    </a:cubicBezTo>
                    <a:cubicBezTo>
                      <a:pt x="410" y="190"/>
                      <a:pt x="410" y="190"/>
                      <a:pt x="410" y="190"/>
                    </a:cubicBezTo>
                    <a:cubicBezTo>
                      <a:pt x="411" y="187"/>
                      <a:pt x="411" y="187"/>
                      <a:pt x="411" y="187"/>
                    </a:cubicBezTo>
                    <a:cubicBezTo>
                      <a:pt x="408" y="190"/>
                      <a:pt x="407" y="193"/>
                      <a:pt x="408" y="193"/>
                    </a:cubicBezTo>
                    <a:cubicBezTo>
                      <a:pt x="405" y="195"/>
                      <a:pt x="401" y="199"/>
                      <a:pt x="399" y="199"/>
                    </a:cubicBezTo>
                    <a:cubicBezTo>
                      <a:pt x="400" y="198"/>
                      <a:pt x="400" y="198"/>
                      <a:pt x="400" y="198"/>
                    </a:cubicBezTo>
                    <a:cubicBezTo>
                      <a:pt x="393" y="205"/>
                      <a:pt x="386" y="207"/>
                      <a:pt x="382" y="214"/>
                    </a:cubicBezTo>
                    <a:cubicBezTo>
                      <a:pt x="381" y="214"/>
                      <a:pt x="381" y="214"/>
                      <a:pt x="382" y="213"/>
                    </a:cubicBezTo>
                    <a:cubicBezTo>
                      <a:pt x="378" y="217"/>
                      <a:pt x="378" y="217"/>
                      <a:pt x="378" y="217"/>
                    </a:cubicBezTo>
                    <a:cubicBezTo>
                      <a:pt x="378" y="215"/>
                      <a:pt x="378" y="215"/>
                      <a:pt x="378" y="215"/>
                    </a:cubicBezTo>
                    <a:cubicBezTo>
                      <a:pt x="372" y="223"/>
                      <a:pt x="372" y="223"/>
                      <a:pt x="372" y="223"/>
                    </a:cubicBezTo>
                    <a:cubicBezTo>
                      <a:pt x="372" y="223"/>
                      <a:pt x="372" y="223"/>
                      <a:pt x="372" y="223"/>
                    </a:cubicBezTo>
                    <a:cubicBezTo>
                      <a:pt x="367" y="227"/>
                      <a:pt x="360" y="235"/>
                      <a:pt x="354" y="241"/>
                    </a:cubicBezTo>
                    <a:cubicBezTo>
                      <a:pt x="355" y="240"/>
                      <a:pt x="355" y="240"/>
                      <a:pt x="355" y="240"/>
                    </a:cubicBezTo>
                    <a:cubicBezTo>
                      <a:pt x="349" y="247"/>
                      <a:pt x="348" y="246"/>
                      <a:pt x="344" y="251"/>
                    </a:cubicBezTo>
                    <a:cubicBezTo>
                      <a:pt x="344" y="251"/>
                      <a:pt x="344" y="251"/>
                      <a:pt x="344" y="250"/>
                    </a:cubicBezTo>
                    <a:cubicBezTo>
                      <a:pt x="340" y="255"/>
                      <a:pt x="340" y="255"/>
                      <a:pt x="340" y="255"/>
                    </a:cubicBezTo>
                    <a:cubicBezTo>
                      <a:pt x="340" y="253"/>
                      <a:pt x="340" y="253"/>
                      <a:pt x="340" y="253"/>
                    </a:cubicBezTo>
                    <a:cubicBezTo>
                      <a:pt x="338" y="258"/>
                      <a:pt x="331" y="262"/>
                      <a:pt x="333" y="260"/>
                    </a:cubicBezTo>
                    <a:cubicBezTo>
                      <a:pt x="332" y="263"/>
                      <a:pt x="329" y="266"/>
                      <a:pt x="329" y="267"/>
                    </a:cubicBezTo>
                    <a:cubicBezTo>
                      <a:pt x="325" y="272"/>
                      <a:pt x="328" y="268"/>
                      <a:pt x="325" y="271"/>
                    </a:cubicBezTo>
                    <a:cubicBezTo>
                      <a:pt x="321" y="274"/>
                      <a:pt x="322" y="276"/>
                      <a:pt x="317" y="280"/>
                    </a:cubicBezTo>
                    <a:cubicBezTo>
                      <a:pt x="317" y="280"/>
                      <a:pt x="317" y="280"/>
                      <a:pt x="317" y="280"/>
                    </a:cubicBezTo>
                    <a:cubicBezTo>
                      <a:pt x="315" y="282"/>
                      <a:pt x="314" y="284"/>
                      <a:pt x="311" y="287"/>
                    </a:cubicBezTo>
                    <a:cubicBezTo>
                      <a:pt x="312" y="286"/>
                      <a:pt x="312" y="286"/>
                      <a:pt x="312" y="286"/>
                    </a:cubicBezTo>
                    <a:cubicBezTo>
                      <a:pt x="308" y="292"/>
                      <a:pt x="305" y="291"/>
                      <a:pt x="303" y="297"/>
                    </a:cubicBezTo>
                    <a:cubicBezTo>
                      <a:pt x="301" y="299"/>
                      <a:pt x="298" y="304"/>
                      <a:pt x="297" y="303"/>
                    </a:cubicBezTo>
                    <a:cubicBezTo>
                      <a:pt x="283" y="322"/>
                      <a:pt x="283" y="322"/>
                      <a:pt x="283" y="322"/>
                    </a:cubicBezTo>
                    <a:cubicBezTo>
                      <a:pt x="281" y="322"/>
                      <a:pt x="282" y="324"/>
                      <a:pt x="278" y="327"/>
                    </a:cubicBezTo>
                    <a:cubicBezTo>
                      <a:pt x="279" y="328"/>
                      <a:pt x="279" y="328"/>
                      <a:pt x="279" y="328"/>
                    </a:cubicBezTo>
                    <a:cubicBezTo>
                      <a:pt x="272" y="337"/>
                      <a:pt x="262" y="347"/>
                      <a:pt x="254" y="358"/>
                    </a:cubicBezTo>
                    <a:cubicBezTo>
                      <a:pt x="253" y="357"/>
                      <a:pt x="253" y="357"/>
                      <a:pt x="253" y="357"/>
                    </a:cubicBezTo>
                    <a:cubicBezTo>
                      <a:pt x="252" y="360"/>
                      <a:pt x="252" y="360"/>
                      <a:pt x="252" y="360"/>
                    </a:cubicBezTo>
                    <a:cubicBezTo>
                      <a:pt x="244" y="372"/>
                      <a:pt x="233" y="387"/>
                      <a:pt x="226" y="396"/>
                    </a:cubicBezTo>
                    <a:cubicBezTo>
                      <a:pt x="225" y="400"/>
                      <a:pt x="223" y="405"/>
                      <a:pt x="219" y="410"/>
                    </a:cubicBezTo>
                    <a:cubicBezTo>
                      <a:pt x="219" y="409"/>
                      <a:pt x="219" y="409"/>
                      <a:pt x="219" y="409"/>
                    </a:cubicBezTo>
                    <a:cubicBezTo>
                      <a:pt x="214" y="418"/>
                      <a:pt x="209" y="428"/>
                      <a:pt x="202" y="437"/>
                    </a:cubicBezTo>
                    <a:cubicBezTo>
                      <a:pt x="202" y="436"/>
                      <a:pt x="202" y="437"/>
                      <a:pt x="202" y="436"/>
                    </a:cubicBezTo>
                    <a:cubicBezTo>
                      <a:pt x="202" y="439"/>
                      <a:pt x="199" y="442"/>
                      <a:pt x="197" y="444"/>
                    </a:cubicBezTo>
                    <a:cubicBezTo>
                      <a:pt x="200" y="442"/>
                      <a:pt x="200" y="442"/>
                      <a:pt x="200" y="442"/>
                    </a:cubicBezTo>
                    <a:cubicBezTo>
                      <a:pt x="199" y="445"/>
                      <a:pt x="196" y="448"/>
                      <a:pt x="194" y="449"/>
                    </a:cubicBezTo>
                    <a:cubicBezTo>
                      <a:pt x="192" y="454"/>
                      <a:pt x="192" y="454"/>
                      <a:pt x="192" y="454"/>
                    </a:cubicBezTo>
                    <a:cubicBezTo>
                      <a:pt x="192" y="455"/>
                      <a:pt x="192" y="455"/>
                      <a:pt x="192" y="455"/>
                    </a:cubicBezTo>
                    <a:cubicBezTo>
                      <a:pt x="192" y="456"/>
                      <a:pt x="192" y="456"/>
                      <a:pt x="192" y="456"/>
                    </a:cubicBezTo>
                    <a:cubicBezTo>
                      <a:pt x="189" y="458"/>
                      <a:pt x="189" y="458"/>
                      <a:pt x="189" y="458"/>
                    </a:cubicBezTo>
                    <a:cubicBezTo>
                      <a:pt x="189" y="459"/>
                      <a:pt x="186" y="465"/>
                      <a:pt x="186" y="467"/>
                    </a:cubicBezTo>
                    <a:cubicBezTo>
                      <a:pt x="185" y="467"/>
                      <a:pt x="182" y="471"/>
                      <a:pt x="184" y="468"/>
                    </a:cubicBezTo>
                    <a:cubicBezTo>
                      <a:pt x="175" y="484"/>
                      <a:pt x="175" y="484"/>
                      <a:pt x="175" y="484"/>
                    </a:cubicBezTo>
                    <a:cubicBezTo>
                      <a:pt x="176" y="482"/>
                      <a:pt x="176" y="482"/>
                      <a:pt x="176" y="482"/>
                    </a:cubicBezTo>
                    <a:cubicBezTo>
                      <a:pt x="178" y="482"/>
                      <a:pt x="175" y="487"/>
                      <a:pt x="174" y="489"/>
                    </a:cubicBezTo>
                    <a:cubicBezTo>
                      <a:pt x="175" y="486"/>
                      <a:pt x="172" y="488"/>
                      <a:pt x="171" y="490"/>
                    </a:cubicBezTo>
                    <a:cubicBezTo>
                      <a:pt x="170" y="492"/>
                      <a:pt x="173" y="488"/>
                      <a:pt x="173" y="489"/>
                    </a:cubicBezTo>
                    <a:cubicBezTo>
                      <a:pt x="172" y="493"/>
                      <a:pt x="169" y="499"/>
                      <a:pt x="168" y="500"/>
                    </a:cubicBezTo>
                    <a:cubicBezTo>
                      <a:pt x="168" y="498"/>
                      <a:pt x="168" y="498"/>
                      <a:pt x="168" y="498"/>
                    </a:cubicBezTo>
                    <a:cubicBezTo>
                      <a:pt x="167" y="502"/>
                      <a:pt x="164" y="503"/>
                      <a:pt x="162" y="507"/>
                    </a:cubicBezTo>
                    <a:cubicBezTo>
                      <a:pt x="161" y="511"/>
                      <a:pt x="159" y="513"/>
                      <a:pt x="161" y="513"/>
                    </a:cubicBezTo>
                    <a:cubicBezTo>
                      <a:pt x="159" y="518"/>
                      <a:pt x="159" y="514"/>
                      <a:pt x="158" y="516"/>
                    </a:cubicBezTo>
                    <a:cubicBezTo>
                      <a:pt x="158" y="518"/>
                      <a:pt x="154" y="525"/>
                      <a:pt x="153" y="525"/>
                    </a:cubicBezTo>
                    <a:cubicBezTo>
                      <a:pt x="153" y="529"/>
                      <a:pt x="145" y="538"/>
                      <a:pt x="147" y="540"/>
                    </a:cubicBezTo>
                    <a:cubicBezTo>
                      <a:pt x="143" y="544"/>
                      <a:pt x="143" y="544"/>
                      <a:pt x="143" y="544"/>
                    </a:cubicBezTo>
                    <a:cubicBezTo>
                      <a:pt x="144" y="544"/>
                      <a:pt x="145" y="545"/>
                      <a:pt x="143" y="549"/>
                    </a:cubicBezTo>
                    <a:cubicBezTo>
                      <a:pt x="141" y="552"/>
                      <a:pt x="141" y="551"/>
                      <a:pt x="140" y="551"/>
                    </a:cubicBezTo>
                    <a:cubicBezTo>
                      <a:pt x="141" y="554"/>
                      <a:pt x="141" y="554"/>
                      <a:pt x="141" y="554"/>
                    </a:cubicBezTo>
                    <a:cubicBezTo>
                      <a:pt x="130" y="571"/>
                      <a:pt x="121" y="596"/>
                      <a:pt x="111" y="615"/>
                    </a:cubicBezTo>
                    <a:cubicBezTo>
                      <a:pt x="107" y="624"/>
                      <a:pt x="104" y="636"/>
                      <a:pt x="99" y="647"/>
                    </a:cubicBezTo>
                    <a:cubicBezTo>
                      <a:pt x="100" y="645"/>
                      <a:pt x="100" y="645"/>
                      <a:pt x="100" y="645"/>
                    </a:cubicBezTo>
                    <a:cubicBezTo>
                      <a:pt x="95" y="656"/>
                      <a:pt x="95" y="656"/>
                      <a:pt x="95" y="656"/>
                    </a:cubicBezTo>
                    <a:cubicBezTo>
                      <a:pt x="99" y="648"/>
                      <a:pt x="99" y="648"/>
                      <a:pt x="99" y="648"/>
                    </a:cubicBezTo>
                    <a:cubicBezTo>
                      <a:pt x="98" y="651"/>
                      <a:pt x="98" y="653"/>
                      <a:pt x="97" y="655"/>
                    </a:cubicBezTo>
                    <a:cubicBezTo>
                      <a:pt x="92" y="666"/>
                      <a:pt x="85" y="681"/>
                      <a:pt x="81" y="696"/>
                    </a:cubicBezTo>
                    <a:cubicBezTo>
                      <a:pt x="80" y="706"/>
                      <a:pt x="77" y="702"/>
                      <a:pt x="76" y="711"/>
                    </a:cubicBezTo>
                    <a:cubicBezTo>
                      <a:pt x="76" y="710"/>
                      <a:pt x="76" y="710"/>
                      <a:pt x="76" y="709"/>
                    </a:cubicBezTo>
                    <a:cubicBezTo>
                      <a:pt x="73" y="719"/>
                      <a:pt x="72" y="725"/>
                      <a:pt x="70" y="735"/>
                    </a:cubicBezTo>
                    <a:cubicBezTo>
                      <a:pt x="68" y="733"/>
                      <a:pt x="68" y="741"/>
                      <a:pt x="67" y="740"/>
                    </a:cubicBezTo>
                    <a:cubicBezTo>
                      <a:pt x="68" y="741"/>
                      <a:pt x="68" y="741"/>
                      <a:pt x="68" y="741"/>
                    </a:cubicBezTo>
                    <a:cubicBezTo>
                      <a:pt x="67" y="743"/>
                      <a:pt x="65" y="748"/>
                      <a:pt x="65" y="747"/>
                    </a:cubicBezTo>
                    <a:cubicBezTo>
                      <a:pt x="64" y="752"/>
                      <a:pt x="64" y="752"/>
                      <a:pt x="64" y="752"/>
                    </a:cubicBezTo>
                    <a:cubicBezTo>
                      <a:pt x="63" y="752"/>
                      <a:pt x="63" y="752"/>
                      <a:pt x="63" y="752"/>
                    </a:cubicBezTo>
                    <a:cubicBezTo>
                      <a:pt x="62" y="757"/>
                      <a:pt x="59" y="770"/>
                      <a:pt x="56" y="772"/>
                    </a:cubicBezTo>
                    <a:cubicBezTo>
                      <a:pt x="53" y="787"/>
                      <a:pt x="47" y="809"/>
                      <a:pt x="42" y="827"/>
                    </a:cubicBezTo>
                    <a:cubicBezTo>
                      <a:pt x="43" y="830"/>
                      <a:pt x="41" y="835"/>
                      <a:pt x="40" y="839"/>
                    </a:cubicBezTo>
                    <a:cubicBezTo>
                      <a:pt x="38" y="844"/>
                      <a:pt x="38" y="844"/>
                      <a:pt x="38" y="844"/>
                    </a:cubicBezTo>
                    <a:cubicBezTo>
                      <a:pt x="38" y="848"/>
                      <a:pt x="38" y="853"/>
                      <a:pt x="36" y="856"/>
                    </a:cubicBezTo>
                    <a:cubicBezTo>
                      <a:pt x="36" y="856"/>
                      <a:pt x="36" y="856"/>
                      <a:pt x="36" y="856"/>
                    </a:cubicBezTo>
                    <a:cubicBezTo>
                      <a:pt x="36" y="860"/>
                      <a:pt x="34" y="864"/>
                      <a:pt x="34" y="868"/>
                    </a:cubicBezTo>
                    <a:cubicBezTo>
                      <a:pt x="33" y="873"/>
                      <a:pt x="32" y="877"/>
                      <a:pt x="31" y="876"/>
                    </a:cubicBezTo>
                    <a:cubicBezTo>
                      <a:pt x="33" y="877"/>
                      <a:pt x="29" y="886"/>
                      <a:pt x="29" y="886"/>
                    </a:cubicBezTo>
                    <a:cubicBezTo>
                      <a:pt x="29" y="886"/>
                      <a:pt x="15" y="946"/>
                      <a:pt x="7" y="1014"/>
                    </a:cubicBezTo>
                    <a:cubicBezTo>
                      <a:pt x="3" y="1049"/>
                      <a:pt x="1" y="1085"/>
                      <a:pt x="0" y="1116"/>
                    </a:cubicBezTo>
                    <a:cubicBezTo>
                      <a:pt x="0" y="1148"/>
                      <a:pt x="1" y="1175"/>
                      <a:pt x="4" y="1189"/>
                    </a:cubicBezTo>
                    <a:cubicBezTo>
                      <a:pt x="5" y="1191"/>
                      <a:pt x="5" y="1197"/>
                      <a:pt x="6" y="1195"/>
                    </a:cubicBezTo>
                    <a:cubicBezTo>
                      <a:pt x="7" y="1199"/>
                      <a:pt x="5" y="1201"/>
                      <a:pt x="6" y="1202"/>
                    </a:cubicBezTo>
                    <a:cubicBezTo>
                      <a:pt x="7" y="1196"/>
                      <a:pt x="9" y="1204"/>
                      <a:pt x="10" y="1198"/>
                    </a:cubicBezTo>
                    <a:cubicBezTo>
                      <a:pt x="10" y="1202"/>
                      <a:pt x="10" y="1202"/>
                      <a:pt x="10" y="1202"/>
                    </a:cubicBezTo>
                    <a:cubicBezTo>
                      <a:pt x="11" y="1203"/>
                      <a:pt x="9" y="1197"/>
                      <a:pt x="11" y="1198"/>
                    </a:cubicBezTo>
                    <a:cubicBezTo>
                      <a:pt x="9" y="1197"/>
                      <a:pt x="9" y="1197"/>
                      <a:pt x="9" y="1197"/>
                    </a:cubicBezTo>
                    <a:cubicBezTo>
                      <a:pt x="9" y="1194"/>
                      <a:pt x="9" y="1192"/>
                      <a:pt x="10" y="1191"/>
                    </a:cubicBezTo>
                    <a:cubicBezTo>
                      <a:pt x="9" y="1188"/>
                      <a:pt x="7" y="1186"/>
                      <a:pt x="8" y="1180"/>
                    </a:cubicBezTo>
                    <a:cubicBezTo>
                      <a:pt x="8" y="1182"/>
                      <a:pt x="8" y="1182"/>
                      <a:pt x="8" y="1182"/>
                    </a:cubicBezTo>
                    <a:cubicBezTo>
                      <a:pt x="8" y="1176"/>
                      <a:pt x="9" y="1178"/>
                      <a:pt x="10" y="1177"/>
                    </a:cubicBezTo>
                    <a:cubicBezTo>
                      <a:pt x="10" y="1178"/>
                      <a:pt x="10" y="1178"/>
                      <a:pt x="10" y="1178"/>
                    </a:cubicBezTo>
                    <a:cubicBezTo>
                      <a:pt x="11" y="1174"/>
                      <a:pt x="11" y="1174"/>
                      <a:pt x="11" y="1174"/>
                    </a:cubicBezTo>
                    <a:cubicBezTo>
                      <a:pt x="10" y="1177"/>
                      <a:pt x="11" y="1183"/>
                      <a:pt x="11" y="1180"/>
                    </a:cubicBezTo>
                    <a:cubicBezTo>
                      <a:pt x="12" y="1174"/>
                      <a:pt x="11" y="1182"/>
                      <a:pt x="11" y="1177"/>
                    </a:cubicBezTo>
                    <a:cubicBezTo>
                      <a:pt x="11" y="1174"/>
                      <a:pt x="12" y="1175"/>
                      <a:pt x="12" y="1175"/>
                    </a:cubicBezTo>
                    <a:cubicBezTo>
                      <a:pt x="12" y="1170"/>
                      <a:pt x="12" y="1170"/>
                      <a:pt x="12" y="1170"/>
                    </a:cubicBezTo>
                    <a:cubicBezTo>
                      <a:pt x="13" y="1170"/>
                      <a:pt x="12" y="1173"/>
                      <a:pt x="13" y="1171"/>
                    </a:cubicBezTo>
                    <a:cubicBezTo>
                      <a:pt x="12" y="1164"/>
                      <a:pt x="12" y="1164"/>
                      <a:pt x="12" y="1164"/>
                    </a:cubicBezTo>
                    <a:cubicBezTo>
                      <a:pt x="14" y="1163"/>
                      <a:pt x="11" y="1157"/>
                      <a:pt x="13" y="1154"/>
                    </a:cubicBezTo>
                    <a:cubicBezTo>
                      <a:pt x="14" y="1159"/>
                      <a:pt x="14" y="1153"/>
                      <a:pt x="15" y="1154"/>
                    </a:cubicBezTo>
                    <a:cubicBezTo>
                      <a:pt x="15" y="1142"/>
                      <a:pt x="15" y="1142"/>
                      <a:pt x="15" y="1142"/>
                    </a:cubicBezTo>
                    <a:cubicBezTo>
                      <a:pt x="16" y="1141"/>
                      <a:pt x="16" y="1145"/>
                      <a:pt x="16" y="1144"/>
                    </a:cubicBezTo>
                    <a:cubicBezTo>
                      <a:pt x="16" y="1141"/>
                      <a:pt x="15" y="1140"/>
                      <a:pt x="15" y="1139"/>
                    </a:cubicBezTo>
                    <a:cubicBezTo>
                      <a:pt x="16" y="1138"/>
                      <a:pt x="16" y="1130"/>
                      <a:pt x="17" y="1130"/>
                    </a:cubicBezTo>
                    <a:cubicBezTo>
                      <a:pt x="19" y="1122"/>
                      <a:pt x="15" y="1127"/>
                      <a:pt x="17" y="1119"/>
                    </a:cubicBezTo>
                    <a:cubicBezTo>
                      <a:pt x="18" y="1118"/>
                      <a:pt x="17" y="1125"/>
                      <a:pt x="18" y="1122"/>
                    </a:cubicBezTo>
                    <a:cubicBezTo>
                      <a:pt x="18" y="1114"/>
                      <a:pt x="18" y="1114"/>
                      <a:pt x="18" y="1114"/>
                    </a:cubicBezTo>
                    <a:cubicBezTo>
                      <a:pt x="18" y="1115"/>
                      <a:pt x="19" y="1116"/>
                      <a:pt x="19" y="1119"/>
                    </a:cubicBezTo>
                    <a:cubicBezTo>
                      <a:pt x="21" y="1098"/>
                      <a:pt x="26" y="1087"/>
                      <a:pt x="27" y="1067"/>
                    </a:cubicBezTo>
                    <a:cubicBezTo>
                      <a:pt x="28" y="1065"/>
                      <a:pt x="27" y="1069"/>
                      <a:pt x="28" y="1071"/>
                    </a:cubicBezTo>
                    <a:cubicBezTo>
                      <a:pt x="28" y="1057"/>
                      <a:pt x="32" y="1052"/>
                      <a:pt x="33" y="1040"/>
                    </a:cubicBezTo>
                    <a:cubicBezTo>
                      <a:pt x="32" y="1040"/>
                      <a:pt x="32" y="1040"/>
                      <a:pt x="32" y="1040"/>
                    </a:cubicBezTo>
                    <a:cubicBezTo>
                      <a:pt x="36" y="1024"/>
                      <a:pt x="37" y="1004"/>
                      <a:pt x="41" y="986"/>
                    </a:cubicBezTo>
                    <a:cubicBezTo>
                      <a:pt x="40" y="988"/>
                      <a:pt x="40" y="988"/>
                      <a:pt x="40" y="988"/>
                    </a:cubicBezTo>
                    <a:cubicBezTo>
                      <a:pt x="39" y="985"/>
                      <a:pt x="40" y="981"/>
                      <a:pt x="40" y="978"/>
                    </a:cubicBezTo>
                    <a:cubicBezTo>
                      <a:pt x="40" y="977"/>
                      <a:pt x="41" y="980"/>
                      <a:pt x="42" y="975"/>
                    </a:cubicBezTo>
                    <a:cubicBezTo>
                      <a:pt x="41" y="976"/>
                      <a:pt x="41" y="978"/>
                      <a:pt x="40" y="977"/>
                    </a:cubicBezTo>
                    <a:cubicBezTo>
                      <a:pt x="45" y="962"/>
                      <a:pt x="50" y="928"/>
                      <a:pt x="56" y="903"/>
                    </a:cubicBezTo>
                    <a:cubicBezTo>
                      <a:pt x="62" y="868"/>
                      <a:pt x="72" y="831"/>
                      <a:pt x="81" y="797"/>
                    </a:cubicBezTo>
                    <a:cubicBezTo>
                      <a:pt x="79" y="802"/>
                      <a:pt x="78" y="799"/>
                      <a:pt x="79" y="796"/>
                    </a:cubicBezTo>
                    <a:cubicBezTo>
                      <a:pt x="86" y="786"/>
                      <a:pt x="84" y="777"/>
                      <a:pt x="89" y="767"/>
                    </a:cubicBezTo>
                    <a:cubicBezTo>
                      <a:pt x="94" y="747"/>
                      <a:pt x="103" y="731"/>
                      <a:pt x="106" y="712"/>
                    </a:cubicBezTo>
                    <a:cubicBezTo>
                      <a:pt x="107" y="712"/>
                      <a:pt x="107" y="712"/>
                      <a:pt x="107" y="712"/>
                    </a:cubicBezTo>
                    <a:cubicBezTo>
                      <a:pt x="108" y="710"/>
                      <a:pt x="108" y="709"/>
                      <a:pt x="109" y="706"/>
                    </a:cubicBezTo>
                    <a:cubicBezTo>
                      <a:pt x="109" y="706"/>
                      <a:pt x="109" y="706"/>
                      <a:pt x="109" y="706"/>
                    </a:cubicBezTo>
                    <a:cubicBezTo>
                      <a:pt x="112" y="700"/>
                      <a:pt x="113" y="691"/>
                      <a:pt x="115" y="688"/>
                    </a:cubicBezTo>
                    <a:cubicBezTo>
                      <a:pt x="114" y="687"/>
                      <a:pt x="114" y="687"/>
                      <a:pt x="114" y="687"/>
                    </a:cubicBezTo>
                    <a:cubicBezTo>
                      <a:pt x="116" y="683"/>
                      <a:pt x="116" y="685"/>
                      <a:pt x="117" y="681"/>
                    </a:cubicBezTo>
                    <a:cubicBezTo>
                      <a:pt x="117" y="681"/>
                      <a:pt x="117" y="681"/>
                      <a:pt x="117" y="681"/>
                    </a:cubicBezTo>
                    <a:cubicBezTo>
                      <a:pt x="118" y="676"/>
                      <a:pt x="118" y="676"/>
                      <a:pt x="118" y="676"/>
                    </a:cubicBezTo>
                    <a:cubicBezTo>
                      <a:pt x="120" y="677"/>
                      <a:pt x="122" y="665"/>
                      <a:pt x="124" y="663"/>
                    </a:cubicBezTo>
                    <a:cubicBezTo>
                      <a:pt x="126" y="657"/>
                      <a:pt x="129" y="648"/>
                      <a:pt x="132" y="640"/>
                    </a:cubicBezTo>
                    <a:cubicBezTo>
                      <a:pt x="134" y="639"/>
                      <a:pt x="137" y="630"/>
                      <a:pt x="140" y="624"/>
                    </a:cubicBezTo>
                    <a:cubicBezTo>
                      <a:pt x="145" y="613"/>
                      <a:pt x="151" y="596"/>
                      <a:pt x="158" y="582"/>
                    </a:cubicBezTo>
                    <a:cubicBezTo>
                      <a:pt x="157" y="582"/>
                      <a:pt x="157" y="582"/>
                      <a:pt x="157" y="582"/>
                    </a:cubicBezTo>
                    <a:cubicBezTo>
                      <a:pt x="159" y="578"/>
                      <a:pt x="159" y="578"/>
                      <a:pt x="159" y="578"/>
                    </a:cubicBezTo>
                    <a:cubicBezTo>
                      <a:pt x="159" y="578"/>
                      <a:pt x="159" y="578"/>
                      <a:pt x="159" y="578"/>
                    </a:cubicBezTo>
                    <a:cubicBezTo>
                      <a:pt x="162" y="576"/>
                      <a:pt x="163" y="569"/>
                      <a:pt x="165" y="567"/>
                    </a:cubicBezTo>
                    <a:cubicBezTo>
                      <a:pt x="163" y="568"/>
                      <a:pt x="164" y="569"/>
                      <a:pt x="163" y="572"/>
                    </a:cubicBezTo>
                    <a:cubicBezTo>
                      <a:pt x="161" y="574"/>
                      <a:pt x="161" y="571"/>
                      <a:pt x="163" y="567"/>
                    </a:cubicBezTo>
                    <a:cubicBezTo>
                      <a:pt x="164" y="567"/>
                      <a:pt x="164" y="567"/>
                      <a:pt x="164" y="567"/>
                    </a:cubicBezTo>
                    <a:cubicBezTo>
                      <a:pt x="164" y="564"/>
                      <a:pt x="164" y="564"/>
                      <a:pt x="164" y="564"/>
                    </a:cubicBezTo>
                    <a:cubicBezTo>
                      <a:pt x="165" y="564"/>
                      <a:pt x="167" y="562"/>
                      <a:pt x="168" y="562"/>
                    </a:cubicBezTo>
                    <a:cubicBezTo>
                      <a:pt x="174" y="550"/>
                      <a:pt x="176" y="541"/>
                      <a:pt x="183" y="528"/>
                    </a:cubicBezTo>
                    <a:cubicBezTo>
                      <a:pt x="183" y="530"/>
                      <a:pt x="187" y="519"/>
                      <a:pt x="188" y="523"/>
                    </a:cubicBezTo>
                    <a:cubicBezTo>
                      <a:pt x="191" y="515"/>
                      <a:pt x="186" y="523"/>
                      <a:pt x="186" y="519"/>
                    </a:cubicBezTo>
                    <a:cubicBezTo>
                      <a:pt x="188" y="517"/>
                      <a:pt x="188" y="515"/>
                      <a:pt x="189" y="515"/>
                    </a:cubicBezTo>
                    <a:cubicBezTo>
                      <a:pt x="189" y="516"/>
                      <a:pt x="191" y="513"/>
                      <a:pt x="190" y="515"/>
                    </a:cubicBezTo>
                    <a:cubicBezTo>
                      <a:pt x="193" y="510"/>
                      <a:pt x="193" y="510"/>
                      <a:pt x="193" y="510"/>
                    </a:cubicBezTo>
                    <a:cubicBezTo>
                      <a:pt x="193" y="510"/>
                      <a:pt x="193" y="511"/>
                      <a:pt x="193" y="512"/>
                    </a:cubicBezTo>
                    <a:cubicBezTo>
                      <a:pt x="197" y="501"/>
                      <a:pt x="203" y="494"/>
                      <a:pt x="207" y="485"/>
                    </a:cubicBezTo>
                    <a:cubicBezTo>
                      <a:pt x="207" y="484"/>
                      <a:pt x="205" y="488"/>
                      <a:pt x="205" y="487"/>
                    </a:cubicBezTo>
                    <a:cubicBezTo>
                      <a:pt x="209" y="478"/>
                      <a:pt x="211" y="480"/>
                      <a:pt x="215" y="471"/>
                    </a:cubicBezTo>
                    <a:cubicBezTo>
                      <a:pt x="214" y="473"/>
                      <a:pt x="214" y="473"/>
                      <a:pt x="214" y="473"/>
                    </a:cubicBezTo>
                    <a:cubicBezTo>
                      <a:pt x="215" y="470"/>
                      <a:pt x="215" y="469"/>
                      <a:pt x="219" y="465"/>
                    </a:cubicBezTo>
                    <a:cubicBezTo>
                      <a:pt x="220" y="465"/>
                      <a:pt x="217" y="469"/>
                      <a:pt x="216" y="471"/>
                    </a:cubicBezTo>
                    <a:cubicBezTo>
                      <a:pt x="218" y="468"/>
                      <a:pt x="223" y="461"/>
                      <a:pt x="220" y="462"/>
                    </a:cubicBezTo>
                    <a:cubicBezTo>
                      <a:pt x="222" y="459"/>
                      <a:pt x="224" y="458"/>
                      <a:pt x="225" y="456"/>
                    </a:cubicBezTo>
                    <a:cubicBezTo>
                      <a:pt x="225" y="456"/>
                      <a:pt x="223" y="459"/>
                      <a:pt x="223" y="457"/>
                    </a:cubicBezTo>
                    <a:cubicBezTo>
                      <a:pt x="227" y="452"/>
                      <a:pt x="231" y="444"/>
                      <a:pt x="235" y="439"/>
                    </a:cubicBezTo>
                    <a:cubicBezTo>
                      <a:pt x="235" y="439"/>
                      <a:pt x="236" y="439"/>
                      <a:pt x="236" y="439"/>
                    </a:cubicBezTo>
                    <a:cubicBezTo>
                      <a:pt x="238" y="434"/>
                      <a:pt x="239" y="436"/>
                      <a:pt x="243" y="429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92" name="Freeform 156">
                <a:extLst>
                  <a:ext uri="{FF2B5EF4-FFF2-40B4-BE49-F238E27FC236}">
                    <a16:creationId xmlns:a16="http://schemas.microsoft.com/office/drawing/2014/main" id="{33C73029-62F2-48F8-95E2-A7C88EAEB3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26338" y="2025650"/>
                <a:ext cx="7937" cy="793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1"/>
                  </a:cxn>
                  <a:cxn ang="0">
                    <a:pos x="0" y="3"/>
                  </a:cxn>
                  <a:cxn ang="0">
                    <a:pos x="3" y="0"/>
                  </a:cxn>
                </a:cxnLst>
                <a:rect l="0" t="0" r="r" b="b"/>
                <a:pathLst>
                  <a:path w="3" h="3">
                    <a:moveTo>
                      <a:pt x="3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1" y="2"/>
                      <a:pt x="1" y="2"/>
                      <a:pt x="0" y="3"/>
                    </a:cubicBezTo>
                    <a:lnTo>
                      <a:pt x="3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93" name="Freeform 157">
                <a:extLst>
                  <a:ext uri="{FF2B5EF4-FFF2-40B4-BE49-F238E27FC236}">
                    <a16:creationId xmlns:a16="http://schemas.microsoft.com/office/drawing/2014/main" id="{C2A8AAA8-04F8-49FF-AAC3-2E3DE77EE1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78688" y="2239963"/>
                <a:ext cx="1587" cy="158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94" name="Freeform 158">
                <a:extLst>
                  <a:ext uri="{FF2B5EF4-FFF2-40B4-BE49-F238E27FC236}">
                    <a16:creationId xmlns:a16="http://schemas.microsoft.com/office/drawing/2014/main" id="{65AD4409-1CCA-4D14-82C7-37D00DE5AD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21538" y="2297113"/>
                <a:ext cx="7937" cy="4763"/>
              </a:xfrm>
              <a:custGeom>
                <a:avLst/>
                <a:gdLst/>
                <a:ahLst/>
                <a:cxnLst>
                  <a:cxn ang="0">
                    <a:pos x="2" y="2"/>
                  </a:cxn>
                  <a:cxn ang="0">
                    <a:pos x="0" y="2"/>
                  </a:cxn>
                  <a:cxn ang="0">
                    <a:pos x="2" y="2"/>
                  </a:cxn>
                </a:cxnLst>
                <a:rect l="0" t="0" r="r" b="b"/>
                <a:pathLst>
                  <a:path w="3" h="2">
                    <a:moveTo>
                      <a:pt x="2" y="2"/>
                    </a:moveTo>
                    <a:cubicBezTo>
                      <a:pt x="3" y="0"/>
                      <a:pt x="1" y="1"/>
                      <a:pt x="0" y="2"/>
                    </a:cubicBezTo>
                    <a:cubicBezTo>
                      <a:pt x="1" y="2"/>
                      <a:pt x="1" y="2"/>
                      <a:pt x="2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95" name="Freeform 159">
                <a:extLst>
                  <a:ext uri="{FF2B5EF4-FFF2-40B4-BE49-F238E27FC236}">
                    <a16:creationId xmlns:a16="http://schemas.microsoft.com/office/drawing/2014/main" id="{E7B95CA0-9AEB-46F1-9EAD-95978EB57C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85088" y="1916113"/>
                <a:ext cx="3175" cy="158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0"/>
                  </a:cxn>
                  <a:cxn ang="0">
                    <a:pos x="1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96" name="Freeform 160">
                <a:extLst>
                  <a:ext uri="{FF2B5EF4-FFF2-40B4-BE49-F238E27FC236}">
                    <a16:creationId xmlns:a16="http://schemas.microsoft.com/office/drawing/2014/main" id="{CDBD71AF-9ABD-4583-9A6F-94E81AD8AB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67688" y="1717675"/>
                <a:ext cx="1587" cy="158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97" name="Freeform 161">
                <a:extLst>
                  <a:ext uri="{FF2B5EF4-FFF2-40B4-BE49-F238E27FC236}">
                    <a16:creationId xmlns:a16="http://schemas.microsoft.com/office/drawing/2014/main" id="{9756E606-0C8F-4400-AC4B-06B6B67603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32763" y="1720850"/>
                <a:ext cx="6350" cy="158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1"/>
                  </a:cxn>
                  <a:cxn ang="0">
                    <a:pos x="3" y="0"/>
                  </a:cxn>
                </a:cxnLst>
                <a:rect l="0" t="0" r="r" b="b"/>
                <a:pathLst>
                  <a:path w="3" h="1">
                    <a:moveTo>
                      <a:pt x="3" y="0"/>
                    </a:moveTo>
                    <a:cubicBezTo>
                      <a:pt x="2" y="0"/>
                      <a:pt x="1" y="1"/>
                      <a:pt x="0" y="1"/>
                    </a:cubicBezTo>
                    <a:cubicBezTo>
                      <a:pt x="1" y="1"/>
                      <a:pt x="2" y="1"/>
                      <a:pt x="3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98" name="Freeform 162">
                <a:extLst>
                  <a:ext uri="{FF2B5EF4-FFF2-40B4-BE49-F238E27FC236}">
                    <a16:creationId xmlns:a16="http://schemas.microsoft.com/office/drawing/2014/main" id="{E7518FB5-EB9B-46C5-B190-9C46316909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77138" y="1984375"/>
                <a:ext cx="4762" cy="4763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2"/>
                  </a:cxn>
                  <a:cxn ang="0">
                    <a:pos x="2" y="0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cubicBezTo>
                      <a:pt x="1" y="1"/>
                      <a:pt x="1" y="1"/>
                      <a:pt x="0" y="2"/>
                    </a:cubicBezTo>
                    <a:cubicBezTo>
                      <a:pt x="1" y="1"/>
                      <a:pt x="2" y="1"/>
                      <a:pt x="2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99" name="Freeform 163">
                <a:extLst>
                  <a:ext uri="{FF2B5EF4-FFF2-40B4-BE49-F238E27FC236}">
                    <a16:creationId xmlns:a16="http://schemas.microsoft.com/office/drawing/2014/main" id="{8735CDB4-2B46-47B7-BD00-683CB1D596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20063" y="1725613"/>
                <a:ext cx="7937" cy="3175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3" y="0"/>
                  </a:cxn>
                </a:cxnLst>
                <a:rect l="0" t="0" r="r" b="b"/>
                <a:pathLst>
                  <a:path w="3" h="1">
                    <a:moveTo>
                      <a:pt x="3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lnTo>
                      <a:pt x="3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00" name="Freeform 164">
                <a:extLst>
                  <a:ext uri="{FF2B5EF4-FFF2-40B4-BE49-F238E27FC236}">
                    <a16:creationId xmlns:a16="http://schemas.microsoft.com/office/drawing/2014/main" id="{2D1F57C8-6109-41BD-8AE4-546BAE0F85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67688" y="1716088"/>
                <a:ext cx="9525" cy="158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1"/>
                  </a:cxn>
                  <a:cxn ang="0">
                    <a:pos x="4" y="0"/>
                  </a:cxn>
                </a:cxnLst>
                <a:rect l="0" t="0" r="r" b="b"/>
                <a:pathLst>
                  <a:path w="4" h="1">
                    <a:moveTo>
                      <a:pt x="4" y="0"/>
                    </a:moveTo>
                    <a:cubicBezTo>
                      <a:pt x="3" y="1"/>
                      <a:pt x="1" y="1"/>
                      <a:pt x="0" y="1"/>
                    </a:cubicBezTo>
                    <a:cubicBezTo>
                      <a:pt x="2" y="1"/>
                      <a:pt x="3" y="1"/>
                      <a:pt x="4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01" name="Freeform 165">
                <a:extLst>
                  <a:ext uri="{FF2B5EF4-FFF2-40B4-BE49-F238E27FC236}">
                    <a16:creationId xmlns:a16="http://schemas.microsoft.com/office/drawing/2014/main" id="{54189D74-9D58-4757-8B78-6C9A266F0B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50188" y="1822450"/>
                <a:ext cx="4762" cy="4763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cubicBezTo>
                      <a:pt x="2" y="1"/>
                      <a:pt x="2" y="1"/>
                      <a:pt x="2" y="1"/>
                    </a:cubicBezTo>
                    <a:cubicBezTo>
                      <a:pt x="0" y="2"/>
                      <a:pt x="1" y="1"/>
                      <a:pt x="2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02" name="Freeform 166">
                <a:extLst>
                  <a:ext uri="{FF2B5EF4-FFF2-40B4-BE49-F238E27FC236}">
                    <a16:creationId xmlns:a16="http://schemas.microsoft.com/office/drawing/2014/main" id="{D7340762-AEEE-4D34-A124-AAE2D16BAF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94663" y="1738313"/>
                <a:ext cx="3175" cy="158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2" y="0"/>
                  </a:cxn>
                  <a:cxn ang="0">
                    <a:pos x="0" y="1"/>
                  </a:cxn>
                  <a:cxn ang="0">
                    <a:pos x="2" y="0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lnTo>
                      <a:pt x="2" y="0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03" name="Freeform 167">
                <a:extLst>
                  <a:ext uri="{FF2B5EF4-FFF2-40B4-BE49-F238E27FC236}">
                    <a16:creationId xmlns:a16="http://schemas.microsoft.com/office/drawing/2014/main" id="{3CAB6F66-90EB-4E7A-B5F8-C44975E1CB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04200" y="1711325"/>
                <a:ext cx="4762" cy="158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0"/>
                  </a:cxn>
                  <a:cxn ang="0">
                    <a:pos x="2" y="0"/>
                  </a:cxn>
                  <a:cxn ang="0">
                    <a:pos x="1" y="0"/>
                  </a:cxn>
                </a:cxnLst>
                <a:rect l="0" t="0" r="r" b="b"/>
                <a:pathLst>
                  <a:path w="2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04" name="Freeform 168">
                <a:extLst>
                  <a:ext uri="{FF2B5EF4-FFF2-40B4-BE49-F238E27FC236}">
                    <a16:creationId xmlns:a16="http://schemas.microsoft.com/office/drawing/2014/main" id="{22A1D1EB-15FD-439D-ADD4-DD9EF0D5FD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56550" y="1779588"/>
                <a:ext cx="1587" cy="4763"/>
              </a:xfrm>
              <a:custGeom>
                <a:avLst/>
                <a:gdLst/>
                <a:ahLst/>
                <a:cxnLst>
                  <a:cxn ang="0">
                    <a:pos x="1" y="2"/>
                  </a:cxn>
                  <a:cxn ang="0">
                    <a:pos x="1" y="0"/>
                  </a:cxn>
                  <a:cxn ang="0">
                    <a:pos x="1" y="2"/>
                  </a:cxn>
                </a:cxnLst>
                <a:rect l="0" t="0" r="r" b="b"/>
                <a:pathLst>
                  <a:path w="1" h="2">
                    <a:moveTo>
                      <a:pt x="1" y="2"/>
                    </a:moveTo>
                    <a:cubicBezTo>
                      <a:pt x="1" y="1"/>
                      <a:pt x="1" y="1"/>
                      <a:pt x="1" y="0"/>
                    </a:cubicBezTo>
                    <a:cubicBezTo>
                      <a:pt x="0" y="1"/>
                      <a:pt x="0" y="1"/>
                      <a:pt x="1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84" name="Group 484">
              <a:extLst>
                <a:ext uri="{FF2B5EF4-FFF2-40B4-BE49-F238E27FC236}">
                  <a16:creationId xmlns:a16="http://schemas.microsoft.com/office/drawing/2014/main" id="{A4E918B0-9B36-4B91-A245-512752464EA3}"/>
                </a:ext>
              </a:extLst>
            </p:cNvPr>
            <p:cNvGrpSpPr/>
            <p:nvPr/>
          </p:nvGrpSpPr>
          <p:grpSpPr>
            <a:xfrm rot="15155533" flipH="1">
              <a:off x="1114059" y="1803071"/>
              <a:ext cx="2159193" cy="2610180"/>
              <a:chOff x="6326188" y="1654175"/>
              <a:chExt cx="2192337" cy="2967038"/>
            </a:xfrm>
            <a:solidFill>
              <a:schemeClr val="bg2">
                <a:lumMod val="75000"/>
              </a:schemeClr>
            </a:solidFill>
          </p:grpSpPr>
          <p:sp>
            <p:nvSpPr>
              <p:cNvPr id="226" name="Freeform 129">
                <a:extLst>
                  <a:ext uri="{FF2B5EF4-FFF2-40B4-BE49-F238E27FC236}">
                    <a16:creationId xmlns:a16="http://schemas.microsoft.com/office/drawing/2014/main" id="{6278D670-85D3-4373-8CC6-4BB1D24939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27988" y="1720850"/>
                <a:ext cx="3175" cy="158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1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27" name="Freeform 130">
                <a:extLst>
                  <a:ext uri="{FF2B5EF4-FFF2-40B4-BE49-F238E27FC236}">
                    <a16:creationId xmlns:a16="http://schemas.microsoft.com/office/drawing/2014/main" id="{E7E86FE4-2D17-4235-9DEF-1D3B8F9A57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24775" y="1841500"/>
                <a:ext cx="3175" cy="3175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1" y="0"/>
                  </a:cxn>
                  <a:cxn ang="0">
                    <a:pos x="0" y="1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28" name="Freeform 131">
                <a:extLst>
                  <a:ext uri="{FF2B5EF4-FFF2-40B4-BE49-F238E27FC236}">
                    <a16:creationId xmlns:a16="http://schemas.microsoft.com/office/drawing/2014/main" id="{FD7BC5F0-2C70-4C0C-9FB1-83057FE1E6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18488" y="1671638"/>
                <a:ext cx="12700" cy="1588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1"/>
                  </a:cxn>
                  <a:cxn ang="0">
                    <a:pos x="5" y="0"/>
                  </a:cxn>
                  <a:cxn ang="0">
                    <a:pos x="0" y="1"/>
                  </a:cxn>
                </a:cxnLst>
                <a:rect l="0" t="0" r="r" b="b"/>
                <a:pathLst>
                  <a:path w="5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5" y="0"/>
                      <a:pt x="5" y="0"/>
                      <a:pt x="5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29" name="Freeform 132">
                <a:extLst>
                  <a:ext uri="{FF2B5EF4-FFF2-40B4-BE49-F238E27FC236}">
                    <a16:creationId xmlns:a16="http://schemas.microsoft.com/office/drawing/2014/main" id="{2CDE5430-C478-4290-A132-7411B28D03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69150" y="2263775"/>
                <a:ext cx="3175" cy="3175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1" y="0"/>
                  </a:cxn>
                  <a:cxn ang="0">
                    <a:pos x="0" y="1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30" name="Freeform 133">
                <a:extLst>
                  <a:ext uri="{FF2B5EF4-FFF2-40B4-BE49-F238E27FC236}">
                    <a16:creationId xmlns:a16="http://schemas.microsoft.com/office/drawing/2014/main" id="{EF916648-FCD5-4A2A-A691-18992C6779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80300" y="1995488"/>
                <a:ext cx="4762" cy="4763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2"/>
                  </a:cxn>
                  <a:cxn ang="0">
                    <a:pos x="2" y="0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cubicBezTo>
                      <a:pt x="1" y="0"/>
                      <a:pt x="1" y="1"/>
                      <a:pt x="0" y="2"/>
                    </a:cubicBezTo>
                    <a:cubicBezTo>
                      <a:pt x="1" y="1"/>
                      <a:pt x="2" y="0"/>
                      <a:pt x="2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31" name="Freeform 134">
                <a:extLst>
                  <a:ext uri="{FF2B5EF4-FFF2-40B4-BE49-F238E27FC236}">
                    <a16:creationId xmlns:a16="http://schemas.microsoft.com/office/drawing/2014/main" id="{D84DE78B-CE1E-41B1-B555-036CBF45BF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18500" y="1681163"/>
                <a:ext cx="7937" cy="158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0"/>
                  </a:cxn>
                  <a:cxn ang="0">
                    <a:pos x="3" y="0"/>
                  </a:cxn>
                </a:cxnLst>
                <a:rect l="0" t="0" r="r" b="b"/>
                <a:pathLst>
                  <a:path w="3">
                    <a:moveTo>
                      <a:pt x="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0"/>
                      <a:pt x="3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32" name="Freeform 135">
                <a:extLst>
                  <a:ext uri="{FF2B5EF4-FFF2-40B4-BE49-F238E27FC236}">
                    <a16:creationId xmlns:a16="http://schemas.microsoft.com/office/drawing/2014/main" id="{3E212180-C88F-431E-BE11-880BA73361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16938" y="1655763"/>
                <a:ext cx="1587" cy="158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33" name="Freeform 136">
                <a:extLst>
                  <a:ext uri="{FF2B5EF4-FFF2-40B4-BE49-F238E27FC236}">
                    <a16:creationId xmlns:a16="http://schemas.microsoft.com/office/drawing/2014/main" id="{823A5E9A-2964-4121-93C1-598B4EC609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34388" y="1654175"/>
                <a:ext cx="7937" cy="158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0"/>
                  </a:cxn>
                  <a:cxn ang="0">
                    <a:pos x="3" y="0"/>
                  </a:cxn>
                </a:cxnLst>
                <a:rect l="0" t="0" r="r" b="b"/>
                <a:pathLst>
                  <a:path w="3">
                    <a:moveTo>
                      <a:pt x="3" y="0"/>
                    </a:moveTo>
                    <a:cubicBezTo>
                      <a:pt x="2" y="0"/>
                      <a:pt x="1" y="0"/>
                      <a:pt x="0" y="0"/>
                    </a:cubicBezTo>
                    <a:cubicBezTo>
                      <a:pt x="1" y="0"/>
                      <a:pt x="3" y="0"/>
                      <a:pt x="3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34" name="Freeform 137">
                <a:extLst>
                  <a:ext uri="{FF2B5EF4-FFF2-40B4-BE49-F238E27FC236}">
                    <a16:creationId xmlns:a16="http://schemas.microsoft.com/office/drawing/2014/main" id="{1ABCF11B-4A40-4950-8FB6-EFFDF12B37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32800" y="1654175"/>
                <a:ext cx="1587" cy="158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" y="0"/>
                  </a:cxn>
                  <a:cxn ang="0">
                    <a:pos x="0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35" name="Freeform 138">
                <a:extLst>
                  <a:ext uri="{FF2B5EF4-FFF2-40B4-BE49-F238E27FC236}">
                    <a16:creationId xmlns:a16="http://schemas.microsoft.com/office/drawing/2014/main" id="{9BACB66A-ECFD-44F6-9A27-DC315A02DD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26188" y="4597400"/>
                <a:ext cx="3175" cy="1746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" y="7"/>
                  </a:cxn>
                  <a:cxn ang="0">
                    <a:pos x="0" y="0"/>
                  </a:cxn>
                </a:cxnLst>
                <a:rect l="0" t="0" r="r" b="b"/>
                <a:pathLst>
                  <a:path w="1" h="7">
                    <a:moveTo>
                      <a:pt x="0" y="0"/>
                    </a:moveTo>
                    <a:cubicBezTo>
                      <a:pt x="0" y="3"/>
                      <a:pt x="0" y="5"/>
                      <a:pt x="1" y="7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36" name="Freeform 139">
                <a:extLst>
                  <a:ext uri="{FF2B5EF4-FFF2-40B4-BE49-F238E27FC236}">
                    <a16:creationId xmlns:a16="http://schemas.microsoft.com/office/drawing/2014/main" id="{A3DCF1ED-D947-4B71-83D0-62BD34B202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89738" y="2773363"/>
                <a:ext cx="3175" cy="1588"/>
              </a:xfrm>
              <a:custGeom>
                <a:avLst/>
                <a:gdLst/>
                <a:ahLst/>
                <a:cxnLst>
                  <a:cxn ang="0">
                    <a:pos x="1" y="1"/>
                  </a:cxn>
                  <a:cxn ang="0">
                    <a:pos x="1" y="0"/>
                  </a:cxn>
                  <a:cxn ang="0">
                    <a:pos x="1" y="1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1"/>
                      <a:pt x="0" y="1"/>
                      <a:pt x="1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37" name="Freeform 140">
                <a:extLst>
                  <a:ext uri="{FF2B5EF4-FFF2-40B4-BE49-F238E27FC236}">
                    <a16:creationId xmlns:a16="http://schemas.microsoft.com/office/drawing/2014/main" id="{6096CF2F-D974-4B3C-A6A0-A070B9B85C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42063" y="4603750"/>
                <a:ext cx="1587" cy="476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"/>
                  </a:cxn>
                  <a:cxn ang="0">
                    <a:pos x="0" y="0"/>
                  </a:cxn>
                </a:cxnLst>
                <a:rect l="0" t="0" r="r" b="b"/>
                <a:pathLst>
                  <a:path h="2">
                    <a:moveTo>
                      <a:pt x="0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38" name="Freeform 141">
                <a:extLst>
                  <a:ext uri="{FF2B5EF4-FFF2-40B4-BE49-F238E27FC236}">
                    <a16:creationId xmlns:a16="http://schemas.microsoft.com/office/drawing/2014/main" id="{3ED05F3C-E59C-476E-B0A9-08DC3D6961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07375" y="1704975"/>
                <a:ext cx="17462" cy="6350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0" y="2"/>
                  </a:cxn>
                  <a:cxn ang="0">
                    <a:pos x="7" y="0"/>
                  </a:cxn>
                </a:cxnLst>
                <a:rect l="0" t="0" r="r" b="b"/>
                <a:pathLst>
                  <a:path w="7" h="2">
                    <a:moveTo>
                      <a:pt x="7" y="0"/>
                    </a:moveTo>
                    <a:cubicBezTo>
                      <a:pt x="5" y="1"/>
                      <a:pt x="0" y="1"/>
                      <a:pt x="0" y="2"/>
                    </a:cubicBezTo>
                    <a:cubicBezTo>
                      <a:pt x="3" y="1"/>
                      <a:pt x="6" y="1"/>
                      <a:pt x="7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39" name="Freeform 142">
                <a:extLst>
                  <a:ext uri="{FF2B5EF4-FFF2-40B4-BE49-F238E27FC236}">
                    <a16:creationId xmlns:a16="http://schemas.microsoft.com/office/drawing/2014/main" id="{BDB349DF-112E-45EE-966F-7B21824A64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88150" y="2924175"/>
                <a:ext cx="1587" cy="476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"/>
                  </a:cxn>
                  <a:cxn ang="0">
                    <a:pos x="0" y="0"/>
                  </a:cxn>
                </a:cxnLst>
                <a:rect l="0" t="0" r="r" b="b"/>
                <a:pathLst>
                  <a:path h="2">
                    <a:moveTo>
                      <a:pt x="0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40" name="Freeform 143">
                <a:extLst>
                  <a:ext uri="{FF2B5EF4-FFF2-40B4-BE49-F238E27FC236}">
                    <a16:creationId xmlns:a16="http://schemas.microsoft.com/office/drawing/2014/main" id="{575C7A27-F816-47CF-B07E-C5CD17E8F0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42063" y="4602163"/>
                <a:ext cx="1587" cy="1588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1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41" name="Rectangle 144">
                <a:extLst>
                  <a:ext uri="{FF2B5EF4-FFF2-40B4-BE49-F238E27FC236}">
                    <a16:creationId xmlns:a16="http://schemas.microsoft.com/office/drawing/2014/main" id="{1AC2789D-B753-452F-B1C9-103430EBFE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18275" y="3373438"/>
                <a:ext cx="1587" cy="1588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42" name="Freeform 145">
                <a:extLst>
                  <a:ext uri="{FF2B5EF4-FFF2-40B4-BE49-F238E27FC236}">
                    <a16:creationId xmlns:a16="http://schemas.microsoft.com/office/drawing/2014/main" id="{D4CA7D11-7AD7-45AA-BB1E-A1E381B3D7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05575" y="3398838"/>
                <a:ext cx="1587" cy="6350"/>
              </a:xfrm>
              <a:custGeom>
                <a:avLst/>
                <a:gdLst/>
                <a:ahLst/>
                <a:cxnLst>
                  <a:cxn ang="0">
                    <a:pos x="0" y="3"/>
                  </a:cxn>
                  <a:cxn ang="0">
                    <a:pos x="0" y="0"/>
                  </a:cxn>
                  <a:cxn ang="0">
                    <a:pos x="0" y="3"/>
                  </a:cxn>
                </a:cxnLst>
                <a:rect l="0" t="0" r="r" b="b"/>
                <a:pathLst>
                  <a:path h="3">
                    <a:moveTo>
                      <a:pt x="0" y="3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"/>
                      <a:pt x="0" y="3"/>
                      <a:pt x="0" y="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43" name="Freeform 146">
                <a:extLst>
                  <a:ext uri="{FF2B5EF4-FFF2-40B4-BE49-F238E27FC236}">
                    <a16:creationId xmlns:a16="http://schemas.microsoft.com/office/drawing/2014/main" id="{3BBCB8E4-E870-4DA3-9761-216105EC74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29363" y="4614863"/>
                <a:ext cx="1587" cy="635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3"/>
                  </a:cxn>
                  <a:cxn ang="0">
                    <a:pos x="0" y="0"/>
                  </a:cxn>
                </a:cxnLst>
                <a:rect l="0" t="0" r="r" b="b"/>
                <a:pathLst>
                  <a:path h="3">
                    <a:moveTo>
                      <a:pt x="0" y="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44" name="Freeform 147">
                <a:extLst>
                  <a:ext uri="{FF2B5EF4-FFF2-40B4-BE49-F238E27FC236}">
                    <a16:creationId xmlns:a16="http://schemas.microsoft.com/office/drawing/2014/main" id="{70234B1F-EFED-480A-AF32-E4ED2DD705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05563" y="3765550"/>
                <a:ext cx="3175" cy="4763"/>
              </a:xfrm>
              <a:custGeom>
                <a:avLst/>
                <a:gdLst/>
                <a:ahLst/>
                <a:cxnLst>
                  <a:cxn ang="0">
                    <a:pos x="0" y="2"/>
                  </a:cxn>
                  <a:cxn ang="0">
                    <a:pos x="1" y="0"/>
                  </a:cxn>
                  <a:cxn ang="0">
                    <a:pos x="0" y="2"/>
                  </a:cxn>
                </a:cxnLst>
                <a:rect l="0" t="0" r="r" b="b"/>
                <a:pathLst>
                  <a:path w="1" h="2">
                    <a:moveTo>
                      <a:pt x="0" y="2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1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45" name="Freeform 148">
                <a:extLst>
                  <a:ext uri="{FF2B5EF4-FFF2-40B4-BE49-F238E27FC236}">
                    <a16:creationId xmlns:a16="http://schemas.microsoft.com/office/drawing/2014/main" id="{BEB097F4-7A19-499A-A5B3-081FC28859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7288" y="1978025"/>
                <a:ext cx="3175" cy="3175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1" y="0"/>
                  </a:cxn>
                  <a:cxn ang="0">
                    <a:pos x="0" y="1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1"/>
                      <a:pt x="1" y="0"/>
                    </a:cubicBezTo>
                    <a:cubicBezTo>
                      <a:pt x="1" y="0"/>
                      <a:pt x="1" y="0"/>
                      <a:pt x="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46" name="Freeform 149">
                <a:extLst>
                  <a:ext uri="{FF2B5EF4-FFF2-40B4-BE49-F238E27FC236}">
                    <a16:creationId xmlns:a16="http://schemas.microsoft.com/office/drawing/2014/main" id="{9D80BB21-263F-4DAB-83F1-3DA96E10E5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35838" y="2182813"/>
                <a:ext cx="3175" cy="158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1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47" name="Freeform 150">
                <a:extLst>
                  <a:ext uri="{FF2B5EF4-FFF2-40B4-BE49-F238E27FC236}">
                    <a16:creationId xmlns:a16="http://schemas.microsoft.com/office/drawing/2014/main" id="{AE17E43E-E352-4A71-A095-D6EFAE2FE5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39013" y="2171700"/>
                <a:ext cx="6350" cy="11113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4"/>
                  </a:cxn>
                  <a:cxn ang="0">
                    <a:pos x="3" y="0"/>
                  </a:cxn>
                </a:cxnLst>
                <a:rect l="0" t="0" r="r" b="b"/>
                <a:pathLst>
                  <a:path w="3" h="4">
                    <a:moveTo>
                      <a:pt x="3" y="0"/>
                    </a:moveTo>
                    <a:cubicBezTo>
                      <a:pt x="2" y="1"/>
                      <a:pt x="0" y="3"/>
                      <a:pt x="0" y="4"/>
                    </a:cubicBezTo>
                    <a:cubicBezTo>
                      <a:pt x="1" y="3"/>
                      <a:pt x="2" y="2"/>
                      <a:pt x="3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48" name="Freeform 151">
                <a:extLst>
                  <a:ext uri="{FF2B5EF4-FFF2-40B4-BE49-F238E27FC236}">
                    <a16:creationId xmlns:a16="http://schemas.microsoft.com/office/drawing/2014/main" id="{5794016F-EA1C-4365-B52A-1DB5ECB3CD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16788" y="2200275"/>
                <a:ext cx="1587" cy="1588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0"/>
                  </a:cxn>
                  <a:cxn ang="0">
                    <a:pos x="0" y="1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49" name="Freeform 152">
                <a:extLst>
                  <a:ext uri="{FF2B5EF4-FFF2-40B4-BE49-F238E27FC236}">
                    <a16:creationId xmlns:a16="http://schemas.microsoft.com/office/drawing/2014/main" id="{62E713DB-1C27-49F2-A840-B200C91383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26338" y="2028825"/>
                <a:ext cx="1587" cy="158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50" name="Freeform 153">
                <a:extLst>
                  <a:ext uri="{FF2B5EF4-FFF2-40B4-BE49-F238E27FC236}">
                    <a16:creationId xmlns:a16="http://schemas.microsoft.com/office/drawing/2014/main" id="{EBC5F1A9-50C0-4666-A9E1-2A62113471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81888" y="2063750"/>
                <a:ext cx="3175" cy="158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0"/>
                  </a:cxn>
                  <a:cxn ang="0">
                    <a:pos x="1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51" name="Freeform 154">
                <a:extLst>
                  <a:ext uri="{FF2B5EF4-FFF2-40B4-BE49-F238E27FC236}">
                    <a16:creationId xmlns:a16="http://schemas.microsoft.com/office/drawing/2014/main" id="{F8EE567D-46FA-41C4-A60C-45B4126D81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21538" y="2301875"/>
                <a:ext cx="1587" cy="158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52" name="Freeform 156">
                <a:extLst>
                  <a:ext uri="{FF2B5EF4-FFF2-40B4-BE49-F238E27FC236}">
                    <a16:creationId xmlns:a16="http://schemas.microsoft.com/office/drawing/2014/main" id="{E7AB2AB2-9D01-4B8F-9FB5-A77EB03D39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26338" y="2025650"/>
                <a:ext cx="7937" cy="793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1"/>
                  </a:cxn>
                  <a:cxn ang="0">
                    <a:pos x="0" y="3"/>
                  </a:cxn>
                  <a:cxn ang="0">
                    <a:pos x="3" y="0"/>
                  </a:cxn>
                </a:cxnLst>
                <a:rect l="0" t="0" r="r" b="b"/>
                <a:pathLst>
                  <a:path w="3" h="3">
                    <a:moveTo>
                      <a:pt x="3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1" y="2"/>
                      <a:pt x="1" y="2"/>
                      <a:pt x="0" y="3"/>
                    </a:cubicBezTo>
                    <a:lnTo>
                      <a:pt x="3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53" name="Freeform 157">
                <a:extLst>
                  <a:ext uri="{FF2B5EF4-FFF2-40B4-BE49-F238E27FC236}">
                    <a16:creationId xmlns:a16="http://schemas.microsoft.com/office/drawing/2014/main" id="{2957FE92-7EB6-494B-86EB-6820C0D318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78688" y="2239963"/>
                <a:ext cx="1587" cy="158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54" name="Freeform 158">
                <a:extLst>
                  <a:ext uri="{FF2B5EF4-FFF2-40B4-BE49-F238E27FC236}">
                    <a16:creationId xmlns:a16="http://schemas.microsoft.com/office/drawing/2014/main" id="{DD1A1478-B671-48B5-A24F-BDB162F81D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21538" y="2297113"/>
                <a:ext cx="7937" cy="4763"/>
              </a:xfrm>
              <a:custGeom>
                <a:avLst/>
                <a:gdLst/>
                <a:ahLst/>
                <a:cxnLst>
                  <a:cxn ang="0">
                    <a:pos x="2" y="2"/>
                  </a:cxn>
                  <a:cxn ang="0">
                    <a:pos x="0" y="2"/>
                  </a:cxn>
                  <a:cxn ang="0">
                    <a:pos x="2" y="2"/>
                  </a:cxn>
                </a:cxnLst>
                <a:rect l="0" t="0" r="r" b="b"/>
                <a:pathLst>
                  <a:path w="3" h="2">
                    <a:moveTo>
                      <a:pt x="2" y="2"/>
                    </a:moveTo>
                    <a:cubicBezTo>
                      <a:pt x="3" y="0"/>
                      <a:pt x="1" y="1"/>
                      <a:pt x="0" y="2"/>
                    </a:cubicBezTo>
                    <a:cubicBezTo>
                      <a:pt x="1" y="2"/>
                      <a:pt x="1" y="2"/>
                      <a:pt x="2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55" name="Freeform 159">
                <a:extLst>
                  <a:ext uri="{FF2B5EF4-FFF2-40B4-BE49-F238E27FC236}">
                    <a16:creationId xmlns:a16="http://schemas.microsoft.com/office/drawing/2014/main" id="{66D5FF9B-1293-450E-B512-D871116826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85088" y="1916113"/>
                <a:ext cx="3175" cy="158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0"/>
                  </a:cxn>
                  <a:cxn ang="0">
                    <a:pos x="1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56" name="Freeform 160">
                <a:extLst>
                  <a:ext uri="{FF2B5EF4-FFF2-40B4-BE49-F238E27FC236}">
                    <a16:creationId xmlns:a16="http://schemas.microsoft.com/office/drawing/2014/main" id="{DDFC155F-7CBE-4B0E-B3A5-5C37B982B6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67688" y="1717675"/>
                <a:ext cx="1587" cy="158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57" name="Freeform 161">
                <a:extLst>
                  <a:ext uri="{FF2B5EF4-FFF2-40B4-BE49-F238E27FC236}">
                    <a16:creationId xmlns:a16="http://schemas.microsoft.com/office/drawing/2014/main" id="{7BEA3C20-6A34-4992-B906-156090A07E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32763" y="1720850"/>
                <a:ext cx="6350" cy="158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1"/>
                  </a:cxn>
                  <a:cxn ang="0">
                    <a:pos x="3" y="0"/>
                  </a:cxn>
                </a:cxnLst>
                <a:rect l="0" t="0" r="r" b="b"/>
                <a:pathLst>
                  <a:path w="3" h="1">
                    <a:moveTo>
                      <a:pt x="3" y="0"/>
                    </a:moveTo>
                    <a:cubicBezTo>
                      <a:pt x="2" y="0"/>
                      <a:pt x="1" y="1"/>
                      <a:pt x="0" y="1"/>
                    </a:cubicBezTo>
                    <a:cubicBezTo>
                      <a:pt x="1" y="1"/>
                      <a:pt x="2" y="1"/>
                      <a:pt x="3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58" name="Freeform 162">
                <a:extLst>
                  <a:ext uri="{FF2B5EF4-FFF2-40B4-BE49-F238E27FC236}">
                    <a16:creationId xmlns:a16="http://schemas.microsoft.com/office/drawing/2014/main" id="{A2A84C9F-8701-4EB2-8B71-6B070651BF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77138" y="1984375"/>
                <a:ext cx="4762" cy="4763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2"/>
                  </a:cxn>
                  <a:cxn ang="0">
                    <a:pos x="2" y="0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cubicBezTo>
                      <a:pt x="1" y="1"/>
                      <a:pt x="1" y="1"/>
                      <a:pt x="0" y="2"/>
                    </a:cubicBezTo>
                    <a:cubicBezTo>
                      <a:pt x="1" y="1"/>
                      <a:pt x="2" y="1"/>
                      <a:pt x="2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59" name="Freeform 163">
                <a:extLst>
                  <a:ext uri="{FF2B5EF4-FFF2-40B4-BE49-F238E27FC236}">
                    <a16:creationId xmlns:a16="http://schemas.microsoft.com/office/drawing/2014/main" id="{D574E165-C37B-4B8E-98FD-3EE62AC5A0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20063" y="1725613"/>
                <a:ext cx="7937" cy="3175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3" y="0"/>
                  </a:cxn>
                </a:cxnLst>
                <a:rect l="0" t="0" r="r" b="b"/>
                <a:pathLst>
                  <a:path w="3" h="1">
                    <a:moveTo>
                      <a:pt x="3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lnTo>
                      <a:pt x="3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60" name="Freeform 164">
                <a:extLst>
                  <a:ext uri="{FF2B5EF4-FFF2-40B4-BE49-F238E27FC236}">
                    <a16:creationId xmlns:a16="http://schemas.microsoft.com/office/drawing/2014/main" id="{90DB30C0-9447-4D95-B11E-6007220C14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67688" y="1716088"/>
                <a:ext cx="9525" cy="158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1"/>
                  </a:cxn>
                  <a:cxn ang="0">
                    <a:pos x="4" y="0"/>
                  </a:cxn>
                </a:cxnLst>
                <a:rect l="0" t="0" r="r" b="b"/>
                <a:pathLst>
                  <a:path w="4" h="1">
                    <a:moveTo>
                      <a:pt x="4" y="0"/>
                    </a:moveTo>
                    <a:cubicBezTo>
                      <a:pt x="3" y="1"/>
                      <a:pt x="1" y="1"/>
                      <a:pt x="0" y="1"/>
                    </a:cubicBezTo>
                    <a:cubicBezTo>
                      <a:pt x="2" y="1"/>
                      <a:pt x="3" y="1"/>
                      <a:pt x="4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61" name="Freeform 165">
                <a:extLst>
                  <a:ext uri="{FF2B5EF4-FFF2-40B4-BE49-F238E27FC236}">
                    <a16:creationId xmlns:a16="http://schemas.microsoft.com/office/drawing/2014/main" id="{C333B17B-7977-4604-8FA5-0EFF238F3D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50188" y="1822450"/>
                <a:ext cx="4762" cy="4763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cubicBezTo>
                      <a:pt x="2" y="1"/>
                      <a:pt x="2" y="1"/>
                      <a:pt x="2" y="1"/>
                    </a:cubicBezTo>
                    <a:cubicBezTo>
                      <a:pt x="0" y="2"/>
                      <a:pt x="1" y="1"/>
                      <a:pt x="2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62" name="Freeform 166">
                <a:extLst>
                  <a:ext uri="{FF2B5EF4-FFF2-40B4-BE49-F238E27FC236}">
                    <a16:creationId xmlns:a16="http://schemas.microsoft.com/office/drawing/2014/main" id="{B238A753-BDAC-4FF5-A5FC-0649922B5D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94663" y="1738313"/>
                <a:ext cx="3175" cy="158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2" y="0"/>
                  </a:cxn>
                  <a:cxn ang="0">
                    <a:pos x="0" y="1"/>
                  </a:cxn>
                  <a:cxn ang="0">
                    <a:pos x="2" y="0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lnTo>
                      <a:pt x="2" y="0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63" name="Freeform 167">
                <a:extLst>
                  <a:ext uri="{FF2B5EF4-FFF2-40B4-BE49-F238E27FC236}">
                    <a16:creationId xmlns:a16="http://schemas.microsoft.com/office/drawing/2014/main" id="{4E3954AD-7D79-4F6C-8B08-DF21473C15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04200" y="1711325"/>
                <a:ext cx="4762" cy="158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0"/>
                  </a:cxn>
                  <a:cxn ang="0">
                    <a:pos x="2" y="0"/>
                  </a:cxn>
                  <a:cxn ang="0">
                    <a:pos x="1" y="0"/>
                  </a:cxn>
                </a:cxnLst>
                <a:rect l="0" t="0" r="r" b="b"/>
                <a:pathLst>
                  <a:path w="2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64" name="Freeform 168">
                <a:extLst>
                  <a:ext uri="{FF2B5EF4-FFF2-40B4-BE49-F238E27FC236}">
                    <a16:creationId xmlns:a16="http://schemas.microsoft.com/office/drawing/2014/main" id="{19594DB0-BDD4-4321-BCE7-86A6E021F5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56550" y="1779588"/>
                <a:ext cx="1587" cy="4763"/>
              </a:xfrm>
              <a:custGeom>
                <a:avLst/>
                <a:gdLst/>
                <a:ahLst/>
                <a:cxnLst>
                  <a:cxn ang="0">
                    <a:pos x="1" y="2"/>
                  </a:cxn>
                  <a:cxn ang="0">
                    <a:pos x="1" y="0"/>
                  </a:cxn>
                  <a:cxn ang="0">
                    <a:pos x="1" y="2"/>
                  </a:cxn>
                </a:cxnLst>
                <a:rect l="0" t="0" r="r" b="b"/>
                <a:pathLst>
                  <a:path w="1" h="2">
                    <a:moveTo>
                      <a:pt x="1" y="2"/>
                    </a:moveTo>
                    <a:cubicBezTo>
                      <a:pt x="1" y="1"/>
                      <a:pt x="1" y="1"/>
                      <a:pt x="1" y="0"/>
                    </a:cubicBezTo>
                    <a:cubicBezTo>
                      <a:pt x="0" y="1"/>
                      <a:pt x="0" y="1"/>
                      <a:pt x="1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85" name="Group 485">
              <a:extLst>
                <a:ext uri="{FF2B5EF4-FFF2-40B4-BE49-F238E27FC236}">
                  <a16:creationId xmlns:a16="http://schemas.microsoft.com/office/drawing/2014/main" id="{24AE9D02-6D27-4041-BB6B-D18165BDC75C}"/>
                </a:ext>
              </a:extLst>
            </p:cNvPr>
            <p:cNvGrpSpPr/>
            <p:nvPr/>
          </p:nvGrpSpPr>
          <p:grpSpPr>
            <a:xfrm rot="15155533" flipH="1">
              <a:off x="1264410" y="1845476"/>
              <a:ext cx="2259435" cy="2728193"/>
              <a:chOff x="6224407" y="1520027"/>
              <a:chExt cx="2294118" cy="3101186"/>
            </a:xfrm>
            <a:solidFill>
              <a:schemeClr val="bg2">
                <a:lumMod val="75000"/>
              </a:schemeClr>
            </a:solidFill>
          </p:grpSpPr>
          <p:sp>
            <p:nvSpPr>
              <p:cNvPr id="186" name="Freeform 129">
                <a:extLst>
                  <a:ext uri="{FF2B5EF4-FFF2-40B4-BE49-F238E27FC236}">
                    <a16:creationId xmlns:a16="http://schemas.microsoft.com/office/drawing/2014/main" id="{D12B3215-4CFF-48D3-A980-1AFAA0A654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27988" y="1720850"/>
                <a:ext cx="3175" cy="158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1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87" name="Freeform 130">
                <a:extLst>
                  <a:ext uri="{FF2B5EF4-FFF2-40B4-BE49-F238E27FC236}">
                    <a16:creationId xmlns:a16="http://schemas.microsoft.com/office/drawing/2014/main" id="{69A935B7-C1ED-4D7B-A825-2D2836366D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24775" y="1841500"/>
                <a:ext cx="3175" cy="3175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1" y="0"/>
                  </a:cxn>
                  <a:cxn ang="0">
                    <a:pos x="0" y="1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88" name="Freeform 131">
                <a:extLst>
                  <a:ext uri="{FF2B5EF4-FFF2-40B4-BE49-F238E27FC236}">
                    <a16:creationId xmlns:a16="http://schemas.microsoft.com/office/drawing/2014/main" id="{2E75DCD5-71B2-40E6-B7FA-BB2FB5B7A8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18488" y="1671638"/>
                <a:ext cx="12700" cy="1588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1"/>
                  </a:cxn>
                  <a:cxn ang="0">
                    <a:pos x="5" y="0"/>
                  </a:cxn>
                  <a:cxn ang="0">
                    <a:pos x="0" y="1"/>
                  </a:cxn>
                </a:cxnLst>
                <a:rect l="0" t="0" r="r" b="b"/>
                <a:pathLst>
                  <a:path w="5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5" y="0"/>
                      <a:pt x="5" y="0"/>
                      <a:pt x="5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89" name="Freeform 132">
                <a:extLst>
                  <a:ext uri="{FF2B5EF4-FFF2-40B4-BE49-F238E27FC236}">
                    <a16:creationId xmlns:a16="http://schemas.microsoft.com/office/drawing/2014/main" id="{6FD3FBC8-FADD-4900-818C-B94F023EEC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69150" y="2263775"/>
                <a:ext cx="3175" cy="3175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1" y="0"/>
                  </a:cxn>
                  <a:cxn ang="0">
                    <a:pos x="0" y="1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90" name="Freeform 133">
                <a:extLst>
                  <a:ext uri="{FF2B5EF4-FFF2-40B4-BE49-F238E27FC236}">
                    <a16:creationId xmlns:a16="http://schemas.microsoft.com/office/drawing/2014/main" id="{C8FC71E2-20FB-45D3-9434-2114703477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80300" y="1995488"/>
                <a:ext cx="4762" cy="4763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2"/>
                  </a:cxn>
                  <a:cxn ang="0">
                    <a:pos x="2" y="0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cubicBezTo>
                      <a:pt x="1" y="0"/>
                      <a:pt x="1" y="1"/>
                      <a:pt x="0" y="2"/>
                    </a:cubicBezTo>
                    <a:cubicBezTo>
                      <a:pt x="1" y="1"/>
                      <a:pt x="2" y="0"/>
                      <a:pt x="2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91" name="Freeform 134">
                <a:extLst>
                  <a:ext uri="{FF2B5EF4-FFF2-40B4-BE49-F238E27FC236}">
                    <a16:creationId xmlns:a16="http://schemas.microsoft.com/office/drawing/2014/main" id="{95E790A8-699A-4DF4-B380-8191691E4D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18500" y="1681163"/>
                <a:ext cx="7937" cy="158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0"/>
                  </a:cxn>
                  <a:cxn ang="0">
                    <a:pos x="3" y="0"/>
                  </a:cxn>
                </a:cxnLst>
                <a:rect l="0" t="0" r="r" b="b"/>
                <a:pathLst>
                  <a:path w="3">
                    <a:moveTo>
                      <a:pt x="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0"/>
                      <a:pt x="3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92" name="Freeform 135">
                <a:extLst>
                  <a:ext uri="{FF2B5EF4-FFF2-40B4-BE49-F238E27FC236}">
                    <a16:creationId xmlns:a16="http://schemas.microsoft.com/office/drawing/2014/main" id="{CF5B8E1B-4452-4667-86E0-AB4E8609EE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16938" y="1655763"/>
                <a:ext cx="1587" cy="158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93" name="Freeform 136">
                <a:extLst>
                  <a:ext uri="{FF2B5EF4-FFF2-40B4-BE49-F238E27FC236}">
                    <a16:creationId xmlns:a16="http://schemas.microsoft.com/office/drawing/2014/main" id="{7AC8461F-8059-41F6-B9AB-7DE2FC7C6D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34388" y="1654175"/>
                <a:ext cx="7937" cy="158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0"/>
                  </a:cxn>
                  <a:cxn ang="0">
                    <a:pos x="3" y="0"/>
                  </a:cxn>
                </a:cxnLst>
                <a:rect l="0" t="0" r="r" b="b"/>
                <a:pathLst>
                  <a:path w="3">
                    <a:moveTo>
                      <a:pt x="3" y="0"/>
                    </a:moveTo>
                    <a:cubicBezTo>
                      <a:pt x="2" y="0"/>
                      <a:pt x="1" y="0"/>
                      <a:pt x="0" y="0"/>
                    </a:cubicBezTo>
                    <a:cubicBezTo>
                      <a:pt x="1" y="0"/>
                      <a:pt x="3" y="0"/>
                      <a:pt x="3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94" name="Freeform 137">
                <a:extLst>
                  <a:ext uri="{FF2B5EF4-FFF2-40B4-BE49-F238E27FC236}">
                    <a16:creationId xmlns:a16="http://schemas.microsoft.com/office/drawing/2014/main" id="{84FE4D17-ABDB-402B-9CDE-B10735C247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32800" y="1654175"/>
                <a:ext cx="1587" cy="158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" y="0"/>
                  </a:cxn>
                  <a:cxn ang="0">
                    <a:pos x="0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95" name="Freeform 138">
                <a:extLst>
                  <a:ext uri="{FF2B5EF4-FFF2-40B4-BE49-F238E27FC236}">
                    <a16:creationId xmlns:a16="http://schemas.microsoft.com/office/drawing/2014/main" id="{6E41D500-0416-4F42-B046-BFB6928288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26188" y="4597400"/>
                <a:ext cx="3175" cy="1746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" y="7"/>
                  </a:cxn>
                  <a:cxn ang="0">
                    <a:pos x="0" y="0"/>
                  </a:cxn>
                </a:cxnLst>
                <a:rect l="0" t="0" r="r" b="b"/>
                <a:pathLst>
                  <a:path w="1" h="7">
                    <a:moveTo>
                      <a:pt x="0" y="0"/>
                    </a:moveTo>
                    <a:cubicBezTo>
                      <a:pt x="0" y="3"/>
                      <a:pt x="0" y="5"/>
                      <a:pt x="1" y="7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96" name="Freeform 139">
                <a:extLst>
                  <a:ext uri="{FF2B5EF4-FFF2-40B4-BE49-F238E27FC236}">
                    <a16:creationId xmlns:a16="http://schemas.microsoft.com/office/drawing/2014/main" id="{0FA502F5-1D8D-4830-978E-587F82310E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89738" y="2773363"/>
                <a:ext cx="3175" cy="1588"/>
              </a:xfrm>
              <a:custGeom>
                <a:avLst/>
                <a:gdLst/>
                <a:ahLst/>
                <a:cxnLst>
                  <a:cxn ang="0">
                    <a:pos x="1" y="1"/>
                  </a:cxn>
                  <a:cxn ang="0">
                    <a:pos x="1" y="0"/>
                  </a:cxn>
                  <a:cxn ang="0">
                    <a:pos x="1" y="1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1"/>
                      <a:pt x="0" y="1"/>
                      <a:pt x="1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97" name="Freeform 140">
                <a:extLst>
                  <a:ext uri="{FF2B5EF4-FFF2-40B4-BE49-F238E27FC236}">
                    <a16:creationId xmlns:a16="http://schemas.microsoft.com/office/drawing/2014/main" id="{203329C3-774B-4FF7-ACC8-9EECD4CE24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42063" y="4603750"/>
                <a:ext cx="1587" cy="476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"/>
                  </a:cxn>
                  <a:cxn ang="0">
                    <a:pos x="0" y="0"/>
                  </a:cxn>
                </a:cxnLst>
                <a:rect l="0" t="0" r="r" b="b"/>
                <a:pathLst>
                  <a:path h="2">
                    <a:moveTo>
                      <a:pt x="0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98" name="Freeform 141">
                <a:extLst>
                  <a:ext uri="{FF2B5EF4-FFF2-40B4-BE49-F238E27FC236}">
                    <a16:creationId xmlns:a16="http://schemas.microsoft.com/office/drawing/2014/main" id="{F15356AE-F81B-4180-9A46-E8D38A6A71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07375" y="1704975"/>
                <a:ext cx="17462" cy="6350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0" y="2"/>
                  </a:cxn>
                  <a:cxn ang="0">
                    <a:pos x="7" y="0"/>
                  </a:cxn>
                </a:cxnLst>
                <a:rect l="0" t="0" r="r" b="b"/>
                <a:pathLst>
                  <a:path w="7" h="2">
                    <a:moveTo>
                      <a:pt x="7" y="0"/>
                    </a:moveTo>
                    <a:cubicBezTo>
                      <a:pt x="5" y="1"/>
                      <a:pt x="0" y="1"/>
                      <a:pt x="0" y="2"/>
                    </a:cubicBezTo>
                    <a:cubicBezTo>
                      <a:pt x="3" y="1"/>
                      <a:pt x="6" y="1"/>
                      <a:pt x="7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99" name="Freeform 142">
                <a:extLst>
                  <a:ext uri="{FF2B5EF4-FFF2-40B4-BE49-F238E27FC236}">
                    <a16:creationId xmlns:a16="http://schemas.microsoft.com/office/drawing/2014/main" id="{6FD86C82-BC36-43C4-B890-272A9DEB1E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88150" y="2924175"/>
                <a:ext cx="1587" cy="476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"/>
                  </a:cxn>
                  <a:cxn ang="0">
                    <a:pos x="0" y="0"/>
                  </a:cxn>
                </a:cxnLst>
                <a:rect l="0" t="0" r="r" b="b"/>
                <a:pathLst>
                  <a:path h="2">
                    <a:moveTo>
                      <a:pt x="0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00" name="Freeform 143">
                <a:extLst>
                  <a:ext uri="{FF2B5EF4-FFF2-40B4-BE49-F238E27FC236}">
                    <a16:creationId xmlns:a16="http://schemas.microsoft.com/office/drawing/2014/main" id="{917F8437-5169-43F7-A634-6BC5F0F607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42063" y="4602163"/>
                <a:ext cx="1587" cy="1588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1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01" name="Rectangle 144">
                <a:extLst>
                  <a:ext uri="{FF2B5EF4-FFF2-40B4-BE49-F238E27FC236}">
                    <a16:creationId xmlns:a16="http://schemas.microsoft.com/office/drawing/2014/main" id="{0B2C1C65-DDC7-4764-9BFD-26F7C8D776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18275" y="3373438"/>
                <a:ext cx="1587" cy="1588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02" name="Freeform 145">
                <a:extLst>
                  <a:ext uri="{FF2B5EF4-FFF2-40B4-BE49-F238E27FC236}">
                    <a16:creationId xmlns:a16="http://schemas.microsoft.com/office/drawing/2014/main" id="{283641E6-9181-462B-8F4C-9E5D9E8180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05575" y="3398838"/>
                <a:ext cx="1587" cy="6350"/>
              </a:xfrm>
              <a:custGeom>
                <a:avLst/>
                <a:gdLst/>
                <a:ahLst/>
                <a:cxnLst>
                  <a:cxn ang="0">
                    <a:pos x="0" y="3"/>
                  </a:cxn>
                  <a:cxn ang="0">
                    <a:pos x="0" y="0"/>
                  </a:cxn>
                  <a:cxn ang="0">
                    <a:pos x="0" y="3"/>
                  </a:cxn>
                </a:cxnLst>
                <a:rect l="0" t="0" r="r" b="b"/>
                <a:pathLst>
                  <a:path h="3">
                    <a:moveTo>
                      <a:pt x="0" y="3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"/>
                      <a:pt x="0" y="3"/>
                      <a:pt x="0" y="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03" name="Freeform 146">
                <a:extLst>
                  <a:ext uri="{FF2B5EF4-FFF2-40B4-BE49-F238E27FC236}">
                    <a16:creationId xmlns:a16="http://schemas.microsoft.com/office/drawing/2014/main" id="{2C35CE04-9BA1-48A1-9534-62F7ABB74E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29363" y="4614863"/>
                <a:ext cx="1587" cy="635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3"/>
                  </a:cxn>
                  <a:cxn ang="0">
                    <a:pos x="0" y="0"/>
                  </a:cxn>
                </a:cxnLst>
                <a:rect l="0" t="0" r="r" b="b"/>
                <a:pathLst>
                  <a:path h="3">
                    <a:moveTo>
                      <a:pt x="0" y="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04" name="Freeform 147">
                <a:extLst>
                  <a:ext uri="{FF2B5EF4-FFF2-40B4-BE49-F238E27FC236}">
                    <a16:creationId xmlns:a16="http://schemas.microsoft.com/office/drawing/2014/main" id="{E6469337-B411-4008-9453-953DD0A216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05563" y="3765550"/>
                <a:ext cx="3175" cy="4763"/>
              </a:xfrm>
              <a:custGeom>
                <a:avLst/>
                <a:gdLst/>
                <a:ahLst/>
                <a:cxnLst>
                  <a:cxn ang="0">
                    <a:pos x="0" y="2"/>
                  </a:cxn>
                  <a:cxn ang="0">
                    <a:pos x="1" y="0"/>
                  </a:cxn>
                  <a:cxn ang="0">
                    <a:pos x="0" y="2"/>
                  </a:cxn>
                </a:cxnLst>
                <a:rect l="0" t="0" r="r" b="b"/>
                <a:pathLst>
                  <a:path w="1" h="2">
                    <a:moveTo>
                      <a:pt x="0" y="2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1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05" name="Freeform 148">
                <a:extLst>
                  <a:ext uri="{FF2B5EF4-FFF2-40B4-BE49-F238E27FC236}">
                    <a16:creationId xmlns:a16="http://schemas.microsoft.com/office/drawing/2014/main" id="{FC30000D-A428-4222-8061-24B0A100E2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7288" y="1978025"/>
                <a:ext cx="3175" cy="3175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1" y="0"/>
                  </a:cxn>
                  <a:cxn ang="0">
                    <a:pos x="0" y="1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1"/>
                      <a:pt x="1" y="0"/>
                    </a:cubicBezTo>
                    <a:cubicBezTo>
                      <a:pt x="1" y="0"/>
                      <a:pt x="1" y="0"/>
                      <a:pt x="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06" name="Freeform 149">
                <a:extLst>
                  <a:ext uri="{FF2B5EF4-FFF2-40B4-BE49-F238E27FC236}">
                    <a16:creationId xmlns:a16="http://schemas.microsoft.com/office/drawing/2014/main" id="{CC209201-C263-4658-B954-AC71536FC1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35838" y="2182813"/>
                <a:ext cx="3175" cy="158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1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07" name="Freeform 150">
                <a:extLst>
                  <a:ext uri="{FF2B5EF4-FFF2-40B4-BE49-F238E27FC236}">
                    <a16:creationId xmlns:a16="http://schemas.microsoft.com/office/drawing/2014/main" id="{105B4AA1-501C-430B-A1B0-1A24C45C67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39013" y="2171700"/>
                <a:ext cx="6350" cy="11113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4"/>
                  </a:cxn>
                  <a:cxn ang="0">
                    <a:pos x="3" y="0"/>
                  </a:cxn>
                </a:cxnLst>
                <a:rect l="0" t="0" r="r" b="b"/>
                <a:pathLst>
                  <a:path w="3" h="4">
                    <a:moveTo>
                      <a:pt x="3" y="0"/>
                    </a:moveTo>
                    <a:cubicBezTo>
                      <a:pt x="2" y="1"/>
                      <a:pt x="0" y="3"/>
                      <a:pt x="0" y="4"/>
                    </a:cubicBezTo>
                    <a:cubicBezTo>
                      <a:pt x="1" y="3"/>
                      <a:pt x="2" y="2"/>
                      <a:pt x="3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08" name="Freeform 151">
                <a:extLst>
                  <a:ext uri="{FF2B5EF4-FFF2-40B4-BE49-F238E27FC236}">
                    <a16:creationId xmlns:a16="http://schemas.microsoft.com/office/drawing/2014/main" id="{CD1FAAFB-5809-4A10-AD90-567067423A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16788" y="2200275"/>
                <a:ext cx="1587" cy="1588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0"/>
                  </a:cxn>
                  <a:cxn ang="0">
                    <a:pos x="0" y="1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09" name="Freeform 152">
                <a:extLst>
                  <a:ext uri="{FF2B5EF4-FFF2-40B4-BE49-F238E27FC236}">
                    <a16:creationId xmlns:a16="http://schemas.microsoft.com/office/drawing/2014/main" id="{06FDFACE-2953-406B-AEB5-7C25822656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26338" y="2028825"/>
                <a:ext cx="1587" cy="158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10" name="Freeform 153">
                <a:extLst>
                  <a:ext uri="{FF2B5EF4-FFF2-40B4-BE49-F238E27FC236}">
                    <a16:creationId xmlns:a16="http://schemas.microsoft.com/office/drawing/2014/main" id="{E272E329-5A53-4A6F-84E4-731D5AD98D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81888" y="2063750"/>
                <a:ext cx="3175" cy="158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0"/>
                  </a:cxn>
                  <a:cxn ang="0">
                    <a:pos x="1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11" name="Freeform 154">
                <a:extLst>
                  <a:ext uri="{FF2B5EF4-FFF2-40B4-BE49-F238E27FC236}">
                    <a16:creationId xmlns:a16="http://schemas.microsoft.com/office/drawing/2014/main" id="{1ED73018-1730-4241-8A1E-F153149007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21538" y="2301875"/>
                <a:ext cx="1587" cy="158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12" name="Freeform 155">
                <a:extLst>
                  <a:ext uri="{FF2B5EF4-FFF2-40B4-BE49-F238E27FC236}">
                    <a16:creationId xmlns:a16="http://schemas.microsoft.com/office/drawing/2014/main" id="{600137B3-42CC-47EF-BED7-A227F0715A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24407" y="1520027"/>
                <a:ext cx="2265362" cy="2987675"/>
              </a:xfrm>
              <a:custGeom>
                <a:avLst/>
                <a:gdLst/>
                <a:ahLst/>
                <a:cxnLst>
                  <a:cxn ang="0">
                    <a:pos x="295" y="351"/>
                  </a:cxn>
                  <a:cxn ang="0">
                    <a:pos x="339" y="296"/>
                  </a:cxn>
                  <a:cxn ang="0">
                    <a:pos x="362" y="265"/>
                  </a:cxn>
                  <a:cxn ang="0">
                    <a:pos x="377" y="249"/>
                  </a:cxn>
                  <a:cxn ang="0">
                    <a:pos x="403" y="224"/>
                  </a:cxn>
                  <a:cxn ang="0">
                    <a:pos x="411" y="216"/>
                  </a:cxn>
                  <a:cxn ang="0">
                    <a:pos x="427" y="202"/>
                  </a:cxn>
                  <a:cxn ang="0">
                    <a:pos x="458" y="180"/>
                  </a:cxn>
                  <a:cxn ang="0">
                    <a:pos x="477" y="162"/>
                  </a:cxn>
                  <a:cxn ang="0">
                    <a:pos x="512" y="134"/>
                  </a:cxn>
                  <a:cxn ang="0">
                    <a:pos x="530" y="124"/>
                  </a:cxn>
                  <a:cxn ang="0">
                    <a:pos x="558" y="106"/>
                  </a:cxn>
                  <a:cxn ang="0">
                    <a:pos x="583" y="94"/>
                  </a:cxn>
                  <a:cxn ang="0">
                    <a:pos x="620" y="71"/>
                  </a:cxn>
                  <a:cxn ang="0">
                    <a:pos x="662" y="54"/>
                  </a:cxn>
                  <a:cxn ang="0">
                    <a:pos x="704" y="40"/>
                  </a:cxn>
                  <a:cxn ang="0">
                    <a:pos x="735" y="30"/>
                  </a:cxn>
                  <a:cxn ang="0">
                    <a:pos x="758" y="25"/>
                  </a:cxn>
                  <a:cxn ang="0">
                    <a:pos x="759" y="26"/>
                  </a:cxn>
                  <a:cxn ang="0">
                    <a:pos x="785" y="19"/>
                  </a:cxn>
                  <a:cxn ang="0">
                    <a:pos x="800" y="15"/>
                  </a:cxn>
                  <a:cxn ang="0">
                    <a:pos x="820" y="12"/>
                  </a:cxn>
                  <a:cxn ang="0">
                    <a:pos x="870" y="10"/>
                  </a:cxn>
                  <a:cxn ang="0">
                    <a:pos x="906" y="8"/>
                  </a:cxn>
                  <a:cxn ang="0">
                    <a:pos x="880" y="2"/>
                  </a:cxn>
                  <a:cxn ang="0">
                    <a:pos x="860" y="3"/>
                  </a:cxn>
                  <a:cxn ang="0">
                    <a:pos x="836" y="3"/>
                  </a:cxn>
                  <a:cxn ang="0">
                    <a:pos x="793" y="6"/>
                  </a:cxn>
                  <a:cxn ang="0">
                    <a:pos x="772" y="11"/>
                  </a:cxn>
                  <a:cxn ang="0">
                    <a:pos x="753" y="14"/>
                  </a:cxn>
                  <a:cxn ang="0">
                    <a:pos x="685" y="33"/>
                  </a:cxn>
                  <a:cxn ang="0">
                    <a:pos x="652" y="43"/>
                  </a:cxn>
                  <a:cxn ang="0">
                    <a:pos x="635" y="50"/>
                  </a:cxn>
                  <a:cxn ang="0">
                    <a:pos x="605" y="64"/>
                  </a:cxn>
                  <a:cxn ang="0">
                    <a:pos x="569" y="81"/>
                  </a:cxn>
                  <a:cxn ang="0">
                    <a:pos x="547" y="90"/>
                  </a:cxn>
                  <a:cxn ang="0">
                    <a:pos x="500" y="120"/>
                  </a:cxn>
                  <a:cxn ang="0">
                    <a:pos x="454" y="152"/>
                  </a:cxn>
                  <a:cxn ang="0">
                    <a:pos x="418" y="183"/>
                  </a:cxn>
                  <a:cxn ang="0">
                    <a:pos x="399" y="199"/>
                  </a:cxn>
                  <a:cxn ang="0">
                    <a:pos x="372" y="223"/>
                  </a:cxn>
                  <a:cxn ang="0">
                    <a:pos x="333" y="260"/>
                  </a:cxn>
                  <a:cxn ang="0">
                    <a:pos x="303" y="297"/>
                  </a:cxn>
                  <a:cxn ang="0">
                    <a:pos x="252" y="360"/>
                  </a:cxn>
                  <a:cxn ang="0">
                    <a:pos x="200" y="442"/>
                  </a:cxn>
                  <a:cxn ang="0">
                    <a:pos x="184" y="468"/>
                  </a:cxn>
                  <a:cxn ang="0">
                    <a:pos x="168" y="498"/>
                  </a:cxn>
                  <a:cxn ang="0">
                    <a:pos x="143" y="549"/>
                  </a:cxn>
                  <a:cxn ang="0">
                    <a:pos x="99" y="648"/>
                  </a:cxn>
                  <a:cxn ang="0">
                    <a:pos x="68" y="741"/>
                  </a:cxn>
                  <a:cxn ang="0">
                    <a:pos x="38" y="844"/>
                  </a:cxn>
                  <a:cxn ang="0">
                    <a:pos x="0" y="1116"/>
                  </a:cxn>
                  <a:cxn ang="0">
                    <a:pos x="9" y="1197"/>
                  </a:cxn>
                  <a:cxn ang="0">
                    <a:pos x="11" y="1180"/>
                  </a:cxn>
                  <a:cxn ang="0">
                    <a:pos x="15" y="1154"/>
                  </a:cxn>
                  <a:cxn ang="0">
                    <a:pos x="18" y="1114"/>
                  </a:cxn>
                  <a:cxn ang="0">
                    <a:pos x="40" y="988"/>
                  </a:cxn>
                  <a:cxn ang="0">
                    <a:pos x="89" y="767"/>
                  </a:cxn>
                  <a:cxn ang="0">
                    <a:pos x="117" y="681"/>
                  </a:cxn>
                  <a:cxn ang="0">
                    <a:pos x="157" y="582"/>
                  </a:cxn>
                  <a:cxn ang="0">
                    <a:pos x="164" y="564"/>
                  </a:cxn>
                  <a:cxn ang="0">
                    <a:pos x="193" y="510"/>
                  </a:cxn>
                  <a:cxn ang="0">
                    <a:pos x="216" y="471"/>
                  </a:cxn>
                </a:cxnLst>
                <a:rect l="0" t="0" r="r" b="b"/>
                <a:pathLst>
                  <a:path w="913" h="1204">
                    <a:moveTo>
                      <a:pt x="243" y="429"/>
                    </a:moveTo>
                    <a:cubicBezTo>
                      <a:pt x="254" y="411"/>
                      <a:pt x="268" y="388"/>
                      <a:pt x="280" y="372"/>
                    </a:cubicBezTo>
                    <a:cubicBezTo>
                      <a:pt x="282" y="368"/>
                      <a:pt x="286" y="362"/>
                      <a:pt x="289" y="357"/>
                    </a:cubicBezTo>
                    <a:cubicBezTo>
                      <a:pt x="291" y="358"/>
                      <a:pt x="291" y="358"/>
                      <a:pt x="291" y="358"/>
                    </a:cubicBezTo>
                    <a:cubicBezTo>
                      <a:pt x="294" y="353"/>
                      <a:pt x="294" y="353"/>
                      <a:pt x="294" y="353"/>
                    </a:cubicBezTo>
                    <a:cubicBezTo>
                      <a:pt x="296" y="351"/>
                      <a:pt x="292" y="356"/>
                      <a:pt x="295" y="354"/>
                    </a:cubicBezTo>
                    <a:cubicBezTo>
                      <a:pt x="295" y="351"/>
                      <a:pt x="295" y="351"/>
                      <a:pt x="295" y="351"/>
                    </a:cubicBezTo>
                    <a:cubicBezTo>
                      <a:pt x="296" y="351"/>
                      <a:pt x="304" y="341"/>
                      <a:pt x="299" y="349"/>
                    </a:cubicBezTo>
                    <a:cubicBezTo>
                      <a:pt x="304" y="343"/>
                      <a:pt x="308" y="338"/>
                      <a:pt x="313" y="332"/>
                    </a:cubicBezTo>
                    <a:cubicBezTo>
                      <a:pt x="316" y="329"/>
                      <a:pt x="313" y="329"/>
                      <a:pt x="317" y="325"/>
                    </a:cubicBezTo>
                    <a:cubicBezTo>
                      <a:pt x="318" y="325"/>
                      <a:pt x="316" y="327"/>
                      <a:pt x="317" y="327"/>
                    </a:cubicBezTo>
                    <a:cubicBezTo>
                      <a:pt x="328" y="316"/>
                      <a:pt x="325" y="311"/>
                      <a:pt x="335" y="300"/>
                    </a:cubicBezTo>
                    <a:cubicBezTo>
                      <a:pt x="334" y="301"/>
                      <a:pt x="334" y="301"/>
                      <a:pt x="334" y="301"/>
                    </a:cubicBezTo>
                    <a:cubicBezTo>
                      <a:pt x="336" y="299"/>
                      <a:pt x="339" y="296"/>
                      <a:pt x="339" y="296"/>
                    </a:cubicBezTo>
                    <a:cubicBezTo>
                      <a:pt x="336" y="296"/>
                      <a:pt x="338" y="298"/>
                      <a:pt x="334" y="301"/>
                    </a:cubicBezTo>
                    <a:cubicBezTo>
                      <a:pt x="333" y="299"/>
                      <a:pt x="337" y="296"/>
                      <a:pt x="336" y="295"/>
                    </a:cubicBezTo>
                    <a:cubicBezTo>
                      <a:pt x="338" y="293"/>
                      <a:pt x="339" y="291"/>
                      <a:pt x="341" y="289"/>
                    </a:cubicBezTo>
                    <a:cubicBezTo>
                      <a:pt x="345" y="286"/>
                      <a:pt x="349" y="280"/>
                      <a:pt x="353" y="278"/>
                    </a:cubicBezTo>
                    <a:cubicBezTo>
                      <a:pt x="354" y="276"/>
                      <a:pt x="355" y="273"/>
                      <a:pt x="358" y="269"/>
                    </a:cubicBezTo>
                    <a:cubicBezTo>
                      <a:pt x="362" y="267"/>
                      <a:pt x="359" y="270"/>
                      <a:pt x="363" y="267"/>
                    </a:cubicBezTo>
                    <a:cubicBezTo>
                      <a:pt x="362" y="265"/>
                      <a:pt x="362" y="265"/>
                      <a:pt x="362" y="265"/>
                    </a:cubicBezTo>
                    <a:cubicBezTo>
                      <a:pt x="365" y="262"/>
                      <a:pt x="365" y="263"/>
                      <a:pt x="365" y="264"/>
                    </a:cubicBezTo>
                    <a:cubicBezTo>
                      <a:pt x="369" y="260"/>
                      <a:pt x="367" y="260"/>
                      <a:pt x="371" y="256"/>
                    </a:cubicBezTo>
                    <a:cubicBezTo>
                      <a:pt x="370" y="259"/>
                      <a:pt x="370" y="259"/>
                      <a:pt x="370" y="259"/>
                    </a:cubicBezTo>
                    <a:cubicBezTo>
                      <a:pt x="373" y="256"/>
                      <a:pt x="374" y="255"/>
                      <a:pt x="378" y="251"/>
                    </a:cubicBezTo>
                    <a:cubicBezTo>
                      <a:pt x="378" y="251"/>
                      <a:pt x="377" y="253"/>
                      <a:pt x="375" y="254"/>
                    </a:cubicBezTo>
                    <a:cubicBezTo>
                      <a:pt x="379" y="253"/>
                      <a:pt x="379" y="250"/>
                      <a:pt x="380" y="248"/>
                    </a:cubicBezTo>
                    <a:cubicBezTo>
                      <a:pt x="379" y="249"/>
                      <a:pt x="376" y="251"/>
                      <a:pt x="377" y="249"/>
                    </a:cubicBezTo>
                    <a:cubicBezTo>
                      <a:pt x="379" y="247"/>
                      <a:pt x="381" y="244"/>
                      <a:pt x="383" y="243"/>
                    </a:cubicBezTo>
                    <a:cubicBezTo>
                      <a:pt x="381" y="246"/>
                      <a:pt x="381" y="246"/>
                      <a:pt x="381" y="246"/>
                    </a:cubicBezTo>
                    <a:cubicBezTo>
                      <a:pt x="385" y="241"/>
                      <a:pt x="383" y="243"/>
                      <a:pt x="388" y="238"/>
                    </a:cubicBezTo>
                    <a:cubicBezTo>
                      <a:pt x="388" y="239"/>
                      <a:pt x="388" y="239"/>
                      <a:pt x="388" y="239"/>
                    </a:cubicBezTo>
                    <a:cubicBezTo>
                      <a:pt x="390" y="235"/>
                      <a:pt x="395" y="232"/>
                      <a:pt x="400" y="227"/>
                    </a:cubicBezTo>
                    <a:cubicBezTo>
                      <a:pt x="399" y="228"/>
                      <a:pt x="399" y="228"/>
                      <a:pt x="399" y="228"/>
                    </a:cubicBezTo>
                    <a:cubicBezTo>
                      <a:pt x="401" y="226"/>
                      <a:pt x="402" y="225"/>
                      <a:pt x="403" y="224"/>
                    </a:cubicBezTo>
                    <a:cubicBezTo>
                      <a:pt x="399" y="226"/>
                      <a:pt x="400" y="225"/>
                      <a:pt x="399" y="224"/>
                    </a:cubicBezTo>
                    <a:cubicBezTo>
                      <a:pt x="404" y="222"/>
                      <a:pt x="403" y="218"/>
                      <a:pt x="410" y="213"/>
                    </a:cubicBezTo>
                    <a:cubicBezTo>
                      <a:pt x="410" y="214"/>
                      <a:pt x="409" y="216"/>
                      <a:pt x="407" y="217"/>
                    </a:cubicBezTo>
                    <a:cubicBezTo>
                      <a:pt x="406" y="220"/>
                      <a:pt x="407" y="221"/>
                      <a:pt x="404" y="225"/>
                    </a:cubicBezTo>
                    <a:cubicBezTo>
                      <a:pt x="406" y="223"/>
                      <a:pt x="408" y="220"/>
                      <a:pt x="408" y="221"/>
                    </a:cubicBezTo>
                    <a:cubicBezTo>
                      <a:pt x="408" y="219"/>
                      <a:pt x="408" y="219"/>
                      <a:pt x="408" y="219"/>
                    </a:cubicBezTo>
                    <a:cubicBezTo>
                      <a:pt x="409" y="218"/>
                      <a:pt x="410" y="217"/>
                      <a:pt x="411" y="216"/>
                    </a:cubicBezTo>
                    <a:cubicBezTo>
                      <a:pt x="411" y="215"/>
                      <a:pt x="408" y="217"/>
                      <a:pt x="410" y="214"/>
                    </a:cubicBezTo>
                    <a:cubicBezTo>
                      <a:pt x="414" y="210"/>
                      <a:pt x="413" y="213"/>
                      <a:pt x="413" y="212"/>
                    </a:cubicBezTo>
                    <a:cubicBezTo>
                      <a:pt x="418" y="208"/>
                      <a:pt x="414" y="209"/>
                      <a:pt x="419" y="205"/>
                    </a:cubicBezTo>
                    <a:cubicBezTo>
                      <a:pt x="419" y="206"/>
                      <a:pt x="418" y="207"/>
                      <a:pt x="418" y="207"/>
                    </a:cubicBezTo>
                    <a:cubicBezTo>
                      <a:pt x="422" y="205"/>
                      <a:pt x="426" y="200"/>
                      <a:pt x="428" y="200"/>
                    </a:cubicBezTo>
                    <a:cubicBezTo>
                      <a:pt x="428" y="201"/>
                      <a:pt x="428" y="201"/>
                      <a:pt x="427" y="202"/>
                    </a:cubicBezTo>
                    <a:cubicBezTo>
                      <a:pt x="427" y="202"/>
                      <a:pt x="427" y="202"/>
                      <a:pt x="427" y="202"/>
                    </a:cubicBezTo>
                    <a:cubicBezTo>
                      <a:pt x="424" y="207"/>
                      <a:pt x="430" y="199"/>
                      <a:pt x="430" y="201"/>
                    </a:cubicBezTo>
                    <a:cubicBezTo>
                      <a:pt x="429" y="201"/>
                      <a:pt x="434" y="197"/>
                      <a:pt x="436" y="195"/>
                    </a:cubicBezTo>
                    <a:cubicBezTo>
                      <a:pt x="435" y="195"/>
                      <a:pt x="435" y="195"/>
                      <a:pt x="435" y="195"/>
                    </a:cubicBezTo>
                    <a:cubicBezTo>
                      <a:pt x="440" y="186"/>
                      <a:pt x="436" y="197"/>
                      <a:pt x="443" y="190"/>
                    </a:cubicBezTo>
                    <a:cubicBezTo>
                      <a:pt x="447" y="186"/>
                      <a:pt x="441" y="192"/>
                      <a:pt x="443" y="189"/>
                    </a:cubicBezTo>
                    <a:cubicBezTo>
                      <a:pt x="446" y="186"/>
                      <a:pt x="448" y="186"/>
                      <a:pt x="452" y="182"/>
                    </a:cubicBezTo>
                    <a:cubicBezTo>
                      <a:pt x="454" y="181"/>
                      <a:pt x="457" y="180"/>
                      <a:pt x="458" y="180"/>
                    </a:cubicBezTo>
                    <a:cubicBezTo>
                      <a:pt x="461" y="178"/>
                      <a:pt x="467" y="174"/>
                      <a:pt x="468" y="172"/>
                    </a:cubicBezTo>
                    <a:cubicBezTo>
                      <a:pt x="462" y="175"/>
                      <a:pt x="464" y="177"/>
                      <a:pt x="457" y="180"/>
                    </a:cubicBezTo>
                    <a:cubicBezTo>
                      <a:pt x="458" y="178"/>
                      <a:pt x="458" y="178"/>
                      <a:pt x="458" y="178"/>
                    </a:cubicBezTo>
                    <a:cubicBezTo>
                      <a:pt x="462" y="174"/>
                      <a:pt x="467" y="170"/>
                      <a:pt x="470" y="168"/>
                    </a:cubicBezTo>
                    <a:cubicBezTo>
                      <a:pt x="469" y="168"/>
                      <a:pt x="469" y="168"/>
                      <a:pt x="469" y="168"/>
                    </a:cubicBezTo>
                    <a:cubicBezTo>
                      <a:pt x="474" y="163"/>
                      <a:pt x="475" y="161"/>
                      <a:pt x="481" y="157"/>
                    </a:cubicBezTo>
                    <a:cubicBezTo>
                      <a:pt x="482" y="157"/>
                      <a:pt x="479" y="160"/>
                      <a:pt x="477" y="162"/>
                    </a:cubicBezTo>
                    <a:cubicBezTo>
                      <a:pt x="481" y="160"/>
                      <a:pt x="480" y="159"/>
                      <a:pt x="486" y="155"/>
                    </a:cubicBezTo>
                    <a:cubicBezTo>
                      <a:pt x="487" y="156"/>
                      <a:pt x="482" y="158"/>
                      <a:pt x="482" y="159"/>
                    </a:cubicBezTo>
                    <a:cubicBezTo>
                      <a:pt x="488" y="154"/>
                      <a:pt x="488" y="154"/>
                      <a:pt x="488" y="154"/>
                    </a:cubicBezTo>
                    <a:cubicBezTo>
                      <a:pt x="488" y="154"/>
                      <a:pt x="488" y="154"/>
                      <a:pt x="488" y="154"/>
                    </a:cubicBezTo>
                    <a:cubicBezTo>
                      <a:pt x="488" y="152"/>
                      <a:pt x="493" y="151"/>
                      <a:pt x="497" y="148"/>
                    </a:cubicBezTo>
                    <a:cubicBezTo>
                      <a:pt x="506" y="141"/>
                      <a:pt x="506" y="139"/>
                      <a:pt x="510" y="134"/>
                    </a:cubicBezTo>
                    <a:cubicBezTo>
                      <a:pt x="512" y="133"/>
                      <a:pt x="513" y="134"/>
                      <a:pt x="512" y="134"/>
                    </a:cubicBezTo>
                    <a:cubicBezTo>
                      <a:pt x="510" y="135"/>
                      <a:pt x="510" y="135"/>
                      <a:pt x="510" y="136"/>
                    </a:cubicBezTo>
                    <a:cubicBezTo>
                      <a:pt x="513" y="134"/>
                      <a:pt x="518" y="133"/>
                      <a:pt x="516" y="135"/>
                    </a:cubicBezTo>
                    <a:cubicBezTo>
                      <a:pt x="521" y="131"/>
                      <a:pt x="514" y="135"/>
                      <a:pt x="517" y="133"/>
                    </a:cubicBezTo>
                    <a:cubicBezTo>
                      <a:pt x="524" y="128"/>
                      <a:pt x="524" y="128"/>
                      <a:pt x="524" y="128"/>
                    </a:cubicBezTo>
                    <a:cubicBezTo>
                      <a:pt x="522" y="128"/>
                      <a:pt x="520" y="130"/>
                      <a:pt x="523" y="127"/>
                    </a:cubicBezTo>
                    <a:cubicBezTo>
                      <a:pt x="526" y="125"/>
                      <a:pt x="527" y="124"/>
                      <a:pt x="531" y="121"/>
                    </a:cubicBezTo>
                    <a:cubicBezTo>
                      <a:pt x="531" y="122"/>
                      <a:pt x="533" y="122"/>
                      <a:pt x="530" y="124"/>
                    </a:cubicBezTo>
                    <a:cubicBezTo>
                      <a:pt x="533" y="123"/>
                      <a:pt x="536" y="121"/>
                      <a:pt x="536" y="119"/>
                    </a:cubicBezTo>
                    <a:cubicBezTo>
                      <a:pt x="531" y="121"/>
                      <a:pt x="543" y="114"/>
                      <a:pt x="539" y="115"/>
                    </a:cubicBezTo>
                    <a:cubicBezTo>
                      <a:pt x="544" y="113"/>
                      <a:pt x="544" y="113"/>
                      <a:pt x="544" y="113"/>
                    </a:cubicBezTo>
                    <a:cubicBezTo>
                      <a:pt x="543" y="114"/>
                      <a:pt x="543" y="114"/>
                      <a:pt x="541" y="115"/>
                    </a:cubicBezTo>
                    <a:cubicBezTo>
                      <a:pt x="543" y="115"/>
                      <a:pt x="545" y="112"/>
                      <a:pt x="546" y="111"/>
                    </a:cubicBezTo>
                    <a:cubicBezTo>
                      <a:pt x="548" y="111"/>
                      <a:pt x="552" y="108"/>
                      <a:pt x="553" y="109"/>
                    </a:cubicBezTo>
                    <a:cubicBezTo>
                      <a:pt x="554" y="108"/>
                      <a:pt x="557" y="106"/>
                      <a:pt x="558" y="106"/>
                    </a:cubicBezTo>
                    <a:cubicBezTo>
                      <a:pt x="560" y="105"/>
                      <a:pt x="558" y="105"/>
                      <a:pt x="559" y="104"/>
                    </a:cubicBezTo>
                    <a:cubicBezTo>
                      <a:pt x="566" y="100"/>
                      <a:pt x="566" y="100"/>
                      <a:pt x="566" y="100"/>
                    </a:cubicBezTo>
                    <a:cubicBezTo>
                      <a:pt x="567" y="101"/>
                      <a:pt x="568" y="102"/>
                      <a:pt x="567" y="103"/>
                    </a:cubicBezTo>
                    <a:cubicBezTo>
                      <a:pt x="570" y="101"/>
                      <a:pt x="567" y="101"/>
                      <a:pt x="571" y="98"/>
                    </a:cubicBezTo>
                    <a:cubicBezTo>
                      <a:pt x="570" y="101"/>
                      <a:pt x="577" y="96"/>
                      <a:pt x="575" y="100"/>
                    </a:cubicBezTo>
                    <a:cubicBezTo>
                      <a:pt x="577" y="99"/>
                      <a:pt x="584" y="96"/>
                      <a:pt x="588" y="93"/>
                    </a:cubicBezTo>
                    <a:cubicBezTo>
                      <a:pt x="589" y="91"/>
                      <a:pt x="583" y="95"/>
                      <a:pt x="583" y="94"/>
                    </a:cubicBezTo>
                    <a:cubicBezTo>
                      <a:pt x="593" y="88"/>
                      <a:pt x="592" y="85"/>
                      <a:pt x="601" y="81"/>
                    </a:cubicBezTo>
                    <a:cubicBezTo>
                      <a:pt x="598" y="82"/>
                      <a:pt x="598" y="82"/>
                      <a:pt x="598" y="82"/>
                    </a:cubicBezTo>
                    <a:cubicBezTo>
                      <a:pt x="603" y="79"/>
                      <a:pt x="602" y="80"/>
                      <a:pt x="605" y="77"/>
                    </a:cubicBezTo>
                    <a:cubicBezTo>
                      <a:pt x="604" y="79"/>
                      <a:pt x="612" y="78"/>
                      <a:pt x="620" y="74"/>
                    </a:cubicBezTo>
                    <a:cubicBezTo>
                      <a:pt x="620" y="73"/>
                      <a:pt x="615" y="75"/>
                      <a:pt x="616" y="73"/>
                    </a:cubicBezTo>
                    <a:cubicBezTo>
                      <a:pt x="621" y="70"/>
                      <a:pt x="621" y="70"/>
                      <a:pt x="621" y="70"/>
                    </a:cubicBezTo>
                    <a:cubicBezTo>
                      <a:pt x="622" y="70"/>
                      <a:pt x="621" y="71"/>
                      <a:pt x="620" y="71"/>
                    </a:cubicBezTo>
                    <a:cubicBezTo>
                      <a:pt x="625" y="69"/>
                      <a:pt x="630" y="69"/>
                      <a:pt x="631" y="67"/>
                    </a:cubicBezTo>
                    <a:cubicBezTo>
                      <a:pt x="637" y="67"/>
                      <a:pt x="637" y="67"/>
                      <a:pt x="637" y="67"/>
                    </a:cubicBezTo>
                    <a:cubicBezTo>
                      <a:pt x="634" y="67"/>
                      <a:pt x="634" y="67"/>
                      <a:pt x="634" y="67"/>
                    </a:cubicBezTo>
                    <a:cubicBezTo>
                      <a:pt x="635" y="66"/>
                      <a:pt x="640" y="63"/>
                      <a:pt x="641" y="62"/>
                    </a:cubicBezTo>
                    <a:cubicBezTo>
                      <a:pt x="646" y="59"/>
                      <a:pt x="649" y="59"/>
                      <a:pt x="652" y="59"/>
                    </a:cubicBezTo>
                    <a:cubicBezTo>
                      <a:pt x="651" y="58"/>
                      <a:pt x="648" y="58"/>
                      <a:pt x="652" y="56"/>
                    </a:cubicBezTo>
                    <a:cubicBezTo>
                      <a:pt x="653" y="58"/>
                      <a:pt x="662" y="53"/>
                      <a:pt x="662" y="54"/>
                    </a:cubicBezTo>
                    <a:cubicBezTo>
                      <a:pt x="664" y="54"/>
                      <a:pt x="668" y="53"/>
                      <a:pt x="667" y="52"/>
                    </a:cubicBezTo>
                    <a:cubicBezTo>
                      <a:pt x="668" y="54"/>
                      <a:pt x="668" y="54"/>
                      <a:pt x="668" y="54"/>
                    </a:cubicBezTo>
                    <a:cubicBezTo>
                      <a:pt x="667" y="52"/>
                      <a:pt x="674" y="49"/>
                      <a:pt x="679" y="47"/>
                    </a:cubicBezTo>
                    <a:cubicBezTo>
                      <a:pt x="679" y="50"/>
                      <a:pt x="684" y="45"/>
                      <a:pt x="688" y="46"/>
                    </a:cubicBezTo>
                    <a:cubicBezTo>
                      <a:pt x="688" y="44"/>
                      <a:pt x="696" y="43"/>
                      <a:pt x="697" y="41"/>
                    </a:cubicBezTo>
                    <a:cubicBezTo>
                      <a:pt x="701" y="39"/>
                      <a:pt x="701" y="41"/>
                      <a:pt x="702" y="41"/>
                    </a:cubicBezTo>
                    <a:cubicBezTo>
                      <a:pt x="704" y="40"/>
                      <a:pt x="704" y="40"/>
                      <a:pt x="704" y="40"/>
                    </a:cubicBezTo>
                    <a:cubicBezTo>
                      <a:pt x="706" y="40"/>
                      <a:pt x="713" y="38"/>
                      <a:pt x="718" y="37"/>
                    </a:cubicBezTo>
                    <a:cubicBezTo>
                      <a:pt x="722" y="35"/>
                      <a:pt x="722" y="35"/>
                      <a:pt x="722" y="35"/>
                    </a:cubicBezTo>
                    <a:cubicBezTo>
                      <a:pt x="723" y="35"/>
                      <a:pt x="723" y="35"/>
                      <a:pt x="723" y="35"/>
                    </a:cubicBezTo>
                    <a:cubicBezTo>
                      <a:pt x="724" y="34"/>
                      <a:pt x="727" y="33"/>
                      <a:pt x="725" y="33"/>
                    </a:cubicBezTo>
                    <a:cubicBezTo>
                      <a:pt x="727" y="33"/>
                      <a:pt x="727" y="33"/>
                      <a:pt x="727" y="33"/>
                    </a:cubicBezTo>
                    <a:cubicBezTo>
                      <a:pt x="727" y="31"/>
                      <a:pt x="730" y="31"/>
                      <a:pt x="735" y="29"/>
                    </a:cubicBezTo>
                    <a:cubicBezTo>
                      <a:pt x="736" y="29"/>
                      <a:pt x="736" y="30"/>
                      <a:pt x="735" y="30"/>
                    </a:cubicBezTo>
                    <a:cubicBezTo>
                      <a:pt x="737" y="30"/>
                      <a:pt x="736" y="31"/>
                      <a:pt x="738" y="31"/>
                    </a:cubicBezTo>
                    <a:cubicBezTo>
                      <a:pt x="736" y="31"/>
                      <a:pt x="745" y="26"/>
                      <a:pt x="739" y="27"/>
                    </a:cubicBezTo>
                    <a:cubicBezTo>
                      <a:pt x="738" y="26"/>
                      <a:pt x="741" y="25"/>
                      <a:pt x="744" y="24"/>
                    </a:cubicBezTo>
                    <a:cubicBezTo>
                      <a:pt x="745" y="26"/>
                      <a:pt x="745" y="26"/>
                      <a:pt x="745" y="26"/>
                    </a:cubicBezTo>
                    <a:cubicBezTo>
                      <a:pt x="748" y="23"/>
                      <a:pt x="748" y="23"/>
                      <a:pt x="748" y="23"/>
                    </a:cubicBezTo>
                    <a:cubicBezTo>
                      <a:pt x="751" y="22"/>
                      <a:pt x="753" y="23"/>
                      <a:pt x="756" y="22"/>
                    </a:cubicBezTo>
                    <a:cubicBezTo>
                      <a:pt x="753" y="23"/>
                      <a:pt x="750" y="27"/>
                      <a:pt x="758" y="25"/>
                    </a:cubicBezTo>
                    <a:cubicBezTo>
                      <a:pt x="754" y="26"/>
                      <a:pt x="752" y="28"/>
                      <a:pt x="750" y="28"/>
                    </a:cubicBezTo>
                    <a:cubicBezTo>
                      <a:pt x="752" y="28"/>
                      <a:pt x="752" y="28"/>
                      <a:pt x="750" y="29"/>
                    </a:cubicBezTo>
                    <a:cubicBezTo>
                      <a:pt x="756" y="27"/>
                      <a:pt x="752" y="28"/>
                      <a:pt x="758" y="26"/>
                    </a:cubicBezTo>
                    <a:cubicBezTo>
                      <a:pt x="758" y="28"/>
                      <a:pt x="759" y="28"/>
                      <a:pt x="764" y="27"/>
                    </a:cubicBezTo>
                    <a:cubicBezTo>
                      <a:pt x="760" y="27"/>
                      <a:pt x="760" y="27"/>
                      <a:pt x="760" y="27"/>
                    </a:cubicBezTo>
                    <a:cubicBezTo>
                      <a:pt x="761" y="27"/>
                      <a:pt x="761" y="27"/>
                      <a:pt x="761" y="26"/>
                    </a:cubicBezTo>
                    <a:cubicBezTo>
                      <a:pt x="760" y="27"/>
                      <a:pt x="759" y="26"/>
                      <a:pt x="759" y="26"/>
                    </a:cubicBezTo>
                    <a:cubicBezTo>
                      <a:pt x="760" y="26"/>
                      <a:pt x="765" y="23"/>
                      <a:pt x="766" y="23"/>
                    </a:cubicBezTo>
                    <a:cubicBezTo>
                      <a:pt x="760" y="22"/>
                      <a:pt x="776" y="19"/>
                      <a:pt x="772" y="19"/>
                    </a:cubicBezTo>
                    <a:cubicBezTo>
                      <a:pt x="773" y="18"/>
                      <a:pt x="777" y="17"/>
                      <a:pt x="777" y="18"/>
                    </a:cubicBezTo>
                    <a:cubicBezTo>
                      <a:pt x="772" y="20"/>
                      <a:pt x="781" y="19"/>
                      <a:pt x="781" y="20"/>
                    </a:cubicBezTo>
                    <a:cubicBezTo>
                      <a:pt x="782" y="19"/>
                      <a:pt x="777" y="20"/>
                      <a:pt x="779" y="19"/>
                    </a:cubicBezTo>
                    <a:cubicBezTo>
                      <a:pt x="782" y="18"/>
                      <a:pt x="784" y="19"/>
                      <a:pt x="786" y="19"/>
                    </a:cubicBezTo>
                    <a:cubicBezTo>
                      <a:pt x="785" y="19"/>
                      <a:pt x="785" y="19"/>
                      <a:pt x="785" y="19"/>
                    </a:cubicBezTo>
                    <a:cubicBezTo>
                      <a:pt x="789" y="19"/>
                      <a:pt x="789" y="19"/>
                      <a:pt x="789" y="19"/>
                    </a:cubicBezTo>
                    <a:cubicBezTo>
                      <a:pt x="790" y="18"/>
                      <a:pt x="785" y="19"/>
                      <a:pt x="789" y="17"/>
                    </a:cubicBezTo>
                    <a:cubicBezTo>
                      <a:pt x="790" y="18"/>
                      <a:pt x="794" y="16"/>
                      <a:pt x="794" y="17"/>
                    </a:cubicBezTo>
                    <a:cubicBezTo>
                      <a:pt x="792" y="18"/>
                      <a:pt x="794" y="19"/>
                      <a:pt x="790" y="20"/>
                    </a:cubicBezTo>
                    <a:cubicBezTo>
                      <a:pt x="793" y="20"/>
                      <a:pt x="802" y="18"/>
                      <a:pt x="798" y="17"/>
                    </a:cubicBezTo>
                    <a:cubicBezTo>
                      <a:pt x="802" y="17"/>
                      <a:pt x="802" y="17"/>
                      <a:pt x="802" y="17"/>
                    </a:cubicBezTo>
                    <a:cubicBezTo>
                      <a:pt x="800" y="16"/>
                      <a:pt x="793" y="16"/>
                      <a:pt x="800" y="15"/>
                    </a:cubicBezTo>
                    <a:cubicBezTo>
                      <a:pt x="800" y="15"/>
                      <a:pt x="800" y="15"/>
                      <a:pt x="800" y="15"/>
                    </a:cubicBezTo>
                    <a:cubicBezTo>
                      <a:pt x="805" y="13"/>
                      <a:pt x="805" y="13"/>
                      <a:pt x="805" y="13"/>
                    </a:cubicBezTo>
                    <a:cubicBezTo>
                      <a:pt x="807" y="14"/>
                      <a:pt x="807" y="14"/>
                      <a:pt x="807" y="14"/>
                    </a:cubicBezTo>
                    <a:cubicBezTo>
                      <a:pt x="807" y="13"/>
                      <a:pt x="808" y="13"/>
                      <a:pt x="810" y="13"/>
                    </a:cubicBezTo>
                    <a:cubicBezTo>
                      <a:pt x="810" y="13"/>
                      <a:pt x="812" y="13"/>
                      <a:pt x="812" y="14"/>
                    </a:cubicBezTo>
                    <a:cubicBezTo>
                      <a:pt x="817" y="13"/>
                      <a:pt x="817" y="12"/>
                      <a:pt x="817" y="12"/>
                    </a:cubicBezTo>
                    <a:cubicBezTo>
                      <a:pt x="820" y="11"/>
                      <a:pt x="821" y="11"/>
                      <a:pt x="820" y="12"/>
                    </a:cubicBezTo>
                    <a:cubicBezTo>
                      <a:pt x="824" y="12"/>
                      <a:pt x="831" y="11"/>
                      <a:pt x="834" y="11"/>
                    </a:cubicBezTo>
                    <a:cubicBezTo>
                      <a:pt x="839" y="10"/>
                      <a:pt x="833" y="11"/>
                      <a:pt x="836" y="10"/>
                    </a:cubicBezTo>
                    <a:cubicBezTo>
                      <a:pt x="841" y="12"/>
                      <a:pt x="854" y="9"/>
                      <a:pt x="863" y="8"/>
                    </a:cubicBezTo>
                    <a:cubicBezTo>
                      <a:pt x="860" y="6"/>
                      <a:pt x="865" y="7"/>
                      <a:pt x="867" y="5"/>
                    </a:cubicBezTo>
                    <a:cubicBezTo>
                      <a:pt x="865" y="6"/>
                      <a:pt x="875" y="7"/>
                      <a:pt x="868" y="8"/>
                    </a:cubicBezTo>
                    <a:cubicBezTo>
                      <a:pt x="872" y="7"/>
                      <a:pt x="872" y="7"/>
                      <a:pt x="872" y="7"/>
                    </a:cubicBezTo>
                    <a:cubicBezTo>
                      <a:pt x="876" y="8"/>
                      <a:pt x="865" y="9"/>
                      <a:pt x="870" y="10"/>
                    </a:cubicBezTo>
                    <a:cubicBezTo>
                      <a:pt x="875" y="9"/>
                      <a:pt x="878" y="7"/>
                      <a:pt x="884" y="7"/>
                    </a:cubicBezTo>
                    <a:cubicBezTo>
                      <a:pt x="882" y="9"/>
                      <a:pt x="889" y="7"/>
                      <a:pt x="888" y="9"/>
                    </a:cubicBezTo>
                    <a:cubicBezTo>
                      <a:pt x="887" y="9"/>
                      <a:pt x="885" y="9"/>
                      <a:pt x="883" y="9"/>
                    </a:cubicBezTo>
                    <a:cubicBezTo>
                      <a:pt x="884" y="9"/>
                      <a:pt x="884" y="9"/>
                      <a:pt x="884" y="9"/>
                    </a:cubicBezTo>
                    <a:cubicBezTo>
                      <a:pt x="896" y="9"/>
                      <a:pt x="887" y="7"/>
                      <a:pt x="894" y="6"/>
                    </a:cubicBezTo>
                    <a:cubicBezTo>
                      <a:pt x="901" y="6"/>
                      <a:pt x="899" y="7"/>
                      <a:pt x="900" y="8"/>
                    </a:cubicBezTo>
                    <a:cubicBezTo>
                      <a:pt x="901" y="8"/>
                      <a:pt x="904" y="8"/>
                      <a:pt x="906" y="8"/>
                    </a:cubicBezTo>
                    <a:cubicBezTo>
                      <a:pt x="902" y="9"/>
                      <a:pt x="898" y="7"/>
                      <a:pt x="900" y="6"/>
                    </a:cubicBezTo>
                    <a:cubicBezTo>
                      <a:pt x="903" y="7"/>
                      <a:pt x="911" y="6"/>
                      <a:pt x="913" y="5"/>
                    </a:cubicBezTo>
                    <a:cubicBezTo>
                      <a:pt x="902" y="3"/>
                      <a:pt x="906" y="5"/>
                      <a:pt x="896" y="3"/>
                    </a:cubicBezTo>
                    <a:cubicBezTo>
                      <a:pt x="895" y="4"/>
                      <a:pt x="895" y="5"/>
                      <a:pt x="889" y="5"/>
                    </a:cubicBezTo>
                    <a:cubicBezTo>
                      <a:pt x="893" y="4"/>
                      <a:pt x="889" y="4"/>
                      <a:pt x="888" y="4"/>
                    </a:cubicBezTo>
                    <a:cubicBezTo>
                      <a:pt x="889" y="5"/>
                      <a:pt x="884" y="4"/>
                      <a:pt x="882" y="5"/>
                    </a:cubicBezTo>
                    <a:cubicBezTo>
                      <a:pt x="880" y="4"/>
                      <a:pt x="885" y="2"/>
                      <a:pt x="880" y="2"/>
                    </a:cubicBezTo>
                    <a:cubicBezTo>
                      <a:pt x="879" y="5"/>
                      <a:pt x="879" y="5"/>
                      <a:pt x="879" y="5"/>
                    </a:cubicBezTo>
                    <a:cubicBezTo>
                      <a:pt x="876" y="4"/>
                      <a:pt x="879" y="3"/>
                      <a:pt x="875" y="4"/>
                    </a:cubicBezTo>
                    <a:cubicBezTo>
                      <a:pt x="877" y="2"/>
                      <a:pt x="874" y="2"/>
                      <a:pt x="880" y="1"/>
                    </a:cubicBezTo>
                    <a:cubicBezTo>
                      <a:pt x="872" y="0"/>
                      <a:pt x="868" y="3"/>
                      <a:pt x="862" y="4"/>
                    </a:cubicBezTo>
                    <a:cubicBezTo>
                      <a:pt x="863" y="4"/>
                      <a:pt x="863" y="4"/>
                      <a:pt x="864" y="4"/>
                    </a:cubicBezTo>
                    <a:cubicBezTo>
                      <a:pt x="862" y="4"/>
                      <a:pt x="860" y="4"/>
                      <a:pt x="858" y="5"/>
                    </a:cubicBezTo>
                    <a:cubicBezTo>
                      <a:pt x="854" y="4"/>
                      <a:pt x="861" y="3"/>
                      <a:pt x="860" y="3"/>
                    </a:cubicBezTo>
                    <a:cubicBezTo>
                      <a:pt x="854" y="3"/>
                      <a:pt x="854" y="3"/>
                      <a:pt x="854" y="3"/>
                    </a:cubicBezTo>
                    <a:cubicBezTo>
                      <a:pt x="853" y="3"/>
                      <a:pt x="853" y="3"/>
                      <a:pt x="853" y="3"/>
                    </a:cubicBezTo>
                    <a:cubicBezTo>
                      <a:pt x="852" y="4"/>
                      <a:pt x="850" y="4"/>
                      <a:pt x="850" y="4"/>
                    </a:cubicBezTo>
                    <a:cubicBezTo>
                      <a:pt x="851" y="3"/>
                      <a:pt x="852" y="2"/>
                      <a:pt x="853" y="1"/>
                    </a:cubicBezTo>
                    <a:cubicBezTo>
                      <a:pt x="847" y="3"/>
                      <a:pt x="847" y="3"/>
                      <a:pt x="847" y="3"/>
                    </a:cubicBezTo>
                    <a:cubicBezTo>
                      <a:pt x="847" y="3"/>
                      <a:pt x="841" y="3"/>
                      <a:pt x="846" y="2"/>
                    </a:cubicBezTo>
                    <a:cubicBezTo>
                      <a:pt x="836" y="3"/>
                      <a:pt x="836" y="3"/>
                      <a:pt x="836" y="3"/>
                    </a:cubicBezTo>
                    <a:cubicBezTo>
                      <a:pt x="835" y="2"/>
                      <a:pt x="835" y="2"/>
                      <a:pt x="835" y="2"/>
                    </a:cubicBezTo>
                    <a:cubicBezTo>
                      <a:pt x="832" y="2"/>
                      <a:pt x="832" y="3"/>
                      <a:pt x="835" y="2"/>
                    </a:cubicBezTo>
                    <a:cubicBezTo>
                      <a:pt x="832" y="2"/>
                      <a:pt x="820" y="7"/>
                      <a:pt x="821" y="4"/>
                    </a:cubicBezTo>
                    <a:cubicBezTo>
                      <a:pt x="814" y="6"/>
                      <a:pt x="811" y="6"/>
                      <a:pt x="801" y="8"/>
                    </a:cubicBezTo>
                    <a:cubicBezTo>
                      <a:pt x="808" y="6"/>
                      <a:pt x="793" y="8"/>
                      <a:pt x="800" y="6"/>
                    </a:cubicBezTo>
                    <a:cubicBezTo>
                      <a:pt x="796" y="6"/>
                      <a:pt x="795" y="8"/>
                      <a:pt x="791" y="9"/>
                    </a:cubicBezTo>
                    <a:cubicBezTo>
                      <a:pt x="788" y="9"/>
                      <a:pt x="789" y="7"/>
                      <a:pt x="793" y="6"/>
                    </a:cubicBezTo>
                    <a:cubicBezTo>
                      <a:pt x="789" y="7"/>
                      <a:pt x="789" y="7"/>
                      <a:pt x="789" y="7"/>
                    </a:cubicBezTo>
                    <a:cubicBezTo>
                      <a:pt x="789" y="7"/>
                      <a:pt x="789" y="7"/>
                      <a:pt x="789" y="7"/>
                    </a:cubicBezTo>
                    <a:cubicBezTo>
                      <a:pt x="785" y="9"/>
                      <a:pt x="785" y="9"/>
                      <a:pt x="785" y="9"/>
                    </a:cubicBezTo>
                    <a:cubicBezTo>
                      <a:pt x="781" y="9"/>
                      <a:pt x="784" y="7"/>
                      <a:pt x="780" y="8"/>
                    </a:cubicBezTo>
                    <a:cubicBezTo>
                      <a:pt x="779" y="9"/>
                      <a:pt x="779" y="9"/>
                      <a:pt x="779" y="9"/>
                    </a:cubicBezTo>
                    <a:cubicBezTo>
                      <a:pt x="776" y="9"/>
                      <a:pt x="776" y="9"/>
                      <a:pt x="776" y="9"/>
                    </a:cubicBezTo>
                    <a:cubicBezTo>
                      <a:pt x="777" y="9"/>
                      <a:pt x="775" y="10"/>
                      <a:pt x="772" y="11"/>
                    </a:cubicBezTo>
                    <a:cubicBezTo>
                      <a:pt x="772" y="11"/>
                      <a:pt x="772" y="11"/>
                      <a:pt x="772" y="11"/>
                    </a:cubicBezTo>
                    <a:cubicBezTo>
                      <a:pt x="769" y="12"/>
                      <a:pt x="769" y="12"/>
                      <a:pt x="769" y="12"/>
                    </a:cubicBezTo>
                    <a:cubicBezTo>
                      <a:pt x="772" y="10"/>
                      <a:pt x="765" y="12"/>
                      <a:pt x="767" y="11"/>
                    </a:cubicBezTo>
                    <a:cubicBezTo>
                      <a:pt x="764" y="11"/>
                      <a:pt x="764" y="11"/>
                      <a:pt x="758" y="13"/>
                    </a:cubicBezTo>
                    <a:cubicBezTo>
                      <a:pt x="759" y="14"/>
                      <a:pt x="759" y="14"/>
                      <a:pt x="759" y="14"/>
                    </a:cubicBezTo>
                    <a:cubicBezTo>
                      <a:pt x="752" y="16"/>
                      <a:pt x="759" y="12"/>
                      <a:pt x="753" y="14"/>
                    </a:cubicBezTo>
                    <a:cubicBezTo>
                      <a:pt x="753" y="14"/>
                      <a:pt x="753" y="14"/>
                      <a:pt x="753" y="14"/>
                    </a:cubicBezTo>
                    <a:cubicBezTo>
                      <a:pt x="745" y="15"/>
                      <a:pt x="740" y="19"/>
                      <a:pt x="733" y="19"/>
                    </a:cubicBezTo>
                    <a:cubicBezTo>
                      <a:pt x="737" y="18"/>
                      <a:pt x="735" y="17"/>
                      <a:pt x="735" y="18"/>
                    </a:cubicBezTo>
                    <a:cubicBezTo>
                      <a:pt x="730" y="19"/>
                      <a:pt x="722" y="22"/>
                      <a:pt x="716" y="24"/>
                    </a:cubicBezTo>
                    <a:cubicBezTo>
                      <a:pt x="714" y="24"/>
                      <a:pt x="713" y="23"/>
                      <a:pt x="708" y="24"/>
                    </a:cubicBezTo>
                    <a:cubicBezTo>
                      <a:pt x="704" y="26"/>
                      <a:pt x="703" y="26"/>
                      <a:pt x="702" y="27"/>
                    </a:cubicBezTo>
                    <a:cubicBezTo>
                      <a:pt x="698" y="28"/>
                      <a:pt x="691" y="31"/>
                      <a:pt x="690" y="30"/>
                    </a:cubicBezTo>
                    <a:cubicBezTo>
                      <a:pt x="690" y="31"/>
                      <a:pt x="687" y="31"/>
                      <a:pt x="685" y="33"/>
                    </a:cubicBezTo>
                    <a:cubicBezTo>
                      <a:pt x="684" y="32"/>
                      <a:pt x="684" y="32"/>
                      <a:pt x="684" y="32"/>
                    </a:cubicBezTo>
                    <a:cubicBezTo>
                      <a:pt x="685" y="33"/>
                      <a:pt x="685" y="33"/>
                      <a:pt x="685" y="33"/>
                    </a:cubicBezTo>
                    <a:cubicBezTo>
                      <a:pt x="677" y="33"/>
                      <a:pt x="674" y="38"/>
                      <a:pt x="666" y="39"/>
                    </a:cubicBezTo>
                    <a:cubicBezTo>
                      <a:pt x="667" y="39"/>
                      <a:pt x="667" y="39"/>
                      <a:pt x="667" y="39"/>
                    </a:cubicBezTo>
                    <a:cubicBezTo>
                      <a:pt x="665" y="40"/>
                      <a:pt x="665" y="40"/>
                      <a:pt x="665" y="40"/>
                    </a:cubicBezTo>
                    <a:cubicBezTo>
                      <a:pt x="664" y="40"/>
                      <a:pt x="665" y="39"/>
                      <a:pt x="665" y="38"/>
                    </a:cubicBezTo>
                    <a:cubicBezTo>
                      <a:pt x="661" y="40"/>
                      <a:pt x="656" y="42"/>
                      <a:pt x="652" y="43"/>
                    </a:cubicBezTo>
                    <a:cubicBezTo>
                      <a:pt x="654" y="43"/>
                      <a:pt x="654" y="43"/>
                      <a:pt x="654" y="43"/>
                    </a:cubicBezTo>
                    <a:cubicBezTo>
                      <a:pt x="652" y="44"/>
                      <a:pt x="650" y="46"/>
                      <a:pt x="647" y="47"/>
                    </a:cubicBezTo>
                    <a:cubicBezTo>
                      <a:pt x="651" y="43"/>
                      <a:pt x="642" y="48"/>
                      <a:pt x="641" y="48"/>
                    </a:cubicBezTo>
                    <a:cubicBezTo>
                      <a:pt x="644" y="46"/>
                      <a:pt x="644" y="46"/>
                      <a:pt x="644" y="46"/>
                    </a:cubicBezTo>
                    <a:cubicBezTo>
                      <a:pt x="640" y="48"/>
                      <a:pt x="640" y="48"/>
                      <a:pt x="641" y="49"/>
                    </a:cubicBezTo>
                    <a:cubicBezTo>
                      <a:pt x="636" y="51"/>
                      <a:pt x="636" y="48"/>
                      <a:pt x="632" y="51"/>
                    </a:cubicBezTo>
                    <a:cubicBezTo>
                      <a:pt x="635" y="50"/>
                      <a:pt x="635" y="50"/>
                      <a:pt x="635" y="50"/>
                    </a:cubicBezTo>
                    <a:cubicBezTo>
                      <a:pt x="637" y="50"/>
                      <a:pt x="635" y="52"/>
                      <a:pt x="632" y="53"/>
                    </a:cubicBezTo>
                    <a:cubicBezTo>
                      <a:pt x="632" y="53"/>
                      <a:pt x="630" y="53"/>
                      <a:pt x="632" y="52"/>
                    </a:cubicBezTo>
                    <a:cubicBezTo>
                      <a:pt x="628" y="54"/>
                      <a:pt x="622" y="57"/>
                      <a:pt x="620" y="58"/>
                    </a:cubicBezTo>
                    <a:cubicBezTo>
                      <a:pt x="618" y="58"/>
                      <a:pt x="618" y="57"/>
                      <a:pt x="619" y="57"/>
                    </a:cubicBezTo>
                    <a:cubicBezTo>
                      <a:pt x="611" y="61"/>
                      <a:pt x="616" y="58"/>
                      <a:pt x="608" y="63"/>
                    </a:cubicBezTo>
                    <a:cubicBezTo>
                      <a:pt x="607" y="62"/>
                      <a:pt x="607" y="62"/>
                      <a:pt x="607" y="62"/>
                    </a:cubicBezTo>
                    <a:cubicBezTo>
                      <a:pt x="605" y="64"/>
                      <a:pt x="605" y="64"/>
                      <a:pt x="605" y="64"/>
                    </a:cubicBezTo>
                    <a:cubicBezTo>
                      <a:pt x="600" y="65"/>
                      <a:pt x="600" y="65"/>
                      <a:pt x="600" y="65"/>
                    </a:cubicBezTo>
                    <a:cubicBezTo>
                      <a:pt x="602" y="65"/>
                      <a:pt x="602" y="65"/>
                      <a:pt x="602" y="65"/>
                    </a:cubicBezTo>
                    <a:cubicBezTo>
                      <a:pt x="599" y="67"/>
                      <a:pt x="598" y="68"/>
                      <a:pt x="595" y="69"/>
                    </a:cubicBezTo>
                    <a:cubicBezTo>
                      <a:pt x="595" y="68"/>
                      <a:pt x="595" y="68"/>
                      <a:pt x="595" y="68"/>
                    </a:cubicBezTo>
                    <a:cubicBezTo>
                      <a:pt x="588" y="72"/>
                      <a:pt x="586" y="71"/>
                      <a:pt x="579" y="76"/>
                    </a:cubicBezTo>
                    <a:cubicBezTo>
                      <a:pt x="579" y="76"/>
                      <a:pt x="580" y="75"/>
                      <a:pt x="580" y="74"/>
                    </a:cubicBezTo>
                    <a:cubicBezTo>
                      <a:pt x="574" y="79"/>
                      <a:pt x="575" y="76"/>
                      <a:pt x="569" y="81"/>
                    </a:cubicBezTo>
                    <a:cubicBezTo>
                      <a:pt x="569" y="80"/>
                      <a:pt x="568" y="80"/>
                      <a:pt x="568" y="80"/>
                    </a:cubicBezTo>
                    <a:cubicBezTo>
                      <a:pt x="565" y="82"/>
                      <a:pt x="565" y="82"/>
                      <a:pt x="565" y="82"/>
                    </a:cubicBezTo>
                    <a:cubicBezTo>
                      <a:pt x="565" y="81"/>
                      <a:pt x="565" y="81"/>
                      <a:pt x="565" y="81"/>
                    </a:cubicBezTo>
                    <a:cubicBezTo>
                      <a:pt x="563" y="84"/>
                      <a:pt x="563" y="84"/>
                      <a:pt x="563" y="84"/>
                    </a:cubicBezTo>
                    <a:cubicBezTo>
                      <a:pt x="561" y="84"/>
                      <a:pt x="561" y="84"/>
                      <a:pt x="561" y="84"/>
                    </a:cubicBezTo>
                    <a:cubicBezTo>
                      <a:pt x="560" y="85"/>
                      <a:pt x="560" y="85"/>
                      <a:pt x="560" y="85"/>
                    </a:cubicBezTo>
                    <a:cubicBezTo>
                      <a:pt x="556" y="85"/>
                      <a:pt x="552" y="89"/>
                      <a:pt x="547" y="90"/>
                    </a:cubicBezTo>
                    <a:cubicBezTo>
                      <a:pt x="548" y="91"/>
                      <a:pt x="548" y="91"/>
                      <a:pt x="548" y="91"/>
                    </a:cubicBezTo>
                    <a:cubicBezTo>
                      <a:pt x="539" y="100"/>
                      <a:pt x="522" y="104"/>
                      <a:pt x="510" y="114"/>
                    </a:cubicBezTo>
                    <a:cubicBezTo>
                      <a:pt x="510" y="113"/>
                      <a:pt x="510" y="113"/>
                      <a:pt x="510" y="113"/>
                    </a:cubicBezTo>
                    <a:cubicBezTo>
                      <a:pt x="505" y="118"/>
                      <a:pt x="505" y="118"/>
                      <a:pt x="505" y="118"/>
                    </a:cubicBezTo>
                    <a:cubicBezTo>
                      <a:pt x="502" y="119"/>
                      <a:pt x="507" y="116"/>
                      <a:pt x="505" y="116"/>
                    </a:cubicBezTo>
                    <a:cubicBezTo>
                      <a:pt x="500" y="120"/>
                      <a:pt x="504" y="119"/>
                      <a:pt x="498" y="123"/>
                    </a:cubicBezTo>
                    <a:cubicBezTo>
                      <a:pt x="494" y="125"/>
                      <a:pt x="498" y="122"/>
                      <a:pt x="500" y="120"/>
                    </a:cubicBezTo>
                    <a:cubicBezTo>
                      <a:pt x="494" y="125"/>
                      <a:pt x="485" y="132"/>
                      <a:pt x="481" y="134"/>
                    </a:cubicBezTo>
                    <a:cubicBezTo>
                      <a:pt x="481" y="135"/>
                      <a:pt x="480" y="135"/>
                      <a:pt x="481" y="135"/>
                    </a:cubicBezTo>
                    <a:cubicBezTo>
                      <a:pt x="477" y="138"/>
                      <a:pt x="472" y="142"/>
                      <a:pt x="467" y="145"/>
                    </a:cubicBezTo>
                    <a:cubicBezTo>
                      <a:pt x="467" y="144"/>
                      <a:pt x="468" y="143"/>
                      <a:pt x="469" y="143"/>
                    </a:cubicBezTo>
                    <a:cubicBezTo>
                      <a:pt x="467" y="144"/>
                      <a:pt x="465" y="145"/>
                      <a:pt x="464" y="146"/>
                    </a:cubicBezTo>
                    <a:cubicBezTo>
                      <a:pt x="465" y="144"/>
                      <a:pt x="465" y="144"/>
                      <a:pt x="465" y="144"/>
                    </a:cubicBezTo>
                    <a:cubicBezTo>
                      <a:pt x="462" y="147"/>
                      <a:pt x="456" y="152"/>
                      <a:pt x="454" y="152"/>
                    </a:cubicBezTo>
                    <a:cubicBezTo>
                      <a:pt x="455" y="152"/>
                      <a:pt x="455" y="153"/>
                      <a:pt x="453" y="155"/>
                    </a:cubicBezTo>
                    <a:cubicBezTo>
                      <a:pt x="450" y="155"/>
                      <a:pt x="445" y="162"/>
                      <a:pt x="440" y="165"/>
                    </a:cubicBezTo>
                    <a:cubicBezTo>
                      <a:pt x="440" y="164"/>
                      <a:pt x="444" y="161"/>
                      <a:pt x="443" y="162"/>
                    </a:cubicBezTo>
                    <a:cubicBezTo>
                      <a:pt x="440" y="163"/>
                      <a:pt x="439" y="166"/>
                      <a:pt x="437" y="168"/>
                    </a:cubicBezTo>
                    <a:cubicBezTo>
                      <a:pt x="437" y="167"/>
                      <a:pt x="437" y="167"/>
                      <a:pt x="437" y="167"/>
                    </a:cubicBezTo>
                    <a:cubicBezTo>
                      <a:pt x="427" y="176"/>
                      <a:pt x="427" y="176"/>
                      <a:pt x="427" y="176"/>
                    </a:cubicBezTo>
                    <a:cubicBezTo>
                      <a:pt x="425" y="176"/>
                      <a:pt x="418" y="184"/>
                      <a:pt x="418" y="183"/>
                    </a:cubicBezTo>
                    <a:cubicBezTo>
                      <a:pt x="414" y="186"/>
                      <a:pt x="421" y="181"/>
                      <a:pt x="417" y="185"/>
                    </a:cubicBezTo>
                    <a:cubicBezTo>
                      <a:pt x="415" y="185"/>
                      <a:pt x="413" y="189"/>
                      <a:pt x="412" y="188"/>
                    </a:cubicBezTo>
                    <a:cubicBezTo>
                      <a:pt x="413" y="187"/>
                      <a:pt x="413" y="187"/>
                      <a:pt x="413" y="187"/>
                    </a:cubicBezTo>
                    <a:cubicBezTo>
                      <a:pt x="410" y="190"/>
                      <a:pt x="410" y="190"/>
                      <a:pt x="410" y="190"/>
                    </a:cubicBezTo>
                    <a:cubicBezTo>
                      <a:pt x="411" y="187"/>
                      <a:pt x="411" y="187"/>
                      <a:pt x="411" y="187"/>
                    </a:cubicBezTo>
                    <a:cubicBezTo>
                      <a:pt x="408" y="190"/>
                      <a:pt x="407" y="193"/>
                      <a:pt x="408" y="193"/>
                    </a:cubicBezTo>
                    <a:cubicBezTo>
                      <a:pt x="405" y="195"/>
                      <a:pt x="401" y="199"/>
                      <a:pt x="399" y="199"/>
                    </a:cubicBezTo>
                    <a:cubicBezTo>
                      <a:pt x="400" y="198"/>
                      <a:pt x="400" y="198"/>
                      <a:pt x="400" y="198"/>
                    </a:cubicBezTo>
                    <a:cubicBezTo>
                      <a:pt x="393" y="205"/>
                      <a:pt x="386" y="207"/>
                      <a:pt x="382" y="214"/>
                    </a:cubicBezTo>
                    <a:cubicBezTo>
                      <a:pt x="381" y="214"/>
                      <a:pt x="381" y="214"/>
                      <a:pt x="382" y="213"/>
                    </a:cubicBezTo>
                    <a:cubicBezTo>
                      <a:pt x="378" y="217"/>
                      <a:pt x="378" y="217"/>
                      <a:pt x="378" y="217"/>
                    </a:cubicBezTo>
                    <a:cubicBezTo>
                      <a:pt x="378" y="215"/>
                      <a:pt x="378" y="215"/>
                      <a:pt x="378" y="215"/>
                    </a:cubicBezTo>
                    <a:cubicBezTo>
                      <a:pt x="372" y="223"/>
                      <a:pt x="372" y="223"/>
                      <a:pt x="372" y="223"/>
                    </a:cubicBezTo>
                    <a:cubicBezTo>
                      <a:pt x="372" y="223"/>
                      <a:pt x="372" y="223"/>
                      <a:pt x="372" y="223"/>
                    </a:cubicBezTo>
                    <a:cubicBezTo>
                      <a:pt x="367" y="227"/>
                      <a:pt x="360" y="235"/>
                      <a:pt x="354" y="241"/>
                    </a:cubicBezTo>
                    <a:cubicBezTo>
                      <a:pt x="355" y="240"/>
                      <a:pt x="355" y="240"/>
                      <a:pt x="355" y="240"/>
                    </a:cubicBezTo>
                    <a:cubicBezTo>
                      <a:pt x="349" y="247"/>
                      <a:pt x="348" y="246"/>
                      <a:pt x="344" y="251"/>
                    </a:cubicBezTo>
                    <a:cubicBezTo>
                      <a:pt x="344" y="251"/>
                      <a:pt x="344" y="251"/>
                      <a:pt x="344" y="250"/>
                    </a:cubicBezTo>
                    <a:cubicBezTo>
                      <a:pt x="340" y="255"/>
                      <a:pt x="340" y="255"/>
                      <a:pt x="340" y="255"/>
                    </a:cubicBezTo>
                    <a:cubicBezTo>
                      <a:pt x="340" y="253"/>
                      <a:pt x="340" y="253"/>
                      <a:pt x="340" y="253"/>
                    </a:cubicBezTo>
                    <a:cubicBezTo>
                      <a:pt x="338" y="258"/>
                      <a:pt x="331" y="262"/>
                      <a:pt x="333" y="260"/>
                    </a:cubicBezTo>
                    <a:cubicBezTo>
                      <a:pt x="332" y="263"/>
                      <a:pt x="329" y="266"/>
                      <a:pt x="329" y="267"/>
                    </a:cubicBezTo>
                    <a:cubicBezTo>
                      <a:pt x="325" y="272"/>
                      <a:pt x="328" y="268"/>
                      <a:pt x="325" y="271"/>
                    </a:cubicBezTo>
                    <a:cubicBezTo>
                      <a:pt x="321" y="274"/>
                      <a:pt x="322" y="276"/>
                      <a:pt x="317" y="280"/>
                    </a:cubicBezTo>
                    <a:cubicBezTo>
                      <a:pt x="317" y="280"/>
                      <a:pt x="317" y="280"/>
                      <a:pt x="317" y="280"/>
                    </a:cubicBezTo>
                    <a:cubicBezTo>
                      <a:pt x="315" y="282"/>
                      <a:pt x="314" y="284"/>
                      <a:pt x="311" y="287"/>
                    </a:cubicBezTo>
                    <a:cubicBezTo>
                      <a:pt x="312" y="286"/>
                      <a:pt x="312" y="286"/>
                      <a:pt x="312" y="286"/>
                    </a:cubicBezTo>
                    <a:cubicBezTo>
                      <a:pt x="308" y="292"/>
                      <a:pt x="305" y="291"/>
                      <a:pt x="303" y="297"/>
                    </a:cubicBezTo>
                    <a:cubicBezTo>
                      <a:pt x="301" y="299"/>
                      <a:pt x="298" y="304"/>
                      <a:pt x="297" y="303"/>
                    </a:cubicBezTo>
                    <a:cubicBezTo>
                      <a:pt x="283" y="322"/>
                      <a:pt x="283" y="322"/>
                      <a:pt x="283" y="322"/>
                    </a:cubicBezTo>
                    <a:cubicBezTo>
                      <a:pt x="281" y="322"/>
                      <a:pt x="282" y="324"/>
                      <a:pt x="278" y="327"/>
                    </a:cubicBezTo>
                    <a:cubicBezTo>
                      <a:pt x="279" y="328"/>
                      <a:pt x="279" y="328"/>
                      <a:pt x="279" y="328"/>
                    </a:cubicBezTo>
                    <a:cubicBezTo>
                      <a:pt x="272" y="337"/>
                      <a:pt x="262" y="347"/>
                      <a:pt x="254" y="358"/>
                    </a:cubicBezTo>
                    <a:cubicBezTo>
                      <a:pt x="253" y="357"/>
                      <a:pt x="253" y="357"/>
                      <a:pt x="253" y="357"/>
                    </a:cubicBezTo>
                    <a:cubicBezTo>
                      <a:pt x="252" y="360"/>
                      <a:pt x="252" y="360"/>
                      <a:pt x="252" y="360"/>
                    </a:cubicBezTo>
                    <a:cubicBezTo>
                      <a:pt x="244" y="372"/>
                      <a:pt x="233" y="387"/>
                      <a:pt x="226" y="396"/>
                    </a:cubicBezTo>
                    <a:cubicBezTo>
                      <a:pt x="225" y="400"/>
                      <a:pt x="223" y="405"/>
                      <a:pt x="219" y="410"/>
                    </a:cubicBezTo>
                    <a:cubicBezTo>
                      <a:pt x="219" y="409"/>
                      <a:pt x="219" y="409"/>
                      <a:pt x="219" y="409"/>
                    </a:cubicBezTo>
                    <a:cubicBezTo>
                      <a:pt x="214" y="418"/>
                      <a:pt x="209" y="428"/>
                      <a:pt x="202" y="437"/>
                    </a:cubicBezTo>
                    <a:cubicBezTo>
                      <a:pt x="202" y="436"/>
                      <a:pt x="202" y="437"/>
                      <a:pt x="202" y="436"/>
                    </a:cubicBezTo>
                    <a:cubicBezTo>
                      <a:pt x="202" y="439"/>
                      <a:pt x="199" y="442"/>
                      <a:pt x="197" y="444"/>
                    </a:cubicBezTo>
                    <a:cubicBezTo>
                      <a:pt x="200" y="442"/>
                      <a:pt x="200" y="442"/>
                      <a:pt x="200" y="442"/>
                    </a:cubicBezTo>
                    <a:cubicBezTo>
                      <a:pt x="199" y="445"/>
                      <a:pt x="196" y="448"/>
                      <a:pt x="194" y="449"/>
                    </a:cubicBezTo>
                    <a:cubicBezTo>
                      <a:pt x="192" y="454"/>
                      <a:pt x="192" y="454"/>
                      <a:pt x="192" y="454"/>
                    </a:cubicBezTo>
                    <a:cubicBezTo>
                      <a:pt x="192" y="455"/>
                      <a:pt x="192" y="455"/>
                      <a:pt x="192" y="455"/>
                    </a:cubicBezTo>
                    <a:cubicBezTo>
                      <a:pt x="192" y="456"/>
                      <a:pt x="192" y="456"/>
                      <a:pt x="192" y="456"/>
                    </a:cubicBezTo>
                    <a:cubicBezTo>
                      <a:pt x="189" y="458"/>
                      <a:pt x="189" y="458"/>
                      <a:pt x="189" y="458"/>
                    </a:cubicBezTo>
                    <a:cubicBezTo>
                      <a:pt x="189" y="459"/>
                      <a:pt x="186" y="465"/>
                      <a:pt x="186" y="467"/>
                    </a:cubicBezTo>
                    <a:cubicBezTo>
                      <a:pt x="185" y="467"/>
                      <a:pt x="182" y="471"/>
                      <a:pt x="184" y="468"/>
                    </a:cubicBezTo>
                    <a:cubicBezTo>
                      <a:pt x="175" y="484"/>
                      <a:pt x="175" y="484"/>
                      <a:pt x="175" y="484"/>
                    </a:cubicBezTo>
                    <a:cubicBezTo>
                      <a:pt x="176" y="482"/>
                      <a:pt x="176" y="482"/>
                      <a:pt x="176" y="482"/>
                    </a:cubicBezTo>
                    <a:cubicBezTo>
                      <a:pt x="178" y="482"/>
                      <a:pt x="175" y="487"/>
                      <a:pt x="174" y="489"/>
                    </a:cubicBezTo>
                    <a:cubicBezTo>
                      <a:pt x="175" y="486"/>
                      <a:pt x="172" y="488"/>
                      <a:pt x="171" y="490"/>
                    </a:cubicBezTo>
                    <a:cubicBezTo>
                      <a:pt x="170" y="492"/>
                      <a:pt x="173" y="488"/>
                      <a:pt x="173" y="489"/>
                    </a:cubicBezTo>
                    <a:cubicBezTo>
                      <a:pt x="172" y="493"/>
                      <a:pt x="169" y="499"/>
                      <a:pt x="168" y="500"/>
                    </a:cubicBezTo>
                    <a:cubicBezTo>
                      <a:pt x="168" y="498"/>
                      <a:pt x="168" y="498"/>
                      <a:pt x="168" y="498"/>
                    </a:cubicBezTo>
                    <a:cubicBezTo>
                      <a:pt x="167" y="502"/>
                      <a:pt x="164" y="503"/>
                      <a:pt x="162" y="507"/>
                    </a:cubicBezTo>
                    <a:cubicBezTo>
                      <a:pt x="161" y="511"/>
                      <a:pt x="159" y="513"/>
                      <a:pt x="161" y="513"/>
                    </a:cubicBezTo>
                    <a:cubicBezTo>
                      <a:pt x="159" y="518"/>
                      <a:pt x="159" y="514"/>
                      <a:pt x="158" y="516"/>
                    </a:cubicBezTo>
                    <a:cubicBezTo>
                      <a:pt x="158" y="518"/>
                      <a:pt x="154" y="525"/>
                      <a:pt x="153" y="525"/>
                    </a:cubicBezTo>
                    <a:cubicBezTo>
                      <a:pt x="153" y="529"/>
                      <a:pt x="145" y="538"/>
                      <a:pt x="147" y="540"/>
                    </a:cubicBezTo>
                    <a:cubicBezTo>
                      <a:pt x="143" y="544"/>
                      <a:pt x="143" y="544"/>
                      <a:pt x="143" y="544"/>
                    </a:cubicBezTo>
                    <a:cubicBezTo>
                      <a:pt x="144" y="544"/>
                      <a:pt x="145" y="545"/>
                      <a:pt x="143" y="549"/>
                    </a:cubicBezTo>
                    <a:cubicBezTo>
                      <a:pt x="141" y="552"/>
                      <a:pt x="141" y="551"/>
                      <a:pt x="140" y="551"/>
                    </a:cubicBezTo>
                    <a:cubicBezTo>
                      <a:pt x="141" y="554"/>
                      <a:pt x="141" y="554"/>
                      <a:pt x="141" y="554"/>
                    </a:cubicBezTo>
                    <a:cubicBezTo>
                      <a:pt x="130" y="571"/>
                      <a:pt x="121" y="596"/>
                      <a:pt x="111" y="615"/>
                    </a:cubicBezTo>
                    <a:cubicBezTo>
                      <a:pt x="107" y="624"/>
                      <a:pt x="104" y="636"/>
                      <a:pt x="99" y="647"/>
                    </a:cubicBezTo>
                    <a:cubicBezTo>
                      <a:pt x="100" y="645"/>
                      <a:pt x="100" y="645"/>
                      <a:pt x="100" y="645"/>
                    </a:cubicBezTo>
                    <a:cubicBezTo>
                      <a:pt x="95" y="656"/>
                      <a:pt x="95" y="656"/>
                      <a:pt x="95" y="656"/>
                    </a:cubicBezTo>
                    <a:cubicBezTo>
                      <a:pt x="99" y="648"/>
                      <a:pt x="99" y="648"/>
                      <a:pt x="99" y="648"/>
                    </a:cubicBezTo>
                    <a:cubicBezTo>
                      <a:pt x="98" y="651"/>
                      <a:pt x="98" y="653"/>
                      <a:pt x="97" y="655"/>
                    </a:cubicBezTo>
                    <a:cubicBezTo>
                      <a:pt x="92" y="666"/>
                      <a:pt x="85" y="681"/>
                      <a:pt x="81" y="696"/>
                    </a:cubicBezTo>
                    <a:cubicBezTo>
                      <a:pt x="80" y="706"/>
                      <a:pt x="77" y="702"/>
                      <a:pt x="76" y="711"/>
                    </a:cubicBezTo>
                    <a:cubicBezTo>
                      <a:pt x="76" y="710"/>
                      <a:pt x="76" y="710"/>
                      <a:pt x="76" y="709"/>
                    </a:cubicBezTo>
                    <a:cubicBezTo>
                      <a:pt x="73" y="719"/>
                      <a:pt x="72" y="725"/>
                      <a:pt x="70" y="735"/>
                    </a:cubicBezTo>
                    <a:cubicBezTo>
                      <a:pt x="68" y="733"/>
                      <a:pt x="68" y="741"/>
                      <a:pt x="67" y="740"/>
                    </a:cubicBezTo>
                    <a:cubicBezTo>
                      <a:pt x="68" y="741"/>
                      <a:pt x="68" y="741"/>
                      <a:pt x="68" y="741"/>
                    </a:cubicBezTo>
                    <a:cubicBezTo>
                      <a:pt x="67" y="743"/>
                      <a:pt x="65" y="748"/>
                      <a:pt x="65" y="747"/>
                    </a:cubicBezTo>
                    <a:cubicBezTo>
                      <a:pt x="64" y="752"/>
                      <a:pt x="64" y="752"/>
                      <a:pt x="64" y="752"/>
                    </a:cubicBezTo>
                    <a:cubicBezTo>
                      <a:pt x="63" y="752"/>
                      <a:pt x="63" y="752"/>
                      <a:pt x="63" y="752"/>
                    </a:cubicBezTo>
                    <a:cubicBezTo>
                      <a:pt x="62" y="757"/>
                      <a:pt x="59" y="770"/>
                      <a:pt x="56" y="772"/>
                    </a:cubicBezTo>
                    <a:cubicBezTo>
                      <a:pt x="53" y="787"/>
                      <a:pt x="47" y="809"/>
                      <a:pt x="42" y="827"/>
                    </a:cubicBezTo>
                    <a:cubicBezTo>
                      <a:pt x="43" y="830"/>
                      <a:pt x="41" y="835"/>
                      <a:pt x="40" y="839"/>
                    </a:cubicBezTo>
                    <a:cubicBezTo>
                      <a:pt x="38" y="844"/>
                      <a:pt x="38" y="844"/>
                      <a:pt x="38" y="844"/>
                    </a:cubicBezTo>
                    <a:cubicBezTo>
                      <a:pt x="38" y="848"/>
                      <a:pt x="38" y="853"/>
                      <a:pt x="36" y="856"/>
                    </a:cubicBezTo>
                    <a:cubicBezTo>
                      <a:pt x="36" y="856"/>
                      <a:pt x="36" y="856"/>
                      <a:pt x="36" y="856"/>
                    </a:cubicBezTo>
                    <a:cubicBezTo>
                      <a:pt x="36" y="860"/>
                      <a:pt x="34" y="864"/>
                      <a:pt x="34" y="868"/>
                    </a:cubicBezTo>
                    <a:cubicBezTo>
                      <a:pt x="33" y="873"/>
                      <a:pt x="32" y="877"/>
                      <a:pt x="31" y="876"/>
                    </a:cubicBezTo>
                    <a:cubicBezTo>
                      <a:pt x="33" y="877"/>
                      <a:pt x="29" y="886"/>
                      <a:pt x="29" y="886"/>
                    </a:cubicBezTo>
                    <a:cubicBezTo>
                      <a:pt x="29" y="886"/>
                      <a:pt x="15" y="946"/>
                      <a:pt x="7" y="1014"/>
                    </a:cubicBezTo>
                    <a:cubicBezTo>
                      <a:pt x="3" y="1049"/>
                      <a:pt x="1" y="1085"/>
                      <a:pt x="0" y="1116"/>
                    </a:cubicBezTo>
                    <a:cubicBezTo>
                      <a:pt x="0" y="1148"/>
                      <a:pt x="1" y="1175"/>
                      <a:pt x="4" y="1189"/>
                    </a:cubicBezTo>
                    <a:cubicBezTo>
                      <a:pt x="5" y="1191"/>
                      <a:pt x="5" y="1197"/>
                      <a:pt x="6" y="1195"/>
                    </a:cubicBezTo>
                    <a:cubicBezTo>
                      <a:pt x="7" y="1199"/>
                      <a:pt x="5" y="1201"/>
                      <a:pt x="6" y="1202"/>
                    </a:cubicBezTo>
                    <a:cubicBezTo>
                      <a:pt x="7" y="1196"/>
                      <a:pt x="9" y="1204"/>
                      <a:pt x="10" y="1198"/>
                    </a:cubicBezTo>
                    <a:cubicBezTo>
                      <a:pt x="10" y="1202"/>
                      <a:pt x="10" y="1202"/>
                      <a:pt x="10" y="1202"/>
                    </a:cubicBezTo>
                    <a:cubicBezTo>
                      <a:pt x="11" y="1203"/>
                      <a:pt x="9" y="1197"/>
                      <a:pt x="11" y="1198"/>
                    </a:cubicBezTo>
                    <a:cubicBezTo>
                      <a:pt x="9" y="1197"/>
                      <a:pt x="9" y="1197"/>
                      <a:pt x="9" y="1197"/>
                    </a:cubicBezTo>
                    <a:cubicBezTo>
                      <a:pt x="9" y="1194"/>
                      <a:pt x="9" y="1192"/>
                      <a:pt x="10" y="1191"/>
                    </a:cubicBezTo>
                    <a:cubicBezTo>
                      <a:pt x="9" y="1188"/>
                      <a:pt x="7" y="1186"/>
                      <a:pt x="8" y="1180"/>
                    </a:cubicBezTo>
                    <a:cubicBezTo>
                      <a:pt x="8" y="1182"/>
                      <a:pt x="8" y="1182"/>
                      <a:pt x="8" y="1182"/>
                    </a:cubicBezTo>
                    <a:cubicBezTo>
                      <a:pt x="8" y="1176"/>
                      <a:pt x="9" y="1178"/>
                      <a:pt x="10" y="1177"/>
                    </a:cubicBezTo>
                    <a:cubicBezTo>
                      <a:pt x="10" y="1178"/>
                      <a:pt x="10" y="1178"/>
                      <a:pt x="10" y="1178"/>
                    </a:cubicBezTo>
                    <a:cubicBezTo>
                      <a:pt x="11" y="1174"/>
                      <a:pt x="11" y="1174"/>
                      <a:pt x="11" y="1174"/>
                    </a:cubicBezTo>
                    <a:cubicBezTo>
                      <a:pt x="10" y="1177"/>
                      <a:pt x="11" y="1183"/>
                      <a:pt x="11" y="1180"/>
                    </a:cubicBezTo>
                    <a:cubicBezTo>
                      <a:pt x="12" y="1174"/>
                      <a:pt x="11" y="1182"/>
                      <a:pt x="11" y="1177"/>
                    </a:cubicBezTo>
                    <a:cubicBezTo>
                      <a:pt x="11" y="1174"/>
                      <a:pt x="12" y="1175"/>
                      <a:pt x="12" y="1175"/>
                    </a:cubicBezTo>
                    <a:cubicBezTo>
                      <a:pt x="12" y="1170"/>
                      <a:pt x="12" y="1170"/>
                      <a:pt x="12" y="1170"/>
                    </a:cubicBezTo>
                    <a:cubicBezTo>
                      <a:pt x="13" y="1170"/>
                      <a:pt x="12" y="1173"/>
                      <a:pt x="13" y="1171"/>
                    </a:cubicBezTo>
                    <a:cubicBezTo>
                      <a:pt x="12" y="1164"/>
                      <a:pt x="12" y="1164"/>
                      <a:pt x="12" y="1164"/>
                    </a:cubicBezTo>
                    <a:cubicBezTo>
                      <a:pt x="14" y="1163"/>
                      <a:pt x="11" y="1157"/>
                      <a:pt x="13" y="1154"/>
                    </a:cubicBezTo>
                    <a:cubicBezTo>
                      <a:pt x="14" y="1159"/>
                      <a:pt x="14" y="1153"/>
                      <a:pt x="15" y="1154"/>
                    </a:cubicBezTo>
                    <a:cubicBezTo>
                      <a:pt x="15" y="1142"/>
                      <a:pt x="15" y="1142"/>
                      <a:pt x="15" y="1142"/>
                    </a:cubicBezTo>
                    <a:cubicBezTo>
                      <a:pt x="16" y="1141"/>
                      <a:pt x="16" y="1145"/>
                      <a:pt x="16" y="1144"/>
                    </a:cubicBezTo>
                    <a:cubicBezTo>
                      <a:pt x="16" y="1141"/>
                      <a:pt x="15" y="1140"/>
                      <a:pt x="15" y="1139"/>
                    </a:cubicBezTo>
                    <a:cubicBezTo>
                      <a:pt x="16" y="1138"/>
                      <a:pt x="16" y="1130"/>
                      <a:pt x="17" y="1130"/>
                    </a:cubicBezTo>
                    <a:cubicBezTo>
                      <a:pt x="19" y="1122"/>
                      <a:pt x="15" y="1127"/>
                      <a:pt x="17" y="1119"/>
                    </a:cubicBezTo>
                    <a:cubicBezTo>
                      <a:pt x="18" y="1118"/>
                      <a:pt x="17" y="1125"/>
                      <a:pt x="18" y="1122"/>
                    </a:cubicBezTo>
                    <a:cubicBezTo>
                      <a:pt x="18" y="1114"/>
                      <a:pt x="18" y="1114"/>
                      <a:pt x="18" y="1114"/>
                    </a:cubicBezTo>
                    <a:cubicBezTo>
                      <a:pt x="18" y="1115"/>
                      <a:pt x="19" y="1116"/>
                      <a:pt x="19" y="1119"/>
                    </a:cubicBezTo>
                    <a:cubicBezTo>
                      <a:pt x="21" y="1098"/>
                      <a:pt x="26" y="1087"/>
                      <a:pt x="27" y="1067"/>
                    </a:cubicBezTo>
                    <a:cubicBezTo>
                      <a:pt x="28" y="1065"/>
                      <a:pt x="27" y="1069"/>
                      <a:pt x="28" y="1071"/>
                    </a:cubicBezTo>
                    <a:cubicBezTo>
                      <a:pt x="28" y="1057"/>
                      <a:pt x="32" y="1052"/>
                      <a:pt x="33" y="1040"/>
                    </a:cubicBezTo>
                    <a:cubicBezTo>
                      <a:pt x="32" y="1040"/>
                      <a:pt x="32" y="1040"/>
                      <a:pt x="32" y="1040"/>
                    </a:cubicBezTo>
                    <a:cubicBezTo>
                      <a:pt x="36" y="1024"/>
                      <a:pt x="37" y="1004"/>
                      <a:pt x="41" y="986"/>
                    </a:cubicBezTo>
                    <a:cubicBezTo>
                      <a:pt x="40" y="988"/>
                      <a:pt x="40" y="988"/>
                      <a:pt x="40" y="988"/>
                    </a:cubicBezTo>
                    <a:cubicBezTo>
                      <a:pt x="39" y="985"/>
                      <a:pt x="40" y="981"/>
                      <a:pt x="40" y="978"/>
                    </a:cubicBezTo>
                    <a:cubicBezTo>
                      <a:pt x="40" y="977"/>
                      <a:pt x="41" y="980"/>
                      <a:pt x="42" y="975"/>
                    </a:cubicBezTo>
                    <a:cubicBezTo>
                      <a:pt x="41" y="976"/>
                      <a:pt x="41" y="978"/>
                      <a:pt x="40" y="977"/>
                    </a:cubicBezTo>
                    <a:cubicBezTo>
                      <a:pt x="45" y="962"/>
                      <a:pt x="50" y="928"/>
                      <a:pt x="56" y="903"/>
                    </a:cubicBezTo>
                    <a:cubicBezTo>
                      <a:pt x="62" y="868"/>
                      <a:pt x="72" y="831"/>
                      <a:pt x="81" y="797"/>
                    </a:cubicBezTo>
                    <a:cubicBezTo>
                      <a:pt x="79" y="802"/>
                      <a:pt x="78" y="799"/>
                      <a:pt x="79" y="796"/>
                    </a:cubicBezTo>
                    <a:cubicBezTo>
                      <a:pt x="86" y="786"/>
                      <a:pt x="84" y="777"/>
                      <a:pt x="89" y="767"/>
                    </a:cubicBezTo>
                    <a:cubicBezTo>
                      <a:pt x="94" y="747"/>
                      <a:pt x="103" y="731"/>
                      <a:pt x="106" y="712"/>
                    </a:cubicBezTo>
                    <a:cubicBezTo>
                      <a:pt x="107" y="712"/>
                      <a:pt x="107" y="712"/>
                      <a:pt x="107" y="712"/>
                    </a:cubicBezTo>
                    <a:cubicBezTo>
                      <a:pt x="108" y="710"/>
                      <a:pt x="108" y="709"/>
                      <a:pt x="109" y="706"/>
                    </a:cubicBezTo>
                    <a:cubicBezTo>
                      <a:pt x="109" y="706"/>
                      <a:pt x="109" y="706"/>
                      <a:pt x="109" y="706"/>
                    </a:cubicBezTo>
                    <a:cubicBezTo>
                      <a:pt x="112" y="700"/>
                      <a:pt x="113" y="691"/>
                      <a:pt x="115" y="688"/>
                    </a:cubicBezTo>
                    <a:cubicBezTo>
                      <a:pt x="114" y="687"/>
                      <a:pt x="114" y="687"/>
                      <a:pt x="114" y="687"/>
                    </a:cubicBezTo>
                    <a:cubicBezTo>
                      <a:pt x="116" y="683"/>
                      <a:pt x="116" y="685"/>
                      <a:pt x="117" y="681"/>
                    </a:cubicBezTo>
                    <a:cubicBezTo>
                      <a:pt x="117" y="681"/>
                      <a:pt x="117" y="681"/>
                      <a:pt x="117" y="681"/>
                    </a:cubicBezTo>
                    <a:cubicBezTo>
                      <a:pt x="118" y="676"/>
                      <a:pt x="118" y="676"/>
                      <a:pt x="118" y="676"/>
                    </a:cubicBezTo>
                    <a:cubicBezTo>
                      <a:pt x="120" y="677"/>
                      <a:pt x="122" y="665"/>
                      <a:pt x="124" y="663"/>
                    </a:cubicBezTo>
                    <a:cubicBezTo>
                      <a:pt x="126" y="657"/>
                      <a:pt x="129" y="648"/>
                      <a:pt x="132" y="640"/>
                    </a:cubicBezTo>
                    <a:cubicBezTo>
                      <a:pt x="134" y="639"/>
                      <a:pt x="137" y="630"/>
                      <a:pt x="140" y="624"/>
                    </a:cubicBezTo>
                    <a:cubicBezTo>
                      <a:pt x="145" y="613"/>
                      <a:pt x="151" y="596"/>
                      <a:pt x="158" y="582"/>
                    </a:cubicBezTo>
                    <a:cubicBezTo>
                      <a:pt x="157" y="582"/>
                      <a:pt x="157" y="582"/>
                      <a:pt x="157" y="582"/>
                    </a:cubicBezTo>
                    <a:cubicBezTo>
                      <a:pt x="159" y="578"/>
                      <a:pt x="159" y="578"/>
                      <a:pt x="159" y="578"/>
                    </a:cubicBezTo>
                    <a:cubicBezTo>
                      <a:pt x="159" y="578"/>
                      <a:pt x="159" y="578"/>
                      <a:pt x="159" y="578"/>
                    </a:cubicBezTo>
                    <a:cubicBezTo>
                      <a:pt x="162" y="576"/>
                      <a:pt x="163" y="569"/>
                      <a:pt x="165" y="567"/>
                    </a:cubicBezTo>
                    <a:cubicBezTo>
                      <a:pt x="163" y="568"/>
                      <a:pt x="164" y="569"/>
                      <a:pt x="163" y="572"/>
                    </a:cubicBezTo>
                    <a:cubicBezTo>
                      <a:pt x="161" y="574"/>
                      <a:pt x="161" y="571"/>
                      <a:pt x="163" y="567"/>
                    </a:cubicBezTo>
                    <a:cubicBezTo>
                      <a:pt x="164" y="567"/>
                      <a:pt x="164" y="567"/>
                      <a:pt x="164" y="567"/>
                    </a:cubicBezTo>
                    <a:cubicBezTo>
                      <a:pt x="164" y="564"/>
                      <a:pt x="164" y="564"/>
                      <a:pt x="164" y="564"/>
                    </a:cubicBezTo>
                    <a:cubicBezTo>
                      <a:pt x="165" y="564"/>
                      <a:pt x="167" y="562"/>
                      <a:pt x="168" y="562"/>
                    </a:cubicBezTo>
                    <a:cubicBezTo>
                      <a:pt x="174" y="550"/>
                      <a:pt x="176" y="541"/>
                      <a:pt x="183" y="528"/>
                    </a:cubicBezTo>
                    <a:cubicBezTo>
                      <a:pt x="183" y="530"/>
                      <a:pt x="187" y="519"/>
                      <a:pt x="188" y="523"/>
                    </a:cubicBezTo>
                    <a:cubicBezTo>
                      <a:pt x="191" y="515"/>
                      <a:pt x="186" y="523"/>
                      <a:pt x="186" y="519"/>
                    </a:cubicBezTo>
                    <a:cubicBezTo>
                      <a:pt x="188" y="517"/>
                      <a:pt x="188" y="515"/>
                      <a:pt x="189" y="515"/>
                    </a:cubicBezTo>
                    <a:cubicBezTo>
                      <a:pt x="189" y="516"/>
                      <a:pt x="191" y="513"/>
                      <a:pt x="190" y="515"/>
                    </a:cubicBezTo>
                    <a:cubicBezTo>
                      <a:pt x="193" y="510"/>
                      <a:pt x="193" y="510"/>
                      <a:pt x="193" y="510"/>
                    </a:cubicBezTo>
                    <a:cubicBezTo>
                      <a:pt x="193" y="510"/>
                      <a:pt x="193" y="511"/>
                      <a:pt x="193" y="512"/>
                    </a:cubicBezTo>
                    <a:cubicBezTo>
                      <a:pt x="197" y="501"/>
                      <a:pt x="203" y="494"/>
                      <a:pt x="207" y="485"/>
                    </a:cubicBezTo>
                    <a:cubicBezTo>
                      <a:pt x="207" y="484"/>
                      <a:pt x="205" y="488"/>
                      <a:pt x="205" y="487"/>
                    </a:cubicBezTo>
                    <a:cubicBezTo>
                      <a:pt x="209" y="478"/>
                      <a:pt x="211" y="480"/>
                      <a:pt x="215" y="471"/>
                    </a:cubicBezTo>
                    <a:cubicBezTo>
                      <a:pt x="214" y="473"/>
                      <a:pt x="214" y="473"/>
                      <a:pt x="214" y="473"/>
                    </a:cubicBezTo>
                    <a:cubicBezTo>
                      <a:pt x="215" y="470"/>
                      <a:pt x="215" y="469"/>
                      <a:pt x="219" y="465"/>
                    </a:cubicBezTo>
                    <a:cubicBezTo>
                      <a:pt x="220" y="465"/>
                      <a:pt x="217" y="469"/>
                      <a:pt x="216" y="471"/>
                    </a:cubicBezTo>
                    <a:cubicBezTo>
                      <a:pt x="218" y="468"/>
                      <a:pt x="223" y="461"/>
                      <a:pt x="220" y="462"/>
                    </a:cubicBezTo>
                    <a:cubicBezTo>
                      <a:pt x="222" y="459"/>
                      <a:pt x="224" y="458"/>
                      <a:pt x="225" y="456"/>
                    </a:cubicBezTo>
                    <a:cubicBezTo>
                      <a:pt x="225" y="456"/>
                      <a:pt x="223" y="459"/>
                      <a:pt x="223" y="457"/>
                    </a:cubicBezTo>
                    <a:cubicBezTo>
                      <a:pt x="227" y="452"/>
                      <a:pt x="231" y="444"/>
                      <a:pt x="235" y="439"/>
                    </a:cubicBezTo>
                    <a:cubicBezTo>
                      <a:pt x="235" y="439"/>
                      <a:pt x="236" y="439"/>
                      <a:pt x="236" y="439"/>
                    </a:cubicBezTo>
                    <a:cubicBezTo>
                      <a:pt x="238" y="434"/>
                      <a:pt x="239" y="436"/>
                      <a:pt x="243" y="429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13" name="Freeform 156">
                <a:extLst>
                  <a:ext uri="{FF2B5EF4-FFF2-40B4-BE49-F238E27FC236}">
                    <a16:creationId xmlns:a16="http://schemas.microsoft.com/office/drawing/2014/main" id="{4A44D516-1C2C-41CB-BC73-CE794273B7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26338" y="2025650"/>
                <a:ext cx="7937" cy="793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1"/>
                  </a:cxn>
                  <a:cxn ang="0">
                    <a:pos x="0" y="3"/>
                  </a:cxn>
                  <a:cxn ang="0">
                    <a:pos x="3" y="0"/>
                  </a:cxn>
                </a:cxnLst>
                <a:rect l="0" t="0" r="r" b="b"/>
                <a:pathLst>
                  <a:path w="3" h="3">
                    <a:moveTo>
                      <a:pt x="3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1" y="2"/>
                      <a:pt x="1" y="2"/>
                      <a:pt x="0" y="3"/>
                    </a:cubicBezTo>
                    <a:lnTo>
                      <a:pt x="3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14" name="Freeform 157">
                <a:extLst>
                  <a:ext uri="{FF2B5EF4-FFF2-40B4-BE49-F238E27FC236}">
                    <a16:creationId xmlns:a16="http://schemas.microsoft.com/office/drawing/2014/main" id="{6A470198-A757-42CF-8899-43161FD20B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78688" y="2239963"/>
                <a:ext cx="1587" cy="158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15" name="Freeform 158">
                <a:extLst>
                  <a:ext uri="{FF2B5EF4-FFF2-40B4-BE49-F238E27FC236}">
                    <a16:creationId xmlns:a16="http://schemas.microsoft.com/office/drawing/2014/main" id="{66305BBB-BA48-4620-BB92-EBBCE3DDB3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21538" y="2297113"/>
                <a:ext cx="7937" cy="4763"/>
              </a:xfrm>
              <a:custGeom>
                <a:avLst/>
                <a:gdLst/>
                <a:ahLst/>
                <a:cxnLst>
                  <a:cxn ang="0">
                    <a:pos x="2" y="2"/>
                  </a:cxn>
                  <a:cxn ang="0">
                    <a:pos x="0" y="2"/>
                  </a:cxn>
                  <a:cxn ang="0">
                    <a:pos x="2" y="2"/>
                  </a:cxn>
                </a:cxnLst>
                <a:rect l="0" t="0" r="r" b="b"/>
                <a:pathLst>
                  <a:path w="3" h="2">
                    <a:moveTo>
                      <a:pt x="2" y="2"/>
                    </a:moveTo>
                    <a:cubicBezTo>
                      <a:pt x="3" y="0"/>
                      <a:pt x="1" y="1"/>
                      <a:pt x="0" y="2"/>
                    </a:cubicBezTo>
                    <a:cubicBezTo>
                      <a:pt x="1" y="2"/>
                      <a:pt x="1" y="2"/>
                      <a:pt x="2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16" name="Freeform 159">
                <a:extLst>
                  <a:ext uri="{FF2B5EF4-FFF2-40B4-BE49-F238E27FC236}">
                    <a16:creationId xmlns:a16="http://schemas.microsoft.com/office/drawing/2014/main" id="{734C59B8-0C60-4B92-AFD3-D6E3BE919C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85088" y="1916113"/>
                <a:ext cx="3175" cy="158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0"/>
                  </a:cxn>
                  <a:cxn ang="0">
                    <a:pos x="1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17" name="Freeform 160">
                <a:extLst>
                  <a:ext uri="{FF2B5EF4-FFF2-40B4-BE49-F238E27FC236}">
                    <a16:creationId xmlns:a16="http://schemas.microsoft.com/office/drawing/2014/main" id="{60B2CC47-DCA5-4CB7-BC74-B9174A8C64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67688" y="1717675"/>
                <a:ext cx="1587" cy="158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18" name="Freeform 161">
                <a:extLst>
                  <a:ext uri="{FF2B5EF4-FFF2-40B4-BE49-F238E27FC236}">
                    <a16:creationId xmlns:a16="http://schemas.microsoft.com/office/drawing/2014/main" id="{8B749975-6B62-415E-B511-A2AC377037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32763" y="1720850"/>
                <a:ext cx="6350" cy="158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1"/>
                  </a:cxn>
                  <a:cxn ang="0">
                    <a:pos x="3" y="0"/>
                  </a:cxn>
                </a:cxnLst>
                <a:rect l="0" t="0" r="r" b="b"/>
                <a:pathLst>
                  <a:path w="3" h="1">
                    <a:moveTo>
                      <a:pt x="3" y="0"/>
                    </a:moveTo>
                    <a:cubicBezTo>
                      <a:pt x="2" y="0"/>
                      <a:pt x="1" y="1"/>
                      <a:pt x="0" y="1"/>
                    </a:cubicBezTo>
                    <a:cubicBezTo>
                      <a:pt x="1" y="1"/>
                      <a:pt x="2" y="1"/>
                      <a:pt x="3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19" name="Freeform 162">
                <a:extLst>
                  <a:ext uri="{FF2B5EF4-FFF2-40B4-BE49-F238E27FC236}">
                    <a16:creationId xmlns:a16="http://schemas.microsoft.com/office/drawing/2014/main" id="{3E2DF0CE-C92F-4465-99CA-E900D6B31C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77138" y="1984375"/>
                <a:ext cx="4762" cy="4763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2"/>
                  </a:cxn>
                  <a:cxn ang="0">
                    <a:pos x="2" y="0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cubicBezTo>
                      <a:pt x="1" y="1"/>
                      <a:pt x="1" y="1"/>
                      <a:pt x="0" y="2"/>
                    </a:cubicBezTo>
                    <a:cubicBezTo>
                      <a:pt x="1" y="1"/>
                      <a:pt x="2" y="1"/>
                      <a:pt x="2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20" name="Freeform 163">
                <a:extLst>
                  <a:ext uri="{FF2B5EF4-FFF2-40B4-BE49-F238E27FC236}">
                    <a16:creationId xmlns:a16="http://schemas.microsoft.com/office/drawing/2014/main" id="{FE3A3691-6912-4B3D-876E-5909E2407D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20063" y="1725613"/>
                <a:ext cx="7937" cy="3175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3" y="0"/>
                  </a:cxn>
                </a:cxnLst>
                <a:rect l="0" t="0" r="r" b="b"/>
                <a:pathLst>
                  <a:path w="3" h="1">
                    <a:moveTo>
                      <a:pt x="3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lnTo>
                      <a:pt x="3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21" name="Freeform 164">
                <a:extLst>
                  <a:ext uri="{FF2B5EF4-FFF2-40B4-BE49-F238E27FC236}">
                    <a16:creationId xmlns:a16="http://schemas.microsoft.com/office/drawing/2014/main" id="{C6BACCFF-E3C5-4E01-AC56-75ABE5A41B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67688" y="1716088"/>
                <a:ext cx="9525" cy="158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1"/>
                  </a:cxn>
                  <a:cxn ang="0">
                    <a:pos x="4" y="0"/>
                  </a:cxn>
                </a:cxnLst>
                <a:rect l="0" t="0" r="r" b="b"/>
                <a:pathLst>
                  <a:path w="4" h="1">
                    <a:moveTo>
                      <a:pt x="4" y="0"/>
                    </a:moveTo>
                    <a:cubicBezTo>
                      <a:pt x="3" y="1"/>
                      <a:pt x="1" y="1"/>
                      <a:pt x="0" y="1"/>
                    </a:cubicBezTo>
                    <a:cubicBezTo>
                      <a:pt x="2" y="1"/>
                      <a:pt x="3" y="1"/>
                      <a:pt x="4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22" name="Freeform 165">
                <a:extLst>
                  <a:ext uri="{FF2B5EF4-FFF2-40B4-BE49-F238E27FC236}">
                    <a16:creationId xmlns:a16="http://schemas.microsoft.com/office/drawing/2014/main" id="{CB0F2EB8-400F-478F-A2AF-4B199E27B1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50188" y="1822450"/>
                <a:ext cx="4762" cy="4763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cubicBezTo>
                      <a:pt x="2" y="1"/>
                      <a:pt x="2" y="1"/>
                      <a:pt x="2" y="1"/>
                    </a:cubicBezTo>
                    <a:cubicBezTo>
                      <a:pt x="0" y="2"/>
                      <a:pt x="1" y="1"/>
                      <a:pt x="2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23" name="Freeform 166">
                <a:extLst>
                  <a:ext uri="{FF2B5EF4-FFF2-40B4-BE49-F238E27FC236}">
                    <a16:creationId xmlns:a16="http://schemas.microsoft.com/office/drawing/2014/main" id="{12F7D112-0DF0-4C2C-96D5-378047ED67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94663" y="1738313"/>
                <a:ext cx="3175" cy="158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2" y="0"/>
                  </a:cxn>
                  <a:cxn ang="0">
                    <a:pos x="0" y="1"/>
                  </a:cxn>
                  <a:cxn ang="0">
                    <a:pos x="2" y="0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lnTo>
                      <a:pt x="2" y="0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24" name="Freeform 167">
                <a:extLst>
                  <a:ext uri="{FF2B5EF4-FFF2-40B4-BE49-F238E27FC236}">
                    <a16:creationId xmlns:a16="http://schemas.microsoft.com/office/drawing/2014/main" id="{92EBDB82-DAD7-4F6F-86E6-35DC01757D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04200" y="1711325"/>
                <a:ext cx="4762" cy="158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0"/>
                  </a:cxn>
                  <a:cxn ang="0">
                    <a:pos x="2" y="0"/>
                  </a:cxn>
                  <a:cxn ang="0">
                    <a:pos x="1" y="0"/>
                  </a:cxn>
                </a:cxnLst>
                <a:rect l="0" t="0" r="r" b="b"/>
                <a:pathLst>
                  <a:path w="2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25" name="Freeform 168">
                <a:extLst>
                  <a:ext uri="{FF2B5EF4-FFF2-40B4-BE49-F238E27FC236}">
                    <a16:creationId xmlns:a16="http://schemas.microsoft.com/office/drawing/2014/main" id="{D5865C92-F4F4-4BC3-A019-52220A8753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56550" y="1779588"/>
                <a:ext cx="1587" cy="4763"/>
              </a:xfrm>
              <a:custGeom>
                <a:avLst/>
                <a:gdLst/>
                <a:ahLst/>
                <a:cxnLst>
                  <a:cxn ang="0">
                    <a:pos x="1" y="2"/>
                  </a:cxn>
                  <a:cxn ang="0">
                    <a:pos x="1" y="0"/>
                  </a:cxn>
                  <a:cxn ang="0">
                    <a:pos x="1" y="2"/>
                  </a:cxn>
                </a:cxnLst>
                <a:rect l="0" t="0" r="r" b="b"/>
                <a:pathLst>
                  <a:path w="1" h="2">
                    <a:moveTo>
                      <a:pt x="1" y="2"/>
                    </a:moveTo>
                    <a:cubicBezTo>
                      <a:pt x="1" y="1"/>
                      <a:pt x="1" y="1"/>
                      <a:pt x="1" y="0"/>
                    </a:cubicBezTo>
                    <a:cubicBezTo>
                      <a:pt x="0" y="1"/>
                      <a:pt x="0" y="1"/>
                      <a:pt x="1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164" name="Freeform 6">
            <a:extLst>
              <a:ext uri="{FF2B5EF4-FFF2-40B4-BE49-F238E27FC236}">
                <a16:creationId xmlns:a16="http://schemas.microsoft.com/office/drawing/2014/main" id="{81BD4E4E-45BF-4709-981C-9EF556C9FFC9}"/>
              </a:ext>
            </a:extLst>
          </p:cNvPr>
          <p:cNvSpPr>
            <a:spLocks/>
          </p:cNvSpPr>
          <p:nvPr/>
        </p:nvSpPr>
        <p:spPr bwMode="auto">
          <a:xfrm rot="20793037" flipH="1">
            <a:off x="3690518" y="1338131"/>
            <a:ext cx="154497" cy="154498"/>
          </a:xfrm>
          <a:custGeom>
            <a:avLst/>
            <a:gdLst/>
            <a:ahLst/>
            <a:cxnLst>
              <a:cxn ang="0">
                <a:pos x="0" y="54"/>
              </a:cxn>
              <a:cxn ang="0">
                <a:pos x="164" y="216"/>
              </a:cxn>
              <a:cxn ang="0">
                <a:pos x="216" y="163"/>
              </a:cxn>
              <a:cxn ang="0">
                <a:pos x="52" y="0"/>
              </a:cxn>
              <a:cxn ang="0">
                <a:pos x="0" y="54"/>
              </a:cxn>
            </a:cxnLst>
            <a:rect l="0" t="0" r="r" b="b"/>
            <a:pathLst>
              <a:path w="216" h="216">
                <a:moveTo>
                  <a:pt x="0" y="54"/>
                </a:moveTo>
                <a:lnTo>
                  <a:pt x="164" y="216"/>
                </a:lnTo>
                <a:lnTo>
                  <a:pt x="216" y="163"/>
                </a:lnTo>
                <a:lnTo>
                  <a:pt x="52" y="0"/>
                </a:lnTo>
                <a:lnTo>
                  <a:pt x="0" y="54"/>
                </a:lnTo>
                <a:close/>
              </a:path>
            </a:pathLst>
          </a:custGeom>
          <a:solidFill>
            <a:srgbClr val="08229D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</a:pPr>
            <a:endParaRPr lang="en-US">
              <a:cs typeface="+mn-ea"/>
              <a:sym typeface="+mn-lt"/>
            </a:endParaRPr>
          </a:p>
        </p:txBody>
      </p:sp>
      <p:sp>
        <p:nvSpPr>
          <p:cNvPr id="165" name="Freeform 7">
            <a:extLst>
              <a:ext uri="{FF2B5EF4-FFF2-40B4-BE49-F238E27FC236}">
                <a16:creationId xmlns:a16="http://schemas.microsoft.com/office/drawing/2014/main" id="{81160450-35EB-48D4-B541-EF9789B8B741}"/>
              </a:ext>
            </a:extLst>
          </p:cNvPr>
          <p:cNvSpPr>
            <a:spLocks/>
          </p:cNvSpPr>
          <p:nvPr/>
        </p:nvSpPr>
        <p:spPr bwMode="auto">
          <a:xfrm rot="20793037" flipH="1">
            <a:off x="3690518" y="1338131"/>
            <a:ext cx="154497" cy="154498"/>
          </a:xfrm>
          <a:custGeom>
            <a:avLst/>
            <a:gdLst/>
            <a:ahLst/>
            <a:cxnLst>
              <a:cxn ang="0">
                <a:pos x="0" y="54"/>
              </a:cxn>
              <a:cxn ang="0">
                <a:pos x="164" y="216"/>
              </a:cxn>
              <a:cxn ang="0">
                <a:pos x="216" y="163"/>
              </a:cxn>
              <a:cxn ang="0">
                <a:pos x="52" y="0"/>
              </a:cxn>
              <a:cxn ang="0">
                <a:pos x="0" y="54"/>
              </a:cxn>
            </a:cxnLst>
            <a:rect l="0" t="0" r="r" b="b"/>
            <a:pathLst>
              <a:path w="216" h="216">
                <a:moveTo>
                  <a:pt x="0" y="54"/>
                </a:moveTo>
                <a:lnTo>
                  <a:pt x="164" y="216"/>
                </a:lnTo>
                <a:lnTo>
                  <a:pt x="216" y="163"/>
                </a:lnTo>
                <a:lnTo>
                  <a:pt x="52" y="0"/>
                </a:lnTo>
                <a:lnTo>
                  <a:pt x="0" y="54"/>
                </a:lnTo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</a:pPr>
            <a:endParaRPr lang="en-US">
              <a:cs typeface="+mn-ea"/>
              <a:sym typeface="+mn-lt"/>
            </a:endParaRPr>
          </a:p>
        </p:txBody>
      </p:sp>
      <p:sp>
        <p:nvSpPr>
          <p:cNvPr id="166" name="Freeform 8">
            <a:extLst>
              <a:ext uri="{FF2B5EF4-FFF2-40B4-BE49-F238E27FC236}">
                <a16:creationId xmlns:a16="http://schemas.microsoft.com/office/drawing/2014/main" id="{B6484665-1874-4FF3-B367-94AB4ACADAEA}"/>
              </a:ext>
            </a:extLst>
          </p:cNvPr>
          <p:cNvSpPr>
            <a:spLocks/>
          </p:cNvSpPr>
          <p:nvPr/>
        </p:nvSpPr>
        <p:spPr bwMode="auto">
          <a:xfrm rot="20793037" flipH="1">
            <a:off x="3473844" y="1119382"/>
            <a:ext cx="578649" cy="575075"/>
          </a:xfrm>
          <a:custGeom>
            <a:avLst/>
            <a:gdLst/>
            <a:ahLst/>
            <a:cxnLst>
              <a:cxn ang="0">
                <a:pos x="1114" y="270"/>
              </a:cxn>
              <a:cxn ang="0">
                <a:pos x="140" y="268"/>
              </a:cxn>
              <a:cxn ang="0">
                <a:pos x="0" y="479"/>
              </a:cxn>
              <a:cxn ang="0">
                <a:pos x="766" y="624"/>
              </a:cxn>
              <a:cxn ang="0">
                <a:pos x="922" y="1388"/>
              </a:cxn>
              <a:cxn ang="0">
                <a:pos x="1130" y="1245"/>
              </a:cxn>
              <a:cxn ang="0">
                <a:pos x="1114" y="270"/>
              </a:cxn>
            </a:cxnLst>
            <a:rect l="0" t="0" r="r" b="b"/>
            <a:pathLst>
              <a:path w="1395" h="1388">
                <a:moveTo>
                  <a:pt x="1114" y="270"/>
                </a:moveTo>
                <a:cubicBezTo>
                  <a:pt x="841" y="1"/>
                  <a:pt x="405" y="0"/>
                  <a:pt x="140" y="268"/>
                </a:cubicBezTo>
                <a:cubicBezTo>
                  <a:pt x="79" y="331"/>
                  <a:pt x="32" y="402"/>
                  <a:pt x="0" y="479"/>
                </a:cubicBezTo>
                <a:cubicBezTo>
                  <a:pt x="251" y="369"/>
                  <a:pt x="556" y="417"/>
                  <a:pt x="766" y="624"/>
                </a:cubicBezTo>
                <a:cubicBezTo>
                  <a:pt x="976" y="831"/>
                  <a:pt x="1028" y="1136"/>
                  <a:pt x="922" y="1388"/>
                </a:cubicBezTo>
                <a:cubicBezTo>
                  <a:pt x="998" y="1355"/>
                  <a:pt x="1069" y="1307"/>
                  <a:pt x="1130" y="1245"/>
                </a:cubicBezTo>
                <a:cubicBezTo>
                  <a:pt x="1395" y="976"/>
                  <a:pt x="1388" y="540"/>
                  <a:pt x="1114" y="270"/>
                </a:cubicBezTo>
              </a:path>
            </a:pathLst>
          </a:custGeom>
          <a:solidFill>
            <a:srgbClr val="08229D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</a:pPr>
            <a:endParaRPr lang="en-US">
              <a:cs typeface="+mn-ea"/>
              <a:sym typeface="+mn-lt"/>
            </a:endParaRPr>
          </a:p>
        </p:txBody>
      </p:sp>
      <p:sp>
        <p:nvSpPr>
          <p:cNvPr id="167" name="Freeform 10">
            <a:extLst>
              <a:ext uri="{FF2B5EF4-FFF2-40B4-BE49-F238E27FC236}">
                <a16:creationId xmlns:a16="http://schemas.microsoft.com/office/drawing/2014/main" id="{66FC1B0B-92B1-4AB8-9B9C-0B34D45C2BEC}"/>
              </a:ext>
            </a:extLst>
          </p:cNvPr>
          <p:cNvSpPr>
            <a:spLocks/>
          </p:cNvSpPr>
          <p:nvPr/>
        </p:nvSpPr>
        <p:spPr bwMode="auto">
          <a:xfrm rot="20793037" flipH="1">
            <a:off x="3119654" y="876775"/>
            <a:ext cx="670918" cy="676643"/>
          </a:xfrm>
          <a:custGeom>
            <a:avLst/>
            <a:gdLst/>
            <a:ahLst/>
            <a:cxnLst>
              <a:cxn ang="0">
                <a:pos x="462" y="557"/>
              </a:cxn>
              <a:cxn ang="0">
                <a:pos x="0" y="1288"/>
              </a:cxn>
              <a:cxn ang="0">
                <a:pos x="201" y="1433"/>
              </a:cxn>
              <a:cxn ang="0">
                <a:pos x="349" y="1632"/>
              </a:cxn>
              <a:cxn ang="0">
                <a:pos x="1073" y="1160"/>
              </a:cxn>
              <a:cxn ang="0">
                <a:pos x="1589" y="24"/>
              </a:cxn>
              <a:cxn ang="0">
                <a:pos x="462" y="557"/>
              </a:cxn>
            </a:cxnLst>
            <a:rect l="0" t="0" r="r" b="b"/>
            <a:pathLst>
              <a:path w="1618" h="1632">
                <a:moveTo>
                  <a:pt x="462" y="557"/>
                </a:moveTo>
                <a:cubicBezTo>
                  <a:pt x="236" y="786"/>
                  <a:pt x="78" y="1044"/>
                  <a:pt x="0" y="1288"/>
                </a:cubicBezTo>
                <a:cubicBezTo>
                  <a:pt x="72" y="1325"/>
                  <a:pt x="140" y="1373"/>
                  <a:pt x="201" y="1433"/>
                </a:cubicBezTo>
                <a:cubicBezTo>
                  <a:pt x="262" y="1493"/>
                  <a:pt x="311" y="1560"/>
                  <a:pt x="349" y="1632"/>
                </a:cubicBezTo>
                <a:cubicBezTo>
                  <a:pt x="591" y="1550"/>
                  <a:pt x="847" y="1389"/>
                  <a:pt x="1073" y="1160"/>
                </a:cubicBezTo>
                <a:cubicBezTo>
                  <a:pt x="1432" y="796"/>
                  <a:pt x="1618" y="358"/>
                  <a:pt x="1589" y="24"/>
                </a:cubicBezTo>
                <a:cubicBezTo>
                  <a:pt x="1255" y="0"/>
                  <a:pt x="820" y="193"/>
                  <a:pt x="462" y="557"/>
                </a:cubicBezTo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</a:pPr>
            <a:endParaRPr lang="en-US">
              <a:cs typeface="+mn-ea"/>
              <a:sym typeface="+mn-lt"/>
            </a:endParaRPr>
          </a:p>
        </p:txBody>
      </p:sp>
      <p:sp>
        <p:nvSpPr>
          <p:cNvPr id="168" name="Freeform 11">
            <a:extLst>
              <a:ext uri="{FF2B5EF4-FFF2-40B4-BE49-F238E27FC236}">
                <a16:creationId xmlns:a16="http://schemas.microsoft.com/office/drawing/2014/main" id="{92921508-7616-41AA-B4B4-A79D09619E40}"/>
              </a:ext>
            </a:extLst>
          </p:cNvPr>
          <p:cNvSpPr>
            <a:spLocks/>
          </p:cNvSpPr>
          <p:nvPr/>
        </p:nvSpPr>
        <p:spPr bwMode="auto">
          <a:xfrm rot="20793037" flipH="1">
            <a:off x="3121731" y="894390"/>
            <a:ext cx="592239" cy="668060"/>
          </a:xfrm>
          <a:custGeom>
            <a:avLst/>
            <a:gdLst/>
            <a:ahLst/>
            <a:cxnLst>
              <a:cxn ang="0">
                <a:pos x="1399" y="2"/>
              </a:cxn>
              <a:cxn ang="0">
                <a:pos x="0" y="1401"/>
              </a:cxn>
              <a:cxn ang="0">
                <a:pos x="11" y="1411"/>
              </a:cxn>
              <a:cxn ang="0">
                <a:pos x="159" y="1610"/>
              </a:cxn>
              <a:cxn ang="0">
                <a:pos x="883" y="1138"/>
              </a:cxn>
              <a:cxn ang="0">
                <a:pos x="1399" y="2"/>
              </a:cxn>
            </a:cxnLst>
            <a:rect l="0" t="0" r="r" b="b"/>
            <a:pathLst>
              <a:path w="1428" h="1610">
                <a:moveTo>
                  <a:pt x="1399" y="2"/>
                </a:moveTo>
                <a:cubicBezTo>
                  <a:pt x="1361" y="0"/>
                  <a:pt x="0" y="1401"/>
                  <a:pt x="0" y="1401"/>
                </a:cubicBezTo>
                <a:cubicBezTo>
                  <a:pt x="4" y="1405"/>
                  <a:pt x="7" y="1408"/>
                  <a:pt x="11" y="1411"/>
                </a:cubicBezTo>
                <a:cubicBezTo>
                  <a:pt x="72" y="1471"/>
                  <a:pt x="121" y="1538"/>
                  <a:pt x="159" y="1610"/>
                </a:cubicBezTo>
                <a:cubicBezTo>
                  <a:pt x="401" y="1528"/>
                  <a:pt x="657" y="1367"/>
                  <a:pt x="883" y="1138"/>
                </a:cubicBezTo>
                <a:cubicBezTo>
                  <a:pt x="1242" y="774"/>
                  <a:pt x="1428" y="336"/>
                  <a:pt x="1399" y="2"/>
                </a:cubicBezTo>
              </a:path>
            </a:pathLst>
          </a:custGeom>
          <a:solidFill>
            <a:srgbClr val="CFCFC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</a:pPr>
            <a:endParaRPr lang="en-US">
              <a:cs typeface="+mn-ea"/>
              <a:sym typeface="+mn-lt"/>
            </a:endParaRPr>
          </a:p>
        </p:txBody>
      </p:sp>
      <p:sp>
        <p:nvSpPr>
          <p:cNvPr id="169" name="Freeform 12">
            <a:extLst>
              <a:ext uri="{FF2B5EF4-FFF2-40B4-BE49-F238E27FC236}">
                <a16:creationId xmlns:a16="http://schemas.microsoft.com/office/drawing/2014/main" id="{4F1F24DD-AD14-4526-8400-D049E9DF595E}"/>
              </a:ext>
            </a:extLst>
          </p:cNvPr>
          <p:cNvSpPr>
            <a:spLocks/>
          </p:cNvSpPr>
          <p:nvPr/>
        </p:nvSpPr>
        <p:spPr bwMode="auto">
          <a:xfrm rot="20793037" flipH="1">
            <a:off x="3568606" y="1230864"/>
            <a:ext cx="283960" cy="287538"/>
          </a:xfrm>
          <a:custGeom>
            <a:avLst/>
            <a:gdLst/>
            <a:ahLst/>
            <a:cxnLst>
              <a:cxn ang="0">
                <a:pos x="276" y="282"/>
              </a:cxn>
              <a:cxn ang="0">
                <a:pos x="0" y="694"/>
              </a:cxn>
              <a:cxn ang="0">
                <a:pos x="407" y="411"/>
              </a:cxn>
              <a:cxn ang="0">
                <a:pos x="684" y="0"/>
              </a:cxn>
              <a:cxn ang="0">
                <a:pos x="276" y="282"/>
              </a:cxn>
            </a:cxnLst>
            <a:rect l="0" t="0" r="r" b="b"/>
            <a:pathLst>
              <a:path w="684" h="694">
                <a:moveTo>
                  <a:pt x="276" y="282"/>
                </a:moveTo>
                <a:cubicBezTo>
                  <a:pt x="127" y="433"/>
                  <a:pt x="24" y="591"/>
                  <a:pt x="0" y="694"/>
                </a:cubicBezTo>
                <a:cubicBezTo>
                  <a:pt x="102" y="668"/>
                  <a:pt x="258" y="563"/>
                  <a:pt x="407" y="411"/>
                </a:cubicBezTo>
                <a:cubicBezTo>
                  <a:pt x="556" y="260"/>
                  <a:pt x="659" y="103"/>
                  <a:pt x="684" y="0"/>
                </a:cubicBezTo>
                <a:cubicBezTo>
                  <a:pt x="581" y="26"/>
                  <a:pt x="425" y="131"/>
                  <a:pt x="276" y="282"/>
                </a:cubicBezTo>
              </a:path>
            </a:pathLst>
          </a:custGeom>
          <a:solidFill>
            <a:srgbClr val="08229D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</a:pPr>
            <a:endParaRPr lang="en-US">
              <a:cs typeface="+mn-ea"/>
              <a:sym typeface="+mn-lt"/>
            </a:endParaRPr>
          </a:p>
        </p:txBody>
      </p:sp>
      <p:sp>
        <p:nvSpPr>
          <p:cNvPr id="170" name="Freeform 23">
            <a:extLst>
              <a:ext uri="{FF2B5EF4-FFF2-40B4-BE49-F238E27FC236}">
                <a16:creationId xmlns:a16="http://schemas.microsoft.com/office/drawing/2014/main" id="{90C8067D-9076-4D96-A09C-2D64DC2DA4AB}"/>
              </a:ext>
            </a:extLst>
          </p:cNvPr>
          <p:cNvSpPr>
            <a:spLocks/>
          </p:cNvSpPr>
          <p:nvPr/>
        </p:nvSpPr>
        <p:spPr bwMode="auto">
          <a:xfrm rot="20793037" flipH="1">
            <a:off x="3146971" y="983389"/>
            <a:ext cx="211003" cy="211004"/>
          </a:xfrm>
          <a:custGeom>
            <a:avLst/>
            <a:gdLst/>
            <a:ahLst/>
            <a:cxnLst>
              <a:cxn ang="0">
                <a:pos x="57" y="0"/>
              </a:cxn>
              <a:cxn ang="0">
                <a:pos x="2" y="28"/>
              </a:cxn>
              <a:cxn ang="0">
                <a:pos x="479" y="509"/>
              </a:cxn>
              <a:cxn ang="0">
                <a:pos x="509" y="446"/>
              </a:cxn>
              <a:cxn ang="0">
                <a:pos x="57" y="0"/>
              </a:cxn>
            </a:cxnLst>
            <a:rect l="0" t="0" r="r" b="b"/>
            <a:pathLst>
              <a:path w="509" h="509">
                <a:moveTo>
                  <a:pt x="57" y="0"/>
                </a:moveTo>
                <a:cubicBezTo>
                  <a:pt x="24" y="15"/>
                  <a:pt x="2" y="28"/>
                  <a:pt x="2" y="28"/>
                </a:cubicBezTo>
                <a:cubicBezTo>
                  <a:pt x="0" y="28"/>
                  <a:pt x="288" y="254"/>
                  <a:pt x="479" y="509"/>
                </a:cubicBezTo>
                <a:cubicBezTo>
                  <a:pt x="479" y="509"/>
                  <a:pt x="503" y="462"/>
                  <a:pt x="509" y="446"/>
                </a:cubicBezTo>
                <a:cubicBezTo>
                  <a:pt x="505" y="287"/>
                  <a:pt x="274" y="7"/>
                  <a:pt x="57" y="0"/>
                </a:cubicBezTo>
              </a:path>
            </a:pathLst>
          </a:custGeom>
          <a:solidFill>
            <a:srgbClr val="0928BB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</a:pPr>
            <a:endParaRPr lang="en-US">
              <a:cs typeface="+mn-ea"/>
              <a:sym typeface="+mn-lt"/>
            </a:endParaRPr>
          </a:p>
        </p:txBody>
      </p:sp>
      <p:sp>
        <p:nvSpPr>
          <p:cNvPr id="171" name="Freeform 31">
            <a:extLst>
              <a:ext uri="{FF2B5EF4-FFF2-40B4-BE49-F238E27FC236}">
                <a16:creationId xmlns:a16="http://schemas.microsoft.com/office/drawing/2014/main" id="{2F32B98D-5C99-4CF6-BBBB-CA2EF497257D}"/>
              </a:ext>
            </a:extLst>
          </p:cNvPr>
          <p:cNvSpPr>
            <a:spLocks/>
          </p:cNvSpPr>
          <p:nvPr/>
        </p:nvSpPr>
        <p:spPr bwMode="auto">
          <a:xfrm rot="20793037" flipH="1">
            <a:off x="3063834" y="974705"/>
            <a:ext cx="715" cy="71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C6C6C6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</a:pPr>
            <a:endParaRPr lang="en-US">
              <a:cs typeface="+mn-ea"/>
              <a:sym typeface="+mn-lt"/>
            </a:endParaRPr>
          </a:p>
        </p:txBody>
      </p:sp>
      <p:sp>
        <p:nvSpPr>
          <p:cNvPr id="172" name="Oval 32">
            <a:extLst>
              <a:ext uri="{FF2B5EF4-FFF2-40B4-BE49-F238E27FC236}">
                <a16:creationId xmlns:a16="http://schemas.microsoft.com/office/drawing/2014/main" id="{9DBAB430-C4C7-4A7D-8B53-E9E08FA42343}"/>
              </a:ext>
            </a:extLst>
          </p:cNvPr>
          <p:cNvSpPr>
            <a:spLocks noChangeArrowheads="1"/>
          </p:cNvSpPr>
          <p:nvPr/>
        </p:nvSpPr>
        <p:spPr bwMode="auto">
          <a:xfrm rot="20793037" flipH="1">
            <a:off x="3064000" y="975401"/>
            <a:ext cx="715" cy="715"/>
          </a:xfrm>
          <a:prstGeom prst="ellipse">
            <a:avLst/>
          </a:prstGeom>
          <a:solidFill>
            <a:srgbClr val="C6C6C6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</a:pPr>
            <a:endParaRPr lang="en-US">
              <a:cs typeface="+mn-ea"/>
              <a:sym typeface="+mn-lt"/>
            </a:endParaRPr>
          </a:p>
        </p:txBody>
      </p:sp>
      <p:sp>
        <p:nvSpPr>
          <p:cNvPr id="173" name="Freeform 33">
            <a:extLst>
              <a:ext uri="{FF2B5EF4-FFF2-40B4-BE49-F238E27FC236}">
                <a16:creationId xmlns:a16="http://schemas.microsoft.com/office/drawing/2014/main" id="{1BB3CE6D-02A8-434C-9769-89640FC0E08F}"/>
              </a:ext>
            </a:extLst>
          </p:cNvPr>
          <p:cNvSpPr>
            <a:spLocks/>
          </p:cNvSpPr>
          <p:nvPr/>
        </p:nvSpPr>
        <p:spPr bwMode="auto">
          <a:xfrm rot="20793037" flipH="1">
            <a:off x="3064000" y="975401"/>
            <a:ext cx="715" cy="71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F2F2F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</a:pPr>
            <a:endParaRPr lang="en-US">
              <a:cs typeface="+mn-ea"/>
              <a:sym typeface="+mn-lt"/>
            </a:endParaRPr>
          </a:p>
        </p:txBody>
      </p:sp>
      <p:sp>
        <p:nvSpPr>
          <p:cNvPr id="174" name="Oval 34">
            <a:extLst>
              <a:ext uri="{FF2B5EF4-FFF2-40B4-BE49-F238E27FC236}">
                <a16:creationId xmlns:a16="http://schemas.microsoft.com/office/drawing/2014/main" id="{E52F47EB-08FF-493A-B14B-C4F7E5ADF575}"/>
              </a:ext>
            </a:extLst>
          </p:cNvPr>
          <p:cNvSpPr>
            <a:spLocks noChangeArrowheads="1"/>
          </p:cNvSpPr>
          <p:nvPr/>
        </p:nvSpPr>
        <p:spPr bwMode="auto">
          <a:xfrm rot="20793037" flipH="1">
            <a:off x="3064000" y="975401"/>
            <a:ext cx="715" cy="715"/>
          </a:xfrm>
          <a:prstGeom prst="ellipse">
            <a:avLst/>
          </a:prstGeom>
          <a:solidFill>
            <a:srgbClr val="C6C6C6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</a:pPr>
            <a:endParaRPr lang="en-US">
              <a:cs typeface="+mn-ea"/>
              <a:sym typeface="+mn-lt"/>
            </a:endParaRPr>
          </a:p>
        </p:txBody>
      </p:sp>
      <p:sp>
        <p:nvSpPr>
          <p:cNvPr id="175" name="Freeform 35">
            <a:extLst>
              <a:ext uri="{FF2B5EF4-FFF2-40B4-BE49-F238E27FC236}">
                <a16:creationId xmlns:a16="http://schemas.microsoft.com/office/drawing/2014/main" id="{37E057B1-3DBC-48CE-A1DB-ABEEC2A61D6E}"/>
              </a:ext>
            </a:extLst>
          </p:cNvPr>
          <p:cNvSpPr>
            <a:spLocks/>
          </p:cNvSpPr>
          <p:nvPr/>
        </p:nvSpPr>
        <p:spPr bwMode="auto">
          <a:xfrm rot="20793037" flipH="1">
            <a:off x="3064000" y="975401"/>
            <a:ext cx="715" cy="71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F2F2F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</a:pPr>
            <a:endParaRPr lang="en-US">
              <a:cs typeface="+mn-ea"/>
              <a:sym typeface="+mn-lt"/>
            </a:endParaRPr>
          </a:p>
        </p:txBody>
      </p:sp>
      <p:sp>
        <p:nvSpPr>
          <p:cNvPr id="176" name="Freeform 36">
            <a:extLst>
              <a:ext uri="{FF2B5EF4-FFF2-40B4-BE49-F238E27FC236}">
                <a16:creationId xmlns:a16="http://schemas.microsoft.com/office/drawing/2014/main" id="{A01EEBAA-0A8A-436D-B424-73038264B362}"/>
              </a:ext>
            </a:extLst>
          </p:cNvPr>
          <p:cNvSpPr>
            <a:spLocks/>
          </p:cNvSpPr>
          <p:nvPr/>
        </p:nvSpPr>
        <p:spPr bwMode="auto">
          <a:xfrm rot="20793037" flipH="1">
            <a:off x="3064167" y="976096"/>
            <a:ext cx="715" cy="71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C6C6C6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</a:pPr>
            <a:endParaRPr lang="en-US">
              <a:cs typeface="+mn-ea"/>
              <a:sym typeface="+mn-lt"/>
            </a:endParaRPr>
          </a:p>
        </p:txBody>
      </p:sp>
      <p:sp>
        <p:nvSpPr>
          <p:cNvPr id="177" name="Freeform 37">
            <a:extLst>
              <a:ext uri="{FF2B5EF4-FFF2-40B4-BE49-F238E27FC236}">
                <a16:creationId xmlns:a16="http://schemas.microsoft.com/office/drawing/2014/main" id="{A322CA84-81E4-4B8F-8143-67783B901811}"/>
              </a:ext>
            </a:extLst>
          </p:cNvPr>
          <p:cNvSpPr>
            <a:spLocks noEditPoints="1"/>
          </p:cNvSpPr>
          <p:nvPr/>
        </p:nvSpPr>
        <p:spPr bwMode="auto">
          <a:xfrm rot="20793037" flipH="1">
            <a:off x="3069441" y="975390"/>
            <a:ext cx="2146" cy="52215"/>
          </a:xfrm>
          <a:custGeom>
            <a:avLst/>
            <a:gdLst/>
            <a:ahLst/>
            <a:cxnLst>
              <a:cxn ang="0">
                <a:pos x="1" y="0"/>
              </a:cxn>
              <a:cxn ang="0">
                <a:pos x="3" y="62"/>
              </a:cxn>
              <a:cxn ang="0">
                <a:pos x="0" y="126"/>
              </a:cxn>
              <a:cxn ang="0">
                <a:pos x="1" y="0"/>
              </a:cxn>
              <a:cxn ang="0">
                <a:pos x="1" y="0"/>
              </a:cxn>
              <a:cxn ang="0">
                <a:pos x="1" y="0"/>
              </a:cxn>
              <a:cxn ang="0">
                <a:pos x="1" y="0"/>
              </a:cxn>
              <a:cxn ang="0">
                <a:pos x="1" y="0"/>
              </a:cxn>
              <a:cxn ang="0">
                <a:pos x="1" y="0"/>
              </a:cxn>
            </a:cxnLst>
            <a:rect l="0" t="0" r="r" b="b"/>
            <a:pathLst>
              <a:path w="4" h="126">
                <a:moveTo>
                  <a:pt x="1" y="0"/>
                </a:moveTo>
                <a:cubicBezTo>
                  <a:pt x="2" y="20"/>
                  <a:pt x="3" y="41"/>
                  <a:pt x="3" y="62"/>
                </a:cubicBezTo>
                <a:cubicBezTo>
                  <a:pt x="3" y="83"/>
                  <a:pt x="2" y="104"/>
                  <a:pt x="0" y="126"/>
                </a:cubicBezTo>
                <a:cubicBezTo>
                  <a:pt x="4" y="83"/>
                  <a:pt x="4" y="41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F2F2F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</a:pPr>
            <a:endParaRPr lang="en-US">
              <a:cs typeface="+mn-ea"/>
              <a:sym typeface="+mn-lt"/>
            </a:endParaRPr>
          </a:p>
        </p:txBody>
      </p:sp>
      <p:sp>
        <p:nvSpPr>
          <p:cNvPr id="178" name="Freeform 38">
            <a:extLst>
              <a:ext uri="{FF2B5EF4-FFF2-40B4-BE49-F238E27FC236}">
                <a16:creationId xmlns:a16="http://schemas.microsoft.com/office/drawing/2014/main" id="{1E9671BB-E88C-4AFE-B18E-473ACCC7CF11}"/>
              </a:ext>
            </a:extLst>
          </p:cNvPr>
          <p:cNvSpPr>
            <a:spLocks/>
          </p:cNvSpPr>
          <p:nvPr/>
        </p:nvSpPr>
        <p:spPr bwMode="auto">
          <a:xfrm rot="20793037" flipH="1">
            <a:off x="3066486" y="970732"/>
            <a:ext cx="1431" cy="30757"/>
          </a:xfrm>
          <a:custGeom>
            <a:avLst/>
            <a:gdLst/>
            <a:ahLst/>
            <a:cxnLst>
              <a:cxn ang="0">
                <a:pos x="1" y="0"/>
              </a:cxn>
              <a:cxn ang="0">
                <a:pos x="0" y="0"/>
              </a:cxn>
              <a:cxn ang="0">
                <a:pos x="1" y="1"/>
              </a:cxn>
              <a:cxn ang="0">
                <a:pos x="4" y="74"/>
              </a:cxn>
              <a:cxn ang="0">
                <a:pos x="2" y="12"/>
              </a:cxn>
              <a:cxn ang="0">
                <a:pos x="2" y="12"/>
              </a:cxn>
              <a:cxn ang="0">
                <a:pos x="2" y="12"/>
              </a:cxn>
              <a:cxn ang="0">
                <a:pos x="2" y="12"/>
              </a:cxn>
              <a:cxn ang="0">
                <a:pos x="2" y="12"/>
              </a:cxn>
              <a:cxn ang="0">
                <a:pos x="2" y="11"/>
              </a:cxn>
              <a:cxn ang="0">
                <a:pos x="2" y="11"/>
              </a:cxn>
              <a:cxn ang="0">
                <a:pos x="2" y="11"/>
              </a:cxn>
              <a:cxn ang="0">
                <a:pos x="2" y="11"/>
              </a:cxn>
              <a:cxn ang="0">
                <a:pos x="2" y="11"/>
              </a:cxn>
              <a:cxn ang="0">
                <a:pos x="2" y="11"/>
              </a:cxn>
              <a:cxn ang="0">
                <a:pos x="2" y="11"/>
              </a:cxn>
              <a:cxn ang="0">
                <a:pos x="2" y="11"/>
              </a:cxn>
              <a:cxn ang="0">
                <a:pos x="2" y="11"/>
              </a:cxn>
              <a:cxn ang="0">
                <a:pos x="2" y="11"/>
              </a:cxn>
              <a:cxn ang="0">
                <a:pos x="2" y="11"/>
              </a:cxn>
              <a:cxn ang="0">
                <a:pos x="2" y="11"/>
              </a:cxn>
              <a:cxn ang="0">
                <a:pos x="2" y="10"/>
              </a:cxn>
              <a:cxn ang="0">
                <a:pos x="2" y="10"/>
              </a:cxn>
              <a:cxn ang="0">
                <a:pos x="2" y="10"/>
              </a:cxn>
              <a:cxn ang="0">
                <a:pos x="2" y="10"/>
              </a:cxn>
              <a:cxn ang="0">
                <a:pos x="1" y="0"/>
              </a:cxn>
              <a:cxn ang="0">
                <a:pos x="1" y="0"/>
              </a:cxn>
            </a:cxnLst>
            <a:rect l="0" t="0" r="r" b="b"/>
            <a:pathLst>
              <a:path w="4" h="74">
                <a:moveTo>
                  <a:pt x="1" y="0"/>
                </a:moveTo>
                <a:cubicBezTo>
                  <a:pt x="1" y="0"/>
                  <a:pt x="0" y="0"/>
                  <a:pt x="0" y="0"/>
                </a:cubicBezTo>
                <a:cubicBezTo>
                  <a:pt x="0" y="0"/>
                  <a:pt x="1" y="1"/>
                  <a:pt x="1" y="1"/>
                </a:cubicBezTo>
                <a:cubicBezTo>
                  <a:pt x="3" y="25"/>
                  <a:pt x="4" y="49"/>
                  <a:pt x="4" y="74"/>
                </a:cubicBezTo>
                <a:cubicBezTo>
                  <a:pt x="4" y="53"/>
                  <a:pt x="3" y="32"/>
                  <a:pt x="2" y="12"/>
                </a:cubicBezTo>
                <a:cubicBezTo>
                  <a:pt x="2" y="12"/>
                  <a:pt x="2" y="12"/>
                  <a:pt x="2" y="12"/>
                </a:cubicBezTo>
                <a:cubicBezTo>
                  <a:pt x="2" y="12"/>
                  <a:pt x="2" y="12"/>
                  <a:pt x="2" y="12"/>
                </a:cubicBezTo>
                <a:cubicBezTo>
                  <a:pt x="2" y="12"/>
                  <a:pt x="2" y="12"/>
                  <a:pt x="2" y="12"/>
                </a:cubicBezTo>
                <a:cubicBezTo>
                  <a:pt x="2" y="12"/>
                  <a:pt x="2" y="12"/>
                  <a:pt x="2" y="12"/>
                </a:cubicBezTo>
                <a:cubicBezTo>
                  <a:pt x="2" y="11"/>
                  <a:pt x="2" y="11"/>
                  <a:pt x="2" y="11"/>
                </a:cubicBezTo>
                <a:cubicBezTo>
                  <a:pt x="2" y="11"/>
                  <a:pt x="2" y="11"/>
                  <a:pt x="2" y="11"/>
                </a:cubicBezTo>
                <a:cubicBezTo>
                  <a:pt x="2" y="11"/>
                  <a:pt x="2" y="11"/>
                  <a:pt x="2" y="11"/>
                </a:cubicBezTo>
                <a:cubicBezTo>
                  <a:pt x="2" y="11"/>
                  <a:pt x="2" y="11"/>
                  <a:pt x="2" y="11"/>
                </a:cubicBezTo>
                <a:cubicBezTo>
                  <a:pt x="2" y="11"/>
                  <a:pt x="2" y="11"/>
                  <a:pt x="2" y="11"/>
                </a:cubicBezTo>
                <a:cubicBezTo>
                  <a:pt x="2" y="11"/>
                  <a:pt x="2" y="11"/>
                  <a:pt x="2" y="11"/>
                </a:cubicBezTo>
                <a:cubicBezTo>
                  <a:pt x="2" y="11"/>
                  <a:pt x="2" y="11"/>
                  <a:pt x="2" y="11"/>
                </a:cubicBezTo>
                <a:cubicBezTo>
                  <a:pt x="2" y="11"/>
                  <a:pt x="2" y="11"/>
                  <a:pt x="2" y="11"/>
                </a:cubicBezTo>
                <a:cubicBezTo>
                  <a:pt x="2" y="11"/>
                  <a:pt x="2" y="11"/>
                  <a:pt x="2" y="11"/>
                </a:cubicBezTo>
                <a:cubicBezTo>
                  <a:pt x="2" y="11"/>
                  <a:pt x="2" y="11"/>
                  <a:pt x="2" y="11"/>
                </a:cubicBezTo>
                <a:cubicBezTo>
                  <a:pt x="2" y="11"/>
                  <a:pt x="2" y="11"/>
                  <a:pt x="2" y="11"/>
                </a:cubicBezTo>
                <a:cubicBezTo>
                  <a:pt x="2" y="11"/>
                  <a:pt x="2" y="11"/>
                  <a:pt x="2" y="11"/>
                </a:cubicBezTo>
                <a:cubicBezTo>
                  <a:pt x="2" y="10"/>
                  <a:pt x="2" y="10"/>
                  <a:pt x="2" y="10"/>
                </a:cubicBezTo>
                <a:cubicBezTo>
                  <a:pt x="2" y="10"/>
                  <a:pt x="2" y="10"/>
                  <a:pt x="2" y="10"/>
                </a:cubicBezTo>
                <a:cubicBezTo>
                  <a:pt x="2" y="10"/>
                  <a:pt x="2" y="10"/>
                  <a:pt x="2" y="10"/>
                </a:cubicBezTo>
                <a:cubicBezTo>
                  <a:pt x="2" y="10"/>
                  <a:pt x="2" y="10"/>
                  <a:pt x="2" y="10"/>
                </a:cubicBezTo>
                <a:cubicBezTo>
                  <a:pt x="2" y="7"/>
                  <a:pt x="1" y="4"/>
                  <a:pt x="1" y="0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0926B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</a:pPr>
            <a:endParaRPr lang="en-US">
              <a:cs typeface="+mn-ea"/>
              <a:sym typeface="+mn-lt"/>
            </a:endParaRPr>
          </a:p>
        </p:txBody>
      </p:sp>
      <p:sp>
        <p:nvSpPr>
          <p:cNvPr id="179" name="Freeform 40">
            <a:extLst>
              <a:ext uri="{FF2B5EF4-FFF2-40B4-BE49-F238E27FC236}">
                <a16:creationId xmlns:a16="http://schemas.microsoft.com/office/drawing/2014/main" id="{21A56FBC-8E73-42B1-B86C-EFCD6436732E}"/>
              </a:ext>
            </a:extLst>
          </p:cNvPr>
          <p:cNvSpPr>
            <a:spLocks/>
          </p:cNvSpPr>
          <p:nvPr/>
        </p:nvSpPr>
        <p:spPr bwMode="auto">
          <a:xfrm rot="20793037" flipH="1">
            <a:off x="3077007" y="1026713"/>
            <a:ext cx="715" cy="71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F2F2F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</a:pPr>
            <a:endParaRPr lang="en-US">
              <a:cs typeface="+mn-ea"/>
              <a:sym typeface="+mn-lt"/>
            </a:endParaRPr>
          </a:p>
        </p:txBody>
      </p:sp>
      <p:sp>
        <p:nvSpPr>
          <p:cNvPr id="180" name="Freeform 41">
            <a:extLst>
              <a:ext uri="{FF2B5EF4-FFF2-40B4-BE49-F238E27FC236}">
                <a16:creationId xmlns:a16="http://schemas.microsoft.com/office/drawing/2014/main" id="{F563362A-6E00-4AC6-99C0-F9CCCAD206FF}"/>
              </a:ext>
            </a:extLst>
          </p:cNvPr>
          <p:cNvSpPr>
            <a:spLocks noEditPoints="1"/>
          </p:cNvSpPr>
          <p:nvPr/>
        </p:nvSpPr>
        <p:spPr bwMode="auto">
          <a:xfrm rot="20793037" flipH="1">
            <a:off x="3227567" y="1155034"/>
            <a:ext cx="451332" cy="402696"/>
          </a:xfrm>
          <a:custGeom>
            <a:avLst/>
            <a:gdLst/>
            <a:ahLst/>
            <a:cxnLst>
              <a:cxn ang="0">
                <a:pos x="72" y="943"/>
              </a:cxn>
              <a:cxn ang="0">
                <a:pos x="0" y="970"/>
              </a:cxn>
              <a:cxn ang="0">
                <a:pos x="0" y="970"/>
              </a:cxn>
              <a:cxn ang="0">
                <a:pos x="72" y="943"/>
              </a:cxn>
              <a:cxn ang="0">
                <a:pos x="72" y="943"/>
              </a:cxn>
              <a:cxn ang="0">
                <a:pos x="1088" y="0"/>
              </a:cxn>
              <a:cxn ang="0">
                <a:pos x="724" y="498"/>
              </a:cxn>
              <a:cxn ang="0">
                <a:pos x="1088" y="0"/>
              </a:cxn>
              <a:cxn ang="0">
                <a:pos x="1088" y="0"/>
              </a:cxn>
            </a:cxnLst>
            <a:rect l="0" t="0" r="r" b="b"/>
            <a:pathLst>
              <a:path w="1088" h="970">
                <a:moveTo>
                  <a:pt x="72" y="943"/>
                </a:moveTo>
                <a:cubicBezTo>
                  <a:pt x="48" y="953"/>
                  <a:pt x="24" y="962"/>
                  <a:pt x="0" y="970"/>
                </a:cubicBezTo>
                <a:cubicBezTo>
                  <a:pt x="0" y="970"/>
                  <a:pt x="0" y="970"/>
                  <a:pt x="0" y="970"/>
                </a:cubicBezTo>
                <a:cubicBezTo>
                  <a:pt x="24" y="962"/>
                  <a:pt x="48" y="953"/>
                  <a:pt x="72" y="943"/>
                </a:cubicBezTo>
                <a:cubicBezTo>
                  <a:pt x="72" y="943"/>
                  <a:pt x="72" y="943"/>
                  <a:pt x="72" y="943"/>
                </a:cubicBezTo>
                <a:moveTo>
                  <a:pt x="1088" y="0"/>
                </a:moveTo>
                <a:cubicBezTo>
                  <a:pt x="1001" y="170"/>
                  <a:pt x="879" y="341"/>
                  <a:pt x="724" y="498"/>
                </a:cubicBezTo>
                <a:cubicBezTo>
                  <a:pt x="879" y="341"/>
                  <a:pt x="1001" y="170"/>
                  <a:pt x="1088" y="0"/>
                </a:cubicBezTo>
                <a:cubicBezTo>
                  <a:pt x="1088" y="0"/>
                  <a:pt x="1088" y="0"/>
                  <a:pt x="1088" y="0"/>
                </a:cubicBezTo>
              </a:path>
            </a:pathLst>
          </a:custGeom>
          <a:solidFill>
            <a:srgbClr val="C6C6C6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</a:pPr>
            <a:endParaRPr lang="en-US">
              <a:cs typeface="+mn-ea"/>
              <a:sym typeface="+mn-lt"/>
            </a:endParaRPr>
          </a:p>
        </p:txBody>
      </p:sp>
      <p:sp>
        <p:nvSpPr>
          <p:cNvPr id="181" name="Freeform 42">
            <a:extLst>
              <a:ext uri="{FF2B5EF4-FFF2-40B4-BE49-F238E27FC236}">
                <a16:creationId xmlns:a16="http://schemas.microsoft.com/office/drawing/2014/main" id="{38334A50-009E-4B82-8007-23F1D3E4C96B}"/>
              </a:ext>
            </a:extLst>
          </p:cNvPr>
          <p:cNvSpPr>
            <a:spLocks/>
          </p:cNvSpPr>
          <p:nvPr/>
        </p:nvSpPr>
        <p:spPr bwMode="auto">
          <a:xfrm rot="20793037" flipH="1">
            <a:off x="3537587" y="1436025"/>
            <a:ext cx="143053" cy="77249"/>
          </a:xfrm>
          <a:custGeom>
            <a:avLst/>
            <a:gdLst/>
            <a:ahLst/>
            <a:cxnLst>
              <a:cxn ang="0">
                <a:pos x="344" y="0"/>
              </a:cxn>
              <a:cxn ang="0">
                <a:pos x="0" y="186"/>
              </a:cxn>
              <a:cxn ang="0">
                <a:pos x="0" y="186"/>
              </a:cxn>
              <a:cxn ang="0">
                <a:pos x="344" y="0"/>
              </a:cxn>
            </a:cxnLst>
            <a:rect l="0" t="0" r="r" b="b"/>
            <a:pathLst>
              <a:path w="344" h="186">
                <a:moveTo>
                  <a:pt x="344" y="0"/>
                </a:moveTo>
                <a:cubicBezTo>
                  <a:pt x="230" y="79"/>
                  <a:pt x="114" y="141"/>
                  <a:pt x="0" y="186"/>
                </a:cubicBezTo>
                <a:cubicBezTo>
                  <a:pt x="0" y="186"/>
                  <a:pt x="0" y="186"/>
                  <a:pt x="0" y="186"/>
                </a:cubicBezTo>
                <a:cubicBezTo>
                  <a:pt x="114" y="141"/>
                  <a:pt x="230" y="79"/>
                  <a:pt x="344" y="0"/>
                </a:cubicBezTo>
              </a:path>
            </a:pathLst>
          </a:custGeom>
          <a:solidFill>
            <a:srgbClr val="04145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</a:pPr>
            <a:endParaRPr lang="en-US">
              <a:cs typeface="+mn-ea"/>
              <a:sym typeface="+mn-lt"/>
            </a:endParaRPr>
          </a:p>
        </p:txBody>
      </p:sp>
      <p:sp>
        <p:nvSpPr>
          <p:cNvPr id="182" name="Freeform 14">
            <a:extLst>
              <a:ext uri="{FF2B5EF4-FFF2-40B4-BE49-F238E27FC236}">
                <a16:creationId xmlns:a16="http://schemas.microsoft.com/office/drawing/2014/main" id="{34898BFD-EFDC-4ABD-B52F-3BDA5D4B1146}"/>
              </a:ext>
            </a:extLst>
          </p:cNvPr>
          <p:cNvSpPr>
            <a:spLocks/>
          </p:cNvSpPr>
          <p:nvPr/>
        </p:nvSpPr>
        <p:spPr bwMode="auto">
          <a:xfrm rot="20793037" flipH="1">
            <a:off x="3082861" y="937141"/>
            <a:ext cx="243905" cy="243191"/>
          </a:xfrm>
          <a:custGeom>
            <a:avLst/>
            <a:gdLst/>
            <a:ahLst/>
            <a:cxnLst>
              <a:cxn ang="0">
                <a:pos x="0" y="142"/>
              </a:cxn>
              <a:cxn ang="0">
                <a:pos x="233" y="357"/>
              </a:cxn>
              <a:cxn ang="0">
                <a:pos x="452" y="587"/>
              </a:cxn>
              <a:cxn ang="0">
                <a:pos x="573" y="12"/>
              </a:cxn>
              <a:cxn ang="0">
                <a:pos x="0" y="142"/>
              </a:cxn>
            </a:cxnLst>
            <a:rect l="0" t="0" r="r" b="b"/>
            <a:pathLst>
              <a:path w="588" h="587">
                <a:moveTo>
                  <a:pt x="0" y="142"/>
                </a:moveTo>
                <a:cubicBezTo>
                  <a:pt x="79" y="210"/>
                  <a:pt x="157" y="281"/>
                  <a:pt x="233" y="357"/>
                </a:cubicBezTo>
                <a:cubicBezTo>
                  <a:pt x="310" y="433"/>
                  <a:pt x="383" y="510"/>
                  <a:pt x="452" y="587"/>
                </a:cubicBezTo>
                <a:cubicBezTo>
                  <a:pt x="546" y="384"/>
                  <a:pt x="588" y="184"/>
                  <a:pt x="573" y="12"/>
                </a:cubicBezTo>
                <a:cubicBezTo>
                  <a:pt x="401" y="0"/>
                  <a:pt x="202" y="45"/>
                  <a:pt x="0" y="142"/>
                </a:cubicBezTo>
              </a:path>
            </a:pathLst>
          </a:custGeom>
          <a:solidFill>
            <a:srgbClr val="08229D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</a:pPr>
            <a:endParaRPr lang="en-US">
              <a:cs typeface="+mn-ea"/>
              <a:sym typeface="+mn-lt"/>
            </a:endParaRPr>
          </a:p>
        </p:txBody>
      </p:sp>
      <p:grpSp>
        <p:nvGrpSpPr>
          <p:cNvPr id="9" name="Group 605">
            <a:extLst>
              <a:ext uri="{FF2B5EF4-FFF2-40B4-BE49-F238E27FC236}">
                <a16:creationId xmlns:a16="http://schemas.microsoft.com/office/drawing/2014/main" id="{D00F38C2-F2C2-4822-94BC-494FC482E3E2}"/>
              </a:ext>
            </a:extLst>
          </p:cNvPr>
          <p:cNvGrpSpPr/>
          <p:nvPr/>
        </p:nvGrpSpPr>
        <p:grpSpPr>
          <a:xfrm>
            <a:off x="5415751" y="1622162"/>
            <a:ext cx="1122128" cy="1222784"/>
            <a:chOff x="654280" y="1047000"/>
            <a:chExt cx="3037332" cy="3309787"/>
          </a:xfrm>
        </p:grpSpPr>
        <p:grpSp>
          <p:nvGrpSpPr>
            <p:cNvPr id="19" name="Group 606">
              <a:extLst>
                <a:ext uri="{FF2B5EF4-FFF2-40B4-BE49-F238E27FC236}">
                  <a16:creationId xmlns:a16="http://schemas.microsoft.com/office/drawing/2014/main" id="{96EACF05-E2CF-4916-ADEF-CAB0E89A4491}"/>
                </a:ext>
              </a:extLst>
            </p:cNvPr>
            <p:cNvGrpSpPr/>
            <p:nvPr/>
          </p:nvGrpSpPr>
          <p:grpSpPr>
            <a:xfrm>
              <a:off x="654280" y="2079826"/>
              <a:ext cx="3024555" cy="2276961"/>
              <a:chOff x="604505" y="1981058"/>
              <a:chExt cx="3153719" cy="2374200"/>
            </a:xfrm>
          </p:grpSpPr>
          <p:grpSp>
            <p:nvGrpSpPr>
              <p:cNvPr id="40" name="Group 628">
                <a:extLst>
                  <a:ext uri="{FF2B5EF4-FFF2-40B4-BE49-F238E27FC236}">
                    <a16:creationId xmlns:a16="http://schemas.microsoft.com/office/drawing/2014/main" id="{4BA5448B-2DD7-4D6E-A639-2DD3BAFFC51E}"/>
                  </a:ext>
                </a:extLst>
              </p:cNvPr>
              <p:cNvGrpSpPr/>
              <p:nvPr/>
            </p:nvGrpSpPr>
            <p:grpSpPr>
              <a:xfrm rot="15155533" flipH="1">
                <a:off x="773232" y="1812331"/>
                <a:ext cx="2374200" cy="2711653"/>
                <a:chOff x="6326188" y="1654175"/>
                <a:chExt cx="2410644" cy="3082384"/>
              </a:xfrm>
              <a:solidFill>
                <a:schemeClr val="bg2">
                  <a:lumMod val="75000"/>
                </a:schemeClr>
              </a:solidFill>
            </p:grpSpPr>
            <p:sp>
              <p:nvSpPr>
                <p:cNvPr id="122" name="Freeform 129">
                  <a:extLst>
                    <a:ext uri="{FF2B5EF4-FFF2-40B4-BE49-F238E27FC236}">
                      <a16:creationId xmlns:a16="http://schemas.microsoft.com/office/drawing/2014/main" id="{EA6E5F3E-5315-4EC2-9B10-6D5413B3D6B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027988" y="1720850"/>
                  <a:ext cx="3175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0" y="0"/>
                        <a:pt x="1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23" name="Freeform 130">
                  <a:extLst>
                    <a:ext uri="{FF2B5EF4-FFF2-40B4-BE49-F238E27FC236}">
                      <a16:creationId xmlns:a16="http://schemas.microsoft.com/office/drawing/2014/main" id="{87DD00B0-0F8C-45D5-8BBC-2BEABC688F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24775" y="1841500"/>
                  <a:ext cx="3175" cy="3175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1" y="0"/>
                    </a:cxn>
                    <a:cxn ang="0">
                      <a:pos x="0" y="1"/>
                    </a:cxn>
                  </a:cxnLst>
                  <a:rect l="0" t="0" r="r" b="b"/>
                  <a:pathLst>
                    <a:path w="1" h="1">
                      <a:moveTo>
                        <a:pt x="0" y="1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24" name="Freeform 131">
                  <a:extLst>
                    <a:ext uri="{FF2B5EF4-FFF2-40B4-BE49-F238E27FC236}">
                      <a16:creationId xmlns:a16="http://schemas.microsoft.com/office/drawing/2014/main" id="{6C21359F-F40D-4D5C-B5D2-5452FE2930E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218488" y="1671638"/>
                  <a:ext cx="12700" cy="1588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5" y="0"/>
                    </a:cxn>
                    <a:cxn ang="0">
                      <a:pos x="0" y="1"/>
                    </a:cxn>
                  </a:cxnLst>
                  <a:rect l="0" t="0" r="r" b="b"/>
                  <a:pathLst>
                    <a:path w="5" h="1">
                      <a:moveTo>
                        <a:pt x="0" y="1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5" y="0"/>
                        <a:pt x="5" y="0"/>
                        <a:pt x="5" y="0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25" name="Freeform 132">
                  <a:extLst>
                    <a:ext uri="{FF2B5EF4-FFF2-40B4-BE49-F238E27FC236}">
                      <a16:creationId xmlns:a16="http://schemas.microsoft.com/office/drawing/2014/main" id="{542D9094-3AEE-4952-ACF8-FF11D78EB2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169150" y="2263775"/>
                  <a:ext cx="3175" cy="3175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1" y="0"/>
                    </a:cxn>
                    <a:cxn ang="0">
                      <a:pos x="0" y="1"/>
                    </a:cxn>
                  </a:cxnLst>
                  <a:rect l="0" t="0" r="r" b="b"/>
                  <a:pathLst>
                    <a:path w="1" h="1">
                      <a:moveTo>
                        <a:pt x="0" y="1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1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26" name="Freeform 133">
                  <a:extLst>
                    <a:ext uri="{FF2B5EF4-FFF2-40B4-BE49-F238E27FC236}">
                      <a16:creationId xmlns:a16="http://schemas.microsoft.com/office/drawing/2014/main" id="{356E12B6-6AAF-46CB-8E44-41EA0663A67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80300" y="1995488"/>
                  <a:ext cx="4762" cy="4763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2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2">
                      <a:moveTo>
                        <a:pt x="2" y="0"/>
                      </a:moveTo>
                      <a:cubicBezTo>
                        <a:pt x="1" y="0"/>
                        <a:pt x="1" y="1"/>
                        <a:pt x="0" y="2"/>
                      </a:cubicBezTo>
                      <a:cubicBezTo>
                        <a:pt x="1" y="1"/>
                        <a:pt x="2" y="0"/>
                        <a:pt x="2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27" name="Freeform 134">
                  <a:extLst>
                    <a:ext uri="{FF2B5EF4-FFF2-40B4-BE49-F238E27FC236}">
                      <a16:creationId xmlns:a16="http://schemas.microsoft.com/office/drawing/2014/main" id="{65230690-CCE3-482B-9012-51F3DC8ACCA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318500" y="1681163"/>
                  <a:ext cx="7937" cy="1588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0" y="0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3">
                      <a:moveTo>
                        <a:pt x="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3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28" name="Freeform 135">
                  <a:extLst>
                    <a:ext uri="{FF2B5EF4-FFF2-40B4-BE49-F238E27FC236}">
                      <a16:creationId xmlns:a16="http://schemas.microsoft.com/office/drawing/2014/main" id="{408240C8-9105-43DB-9C71-798A5B9820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516938" y="1655763"/>
                  <a:ext cx="1587" cy="1588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29" name="Freeform 136">
                  <a:extLst>
                    <a:ext uri="{FF2B5EF4-FFF2-40B4-BE49-F238E27FC236}">
                      <a16:creationId xmlns:a16="http://schemas.microsoft.com/office/drawing/2014/main" id="{0726E754-3DB7-465C-8AFC-0BF7E72B70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434388" y="1654175"/>
                  <a:ext cx="7937" cy="1588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0" y="0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3">
                      <a:moveTo>
                        <a:pt x="3" y="0"/>
                      </a:moveTo>
                      <a:cubicBezTo>
                        <a:pt x="2" y="0"/>
                        <a:pt x="1" y="0"/>
                        <a:pt x="0" y="0"/>
                      </a:cubicBezTo>
                      <a:cubicBezTo>
                        <a:pt x="1" y="0"/>
                        <a:pt x="3" y="0"/>
                        <a:pt x="3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30" name="Freeform 137">
                  <a:extLst>
                    <a:ext uri="{FF2B5EF4-FFF2-40B4-BE49-F238E27FC236}">
                      <a16:creationId xmlns:a16="http://schemas.microsoft.com/office/drawing/2014/main" id="{F95EBD6C-201E-4ABF-83A8-466CDE91ACB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432800" y="1654175"/>
                  <a:ext cx="1587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31" name="Freeform 138">
                  <a:extLst>
                    <a:ext uri="{FF2B5EF4-FFF2-40B4-BE49-F238E27FC236}">
                      <a16:creationId xmlns:a16="http://schemas.microsoft.com/office/drawing/2014/main" id="{CF984BEA-BA95-47AC-8676-63E4BCEC28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26188" y="4597400"/>
                  <a:ext cx="3175" cy="17463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" y="7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" h="7">
                      <a:moveTo>
                        <a:pt x="0" y="0"/>
                      </a:moveTo>
                      <a:cubicBezTo>
                        <a:pt x="0" y="3"/>
                        <a:pt x="0" y="5"/>
                        <a:pt x="1" y="7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32" name="Freeform 139">
                  <a:extLst>
                    <a:ext uri="{FF2B5EF4-FFF2-40B4-BE49-F238E27FC236}">
                      <a16:creationId xmlns:a16="http://schemas.microsoft.com/office/drawing/2014/main" id="{FF9A8787-8725-4370-87FF-595156F3F79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789738" y="2773363"/>
                  <a:ext cx="3175" cy="1588"/>
                </a:xfrm>
                <a:custGeom>
                  <a:avLst/>
                  <a:gdLst/>
                  <a:ahLst/>
                  <a:cxnLst>
                    <a:cxn ang="0">
                      <a:pos x="1" y="1"/>
                    </a:cxn>
                    <a:cxn ang="0">
                      <a:pos x="1" y="0"/>
                    </a:cxn>
                    <a:cxn ang="0">
                      <a:pos x="1" y="1"/>
                    </a:cxn>
                  </a:cxnLst>
                  <a:rect l="0" t="0" r="r" b="b"/>
                  <a:pathLst>
                    <a:path w="1" h="1">
                      <a:moveTo>
                        <a:pt x="1" y="1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1"/>
                        <a:pt x="0" y="1"/>
                        <a:pt x="1" y="1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33" name="Freeform 140">
                  <a:extLst>
                    <a:ext uri="{FF2B5EF4-FFF2-40B4-BE49-F238E27FC236}">
                      <a16:creationId xmlns:a16="http://schemas.microsoft.com/office/drawing/2014/main" id="{26FCA54A-5E94-4998-AE3C-E8798ABB3C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42063" y="4603750"/>
                  <a:ext cx="1587" cy="4763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2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h="2">
                      <a:moveTo>
                        <a:pt x="0" y="0"/>
                      </a:move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1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34" name="Freeform 141">
                  <a:extLst>
                    <a:ext uri="{FF2B5EF4-FFF2-40B4-BE49-F238E27FC236}">
                      <a16:creationId xmlns:a16="http://schemas.microsoft.com/office/drawing/2014/main" id="{4B0797EB-19B7-46D4-B982-FDE666BDC0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207375" y="1704975"/>
                  <a:ext cx="17462" cy="6350"/>
                </a:xfrm>
                <a:custGeom>
                  <a:avLst/>
                  <a:gdLst/>
                  <a:ahLst/>
                  <a:cxnLst>
                    <a:cxn ang="0">
                      <a:pos x="7" y="0"/>
                    </a:cxn>
                    <a:cxn ang="0">
                      <a:pos x="0" y="2"/>
                    </a:cxn>
                    <a:cxn ang="0">
                      <a:pos x="7" y="0"/>
                    </a:cxn>
                  </a:cxnLst>
                  <a:rect l="0" t="0" r="r" b="b"/>
                  <a:pathLst>
                    <a:path w="7" h="2">
                      <a:moveTo>
                        <a:pt x="7" y="0"/>
                      </a:moveTo>
                      <a:cubicBezTo>
                        <a:pt x="5" y="1"/>
                        <a:pt x="0" y="1"/>
                        <a:pt x="0" y="2"/>
                      </a:cubicBezTo>
                      <a:cubicBezTo>
                        <a:pt x="3" y="1"/>
                        <a:pt x="6" y="1"/>
                        <a:pt x="7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35" name="Freeform 142">
                  <a:extLst>
                    <a:ext uri="{FF2B5EF4-FFF2-40B4-BE49-F238E27FC236}">
                      <a16:creationId xmlns:a16="http://schemas.microsoft.com/office/drawing/2014/main" id="{16D310F5-B4D0-4104-BB10-E0890989F62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788150" y="2924175"/>
                  <a:ext cx="1587" cy="4763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2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h="2">
                      <a:moveTo>
                        <a:pt x="0" y="0"/>
                      </a:move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1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36" name="Freeform 143">
                  <a:extLst>
                    <a:ext uri="{FF2B5EF4-FFF2-40B4-BE49-F238E27FC236}">
                      <a16:creationId xmlns:a16="http://schemas.microsoft.com/office/drawing/2014/main" id="{E8C4D561-2CE9-4821-BC15-BF5EDD00D61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42063" y="4602163"/>
                  <a:ext cx="1587" cy="1588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1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37" name="Rectangle 144">
                  <a:extLst>
                    <a:ext uri="{FF2B5EF4-FFF2-40B4-BE49-F238E27FC236}">
                      <a16:creationId xmlns:a16="http://schemas.microsoft.com/office/drawing/2014/main" id="{93A54139-F8AB-4616-9C49-44F1C670AD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518275" y="3373438"/>
                  <a:ext cx="1587" cy="1588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38" name="Freeform 145">
                  <a:extLst>
                    <a:ext uri="{FF2B5EF4-FFF2-40B4-BE49-F238E27FC236}">
                      <a16:creationId xmlns:a16="http://schemas.microsoft.com/office/drawing/2014/main" id="{5BDB2BDF-7B41-4804-948F-A52FC66DC6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505575" y="3398838"/>
                  <a:ext cx="1587" cy="6350"/>
                </a:xfrm>
                <a:custGeom>
                  <a:avLst/>
                  <a:gdLst/>
                  <a:ahLst/>
                  <a:cxnLst>
                    <a:cxn ang="0">
                      <a:pos x="0" y="3"/>
                    </a:cxn>
                    <a:cxn ang="0">
                      <a:pos x="0" y="0"/>
                    </a:cxn>
                    <a:cxn ang="0">
                      <a:pos x="0" y="3"/>
                    </a:cxn>
                  </a:cxnLst>
                  <a:rect l="0" t="0" r="r" b="b"/>
                  <a:pathLst>
                    <a:path h="3">
                      <a:moveTo>
                        <a:pt x="0" y="3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2"/>
                        <a:pt x="0" y="3"/>
                        <a:pt x="0" y="3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39" name="Freeform 146">
                  <a:extLst>
                    <a:ext uri="{FF2B5EF4-FFF2-40B4-BE49-F238E27FC236}">
                      <a16:creationId xmlns:a16="http://schemas.microsoft.com/office/drawing/2014/main" id="{812D5FD1-74F2-42F8-9799-D7E3308F09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29363" y="4614863"/>
                  <a:ext cx="1587" cy="635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3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h="3">
                      <a:moveTo>
                        <a:pt x="0" y="0"/>
                      </a:move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2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40" name="Freeform 147">
                  <a:extLst>
                    <a:ext uri="{FF2B5EF4-FFF2-40B4-BE49-F238E27FC236}">
                      <a16:creationId xmlns:a16="http://schemas.microsoft.com/office/drawing/2014/main" id="{EBBD00CA-0BD4-49D2-A1CF-6594DA9390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405563" y="3765550"/>
                  <a:ext cx="3175" cy="4763"/>
                </a:xfrm>
                <a:custGeom>
                  <a:avLst/>
                  <a:gdLst/>
                  <a:ahLst/>
                  <a:cxnLst>
                    <a:cxn ang="0">
                      <a:pos x="0" y="2"/>
                    </a:cxn>
                    <a:cxn ang="0">
                      <a:pos x="1" y="0"/>
                    </a:cxn>
                    <a:cxn ang="0">
                      <a:pos x="0" y="2"/>
                    </a:cxn>
                  </a:cxnLst>
                  <a:rect l="0" t="0" r="r" b="b"/>
                  <a:pathLst>
                    <a:path w="1" h="2">
                      <a:moveTo>
                        <a:pt x="0" y="2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1"/>
                        <a:pt x="0" y="2"/>
                        <a:pt x="0" y="2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41" name="Freeform 148">
                  <a:extLst>
                    <a:ext uri="{FF2B5EF4-FFF2-40B4-BE49-F238E27FC236}">
                      <a16:creationId xmlns:a16="http://schemas.microsoft.com/office/drawing/2014/main" id="{D2220065-F350-445A-AD3C-F6DA78DFEC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07288" y="1978025"/>
                  <a:ext cx="3175" cy="3175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1" y="0"/>
                    </a:cxn>
                    <a:cxn ang="0">
                      <a:pos x="0" y="1"/>
                    </a:cxn>
                  </a:cxnLst>
                  <a:rect l="0" t="0" r="r" b="b"/>
                  <a:pathLst>
                    <a:path w="1" h="1">
                      <a:moveTo>
                        <a:pt x="0" y="1"/>
                      </a:moveTo>
                      <a:cubicBezTo>
                        <a:pt x="0" y="1"/>
                        <a:pt x="0" y="1"/>
                        <a:pt x="1" y="0"/>
                      </a:cubicBezTo>
                      <a:cubicBezTo>
                        <a:pt x="1" y="0"/>
                        <a:pt x="1" y="0"/>
                        <a:pt x="0" y="1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42" name="Freeform 149">
                  <a:extLst>
                    <a:ext uri="{FF2B5EF4-FFF2-40B4-BE49-F238E27FC236}">
                      <a16:creationId xmlns:a16="http://schemas.microsoft.com/office/drawing/2014/main" id="{481671B7-A5AF-4A5A-A851-413E3F57E0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335838" y="2182813"/>
                  <a:ext cx="3175" cy="1588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43" name="Freeform 150">
                  <a:extLst>
                    <a:ext uri="{FF2B5EF4-FFF2-40B4-BE49-F238E27FC236}">
                      <a16:creationId xmlns:a16="http://schemas.microsoft.com/office/drawing/2014/main" id="{0C4D3E7E-167E-4C2B-AD82-31595EF5F6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339013" y="2171700"/>
                  <a:ext cx="6350" cy="11113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0" y="4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3" h="4">
                      <a:moveTo>
                        <a:pt x="3" y="0"/>
                      </a:moveTo>
                      <a:cubicBezTo>
                        <a:pt x="2" y="1"/>
                        <a:pt x="0" y="3"/>
                        <a:pt x="0" y="4"/>
                      </a:cubicBezTo>
                      <a:cubicBezTo>
                        <a:pt x="1" y="3"/>
                        <a:pt x="2" y="2"/>
                        <a:pt x="3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44" name="Freeform 151">
                  <a:extLst>
                    <a:ext uri="{FF2B5EF4-FFF2-40B4-BE49-F238E27FC236}">
                      <a16:creationId xmlns:a16="http://schemas.microsoft.com/office/drawing/2014/main" id="{A0BD48E0-9A69-487B-88B3-0B04E0CE29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316788" y="2200275"/>
                  <a:ext cx="1587" cy="1588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0" y="0"/>
                    </a:cxn>
                    <a:cxn ang="0">
                      <a:pos x="0" y="1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45" name="Freeform 152">
                  <a:extLst>
                    <a:ext uri="{FF2B5EF4-FFF2-40B4-BE49-F238E27FC236}">
                      <a16:creationId xmlns:a16="http://schemas.microsoft.com/office/drawing/2014/main" id="{F5E09100-D348-417F-9424-4E426AE8BB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26338" y="2028825"/>
                  <a:ext cx="1587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46" name="Freeform 153">
                  <a:extLst>
                    <a:ext uri="{FF2B5EF4-FFF2-40B4-BE49-F238E27FC236}">
                      <a16:creationId xmlns:a16="http://schemas.microsoft.com/office/drawing/2014/main" id="{A788FB3E-1636-47A8-842A-3245EEC45CA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81888" y="2063750"/>
                  <a:ext cx="3175" cy="1588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0" y="0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47" name="Freeform 154">
                  <a:extLst>
                    <a:ext uri="{FF2B5EF4-FFF2-40B4-BE49-F238E27FC236}">
                      <a16:creationId xmlns:a16="http://schemas.microsoft.com/office/drawing/2014/main" id="{509A7C87-7307-41E3-9ADA-B21725D4534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221538" y="2301875"/>
                  <a:ext cx="1587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48" name="Freeform 155">
                  <a:extLst>
                    <a:ext uri="{FF2B5EF4-FFF2-40B4-BE49-F238E27FC236}">
                      <a16:creationId xmlns:a16="http://schemas.microsoft.com/office/drawing/2014/main" id="{51D8B469-D0D3-4D10-B9A7-58E29A36E2A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471470" y="1748884"/>
                  <a:ext cx="2265362" cy="2987675"/>
                </a:xfrm>
                <a:custGeom>
                  <a:avLst/>
                  <a:gdLst/>
                  <a:ahLst/>
                  <a:cxnLst>
                    <a:cxn ang="0">
                      <a:pos x="295" y="351"/>
                    </a:cxn>
                    <a:cxn ang="0">
                      <a:pos x="339" y="296"/>
                    </a:cxn>
                    <a:cxn ang="0">
                      <a:pos x="362" y="265"/>
                    </a:cxn>
                    <a:cxn ang="0">
                      <a:pos x="377" y="249"/>
                    </a:cxn>
                    <a:cxn ang="0">
                      <a:pos x="403" y="224"/>
                    </a:cxn>
                    <a:cxn ang="0">
                      <a:pos x="411" y="216"/>
                    </a:cxn>
                    <a:cxn ang="0">
                      <a:pos x="427" y="202"/>
                    </a:cxn>
                    <a:cxn ang="0">
                      <a:pos x="458" y="180"/>
                    </a:cxn>
                    <a:cxn ang="0">
                      <a:pos x="477" y="162"/>
                    </a:cxn>
                    <a:cxn ang="0">
                      <a:pos x="512" y="134"/>
                    </a:cxn>
                    <a:cxn ang="0">
                      <a:pos x="530" y="124"/>
                    </a:cxn>
                    <a:cxn ang="0">
                      <a:pos x="558" y="106"/>
                    </a:cxn>
                    <a:cxn ang="0">
                      <a:pos x="583" y="94"/>
                    </a:cxn>
                    <a:cxn ang="0">
                      <a:pos x="620" y="71"/>
                    </a:cxn>
                    <a:cxn ang="0">
                      <a:pos x="662" y="54"/>
                    </a:cxn>
                    <a:cxn ang="0">
                      <a:pos x="704" y="40"/>
                    </a:cxn>
                    <a:cxn ang="0">
                      <a:pos x="735" y="30"/>
                    </a:cxn>
                    <a:cxn ang="0">
                      <a:pos x="758" y="25"/>
                    </a:cxn>
                    <a:cxn ang="0">
                      <a:pos x="759" y="26"/>
                    </a:cxn>
                    <a:cxn ang="0">
                      <a:pos x="785" y="19"/>
                    </a:cxn>
                    <a:cxn ang="0">
                      <a:pos x="800" y="15"/>
                    </a:cxn>
                    <a:cxn ang="0">
                      <a:pos x="820" y="12"/>
                    </a:cxn>
                    <a:cxn ang="0">
                      <a:pos x="870" y="10"/>
                    </a:cxn>
                    <a:cxn ang="0">
                      <a:pos x="906" y="8"/>
                    </a:cxn>
                    <a:cxn ang="0">
                      <a:pos x="880" y="2"/>
                    </a:cxn>
                    <a:cxn ang="0">
                      <a:pos x="860" y="3"/>
                    </a:cxn>
                    <a:cxn ang="0">
                      <a:pos x="836" y="3"/>
                    </a:cxn>
                    <a:cxn ang="0">
                      <a:pos x="793" y="6"/>
                    </a:cxn>
                    <a:cxn ang="0">
                      <a:pos x="772" y="11"/>
                    </a:cxn>
                    <a:cxn ang="0">
                      <a:pos x="753" y="14"/>
                    </a:cxn>
                    <a:cxn ang="0">
                      <a:pos x="685" y="33"/>
                    </a:cxn>
                    <a:cxn ang="0">
                      <a:pos x="652" y="43"/>
                    </a:cxn>
                    <a:cxn ang="0">
                      <a:pos x="635" y="50"/>
                    </a:cxn>
                    <a:cxn ang="0">
                      <a:pos x="605" y="64"/>
                    </a:cxn>
                    <a:cxn ang="0">
                      <a:pos x="569" y="81"/>
                    </a:cxn>
                    <a:cxn ang="0">
                      <a:pos x="547" y="90"/>
                    </a:cxn>
                    <a:cxn ang="0">
                      <a:pos x="500" y="120"/>
                    </a:cxn>
                    <a:cxn ang="0">
                      <a:pos x="454" y="152"/>
                    </a:cxn>
                    <a:cxn ang="0">
                      <a:pos x="418" y="183"/>
                    </a:cxn>
                    <a:cxn ang="0">
                      <a:pos x="399" y="199"/>
                    </a:cxn>
                    <a:cxn ang="0">
                      <a:pos x="372" y="223"/>
                    </a:cxn>
                    <a:cxn ang="0">
                      <a:pos x="333" y="260"/>
                    </a:cxn>
                    <a:cxn ang="0">
                      <a:pos x="303" y="297"/>
                    </a:cxn>
                    <a:cxn ang="0">
                      <a:pos x="252" y="360"/>
                    </a:cxn>
                    <a:cxn ang="0">
                      <a:pos x="200" y="442"/>
                    </a:cxn>
                    <a:cxn ang="0">
                      <a:pos x="184" y="468"/>
                    </a:cxn>
                    <a:cxn ang="0">
                      <a:pos x="168" y="498"/>
                    </a:cxn>
                    <a:cxn ang="0">
                      <a:pos x="143" y="549"/>
                    </a:cxn>
                    <a:cxn ang="0">
                      <a:pos x="99" y="648"/>
                    </a:cxn>
                    <a:cxn ang="0">
                      <a:pos x="68" y="741"/>
                    </a:cxn>
                    <a:cxn ang="0">
                      <a:pos x="38" y="844"/>
                    </a:cxn>
                    <a:cxn ang="0">
                      <a:pos x="0" y="1116"/>
                    </a:cxn>
                    <a:cxn ang="0">
                      <a:pos x="9" y="1197"/>
                    </a:cxn>
                    <a:cxn ang="0">
                      <a:pos x="11" y="1180"/>
                    </a:cxn>
                    <a:cxn ang="0">
                      <a:pos x="15" y="1154"/>
                    </a:cxn>
                    <a:cxn ang="0">
                      <a:pos x="18" y="1114"/>
                    </a:cxn>
                    <a:cxn ang="0">
                      <a:pos x="40" y="988"/>
                    </a:cxn>
                    <a:cxn ang="0">
                      <a:pos x="89" y="767"/>
                    </a:cxn>
                    <a:cxn ang="0">
                      <a:pos x="117" y="681"/>
                    </a:cxn>
                    <a:cxn ang="0">
                      <a:pos x="157" y="582"/>
                    </a:cxn>
                    <a:cxn ang="0">
                      <a:pos x="164" y="564"/>
                    </a:cxn>
                    <a:cxn ang="0">
                      <a:pos x="193" y="510"/>
                    </a:cxn>
                    <a:cxn ang="0">
                      <a:pos x="216" y="471"/>
                    </a:cxn>
                  </a:cxnLst>
                  <a:rect l="0" t="0" r="r" b="b"/>
                  <a:pathLst>
                    <a:path w="913" h="1204">
                      <a:moveTo>
                        <a:pt x="243" y="429"/>
                      </a:moveTo>
                      <a:cubicBezTo>
                        <a:pt x="254" y="411"/>
                        <a:pt x="268" y="388"/>
                        <a:pt x="280" y="372"/>
                      </a:cubicBezTo>
                      <a:cubicBezTo>
                        <a:pt x="282" y="368"/>
                        <a:pt x="286" y="362"/>
                        <a:pt x="289" y="357"/>
                      </a:cubicBezTo>
                      <a:cubicBezTo>
                        <a:pt x="291" y="358"/>
                        <a:pt x="291" y="358"/>
                        <a:pt x="291" y="358"/>
                      </a:cubicBezTo>
                      <a:cubicBezTo>
                        <a:pt x="294" y="353"/>
                        <a:pt x="294" y="353"/>
                        <a:pt x="294" y="353"/>
                      </a:cubicBezTo>
                      <a:cubicBezTo>
                        <a:pt x="296" y="351"/>
                        <a:pt x="292" y="356"/>
                        <a:pt x="295" y="354"/>
                      </a:cubicBezTo>
                      <a:cubicBezTo>
                        <a:pt x="295" y="351"/>
                        <a:pt x="295" y="351"/>
                        <a:pt x="295" y="351"/>
                      </a:cubicBezTo>
                      <a:cubicBezTo>
                        <a:pt x="296" y="351"/>
                        <a:pt x="304" y="341"/>
                        <a:pt x="299" y="349"/>
                      </a:cubicBezTo>
                      <a:cubicBezTo>
                        <a:pt x="304" y="343"/>
                        <a:pt x="308" y="338"/>
                        <a:pt x="313" y="332"/>
                      </a:cubicBezTo>
                      <a:cubicBezTo>
                        <a:pt x="316" y="329"/>
                        <a:pt x="313" y="329"/>
                        <a:pt x="317" y="325"/>
                      </a:cubicBezTo>
                      <a:cubicBezTo>
                        <a:pt x="318" y="325"/>
                        <a:pt x="316" y="327"/>
                        <a:pt x="317" y="327"/>
                      </a:cubicBezTo>
                      <a:cubicBezTo>
                        <a:pt x="328" y="316"/>
                        <a:pt x="325" y="311"/>
                        <a:pt x="335" y="300"/>
                      </a:cubicBezTo>
                      <a:cubicBezTo>
                        <a:pt x="334" y="301"/>
                        <a:pt x="334" y="301"/>
                        <a:pt x="334" y="301"/>
                      </a:cubicBezTo>
                      <a:cubicBezTo>
                        <a:pt x="336" y="299"/>
                        <a:pt x="339" y="296"/>
                        <a:pt x="339" y="296"/>
                      </a:cubicBezTo>
                      <a:cubicBezTo>
                        <a:pt x="336" y="296"/>
                        <a:pt x="338" y="298"/>
                        <a:pt x="334" y="301"/>
                      </a:cubicBezTo>
                      <a:cubicBezTo>
                        <a:pt x="333" y="299"/>
                        <a:pt x="337" y="296"/>
                        <a:pt x="336" y="295"/>
                      </a:cubicBezTo>
                      <a:cubicBezTo>
                        <a:pt x="338" y="293"/>
                        <a:pt x="339" y="291"/>
                        <a:pt x="341" y="289"/>
                      </a:cubicBezTo>
                      <a:cubicBezTo>
                        <a:pt x="345" y="286"/>
                        <a:pt x="349" y="280"/>
                        <a:pt x="353" y="278"/>
                      </a:cubicBezTo>
                      <a:cubicBezTo>
                        <a:pt x="354" y="276"/>
                        <a:pt x="355" y="273"/>
                        <a:pt x="358" y="269"/>
                      </a:cubicBezTo>
                      <a:cubicBezTo>
                        <a:pt x="362" y="267"/>
                        <a:pt x="359" y="270"/>
                        <a:pt x="363" y="267"/>
                      </a:cubicBezTo>
                      <a:cubicBezTo>
                        <a:pt x="362" y="265"/>
                        <a:pt x="362" y="265"/>
                        <a:pt x="362" y="265"/>
                      </a:cubicBezTo>
                      <a:cubicBezTo>
                        <a:pt x="365" y="262"/>
                        <a:pt x="365" y="263"/>
                        <a:pt x="365" y="264"/>
                      </a:cubicBezTo>
                      <a:cubicBezTo>
                        <a:pt x="369" y="260"/>
                        <a:pt x="367" y="260"/>
                        <a:pt x="371" y="256"/>
                      </a:cubicBezTo>
                      <a:cubicBezTo>
                        <a:pt x="370" y="259"/>
                        <a:pt x="370" y="259"/>
                        <a:pt x="370" y="259"/>
                      </a:cubicBezTo>
                      <a:cubicBezTo>
                        <a:pt x="373" y="256"/>
                        <a:pt x="374" y="255"/>
                        <a:pt x="378" y="251"/>
                      </a:cubicBezTo>
                      <a:cubicBezTo>
                        <a:pt x="378" y="251"/>
                        <a:pt x="377" y="253"/>
                        <a:pt x="375" y="254"/>
                      </a:cubicBezTo>
                      <a:cubicBezTo>
                        <a:pt x="379" y="253"/>
                        <a:pt x="379" y="250"/>
                        <a:pt x="380" y="248"/>
                      </a:cubicBezTo>
                      <a:cubicBezTo>
                        <a:pt x="379" y="249"/>
                        <a:pt x="376" y="251"/>
                        <a:pt x="377" y="249"/>
                      </a:cubicBezTo>
                      <a:cubicBezTo>
                        <a:pt x="379" y="247"/>
                        <a:pt x="381" y="244"/>
                        <a:pt x="383" y="243"/>
                      </a:cubicBezTo>
                      <a:cubicBezTo>
                        <a:pt x="381" y="246"/>
                        <a:pt x="381" y="246"/>
                        <a:pt x="381" y="246"/>
                      </a:cubicBezTo>
                      <a:cubicBezTo>
                        <a:pt x="385" y="241"/>
                        <a:pt x="383" y="243"/>
                        <a:pt x="388" y="238"/>
                      </a:cubicBezTo>
                      <a:cubicBezTo>
                        <a:pt x="388" y="239"/>
                        <a:pt x="388" y="239"/>
                        <a:pt x="388" y="239"/>
                      </a:cubicBezTo>
                      <a:cubicBezTo>
                        <a:pt x="390" y="235"/>
                        <a:pt x="395" y="232"/>
                        <a:pt x="400" y="227"/>
                      </a:cubicBezTo>
                      <a:cubicBezTo>
                        <a:pt x="399" y="228"/>
                        <a:pt x="399" y="228"/>
                        <a:pt x="399" y="228"/>
                      </a:cubicBezTo>
                      <a:cubicBezTo>
                        <a:pt x="401" y="226"/>
                        <a:pt x="402" y="225"/>
                        <a:pt x="403" y="224"/>
                      </a:cubicBezTo>
                      <a:cubicBezTo>
                        <a:pt x="399" y="226"/>
                        <a:pt x="400" y="225"/>
                        <a:pt x="399" y="224"/>
                      </a:cubicBezTo>
                      <a:cubicBezTo>
                        <a:pt x="404" y="222"/>
                        <a:pt x="403" y="218"/>
                        <a:pt x="410" y="213"/>
                      </a:cubicBezTo>
                      <a:cubicBezTo>
                        <a:pt x="410" y="214"/>
                        <a:pt x="409" y="216"/>
                        <a:pt x="407" y="217"/>
                      </a:cubicBezTo>
                      <a:cubicBezTo>
                        <a:pt x="406" y="220"/>
                        <a:pt x="407" y="221"/>
                        <a:pt x="404" y="225"/>
                      </a:cubicBezTo>
                      <a:cubicBezTo>
                        <a:pt x="406" y="223"/>
                        <a:pt x="408" y="220"/>
                        <a:pt x="408" y="221"/>
                      </a:cubicBezTo>
                      <a:cubicBezTo>
                        <a:pt x="408" y="219"/>
                        <a:pt x="408" y="219"/>
                        <a:pt x="408" y="219"/>
                      </a:cubicBezTo>
                      <a:cubicBezTo>
                        <a:pt x="409" y="218"/>
                        <a:pt x="410" y="217"/>
                        <a:pt x="411" y="216"/>
                      </a:cubicBezTo>
                      <a:cubicBezTo>
                        <a:pt x="411" y="215"/>
                        <a:pt x="408" y="217"/>
                        <a:pt x="410" y="214"/>
                      </a:cubicBezTo>
                      <a:cubicBezTo>
                        <a:pt x="414" y="210"/>
                        <a:pt x="413" y="213"/>
                        <a:pt x="413" y="212"/>
                      </a:cubicBezTo>
                      <a:cubicBezTo>
                        <a:pt x="418" y="208"/>
                        <a:pt x="414" y="209"/>
                        <a:pt x="419" y="205"/>
                      </a:cubicBezTo>
                      <a:cubicBezTo>
                        <a:pt x="419" y="206"/>
                        <a:pt x="418" y="207"/>
                        <a:pt x="418" y="207"/>
                      </a:cubicBezTo>
                      <a:cubicBezTo>
                        <a:pt x="422" y="205"/>
                        <a:pt x="426" y="200"/>
                        <a:pt x="428" y="200"/>
                      </a:cubicBezTo>
                      <a:cubicBezTo>
                        <a:pt x="428" y="201"/>
                        <a:pt x="428" y="201"/>
                        <a:pt x="427" y="202"/>
                      </a:cubicBezTo>
                      <a:cubicBezTo>
                        <a:pt x="427" y="202"/>
                        <a:pt x="427" y="202"/>
                        <a:pt x="427" y="202"/>
                      </a:cubicBezTo>
                      <a:cubicBezTo>
                        <a:pt x="424" y="207"/>
                        <a:pt x="430" y="199"/>
                        <a:pt x="430" y="201"/>
                      </a:cubicBezTo>
                      <a:cubicBezTo>
                        <a:pt x="429" y="201"/>
                        <a:pt x="434" y="197"/>
                        <a:pt x="436" y="195"/>
                      </a:cubicBezTo>
                      <a:cubicBezTo>
                        <a:pt x="435" y="195"/>
                        <a:pt x="435" y="195"/>
                        <a:pt x="435" y="195"/>
                      </a:cubicBezTo>
                      <a:cubicBezTo>
                        <a:pt x="440" y="186"/>
                        <a:pt x="436" y="197"/>
                        <a:pt x="443" y="190"/>
                      </a:cubicBezTo>
                      <a:cubicBezTo>
                        <a:pt x="447" y="186"/>
                        <a:pt x="441" y="192"/>
                        <a:pt x="443" y="189"/>
                      </a:cubicBezTo>
                      <a:cubicBezTo>
                        <a:pt x="446" y="186"/>
                        <a:pt x="448" y="186"/>
                        <a:pt x="452" y="182"/>
                      </a:cubicBezTo>
                      <a:cubicBezTo>
                        <a:pt x="454" y="181"/>
                        <a:pt x="457" y="180"/>
                        <a:pt x="458" y="180"/>
                      </a:cubicBezTo>
                      <a:cubicBezTo>
                        <a:pt x="461" y="178"/>
                        <a:pt x="467" y="174"/>
                        <a:pt x="468" y="172"/>
                      </a:cubicBezTo>
                      <a:cubicBezTo>
                        <a:pt x="462" y="175"/>
                        <a:pt x="464" y="177"/>
                        <a:pt x="457" y="180"/>
                      </a:cubicBezTo>
                      <a:cubicBezTo>
                        <a:pt x="458" y="178"/>
                        <a:pt x="458" y="178"/>
                        <a:pt x="458" y="178"/>
                      </a:cubicBezTo>
                      <a:cubicBezTo>
                        <a:pt x="462" y="174"/>
                        <a:pt x="467" y="170"/>
                        <a:pt x="470" y="168"/>
                      </a:cubicBezTo>
                      <a:cubicBezTo>
                        <a:pt x="469" y="168"/>
                        <a:pt x="469" y="168"/>
                        <a:pt x="469" y="168"/>
                      </a:cubicBezTo>
                      <a:cubicBezTo>
                        <a:pt x="474" y="163"/>
                        <a:pt x="475" y="161"/>
                        <a:pt x="481" y="157"/>
                      </a:cubicBezTo>
                      <a:cubicBezTo>
                        <a:pt x="482" y="157"/>
                        <a:pt x="479" y="160"/>
                        <a:pt x="477" y="162"/>
                      </a:cubicBezTo>
                      <a:cubicBezTo>
                        <a:pt x="481" y="160"/>
                        <a:pt x="480" y="159"/>
                        <a:pt x="486" y="155"/>
                      </a:cubicBezTo>
                      <a:cubicBezTo>
                        <a:pt x="487" y="156"/>
                        <a:pt x="482" y="158"/>
                        <a:pt x="482" y="159"/>
                      </a:cubicBezTo>
                      <a:cubicBezTo>
                        <a:pt x="488" y="154"/>
                        <a:pt x="488" y="154"/>
                        <a:pt x="488" y="154"/>
                      </a:cubicBezTo>
                      <a:cubicBezTo>
                        <a:pt x="488" y="154"/>
                        <a:pt x="488" y="154"/>
                        <a:pt x="488" y="154"/>
                      </a:cubicBezTo>
                      <a:cubicBezTo>
                        <a:pt x="488" y="152"/>
                        <a:pt x="493" y="151"/>
                        <a:pt x="497" y="148"/>
                      </a:cubicBezTo>
                      <a:cubicBezTo>
                        <a:pt x="506" y="141"/>
                        <a:pt x="506" y="139"/>
                        <a:pt x="510" y="134"/>
                      </a:cubicBezTo>
                      <a:cubicBezTo>
                        <a:pt x="512" y="133"/>
                        <a:pt x="513" y="134"/>
                        <a:pt x="512" y="134"/>
                      </a:cubicBezTo>
                      <a:cubicBezTo>
                        <a:pt x="510" y="135"/>
                        <a:pt x="510" y="135"/>
                        <a:pt x="510" y="136"/>
                      </a:cubicBezTo>
                      <a:cubicBezTo>
                        <a:pt x="513" y="134"/>
                        <a:pt x="518" y="133"/>
                        <a:pt x="516" y="135"/>
                      </a:cubicBezTo>
                      <a:cubicBezTo>
                        <a:pt x="521" y="131"/>
                        <a:pt x="514" y="135"/>
                        <a:pt x="517" y="133"/>
                      </a:cubicBezTo>
                      <a:cubicBezTo>
                        <a:pt x="524" y="128"/>
                        <a:pt x="524" y="128"/>
                        <a:pt x="524" y="128"/>
                      </a:cubicBezTo>
                      <a:cubicBezTo>
                        <a:pt x="522" y="128"/>
                        <a:pt x="520" y="130"/>
                        <a:pt x="523" y="127"/>
                      </a:cubicBezTo>
                      <a:cubicBezTo>
                        <a:pt x="526" y="125"/>
                        <a:pt x="527" y="124"/>
                        <a:pt x="531" y="121"/>
                      </a:cubicBezTo>
                      <a:cubicBezTo>
                        <a:pt x="531" y="122"/>
                        <a:pt x="533" y="122"/>
                        <a:pt x="530" y="124"/>
                      </a:cubicBezTo>
                      <a:cubicBezTo>
                        <a:pt x="533" y="123"/>
                        <a:pt x="536" y="121"/>
                        <a:pt x="536" y="119"/>
                      </a:cubicBezTo>
                      <a:cubicBezTo>
                        <a:pt x="531" y="121"/>
                        <a:pt x="543" y="114"/>
                        <a:pt x="539" y="115"/>
                      </a:cubicBezTo>
                      <a:cubicBezTo>
                        <a:pt x="544" y="113"/>
                        <a:pt x="544" y="113"/>
                        <a:pt x="544" y="113"/>
                      </a:cubicBezTo>
                      <a:cubicBezTo>
                        <a:pt x="543" y="114"/>
                        <a:pt x="543" y="114"/>
                        <a:pt x="541" y="115"/>
                      </a:cubicBezTo>
                      <a:cubicBezTo>
                        <a:pt x="543" y="115"/>
                        <a:pt x="545" y="112"/>
                        <a:pt x="546" y="111"/>
                      </a:cubicBezTo>
                      <a:cubicBezTo>
                        <a:pt x="548" y="111"/>
                        <a:pt x="552" y="108"/>
                        <a:pt x="553" y="109"/>
                      </a:cubicBezTo>
                      <a:cubicBezTo>
                        <a:pt x="554" y="108"/>
                        <a:pt x="557" y="106"/>
                        <a:pt x="558" y="106"/>
                      </a:cubicBezTo>
                      <a:cubicBezTo>
                        <a:pt x="560" y="105"/>
                        <a:pt x="558" y="105"/>
                        <a:pt x="559" y="104"/>
                      </a:cubicBezTo>
                      <a:cubicBezTo>
                        <a:pt x="566" y="100"/>
                        <a:pt x="566" y="100"/>
                        <a:pt x="566" y="100"/>
                      </a:cubicBezTo>
                      <a:cubicBezTo>
                        <a:pt x="567" y="101"/>
                        <a:pt x="568" y="102"/>
                        <a:pt x="567" y="103"/>
                      </a:cubicBezTo>
                      <a:cubicBezTo>
                        <a:pt x="570" y="101"/>
                        <a:pt x="567" y="101"/>
                        <a:pt x="571" y="98"/>
                      </a:cubicBezTo>
                      <a:cubicBezTo>
                        <a:pt x="570" y="101"/>
                        <a:pt x="577" y="96"/>
                        <a:pt x="575" y="100"/>
                      </a:cubicBezTo>
                      <a:cubicBezTo>
                        <a:pt x="577" y="99"/>
                        <a:pt x="584" y="96"/>
                        <a:pt x="588" y="93"/>
                      </a:cubicBezTo>
                      <a:cubicBezTo>
                        <a:pt x="589" y="91"/>
                        <a:pt x="583" y="95"/>
                        <a:pt x="583" y="94"/>
                      </a:cubicBezTo>
                      <a:cubicBezTo>
                        <a:pt x="593" y="88"/>
                        <a:pt x="592" y="85"/>
                        <a:pt x="601" y="81"/>
                      </a:cubicBezTo>
                      <a:cubicBezTo>
                        <a:pt x="598" y="82"/>
                        <a:pt x="598" y="82"/>
                        <a:pt x="598" y="82"/>
                      </a:cubicBezTo>
                      <a:cubicBezTo>
                        <a:pt x="603" y="79"/>
                        <a:pt x="602" y="80"/>
                        <a:pt x="605" y="77"/>
                      </a:cubicBezTo>
                      <a:cubicBezTo>
                        <a:pt x="604" y="79"/>
                        <a:pt x="612" y="78"/>
                        <a:pt x="620" y="74"/>
                      </a:cubicBezTo>
                      <a:cubicBezTo>
                        <a:pt x="620" y="73"/>
                        <a:pt x="615" y="75"/>
                        <a:pt x="616" y="73"/>
                      </a:cubicBezTo>
                      <a:cubicBezTo>
                        <a:pt x="621" y="70"/>
                        <a:pt x="621" y="70"/>
                        <a:pt x="621" y="70"/>
                      </a:cubicBezTo>
                      <a:cubicBezTo>
                        <a:pt x="622" y="70"/>
                        <a:pt x="621" y="71"/>
                        <a:pt x="620" y="71"/>
                      </a:cubicBezTo>
                      <a:cubicBezTo>
                        <a:pt x="625" y="69"/>
                        <a:pt x="630" y="69"/>
                        <a:pt x="631" y="67"/>
                      </a:cubicBezTo>
                      <a:cubicBezTo>
                        <a:pt x="637" y="67"/>
                        <a:pt x="637" y="67"/>
                        <a:pt x="637" y="67"/>
                      </a:cubicBezTo>
                      <a:cubicBezTo>
                        <a:pt x="634" y="67"/>
                        <a:pt x="634" y="67"/>
                        <a:pt x="634" y="67"/>
                      </a:cubicBezTo>
                      <a:cubicBezTo>
                        <a:pt x="635" y="66"/>
                        <a:pt x="640" y="63"/>
                        <a:pt x="641" y="62"/>
                      </a:cubicBezTo>
                      <a:cubicBezTo>
                        <a:pt x="646" y="59"/>
                        <a:pt x="649" y="59"/>
                        <a:pt x="652" y="59"/>
                      </a:cubicBezTo>
                      <a:cubicBezTo>
                        <a:pt x="651" y="58"/>
                        <a:pt x="648" y="58"/>
                        <a:pt x="652" y="56"/>
                      </a:cubicBezTo>
                      <a:cubicBezTo>
                        <a:pt x="653" y="58"/>
                        <a:pt x="662" y="53"/>
                        <a:pt x="662" y="54"/>
                      </a:cubicBezTo>
                      <a:cubicBezTo>
                        <a:pt x="664" y="54"/>
                        <a:pt x="668" y="53"/>
                        <a:pt x="667" y="52"/>
                      </a:cubicBezTo>
                      <a:cubicBezTo>
                        <a:pt x="668" y="54"/>
                        <a:pt x="668" y="54"/>
                        <a:pt x="668" y="54"/>
                      </a:cubicBezTo>
                      <a:cubicBezTo>
                        <a:pt x="667" y="52"/>
                        <a:pt x="674" y="49"/>
                        <a:pt x="679" y="47"/>
                      </a:cubicBezTo>
                      <a:cubicBezTo>
                        <a:pt x="679" y="50"/>
                        <a:pt x="684" y="45"/>
                        <a:pt x="688" y="46"/>
                      </a:cubicBezTo>
                      <a:cubicBezTo>
                        <a:pt x="688" y="44"/>
                        <a:pt x="696" y="43"/>
                        <a:pt x="697" y="41"/>
                      </a:cubicBezTo>
                      <a:cubicBezTo>
                        <a:pt x="701" y="39"/>
                        <a:pt x="701" y="41"/>
                        <a:pt x="702" y="41"/>
                      </a:cubicBezTo>
                      <a:cubicBezTo>
                        <a:pt x="704" y="40"/>
                        <a:pt x="704" y="40"/>
                        <a:pt x="704" y="40"/>
                      </a:cubicBezTo>
                      <a:cubicBezTo>
                        <a:pt x="706" y="40"/>
                        <a:pt x="713" y="38"/>
                        <a:pt x="718" y="37"/>
                      </a:cubicBezTo>
                      <a:cubicBezTo>
                        <a:pt x="722" y="35"/>
                        <a:pt x="722" y="35"/>
                        <a:pt x="722" y="35"/>
                      </a:cubicBezTo>
                      <a:cubicBezTo>
                        <a:pt x="723" y="35"/>
                        <a:pt x="723" y="35"/>
                        <a:pt x="723" y="35"/>
                      </a:cubicBezTo>
                      <a:cubicBezTo>
                        <a:pt x="724" y="34"/>
                        <a:pt x="727" y="33"/>
                        <a:pt x="725" y="33"/>
                      </a:cubicBezTo>
                      <a:cubicBezTo>
                        <a:pt x="727" y="33"/>
                        <a:pt x="727" y="33"/>
                        <a:pt x="727" y="33"/>
                      </a:cubicBezTo>
                      <a:cubicBezTo>
                        <a:pt x="727" y="31"/>
                        <a:pt x="730" y="31"/>
                        <a:pt x="735" y="29"/>
                      </a:cubicBezTo>
                      <a:cubicBezTo>
                        <a:pt x="736" y="29"/>
                        <a:pt x="736" y="30"/>
                        <a:pt x="735" y="30"/>
                      </a:cubicBezTo>
                      <a:cubicBezTo>
                        <a:pt x="737" y="30"/>
                        <a:pt x="736" y="31"/>
                        <a:pt x="738" y="31"/>
                      </a:cubicBezTo>
                      <a:cubicBezTo>
                        <a:pt x="736" y="31"/>
                        <a:pt x="745" y="26"/>
                        <a:pt x="739" y="27"/>
                      </a:cubicBezTo>
                      <a:cubicBezTo>
                        <a:pt x="738" y="26"/>
                        <a:pt x="741" y="25"/>
                        <a:pt x="744" y="24"/>
                      </a:cubicBezTo>
                      <a:cubicBezTo>
                        <a:pt x="745" y="26"/>
                        <a:pt x="745" y="26"/>
                        <a:pt x="745" y="26"/>
                      </a:cubicBezTo>
                      <a:cubicBezTo>
                        <a:pt x="748" y="23"/>
                        <a:pt x="748" y="23"/>
                        <a:pt x="748" y="23"/>
                      </a:cubicBezTo>
                      <a:cubicBezTo>
                        <a:pt x="751" y="22"/>
                        <a:pt x="753" y="23"/>
                        <a:pt x="756" y="22"/>
                      </a:cubicBezTo>
                      <a:cubicBezTo>
                        <a:pt x="753" y="23"/>
                        <a:pt x="750" y="27"/>
                        <a:pt x="758" y="25"/>
                      </a:cubicBezTo>
                      <a:cubicBezTo>
                        <a:pt x="754" y="26"/>
                        <a:pt x="752" y="28"/>
                        <a:pt x="750" y="28"/>
                      </a:cubicBezTo>
                      <a:cubicBezTo>
                        <a:pt x="752" y="28"/>
                        <a:pt x="752" y="28"/>
                        <a:pt x="750" y="29"/>
                      </a:cubicBezTo>
                      <a:cubicBezTo>
                        <a:pt x="756" y="27"/>
                        <a:pt x="752" y="28"/>
                        <a:pt x="758" y="26"/>
                      </a:cubicBezTo>
                      <a:cubicBezTo>
                        <a:pt x="758" y="28"/>
                        <a:pt x="759" y="28"/>
                        <a:pt x="764" y="27"/>
                      </a:cubicBezTo>
                      <a:cubicBezTo>
                        <a:pt x="760" y="27"/>
                        <a:pt x="760" y="27"/>
                        <a:pt x="760" y="27"/>
                      </a:cubicBezTo>
                      <a:cubicBezTo>
                        <a:pt x="761" y="27"/>
                        <a:pt x="761" y="27"/>
                        <a:pt x="761" y="26"/>
                      </a:cubicBezTo>
                      <a:cubicBezTo>
                        <a:pt x="760" y="27"/>
                        <a:pt x="759" y="26"/>
                        <a:pt x="759" y="26"/>
                      </a:cubicBezTo>
                      <a:cubicBezTo>
                        <a:pt x="760" y="26"/>
                        <a:pt x="765" y="23"/>
                        <a:pt x="766" y="23"/>
                      </a:cubicBezTo>
                      <a:cubicBezTo>
                        <a:pt x="760" y="22"/>
                        <a:pt x="776" y="19"/>
                        <a:pt x="772" y="19"/>
                      </a:cubicBezTo>
                      <a:cubicBezTo>
                        <a:pt x="773" y="18"/>
                        <a:pt x="777" y="17"/>
                        <a:pt x="777" y="18"/>
                      </a:cubicBezTo>
                      <a:cubicBezTo>
                        <a:pt x="772" y="20"/>
                        <a:pt x="781" y="19"/>
                        <a:pt x="781" y="20"/>
                      </a:cubicBezTo>
                      <a:cubicBezTo>
                        <a:pt x="782" y="19"/>
                        <a:pt x="777" y="20"/>
                        <a:pt x="779" y="19"/>
                      </a:cubicBezTo>
                      <a:cubicBezTo>
                        <a:pt x="782" y="18"/>
                        <a:pt x="784" y="19"/>
                        <a:pt x="786" y="19"/>
                      </a:cubicBezTo>
                      <a:cubicBezTo>
                        <a:pt x="785" y="19"/>
                        <a:pt x="785" y="19"/>
                        <a:pt x="785" y="19"/>
                      </a:cubicBezTo>
                      <a:cubicBezTo>
                        <a:pt x="789" y="19"/>
                        <a:pt x="789" y="19"/>
                        <a:pt x="789" y="19"/>
                      </a:cubicBezTo>
                      <a:cubicBezTo>
                        <a:pt x="790" y="18"/>
                        <a:pt x="785" y="19"/>
                        <a:pt x="789" y="17"/>
                      </a:cubicBezTo>
                      <a:cubicBezTo>
                        <a:pt x="790" y="18"/>
                        <a:pt x="794" y="16"/>
                        <a:pt x="794" y="17"/>
                      </a:cubicBezTo>
                      <a:cubicBezTo>
                        <a:pt x="792" y="18"/>
                        <a:pt x="794" y="19"/>
                        <a:pt x="790" y="20"/>
                      </a:cubicBezTo>
                      <a:cubicBezTo>
                        <a:pt x="793" y="20"/>
                        <a:pt x="802" y="18"/>
                        <a:pt x="798" y="17"/>
                      </a:cubicBezTo>
                      <a:cubicBezTo>
                        <a:pt x="802" y="17"/>
                        <a:pt x="802" y="17"/>
                        <a:pt x="802" y="17"/>
                      </a:cubicBezTo>
                      <a:cubicBezTo>
                        <a:pt x="800" y="16"/>
                        <a:pt x="793" y="16"/>
                        <a:pt x="800" y="15"/>
                      </a:cubicBezTo>
                      <a:cubicBezTo>
                        <a:pt x="800" y="15"/>
                        <a:pt x="800" y="15"/>
                        <a:pt x="800" y="15"/>
                      </a:cubicBezTo>
                      <a:cubicBezTo>
                        <a:pt x="805" y="13"/>
                        <a:pt x="805" y="13"/>
                        <a:pt x="805" y="13"/>
                      </a:cubicBezTo>
                      <a:cubicBezTo>
                        <a:pt x="807" y="14"/>
                        <a:pt x="807" y="14"/>
                        <a:pt x="807" y="14"/>
                      </a:cubicBezTo>
                      <a:cubicBezTo>
                        <a:pt x="807" y="13"/>
                        <a:pt x="808" y="13"/>
                        <a:pt x="810" y="13"/>
                      </a:cubicBezTo>
                      <a:cubicBezTo>
                        <a:pt x="810" y="13"/>
                        <a:pt x="812" y="13"/>
                        <a:pt x="812" y="14"/>
                      </a:cubicBezTo>
                      <a:cubicBezTo>
                        <a:pt x="817" y="13"/>
                        <a:pt x="817" y="12"/>
                        <a:pt x="817" y="12"/>
                      </a:cubicBezTo>
                      <a:cubicBezTo>
                        <a:pt x="820" y="11"/>
                        <a:pt x="821" y="11"/>
                        <a:pt x="820" y="12"/>
                      </a:cubicBezTo>
                      <a:cubicBezTo>
                        <a:pt x="824" y="12"/>
                        <a:pt x="831" y="11"/>
                        <a:pt x="834" y="11"/>
                      </a:cubicBezTo>
                      <a:cubicBezTo>
                        <a:pt x="839" y="10"/>
                        <a:pt x="833" y="11"/>
                        <a:pt x="836" y="10"/>
                      </a:cubicBezTo>
                      <a:cubicBezTo>
                        <a:pt x="841" y="12"/>
                        <a:pt x="854" y="9"/>
                        <a:pt x="863" y="8"/>
                      </a:cubicBezTo>
                      <a:cubicBezTo>
                        <a:pt x="860" y="6"/>
                        <a:pt x="865" y="7"/>
                        <a:pt x="867" y="5"/>
                      </a:cubicBezTo>
                      <a:cubicBezTo>
                        <a:pt x="865" y="6"/>
                        <a:pt x="875" y="7"/>
                        <a:pt x="868" y="8"/>
                      </a:cubicBezTo>
                      <a:cubicBezTo>
                        <a:pt x="872" y="7"/>
                        <a:pt x="872" y="7"/>
                        <a:pt x="872" y="7"/>
                      </a:cubicBezTo>
                      <a:cubicBezTo>
                        <a:pt x="876" y="8"/>
                        <a:pt x="865" y="9"/>
                        <a:pt x="870" y="10"/>
                      </a:cubicBezTo>
                      <a:cubicBezTo>
                        <a:pt x="875" y="9"/>
                        <a:pt x="878" y="7"/>
                        <a:pt x="884" y="7"/>
                      </a:cubicBezTo>
                      <a:cubicBezTo>
                        <a:pt x="882" y="9"/>
                        <a:pt x="889" y="7"/>
                        <a:pt x="888" y="9"/>
                      </a:cubicBezTo>
                      <a:cubicBezTo>
                        <a:pt x="887" y="9"/>
                        <a:pt x="885" y="9"/>
                        <a:pt x="883" y="9"/>
                      </a:cubicBezTo>
                      <a:cubicBezTo>
                        <a:pt x="884" y="9"/>
                        <a:pt x="884" y="9"/>
                        <a:pt x="884" y="9"/>
                      </a:cubicBezTo>
                      <a:cubicBezTo>
                        <a:pt x="896" y="9"/>
                        <a:pt x="887" y="7"/>
                        <a:pt x="894" y="6"/>
                      </a:cubicBezTo>
                      <a:cubicBezTo>
                        <a:pt x="901" y="6"/>
                        <a:pt x="899" y="7"/>
                        <a:pt x="900" y="8"/>
                      </a:cubicBezTo>
                      <a:cubicBezTo>
                        <a:pt x="901" y="8"/>
                        <a:pt x="904" y="8"/>
                        <a:pt x="906" y="8"/>
                      </a:cubicBezTo>
                      <a:cubicBezTo>
                        <a:pt x="902" y="9"/>
                        <a:pt x="898" y="7"/>
                        <a:pt x="900" y="6"/>
                      </a:cubicBezTo>
                      <a:cubicBezTo>
                        <a:pt x="903" y="7"/>
                        <a:pt x="911" y="6"/>
                        <a:pt x="913" y="5"/>
                      </a:cubicBezTo>
                      <a:cubicBezTo>
                        <a:pt x="902" y="3"/>
                        <a:pt x="906" y="5"/>
                        <a:pt x="896" y="3"/>
                      </a:cubicBezTo>
                      <a:cubicBezTo>
                        <a:pt x="895" y="4"/>
                        <a:pt x="895" y="5"/>
                        <a:pt x="889" y="5"/>
                      </a:cubicBezTo>
                      <a:cubicBezTo>
                        <a:pt x="893" y="4"/>
                        <a:pt x="889" y="4"/>
                        <a:pt x="888" y="4"/>
                      </a:cubicBezTo>
                      <a:cubicBezTo>
                        <a:pt x="889" y="5"/>
                        <a:pt x="884" y="4"/>
                        <a:pt x="882" y="5"/>
                      </a:cubicBezTo>
                      <a:cubicBezTo>
                        <a:pt x="880" y="4"/>
                        <a:pt x="885" y="2"/>
                        <a:pt x="880" y="2"/>
                      </a:cubicBezTo>
                      <a:cubicBezTo>
                        <a:pt x="879" y="5"/>
                        <a:pt x="879" y="5"/>
                        <a:pt x="879" y="5"/>
                      </a:cubicBezTo>
                      <a:cubicBezTo>
                        <a:pt x="876" y="4"/>
                        <a:pt x="879" y="3"/>
                        <a:pt x="875" y="4"/>
                      </a:cubicBezTo>
                      <a:cubicBezTo>
                        <a:pt x="877" y="2"/>
                        <a:pt x="874" y="2"/>
                        <a:pt x="880" y="1"/>
                      </a:cubicBezTo>
                      <a:cubicBezTo>
                        <a:pt x="872" y="0"/>
                        <a:pt x="868" y="3"/>
                        <a:pt x="862" y="4"/>
                      </a:cubicBezTo>
                      <a:cubicBezTo>
                        <a:pt x="863" y="4"/>
                        <a:pt x="863" y="4"/>
                        <a:pt x="864" y="4"/>
                      </a:cubicBezTo>
                      <a:cubicBezTo>
                        <a:pt x="862" y="4"/>
                        <a:pt x="860" y="4"/>
                        <a:pt x="858" y="5"/>
                      </a:cubicBezTo>
                      <a:cubicBezTo>
                        <a:pt x="854" y="4"/>
                        <a:pt x="861" y="3"/>
                        <a:pt x="860" y="3"/>
                      </a:cubicBezTo>
                      <a:cubicBezTo>
                        <a:pt x="854" y="3"/>
                        <a:pt x="854" y="3"/>
                        <a:pt x="854" y="3"/>
                      </a:cubicBezTo>
                      <a:cubicBezTo>
                        <a:pt x="853" y="3"/>
                        <a:pt x="853" y="3"/>
                        <a:pt x="853" y="3"/>
                      </a:cubicBezTo>
                      <a:cubicBezTo>
                        <a:pt x="852" y="4"/>
                        <a:pt x="850" y="4"/>
                        <a:pt x="850" y="4"/>
                      </a:cubicBezTo>
                      <a:cubicBezTo>
                        <a:pt x="851" y="3"/>
                        <a:pt x="852" y="2"/>
                        <a:pt x="853" y="1"/>
                      </a:cubicBezTo>
                      <a:cubicBezTo>
                        <a:pt x="847" y="3"/>
                        <a:pt x="847" y="3"/>
                        <a:pt x="847" y="3"/>
                      </a:cubicBezTo>
                      <a:cubicBezTo>
                        <a:pt x="847" y="3"/>
                        <a:pt x="841" y="3"/>
                        <a:pt x="846" y="2"/>
                      </a:cubicBezTo>
                      <a:cubicBezTo>
                        <a:pt x="836" y="3"/>
                        <a:pt x="836" y="3"/>
                        <a:pt x="836" y="3"/>
                      </a:cubicBezTo>
                      <a:cubicBezTo>
                        <a:pt x="835" y="2"/>
                        <a:pt x="835" y="2"/>
                        <a:pt x="835" y="2"/>
                      </a:cubicBezTo>
                      <a:cubicBezTo>
                        <a:pt x="832" y="2"/>
                        <a:pt x="832" y="3"/>
                        <a:pt x="835" y="2"/>
                      </a:cubicBezTo>
                      <a:cubicBezTo>
                        <a:pt x="832" y="2"/>
                        <a:pt x="820" y="7"/>
                        <a:pt x="821" y="4"/>
                      </a:cubicBezTo>
                      <a:cubicBezTo>
                        <a:pt x="814" y="6"/>
                        <a:pt x="811" y="6"/>
                        <a:pt x="801" y="8"/>
                      </a:cubicBezTo>
                      <a:cubicBezTo>
                        <a:pt x="808" y="6"/>
                        <a:pt x="793" y="8"/>
                        <a:pt x="800" y="6"/>
                      </a:cubicBezTo>
                      <a:cubicBezTo>
                        <a:pt x="796" y="6"/>
                        <a:pt x="795" y="8"/>
                        <a:pt x="791" y="9"/>
                      </a:cubicBezTo>
                      <a:cubicBezTo>
                        <a:pt x="788" y="9"/>
                        <a:pt x="789" y="7"/>
                        <a:pt x="793" y="6"/>
                      </a:cubicBezTo>
                      <a:cubicBezTo>
                        <a:pt x="789" y="7"/>
                        <a:pt x="789" y="7"/>
                        <a:pt x="789" y="7"/>
                      </a:cubicBezTo>
                      <a:cubicBezTo>
                        <a:pt x="789" y="7"/>
                        <a:pt x="789" y="7"/>
                        <a:pt x="789" y="7"/>
                      </a:cubicBezTo>
                      <a:cubicBezTo>
                        <a:pt x="785" y="9"/>
                        <a:pt x="785" y="9"/>
                        <a:pt x="785" y="9"/>
                      </a:cubicBezTo>
                      <a:cubicBezTo>
                        <a:pt x="781" y="9"/>
                        <a:pt x="784" y="7"/>
                        <a:pt x="780" y="8"/>
                      </a:cubicBezTo>
                      <a:cubicBezTo>
                        <a:pt x="779" y="9"/>
                        <a:pt x="779" y="9"/>
                        <a:pt x="779" y="9"/>
                      </a:cubicBezTo>
                      <a:cubicBezTo>
                        <a:pt x="776" y="9"/>
                        <a:pt x="776" y="9"/>
                        <a:pt x="776" y="9"/>
                      </a:cubicBezTo>
                      <a:cubicBezTo>
                        <a:pt x="777" y="9"/>
                        <a:pt x="775" y="10"/>
                        <a:pt x="772" y="11"/>
                      </a:cubicBezTo>
                      <a:cubicBezTo>
                        <a:pt x="772" y="11"/>
                        <a:pt x="772" y="11"/>
                        <a:pt x="772" y="11"/>
                      </a:cubicBezTo>
                      <a:cubicBezTo>
                        <a:pt x="769" y="12"/>
                        <a:pt x="769" y="12"/>
                        <a:pt x="769" y="12"/>
                      </a:cubicBezTo>
                      <a:cubicBezTo>
                        <a:pt x="772" y="10"/>
                        <a:pt x="765" y="12"/>
                        <a:pt x="767" y="11"/>
                      </a:cubicBezTo>
                      <a:cubicBezTo>
                        <a:pt x="764" y="11"/>
                        <a:pt x="764" y="11"/>
                        <a:pt x="758" y="13"/>
                      </a:cubicBezTo>
                      <a:cubicBezTo>
                        <a:pt x="759" y="14"/>
                        <a:pt x="759" y="14"/>
                        <a:pt x="759" y="14"/>
                      </a:cubicBezTo>
                      <a:cubicBezTo>
                        <a:pt x="752" y="16"/>
                        <a:pt x="759" y="12"/>
                        <a:pt x="753" y="14"/>
                      </a:cubicBezTo>
                      <a:cubicBezTo>
                        <a:pt x="753" y="14"/>
                        <a:pt x="753" y="14"/>
                        <a:pt x="753" y="14"/>
                      </a:cubicBezTo>
                      <a:cubicBezTo>
                        <a:pt x="745" y="15"/>
                        <a:pt x="740" y="19"/>
                        <a:pt x="733" y="19"/>
                      </a:cubicBezTo>
                      <a:cubicBezTo>
                        <a:pt x="737" y="18"/>
                        <a:pt x="735" y="17"/>
                        <a:pt x="735" y="18"/>
                      </a:cubicBezTo>
                      <a:cubicBezTo>
                        <a:pt x="730" y="19"/>
                        <a:pt x="722" y="22"/>
                        <a:pt x="716" y="24"/>
                      </a:cubicBezTo>
                      <a:cubicBezTo>
                        <a:pt x="714" y="24"/>
                        <a:pt x="713" y="23"/>
                        <a:pt x="708" y="24"/>
                      </a:cubicBezTo>
                      <a:cubicBezTo>
                        <a:pt x="704" y="26"/>
                        <a:pt x="703" y="26"/>
                        <a:pt x="702" y="27"/>
                      </a:cubicBezTo>
                      <a:cubicBezTo>
                        <a:pt x="698" y="28"/>
                        <a:pt x="691" y="31"/>
                        <a:pt x="690" y="30"/>
                      </a:cubicBezTo>
                      <a:cubicBezTo>
                        <a:pt x="690" y="31"/>
                        <a:pt x="687" y="31"/>
                        <a:pt x="685" y="33"/>
                      </a:cubicBezTo>
                      <a:cubicBezTo>
                        <a:pt x="684" y="32"/>
                        <a:pt x="684" y="32"/>
                        <a:pt x="684" y="32"/>
                      </a:cubicBezTo>
                      <a:cubicBezTo>
                        <a:pt x="685" y="33"/>
                        <a:pt x="685" y="33"/>
                        <a:pt x="685" y="33"/>
                      </a:cubicBezTo>
                      <a:cubicBezTo>
                        <a:pt x="677" y="33"/>
                        <a:pt x="674" y="38"/>
                        <a:pt x="666" y="39"/>
                      </a:cubicBezTo>
                      <a:cubicBezTo>
                        <a:pt x="667" y="39"/>
                        <a:pt x="667" y="39"/>
                        <a:pt x="667" y="39"/>
                      </a:cubicBezTo>
                      <a:cubicBezTo>
                        <a:pt x="665" y="40"/>
                        <a:pt x="665" y="40"/>
                        <a:pt x="665" y="40"/>
                      </a:cubicBezTo>
                      <a:cubicBezTo>
                        <a:pt x="664" y="40"/>
                        <a:pt x="665" y="39"/>
                        <a:pt x="665" y="38"/>
                      </a:cubicBezTo>
                      <a:cubicBezTo>
                        <a:pt x="661" y="40"/>
                        <a:pt x="656" y="42"/>
                        <a:pt x="652" y="43"/>
                      </a:cubicBezTo>
                      <a:cubicBezTo>
                        <a:pt x="654" y="43"/>
                        <a:pt x="654" y="43"/>
                        <a:pt x="654" y="43"/>
                      </a:cubicBezTo>
                      <a:cubicBezTo>
                        <a:pt x="652" y="44"/>
                        <a:pt x="650" y="46"/>
                        <a:pt x="647" y="47"/>
                      </a:cubicBezTo>
                      <a:cubicBezTo>
                        <a:pt x="651" y="43"/>
                        <a:pt x="642" y="48"/>
                        <a:pt x="641" y="48"/>
                      </a:cubicBezTo>
                      <a:cubicBezTo>
                        <a:pt x="644" y="46"/>
                        <a:pt x="644" y="46"/>
                        <a:pt x="644" y="46"/>
                      </a:cubicBezTo>
                      <a:cubicBezTo>
                        <a:pt x="640" y="48"/>
                        <a:pt x="640" y="48"/>
                        <a:pt x="641" y="49"/>
                      </a:cubicBezTo>
                      <a:cubicBezTo>
                        <a:pt x="636" y="51"/>
                        <a:pt x="636" y="48"/>
                        <a:pt x="632" y="51"/>
                      </a:cubicBezTo>
                      <a:cubicBezTo>
                        <a:pt x="635" y="50"/>
                        <a:pt x="635" y="50"/>
                        <a:pt x="635" y="50"/>
                      </a:cubicBezTo>
                      <a:cubicBezTo>
                        <a:pt x="637" y="50"/>
                        <a:pt x="635" y="52"/>
                        <a:pt x="632" y="53"/>
                      </a:cubicBezTo>
                      <a:cubicBezTo>
                        <a:pt x="632" y="53"/>
                        <a:pt x="630" y="53"/>
                        <a:pt x="632" y="52"/>
                      </a:cubicBezTo>
                      <a:cubicBezTo>
                        <a:pt x="628" y="54"/>
                        <a:pt x="622" y="57"/>
                        <a:pt x="620" y="58"/>
                      </a:cubicBezTo>
                      <a:cubicBezTo>
                        <a:pt x="618" y="58"/>
                        <a:pt x="618" y="57"/>
                        <a:pt x="619" y="57"/>
                      </a:cubicBezTo>
                      <a:cubicBezTo>
                        <a:pt x="611" y="61"/>
                        <a:pt x="616" y="58"/>
                        <a:pt x="608" y="63"/>
                      </a:cubicBezTo>
                      <a:cubicBezTo>
                        <a:pt x="607" y="62"/>
                        <a:pt x="607" y="62"/>
                        <a:pt x="607" y="62"/>
                      </a:cubicBezTo>
                      <a:cubicBezTo>
                        <a:pt x="605" y="64"/>
                        <a:pt x="605" y="64"/>
                        <a:pt x="605" y="64"/>
                      </a:cubicBezTo>
                      <a:cubicBezTo>
                        <a:pt x="600" y="65"/>
                        <a:pt x="600" y="65"/>
                        <a:pt x="600" y="65"/>
                      </a:cubicBezTo>
                      <a:cubicBezTo>
                        <a:pt x="602" y="65"/>
                        <a:pt x="602" y="65"/>
                        <a:pt x="602" y="65"/>
                      </a:cubicBezTo>
                      <a:cubicBezTo>
                        <a:pt x="599" y="67"/>
                        <a:pt x="598" y="68"/>
                        <a:pt x="595" y="69"/>
                      </a:cubicBezTo>
                      <a:cubicBezTo>
                        <a:pt x="595" y="68"/>
                        <a:pt x="595" y="68"/>
                        <a:pt x="595" y="68"/>
                      </a:cubicBezTo>
                      <a:cubicBezTo>
                        <a:pt x="588" y="72"/>
                        <a:pt x="586" y="71"/>
                        <a:pt x="579" y="76"/>
                      </a:cubicBezTo>
                      <a:cubicBezTo>
                        <a:pt x="579" y="76"/>
                        <a:pt x="580" y="75"/>
                        <a:pt x="580" y="74"/>
                      </a:cubicBezTo>
                      <a:cubicBezTo>
                        <a:pt x="574" y="79"/>
                        <a:pt x="575" y="76"/>
                        <a:pt x="569" y="81"/>
                      </a:cubicBezTo>
                      <a:cubicBezTo>
                        <a:pt x="569" y="80"/>
                        <a:pt x="568" y="80"/>
                        <a:pt x="568" y="80"/>
                      </a:cubicBezTo>
                      <a:cubicBezTo>
                        <a:pt x="565" y="82"/>
                        <a:pt x="565" y="82"/>
                        <a:pt x="565" y="82"/>
                      </a:cubicBezTo>
                      <a:cubicBezTo>
                        <a:pt x="565" y="81"/>
                        <a:pt x="565" y="81"/>
                        <a:pt x="565" y="81"/>
                      </a:cubicBezTo>
                      <a:cubicBezTo>
                        <a:pt x="563" y="84"/>
                        <a:pt x="563" y="84"/>
                        <a:pt x="563" y="84"/>
                      </a:cubicBezTo>
                      <a:cubicBezTo>
                        <a:pt x="561" y="84"/>
                        <a:pt x="561" y="84"/>
                        <a:pt x="561" y="84"/>
                      </a:cubicBezTo>
                      <a:cubicBezTo>
                        <a:pt x="560" y="85"/>
                        <a:pt x="560" y="85"/>
                        <a:pt x="560" y="85"/>
                      </a:cubicBezTo>
                      <a:cubicBezTo>
                        <a:pt x="556" y="85"/>
                        <a:pt x="552" y="89"/>
                        <a:pt x="547" y="90"/>
                      </a:cubicBezTo>
                      <a:cubicBezTo>
                        <a:pt x="548" y="91"/>
                        <a:pt x="548" y="91"/>
                        <a:pt x="548" y="91"/>
                      </a:cubicBezTo>
                      <a:cubicBezTo>
                        <a:pt x="539" y="100"/>
                        <a:pt x="522" y="104"/>
                        <a:pt x="510" y="114"/>
                      </a:cubicBezTo>
                      <a:cubicBezTo>
                        <a:pt x="510" y="113"/>
                        <a:pt x="510" y="113"/>
                        <a:pt x="510" y="113"/>
                      </a:cubicBezTo>
                      <a:cubicBezTo>
                        <a:pt x="505" y="118"/>
                        <a:pt x="505" y="118"/>
                        <a:pt x="505" y="118"/>
                      </a:cubicBezTo>
                      <a:cubicBezTo>
                        <a:pt x="502" y="119"/>
                        <a:pt x="507" y="116"/>
                        <a:pt x="505" y="116"/>
                      </a:cubicBezTo>
                      <a:cubicBezTo>
                        <a:pt x="500" y="120"/>
                        <a:pt x="504" y="119"/>
                        <a:pt x="498" y="123"/>
                      </a:cubicBezTo>
                      <a:cubicBezTo>
                        <a:pt x="494" y="125"/>
                        <a:pt x="498" y="122"/>
                        <a:pt x="500" y="120"/>
                      </a:cubicBezTo>
                      <a:cubicBezTo>
                        <a:pt x="494" y="125"/>
                        <a:pt x="485" y="132"/>
                        <a:pt x="481" y="134"/>
                      </a:cubicBezTo>
                      <a:cubicBezTo>
                        <a:pt x="481" y="135"/>
                        <a:pt x="480" y="135"/>
                        <a:pt x="481" y="135"/>
                      </a:cubicBezTo>
                      <a:cubicBezTo>
                        <a:pt x="477" y="138"/>
                        <a:pt x="472" y="142"/>
                        <a:pt x="467" y="145"/>
                      </a:cubicBezTo>
                      <a:cubicBezTo>
                        <a:pt x="467" y="144"/>
                        <a:pt x="468" y="143"/>
                        <a:pt x="469" y="143"/>
                      </a:cubicBezTo>
                      <a:cubicBezTo>
                        <a:pt x="467" y="144"/>
                        <a:pt x="465" y="145"/>
                        <a:pt x="464" y="146"/>
                      </a:cubicBezTo>
                      <a:cubicBezTo>
                        <a:pt x="465" y="144"/>
                        <a:pt x="465" y="144"/>
                        <a:pt x="465" y="144"/>
                      </a:cubicBezTo>
                      <a:cubicBezTo>
                        <a:pt x="462" y="147"/>
                        <a:pt x="456" y="152"/>
                        <a:pt x="454" y="152"/>
                      </a:cubicBezTo>
                      <a:cubicBezTo>
                        <a:pt x="455" y="152"/>
                        <a:pt x="455" y="153"/>
                        <a:pt x="453" y="155"/>
                      </a:cubicBezTo>
                      <a:cubicBezTo>
                        <a:pt x="450" y="155"/>
                        <a:pt x="445" y="162"/>
                        <a:pt x="440" y="165"/>
                      </a:cubicBezTo>
                      <a:cubicBezTo>
                        <a:pt x="440" y="164"/>
                        <a:pt x="444" y="161"/>
                        <a:pt x="443" y="162"/>
                      </a:cubicBezTo>
                      <a:cubicBezTo>
                        <a:pt x="440" y="163"/>
                        <a:pt x="439" y="166"/>
                        <a:pt x="437" y="168"/>
                      </a:cubicBezTo>
                      <a:cubicBezTo>
                        <a:pt x="437" y="167"/>
                        <a:pt x="437" y="167"/>
                        <a:pt x="437" y="167"/>
                      </a:cubicBezTo>
                      <a:cubicBezTo>
                        <a:pt x="427" y="176"/>
                        <a:pt x="427" y="176"/>
                        <a:pt x="427" y="176"/>
                      </a:cubicBezTo>
                      <a:cubicBezTo>
                        <a:pt x="425" y="176"/>
                        <a:pt x="418" y="184"/>
                        <a:pt x="418" y="183"/>
                      </a:cubicBezTo>
                      <a:cubicBezTo>
                        <a:pt x="414" y="186"/>
                        <a:pt x="421" y="181"/>
                        <a:pt x="417" y="185"/>
                      </a:cubicBezTo>
                      <a:cubicBezTo>
                        <a:pt x="415" y="185"/>
                        <a:pt x="413" y="189"/>
                        <a:pt x="412" y="188"/>
                      </a:cubicBezTo>
                      <a:cubicBezTo>
                        <a:pt x="413" y="187"/>
                        <a:pt x="413" y="187"/>
                        <a:pt x="413" y="187"/>
                      </a:cubicBezTo>
                      <a:cubicBezTo>
                        <a:pt x="410" y="190"/>
                        <a:pt x="410" y="190"/>
                        <a:pt x="410" y="190"/>
                      </a:cubicBezTo>
                      <a:cubicBezTo>
                        <a:pt x="411" y="187"/>
                        <a:pt x="411" y="187"/>
                        <a:pt x="411" y="187"/>
                      </a:cubicBezTo>
                      <a:cubicBezTo>
                        <a:pt x="408" y="190"/>
                        <a:pt x="407" y="193"/>
                        <a:pt x="408" y="193"/>
                      </a:cubicBezTo>
                      <a:cubicBezTo>
                        <a:pt x="405" y="195"/>
                        <a:pt x="401" y="199"/>
                        <a:pt x="399" y="199"/>
                      </a:cubicBezTo>
                      <a:cubicBezTo>
                        <a:pt x="400" y="198"/>
                        <a:pt x="400" y="198"/>
                        <a:pt x="400" y="198"/>
                      </a:cubicBezTo>
                      <a:cubicBezTo>
                        <a:pt x="393" y="205"/>
                        <a:pt x="386" y="207"/>
                        <a:pt x="382" y="214"/>
                      </a:cubicBezTo>
                      <a:cubicBezTo>
                        <a:pt x="381" y="214"/>
                        <a:pt x="381" y="214"/>
                        <a:pt x="382" y="213"/>
                      </a:cubicBezTo>
                      <a:cubicBezTo>
                        <a:pt x="378" y="217"/>
                        <a:pt x="378" y="217"/>
                        <a:pt x="378" y="217"/>
                      </a:cubicBezTo>
                      <a:cubicBezTo>
                        <a:pt x="378" y="215"/>
                        <a:pt x="378" y="215"/>
                        <a:pt x="378" y="215"/>
                      </a:cubicBezTo>
                      <a:cubicBezTo>
                        <a:pt x="372" y="223"/>
                        <a:pt x="372" y="223"/>
                        <a:pt x="372" y="223"/>
                      </a:cubicBezTo>
                      <a:cubicBezTo>
                        <a:pt x="372" y="223"/>
                        <a:pt x="372" y="223"/>
                        <a:pt x="372" y="223"/>
                      </a:cubicBezTo>
                      <a:cubicBezTo>
                        <a:pt x="367" y="227"/>
                        <a:pt x="360" y="235"/>
                        <a:pt x="354" y="241"/>
                      </a:cubicBezTo>
                      <a:cubicBezTo>
                        <a:pt x="355" y="240"/>
                        <a:pt x="355" y="240"/>
                        <a:pt x="355" y="240"/>
                      </a:cubicBezTo>
                      <a:cubicBezTo>
                        <a:pt x="349" y="247"/>
                        <a:pt x="348" y="246"/>
                        <a:pt x="344" y="251"/>
                      </a:cubicBezTo>
                      <a:cubicBezTo>
                        <a:pt x="344" y="251"/>
                        <a:pt x="344" y="251"/>
                        <a:pt x="344" y="250"/>
                      </a:cubicBezTo>
                      <a:cubicBezTo>
                        <a:pt x="340" y="255"/>
                        <a:pt x="340" y="255"/>
                        <a:pt x="340" y="255"/>
                      </a:cubicBezTo>
                      <a:cubicBezTo>
                        <a:pt x="340" y="253"/>
                        <a:pt x="340" y="253"/>
                        <a:pt x="340" y="253"/>
                      </a:cubicBezTo>
                      <a:cubicBezTo>
                        <a:pt x="338" y="258"/>
                        <a:pt x="331" y="262"/>
                        <a:pt x="333" y="260"/>
                      </a:cubicBezTo>
                      <a:cubicBezTo>
                        <a:pt x="332" y="263"/>
                        <a:pt x="329" y="266"/>
                        <a:pt x="329" y="267"/>
                      </a:cubicBezTo>
                      <a:cubicBezTo>
                        <a:pt x="325" y="272"/>
                        <a:pt x="328" y="268"/>
                        <a:pt x="325" y="271"/>
                      </a:cubicBezTo>
                      <a:cubicBezTo>
                        <a:pt x="321" y="274"/>
                        <a:pt x="322" y="276"/>
                        <a:pt x="317" y="280"/>
                      </a:cubicBezTo>
                      <a:cubicBezTo>
                        <a:pt x="317" y="280"/>
                        <a:pt x="317" y="280"/>
                        <a:pt x="317" y="280"/>
                      </a:cubicBezTo>
                      <a:cubicBezTo>
                        <a:pt x="315" y="282"/>
                        <a:pt x="314" y="284"/>
                        <a:pt x="311" y="287"/>
                      </a:cubicBezTo>
                      <a:cubicBezTo>
                        <a:pt x="312" y="286"/>
                        <a:pt x="312" y="286"/>
                        <a:pt x="312" y="286"/>
                      </a:cubicBezTo>
                      <a:cubicBezTo>
                        <a:pt x="308" y="292"/>
                        <a:pt x="305" y="291"/>
                        <a:pt x="303" y="297"/>
                      </a:cubicBezTo>
                      <a:cubicBezTo>
                        <a:pt x="301" y="299"/>
                        <a:pt x="298" y="304"/>
                        <a:pt x="297" y="303"/>
                      </a:cubicBezTo>
                      <a:cubicBezTo>
                        <a:pt x="283" y="322"/>
                        <a:pt x="283" y="322"/>
                        <a:pt x="283" y="322"/>
                      </a:cubicBezTo>
                      <a:cubicBezTo>
                        <a:pt x="281" y="322"/>
                        <a:pt x="282" y="324"/>
                        <a:pt x="278" y="327"/>
                      </a:cubicBezTo>
                      <a:cubicBezTo>
                        <a:pt x="279" y="328"/>
                        <a:pt x="279" y="328"/>
                        <a:pt x="279" y="328"/>
                      </a:cubicBezTo>
                      <a:cubicBezTo>
                        <a:pt x="272" y="337"/>
                        <a:pt x="262" y="347"/>
                        <a:pt x="254" y="358"/>
                      </a:cubicBezTo>
                      <a:cubicBezTo>
                        <a:pt x="253" y="357"/>
                        <a:pt x="253" y="357"/>
                        <a:pt x="253" y="357"/>
                      </a:cubicBezTo>
                      <a:cubicBezTo>
                        <a:pt x="252" y="360"/>
                        <a:pt x="252" y="360"/>
                        <a:pt x="252" y="360"/>
                      </a:cubicBezTo>
                      <a:cubicBezTo>
                        <a:pt x="244" y="372"/>
                        <a:pt x="233" y="387"/>
                        <a:pt x="226" y="396"/>
                      </a:cubicBezTo>
                      <a:cubicBezTo>
                        <a:pt x="225" y="400"/>
                        <a:pt x="223" y="405"/>
                        <a:pt x="219" y="410"/>
                      </a:cubicBezTo>
                      <a:cubicBezTo>
                        <a:pt x="219" y="409"/>
                        <a:pt x="219" y="409"/>
                        <a:pt x="219" y="409"/>
                      </a:cubicBezTo>
                      <a:cubicBezTo>
                        <a:pt x="214" y="418"/>
                        <a:pt x="209" y="428"/>
                        <a:pt x="202" y="437"/>
                      </a:cubicBezTo>
                      <a:cubicBezTo>
                        <a:pt x="202" y="436"/>
                        <a:pt x="202" y="437"/>
                        <a:pt x="202" y="436"/>
                      </a:cubicBezTo>
                      <a:cubicBezTo>
                        <a:pt x="202" y="439"/>
                        <a:pt x="199" y="442"/>
                        <a:pt x="197" y="444"/>
                      </a:cubicBezTo>
                      <a:cubicBezTo>
                        <a:pt x="200" y="442"/>
                        <a:pt x="200" y="442"/>
                        <a:pt x="200" y="442"/>
                      </a:cubicBezTo>
                      <a:cubicBezTo>
                        <a:pt x="199" y="445"/>
                        <a:pt x="196" y="448"/>
                        <a:pt x="194" y="449"/>
                      </a:cubicBezTo>
                      <a:cubicBezTo>
                        <a:pt x="192" y="454"/>
                        <a:pt x="192" y="454"/>
                        <a:pt x="192" y="454"/>
                      </a:cubicBezTo>
                      <a:cubicBezTo>
                        <a:pt x="192" y="455"/>
                        <a:pt x="192" y="455"/>
                        <a:pt x="192" y="455"/>
                      </a:cubicBezTo>
                      <a:cubicBezTo>
                        <a:pt x="192" y="456"/>
                        <a:pt x="192" y="456"/>
                        <a:pt x="192" y="456"/>
                      </a:cubicBezTo>
                      <a:cubicBezTo>
                        <a:pt x="189" y="458"/>
                        <a:pt x="189" y="458"/>
                        <a:pt x="189" y="458"/>
                      </a:cubicBezTo>
                      <a:cubicBezTo>
                        <a:pt x="189" y="459"/>
                        <a:pt x="186" y="465"/>
                        <a:pt x="186" y="467"/>
                      </a:cubicBezTo>
                      <a:cubicBezTo>
                        <a:pt x="185" y="467"/>
                        <a:pt x="182" y="471"/>
                        <a:pt x="184" y="468"/>
                      </a:cubicBezTo>
                      <a:cubicBezTo>
                        <a:pt x="175" y="484"/>
                        <a:pt x="175" y="484"/>
                        <a:pt x="175" y="484"/>
                      </a:cubicBezTo>
                      <a:cubicBezTo>
                        <a:pt x="176" y="482"/>
                        <a:pt x="176" y="482"/>
                        <a:pt x="176" y="482"/>
                      </a:cubicBezTo>
                      <a:cubicBezTo>
                        <a:pt x="178" y="482"/>
                        <a:pt x="175" y="487"/>
                        <a:pt x="174" y="489"/>
                      </a:cubicBezTo>
                      <a:cubicBezTo>
                        <a:pt x="175" y="486"/>
                        <a:pt x="172" y="488"/>
                        <a:pt x="171" y="490"/>
                      </a:cubicBezTo>
                      <a:cubicBezTo>
                        <a:pt x="170" y="492"/>
                        <a:pt x="173" y="488"/>
                        <a:pt x="173" y="489"/>
                      </a:cubicBezTo>
                      <a:cubicBezTo>
                        <a:pt x="172" y="493"/>
                        <a:pt x="169" y="499"/>
                        <a:pt x="168" y="500"/>
                      </a:cubicBezTo>
                      <a:cubicBezTo>
                        <a:pt x="168" y="498"/>
                        <a:pt x="168" y="498"/>
                        <a:pt x="168" y="498"/>
                      </a:cubicBezTo>
                      <a:cubicBezTo>
                        <a:pt x="167" y="502"/>
                        <a:pt x="164" y="503"/>
                        <a:pt x="162" y="507"/>
                      </a:cubicBezTo>
                      <a:cubicBezTo>
                        <a:pt x="161" y="511"/>
                        <a:pt x="159" y="513"/>
                        <a:pt x="161" y="513"/>
                      </a:cubicBezTo>
                      <a:cubicBezTo>
                        <a:pt x="159" y="518"/>
                        <a:pt x="159" y="514"/>
                        <a:pt x="158" y="516"/>
                      </a:cubicBezTo>
                      <a:cubicBezTo>
                        <a:pt x="158" y="518"/>
                        <a:pt x="154" y="525"/>
                        <a:pt x="153" y="525"/>
                      </a:cubicBezTo>
                      <a:cubicBezTo>
                        <a:pt x="153" y="529"/>
                        <a:pt x="145" y="538"/>
                        <a:pt x="147" y="540"/>
                      </a:cubicBezTo>
                      <a:cubicBezTo>
                        <a:pt x="143" y="544"/>
                        <a:pt x="143" y="544"/>
                        <a:pt x="143" y="544"/>
                      </a:cubicBezTo>
                      <a:cubicBezTo>
                        <a:pt x="144" y="544"/>
                        <a:pt x="145" y="545"/>
                        <a:pt x="143" y="549"/>
                      </a:cubicBezTo>
                      <a:cubicBezTo>
                        <a:pt x="141" y="552"/>
                        <a:pt x="141" y="551"/>
                        <a:pt x="140" y="551"/>
                      </a:cubicBezTo>
                      <a:cubicBezTo>
                        <a:pt x="141" y="554"/>
                        <a:pt x="141" y="554"/>
                        <a:pt x="141" y="554"/>
                      </a:cubicBezTo>
                      <a:cubicBezTo>
                        <a:pt x="130" y="571"/>
                        <a:pt x="121" y="596"/>
                        <a:pt x="111" y="615"/>
                      </a:cubicBezTo>
                      <a:cubicBezTo>
                        <a:pt x="107" y="624"/>
                        <a:pt x="104" y="636"/>
                        <a:pt x="99" y="647"/>
                      </a:cubicBezTo>
                      <a:cubicBezTo>
                        <a:pt x="100" y="645"/>
                        <a:pt x="100" y="645"/>
                        <a:pt x="100" y="645"/>
                      </a:cubicBezTo>
                      <a:cubicBezTo>
                        <a:pt x="95" y="656"/>
                        <a:pt x="95" y="656"/>
                        <a:pt x="95" y="656"/>
                      </a:cubicBezTo>
                      <a:cubicBezTo>
                        <a:pt x="99" y="648"/>
                        <a:pt x="99" y="648"/>
                        <a:pt x="99" y="648"/>
                      </a:cubicBezTo>
                      <a:cubicBezTo>
                        <a:pt x="98" y="651"/>
                        <a:pt x="98" y="653"/>
                        <a:pt x="97" y="655"/>
                      </a:cubicBezTo>
                      <a:cubicBezTo>
                        <a:pt x="92" y="666"/>
                        <a:pt x="85" y="681"/>
                        <a:pt x="81" y="696"/>
                      </a:cubicBezTo>
                      <a:cubicBezTo>
                        <a:pt x="80" y="706"/>
                        <a:pt x="77" y="702"/>
                        <a:pt x="76" y="711"/>
                      </a:cubicBezTo>
                      <a:cubicBezTo>
                        <a:pt x="76" y="710"/>
                        <a:pt x="76" y="710"/>
                        <a:pt x="76" y="709"/>
                      </a:cubicBezTo>
                      <a:cubicBezTo>
                        <a:pt x="73" y="719"/>
                        <a:pt x="72" y="725"/>
                        <a:pt x="70" y="735"/>
                      </a:cubicBezTo>
                      <a:cubicBezTo>
                        <a:pt x="68" y="733"/>
                        <a:pt x="68" y="741"/>
                        <a:pt x="67" y="740"/>
                      </a:cubicBezTo>
                      <a:cubicBezTo>
                        <a:pt x="68" y="741"/>
                        <a:pt x="68" y="741"/>
                        <a:pt x="68" y="741"/>
                      </a:cubicBezTo>
                      <a:cubicBezTo>
                        <a:pt x="67" y="743"/>
                        <a:pt x="65" y="748"/>
                        <a:pt x="65" y="747"/>
                      </a:cubicBezTo>
                      <a:cubicBezTo>
                        <a:pt x="64" y="752"/>
                        <a:pt x="64" y="752"/>
                        <a:pt x="64" y="752"/>
                      </a:cubicBezTo>
                      <a:cubicBezTo>
                        <a:pt x="63" y="752"/>
                        <a:pt x="63" y="752"/>
                        <a:pt x="63" y="752"/>
                      </a:cubicBezTo>
                      <a:cubicBezTo>
                        <a:pt x="62" y="757"/>
                        <a:pt x="59" y="770"/>
                        <a:pt x="56" y="772"/>
                      </a:cubicBezTo>
                      <a:cubicBezTo>
                        <a:pt x="53" y="787"/>
                        <a:pt x="47" y="809"/>
                        <a:pt x="42" y="827"/>
                      </a:cubicBezTo>
                      <a:cubicBezTo>
                        <a:pt x="43" y="830"/>
                        <a:pt x="41" y="835"/>
                        <a:pt x="40" y="839"/>
                      </a:cubicBezTo>
                      <a:cubicBezTo>
                        <a:pt x="38" y="844"/>
                        <a:pt x="38" y="844"/>
                        <a:pt x="38" y="844"/>
                      </a:cubicBezTo>
                      <a:cubicBezTo>
                        <a:pt x="38" y="848"/>
                        <a:pt x="38" y="853"/>
                        <a:pt x="36" y="856"/>
                      </a:cubicBezTo>
                      <a:cubicBezTo>
                        <a:pt x="36" y="856"/>
                        <a:pt x="36" y="856"/>
                        <a:pt x="36" y="856"/>
                      </a:cubicBezTo>
                      <a:cubicBezTo>
                        <a:pt x="36" y="860"/>
                        <a:pt x="34" y="864"/>
                        <a:pt x="34" y="868"/>
                      </a:cubicBezTo>
                      <a:cubicBezTo>
                        <a:pt x="33" y="873"/>
                        <a:pt x="32" y="877"/>
                        <a:pt x="31" y="876"/>
                      </a:cubicBezTo>
                      <a:cubicBezTo>
                        <a:pt x="33" y="877"/>
                        <a:pt x="29" y="886"/>
                        <a:pt x="29" y="886"/>
                      </a:cubicBezTo>
                      <a:cubicBezTo>
                        <a:pt x="29" y="886"/>
                        <a:pt x="15" y="946"/>
                        <a:pt x="7" y="1014"/>
                      </a:cubicBezTo>
                      <a:cubicBezTo>
                        <a:pt x="3" y="1049"/>
                        <a:pt x="1" y="1085"/>
                        <a:pt x="0" y="1116"/>
                      </a:cubicBezTo>
                      <a:cubicBezTo>
                        <a:pt x="0" y="1148"/>
                        <a:pt x="1" y="1175"/>
                        <a:pt x="4" y="1189"/>
                      </a:cubicBezTo>
                      <a:cubicBezTo>
                        <a:pt x="5" y="1191"/>
                        <a:pt x="5" y="1197"/>
                        <a:pt x="6" y="1195"/>
                      </a:cubicBezTo>
                      <a:cubicBezTo>
                        <a:pt x="7" y="1199"/>
                        <a:pt x="5" y="1201"/>
                        <a:pt x="6" y="1202"/>
                      </a:cubicBezTo>
                      <a:cubicBezTo>
                        <a:pt x="7" y="1196"/>
                        <a:pt x="9" y="1204"/>
                        <a:pt x="10" y="1198"/>
                      </a:cubicBezTo>
                      <a:cubicBezTo>
                        <a:pt x="10" y="1202"/>
                        <a:pt x="10" y="1202"/>
                        <a:pt x="10" y="1202"/>
                      </a:cubicBezTo>
                      <a:cubicBezTo>
                        <a:pt x="11" y="1203"/>
                        <a:pt x="9" y="1197"/>
                        <a:pt x="11" y="1198"/>
                      </a:cubicBezTo>
                      <a:cubicBezTo>
                        <a:pt x="9" y="1197"/>
                        <a:pt x="9" y="1197"/>
                        <a:pt x="9" y="1197"/>
                      </a:cubicBezTo>
                      <a:cubicBezTo>
                        <a:pt x="9" y="1194"/>
                        <a:pt x="9" y="1192"/>
                        <a:pt x="10" y="1191"/>
                      </a:cubicBezTo>
                      <a:cubicBezTo>
                        <a:pt x="9" y="1188"/>
                        <a:pt x="7" y="1186"/>
                        <a:pt x="8" y="1180"/>
                      </a:cubicBezTo>
                      <a:cubicBezTo>
                        <a:pt x="8" y="1182"/>
                        <a:pt x="8" y="1182"/>
                        <a:pt x="8" y="1182"/>
                      </a:cubicBezTo>
                      <a:cubicBezTo>
                        <a:pt x="8" y="1176"/>
                        <a:pt x="9" y="1178"/>
                        <a:pt x="10" y="1177"/>
                      </a:cubicBezTo>
                      <a:cubicBezTo>
                        <a:pt x="10" y="1178"/>
                        <a:pt x="10" y="1178"/>
                        <a:pt x="10" y="1178"/>
                      </a:cubicBezTo>
                      <a:cubicBezTo>
                        <a:pt x="11" y="1174"/>
                        <a:pt x="11" y="1174"/>
                        <a:pt x="11" y="1174"/>
                      </a:cubicBezTo>
                      <a:cubicBezTo>
                        <a:pt x="10" y="1177"/>
                        <a:pt x="11" y="1183"/>
                        <a:pt x="11" y="1180"/>
                      </a:cubicBezTo>
                      <a:cubicBezTo>
                        <a:pt x="12" y="1174"/>
                        <a:pt x="11" y="1182"/>
                        <a:pt x="11" y="1177"/>
                      </a:cubicBezTo>
                      <a:cubicBezTo>
                        <a:pt x="11" y="1174"/>
                        <a:pt x="12" y="1175"/>
                        <a:pt x="12" y="1175"/>
                      </a:cubicBezTo>
                      <a:cubicBezTo>
                        <a:pt x="12" y="1170"/>
                        <a:pt x="12" y="1170"/>
                        <a:pt x="12" y="1170"/>
                      </a:cubicBezTo>
                      <a:cubicBezTo>
                        <a:pt x="13" y="1170"/>
                        <a:pt x="12" y="1173"/>
                        <a:pt x="13" y="1171"/>
                      </a:cubicBezTo>
                      <a:cubicBezTo>
                        <a:pt x="12" y="1164"/>
                        <a:pt x="12" y="1164"/>
                        <a:pt x="12" y="1164"/>
                      </a:cubicBezTo>
                      <a:cubicBezTo>
                        <a:pt x="14" y="1163"/>
                        <a:pt x="11" y="1157"/>
                        <a:pt x="13" y="1154"/>
                      </a:cubicBezTo>
                      <a:cubicBezTo>
                        <a:pt x="14" y="1159"/>
                        <a:pt x="14" y="1153"/>
                        <a:pt x="15" y="1154"/>
                      </a:cubicBezTo>
                      <a:cubicBezTo>
                        <a:pt x="15" y="1142"/>
                        <a:pt x="15" y="1142"/>
                        <a:pt x="15" y="1142"/>
                      </a:cubicBezTo>
                      <a:cubicBezTo>
                        <a:pt x="16" y="1141"/>
                        <a:pt x="16" y="1145"/>
                        <a:pt x="16" y="1144"/>
                      </a:cubicBezTo>
                      <a:cubicBezTo>
                        <a:pt x="16" y="1141"/>
                        <a:pt x="15" y="1140"/>
                        <a:pt x="15" y="1139"/>
                      </a:cubicBezTo>
                      <a:cubicBezTo>
                        <a:pt x="16" y="1138"/>
                        <a:pt x="16" y="1130"/>
                        <a:pt x="17" y="1130"/>
                      </a:cubicBezTo>
                      <a:cubicBezTo>
                        <a:pt x="19" y="1122"/>
                        <a:pt x="15" y="1127"/>
                        <a:pt x="17" y="1119"/>
                      </a:cubicBezTo>
                      <a:cubicBezTo>
                        <a:pt x="18" y="1118"/>
                        <a:pt x="17" y="1125"/>
                        <a:pt x="18" y="1122"/>
                      </a:cubicBezTo>
                      <a:cubicBezTo>
                        <a:pt x="18" y="1114"/>
                        <a:pt x="18" y="1114"/>
                        <a:pt x="18" y="1114"/>
                      </a:cubicBezTo>
                      <a:cubicBezTo>
                        <a:pt x="18" y="1115"/>
                        <a:pt x="19" y="1116"/>
                        <a:pt x="19" y="1119"/>
                      </a:cubicBezTo>
                      <a:cubicBezTo>
                        <a:pt x="21" y="1098"/>
                        <a:pt x="26" y="1087"/>
                        <a:pt x="27" y="1067"/>
                      </a:cubicBezTo>
                      <a:cubicBezTo>
                        <a:pt x="28" y="1065"/>
                        <a:pt x="27" y="1069"/>
                        <a:pt x="28" y="1071"/>
                      </a:cubicBezTo>
                      <a:cubicBezTo>
                        <a:pt x="28" y="1057"/>
                        <a:pt x="32" y="1052"/>
                        <a:pt x="33" y="1040"/>
                      </a:cubicBezTo>
                      <a:cubicBezTo>
                        <a:pt x="32" y="1040"/>
                        <a:pt x="32" y="1040"/>
                        <a:pt x="32" y="1040"/>
                      </a:cubicBezTo>
                      <a:cubicBezTo>
                        <a:pt x="36" y="1024"/>
                        <a:pt x="37" y="1004"/>
                        <a:pt x="41" y="986"/>
                      </a:cubicBezTo>
                      <a:cubicBezTo>
                        <a:pt x="40" y="988"/>
                        <a:pt x="40" y="988"/>
                        <a:pt x="40" y="988"/>
                      </a:cubicBezTo>
                      <a:cubicBezTo>
                        <a:pt x="39" y="985"/>
                        <a:pt x="40" y="981"/>
                        <a:pt x="40" y="978"/>
                      </a:cubicBezTo>
                      <a:cubicBezTo>
                        <a:pt x="40" y="977"/>
                        <a:pt x="41" y="980"/>
                        <a:pt x="42" y="975"/>
                      </a:cubicBezTo>
                      <a:cubicBezTo>
                        <a:pt x="41" y="976"/>
                        <a:pt x="41" y="978"/>
                        <a:pt x="40" y="977"/>
                      </a:cubicBezTo>
                      <a:cubicBezTo>
                        <a:pt x="45" y="962"/>
                        <a:pt x="50" y="928"/>
                        <a:pt x="56" y="903"/>
                      </a:cubicBezTo>
                      <a:cubicBezTo>
                        <a:pt x="62" y="868"/>
                        <a:pt x="72" y="831"/>
                        <a:pt x="81" y="797"/>
                      </a:cubicBezTo>
                      <a:cubicBezTo>
                        <a:pt x="79" y="802"/>
                        <a:pt x="78" y="799"/>
                        <a:pt x="79" y="796"/>
                      </a:cubicBezTo>
                      <a:cubicBezTo>
                        <a:pt x="86" y="786"/>
                        <a:pt x="84" y="777"/>
                        <a:pt x="89" y="767"/>
                      </a:cubicBezTo>
                      <a:cubicBezTo>
                        <a:pt x="94" y="747"/>
                        <a:pt x="103" y="731"/>
                        <a:pt x="106" y="712"/>
                      </a:cubicBezTo>
                      <a:cubicBezTo>
                        <a:pt x="107" y="712"/>
                        <a:pt x="107" y="712"/>
                        <a:pt x="107" y="712"/>
                      </a:cubicBezTo>
                      <a:cubicBezTo>
                        <a:pt x="108" y="710"/>
                        <a:pt x="108" y="709"/>
                        <a:pt x="109" y="706"/>
                      </a:cubicBezTo>
                      <a:cubicBezTo>
                        <a:pt x="109" y="706"/>
                        <a:pt x="109" y="706"/>
                        <a:pt x="109" y="706"/>
                      </a:cubicBezTo>
                      <a:cubicBezTo>
                        <a:pt x="112" y="700"/>
                        <a:pt x="113" y="691"/>
                        <a:pt x="115" y="688"/>
                      </a:cubicBezTo>
                      <a:cubicBezTo>
                        <a:pt x="114" y="687"/>
                        <a:pt x="114" y="687"/>
                        <a:pt x="114" y="687"/>
                      </a:cubicBezTo>
                      <a:cubicBezTo>
                        <a:pt x="116" y="683"/>
                        <a:pt x="116" y="685"/>
                        <a:pt x="117" y="681"/>
                      </a:cubicBezTo>
                      <a:cubicBezTo>
                        <a:pt x="117" y="681"/>
                        <a:pt x="117" y="681"/>
                        <a:pt x="117" y="681"/>
                      </a:cubicBezTo>
                      <a:cubicBezTo>
                        <a:pt x="118" y="676"/>
                        <a:pt x="118" y="676"/>
                        <a:pt x="118" y="676"/>
                      </a:cubicBezTo>
                      <a:cubicBezTo>
                        <a:pt x="120" y="677"/>
                        <a:pt x="122" y="665"/>
                        <a:pt x="124" y="663"/>
                      </a:cubicBezTo>
                      <a:cubicBezTo>
                        <a:pt x="126" y="657"/>
                        <a:pt x="129" y="648"/>
                        <a:pt x="132" y="640"/>
                      </a:cubicBezTo>
                      <a:cubicBezTo>
                        <a:pt x="134" y="639"/>
                        <a:pt x="137" y="630"/>
                        <a:pt x="140" y="624"/>
                      </a:cubicBezTo>
                      <a:cubicBezTo>
                        <a:pt x="145" y="613"/>
                        <a:pt x="151" y="596"/>
                        <a:pt x="158" y="582"/>
                      </a:cubicBezTo>
                      <a:cubicBezTo>
                        <a:pt x="157" y="582"/>
                        <a:pt x="157" y="582"/>
                        <a:pt x="157" y="582"/>
                      </a:cubicBezTo>
                      <a:cubicBezTo>
                        <a:pt x="159" y="578"/>
                        <a:pt x="159" y="578"/>
                        <a:pt x="159" y="578"/>
                      </a:cubicBezTo>
                      <a:cubicBezTo>
                        <a:pt x="159" y="578"/>
                        <a:pt x="159" y="578"/>
                        <a:pt x="159" y="578"/>
                      </a:cubicBezTo>
                      <a:cubicBezTo>
                        <a:pt x="162" y="576"/>
                        <a:pt x="163" y="569"/>
                        <a:pt x="165" y="567"/>
                      </a:cubicBezTo>
                      <a:cubicBezTo>
                        <a:pt x="163" y="568"/>
                        <a:pt x="164" y="569"/>
                        <a:pt x="163" y="572"/>
                      </a:cubicBezTo>
                      <a:cubicBezTo>
                        <a:pt x="161" y="574"/>
                        <a:pt x="161" y="571"/>
                        <a:pt x="163" y="567"/>
                      </a:cubicBezTo>
                      <a:cubicBezTo>
                        <a:pt x="164" y="567"/>
                        <a:pt x="164" y="567"/>
                        <a:pt x="164" y="567"/>
                      </a:cubicBezTo>
                      <a:cubicBezTo>
                        <a:pt x="164" y="564"/>
                        <a:pt x="164" y="564"/>
                        <a:pt x="164" y="564"/>
                      </a:cubicBezTo>
                      <a:cubicBezTo>
                        <a:pt x="165" y="564"/>
                        <a:pt x="167" y="562"/>
                        <a:pt x="168" y="562"/>
                      </a:cubicBezTo>
                      <a:cubicBezTo>
                        <a:pt x="174" y="550"/>
                        <a:pt x="176" y="541"/>
                        <a:pt x="183" y="528"/>
                      </a:cubicBezTo>
                      <a:cubicBezTo>
                        <a:pt x="183" y="530"/>
                        <a:pt x="187" y="519"/>
                        <a:pt x="188" y="523"/>
                      </a:cubicBezTo>
                      <a:cubicBezTo>
                        <a:pt x="191" y="515"/>
                        <a:pt x="186" y="523"/>
                        <a:pt x="186" y="519"/>
                      </a:cubicBezTo>
                      <a:cubicBezTo>
                        <a:pt x="188" y="517"/>
                        <a:pt x="188" y="515"/>
                        <a:pt x="189" y="515"/>
                      </a:cubicBezTo>
                      <a:cubicBezTo>
                        <a:pt x="189" y="516"/>
                        <a:pt x="191" y="513"/>
                        <a:pt x="190" y="515"/>
                      </a:cubicBezTo>
                      <a:cubicBezTo>
                        <a:pt x="193" y="510"/>
                        <a:pt x="193" y="510"/>
                        <a:pt x="193" y="510"/>
                      </a:cubicBezTo>
                      <a:cubicBezTo>
                        <a:pt x="193" y="510"/>
                        <a:pt x="193" y="511"/>
                        <a:pt x="193" y="512"/>
                      </a:cubicBezTo>
                      <a:cubicBezTo>
                        <a:pt x="197" y="501"/>
                        <a:pt x="203" y="494"/>
                        <a:pt x="207" y="485"/>
                      </a:cubicBezTo>
                      <a:cubicBezTo>
                        <a:pt x="207" y="484"/>
                        <a:pt x="205" y="488"/>
                        <a:pt x="205" y="487"/>
                      </a:cubicBezTo>
                      <a:cubicBezTo>
                        <a:pt x="209" y="478"/>
                        <a:pt x="211" y="480"/>
                        <a:pt x="215" y="471"/>
                      </a:cubicBezTo>
                      <a:cubicBezTo>
                        <a:pt x="214" y="473"/>
                        <a:pt x="214" y="473"/>
                        <a:pt x="214" y="473"/>
                      </a:cubicBezTo>
                      <a:cubicBezTo>
                        <a:pt x="215" y="470"/>
                        <a:pt x="215" y="469"/>
                        <a:pt x="219" y="465"/>
                      </a:cubicBezTo>
                      <a:cubicBezTo>
                        <a:pt x="220" y="465"/>
                        <a:pt x="217" y="469"/>
                        <a:pt x="216" y="471"/>
                      </a:cubicBezTo>
                      <a:cubicBezTo>
                        <a:pt x="218" y="468"/>
                        <a:pt x="223" y="461"/>
                        <a:pt x="220" y="462"/>
                      </a:cubicBezTo>
                      <a:cubicBezTo>
                        <a:pt x="222" y="459"/>
                        <a:pt x="224" y="458"/>
                        <a:pt x="225" y="456"/>
                      </a:cubicBezTo>
                      <a:cubicBezTo>
                        <a:pt x="225" y="456"/>
                        <a:pt x="223" y="459"/>
                        <a:pt x="223" y="457"/>
                      </a:cubicBezTo>
                      <a:cubicBezTo>
                        <a:pt x="227" y="452"/>
                        <a:pt x="231" y="444"/>
                        <a:pt x="235" y="439"/>
                      </a:cubicBezTo>
                      <a:cubicBezTo>
                        <a:pt x="235" y="439"/>
                        <a:pt x="236" y="439"/>
                        <a:pt x="236" y="439"/>
                      </a:cubicBezTo>
                      <a:cubicBezTo>
                        <a:pt x="238" y="434"/>
                        <a:pt x="239" y="436"/>
                        <a:pt x="243" y="429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49" name="Freeform 156">
                  <a:extLst>
                    <a:ext uri="{FF2B5EF4-FFF2-40B4-BE49-F238E27FC236}">
                      <a16:creationId xmlns:a16="http://schemas.microsoft.com/office/drawing/2014/main" id="{41BA5AE2-2FAF-4515-9D21-957793D348A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26338" y="2025650"/>
                  <a:ext cx="7937" cy="7938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0" y="1"/>
                    </a:cxn>
                    <a:cxn ang="0">
                      <a:pos x="0" y="3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3" h="3">
                      <a:moveTo>
                        <a:pt x="3" y="0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1" y="2"/>
                        <a:pt x="1" y="2"/>
                        <a:pt x="0" y="3"/>
                      </a:cubicBezTo>
                      <a:lnTo>
                        <a:pt x="3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50" name="Freeform 157">
                  <a:extLst>
                    <a:ext uri="{FF2B5EF4-FFF2-40B4-BE49-F238E27FC236}">
                      <a16:creationId xmlns:a16="http://schemas.microsoft.com/office/drawing/2014/main" id="{C4F2F43C-4D4B-47E0-9D45-43E77DED7FD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278688" y="2239963"/>
                  <a:ext cx="1587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51" name="Freeform 158">
                  <a:extLst>
                    <a:ext uri="{FF2B5EF4-FFF2-40B4-BE49-F238E27FC236}">
                      <a16:creationId xmlns:a16="http://schemas.microsoft.com/office/drawing/2014/main" id="{C0006FFE-DC24-413F-84FF-86B80D08F39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221538" y="2297113"/>
                  <a:ext cx="7937" cy="4763"/>
                </a:xfrm>
                <a:custGeom>
                  <a:avLst/>
                  <a:gdLst/>
                  <a:ahLst/>
                  <a:cxnLst>
                    <a:cxn ang="0">
                      <a:pos x="2" y="2"/>
                    </a:cxn>
                    <a:cxn ang="0">
                      <a:pos x="0" y="2"/>
                    </a:cxn>
                    <a:cxn ang="0">
                      <a:pos x="2" y="2"/>
                    </a:cxn>
                  </a:cxnLst>
                  <a:rect l="0" t="0" r="r" b="b"/>
                  <a:pathLst>
                    <a:path w="3" h="2">
                      <a:moveTo>
                        <a:pt x="2" y="2"/>
                      </a:moveTo>
                      <a:cubicBezTo>
                        <a:pt x="3" y="0"/>
                        <a:pt x="1" y="1"/>
                        <a:pt x="0" y="2"/>
                      </a:cubicBezTo>
                      <a:cubicBezTo>
                        <a:pt x="1" y="2"/>
                        <a:pt x="1" y="2"/>
                        <a:pt x="2" y="2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52" name="Freeform 159">
                  <a:extLst>
                    <a:ext uri="{FF2B5EF4-FFF2-40B4-BE49-F238E27FC236}">
                      <a16:creationId xmlns:a16="http://schemas.microsoft.com/office/drawing/2014/main" id="{0E2EE6D9-2EF0-4B41-8AF7-7D47A822D3C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85088" y="1916113"/>
                  <a:ext cx="3175" cy="1588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0" y="0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53" name="Freeform 160">
                  <a:extLst>
                    <a:ext uri="{FF2B5EF4-FFF2-40B4-BE49-F238E27FC236}">
                      <a16:creationId xmlns:a16="http://schemas.microsoft.com/office/drawing/2014/main" id="{D6A6B630-3AA9-4879-B457-9783BC75E1D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167688" y="1717675"/>
                  <a:ext cx="1587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54" name="Freeform 161">
                  <a:extLst>
                    <a:ext uri="{FF2B5EF4-FFF2-40B4-BE49-F238E27FC236}">
                      <a16:creationId xmlns:a16="http://schemas.microsoft.com/office/drawing/2014/main" id="{53783A96-31C5-43DA-AA4B-719AF5D1FE8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132763" y="1720850"/>
                  <a:ext cx="6350" cy="1588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0" y="1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3" h="1">
                      <a:moveTo>
                        <a:pt x="3" y="0"/>
                      </a:moveTo>
                      <a:cubicBezTo>
                        <a:pt x="2" y="0"/>
                        <a:pt x="1" y="1"/>
                        <a:pt x="0" y="1"/>
                      </a:cubicBezTo>
                      <a:cubicBezTo>
                        <a:pt x="1" y="1"/>
                        <a:pt x="2" y="1"/>
                        <a:pt x="3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55" name="Freeform 162">
                  <a:extLst>
                    <a:ext uri="{FF2B5EF4-FFF2-40B4-BE49-F238E27FC236}">
                      <a16:creationId xmlns:a16="http://schemas.microsoft.com/office/drawing/2014/main" id="{68B3C682-6BAB-49EB-8CD8-BCD6A75217B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77138" y="1984375"/>
                  <a:ext cx="4762" cy="4763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2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2">
                      <a:moveTo>
                        <a:pt x="2" y="0"/>
                      </a:moveTo>
                      <a:cubicBezTo>
                        <a:pt x="1" y="1"/>
                        <a:pt x="1" y="1"/>
                        <a:pt x="0" y="2"/>
                      </a:cubicBezTo>
                      <a:cubicBezTo>
                        <a:pt x="1" y="1"/>
                        <a:pt x="2" y="1"/>
                        <a:pt x="2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56" name="Freeform 163">
                  <a:extLst>
                    <a:ext uri="{FF2B5EF4-FFF2-40B4-BE49-F238E27FC236}">
                      <a16:creationId xmlns:a16="http://schemas.microsoft.com/office/drawing/2014/main" id="{40B5B81B-9DD0-41C4-B777-71A171F9AF5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120063" y="1725613"/>
                  <a:ext cx="7937" cy="3175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3" h="1">
                      <a:moveTo>
                        <a:pt x="3" y="0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lnTo>
                        <a:pt x="3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57" name="Freeform 164">
                  <a:extLst>
                    <a:ext uri="{FF2B5EF4-FFF2-40B4-BE49-F238E27FC236}">
                      <a16:creationId xmlns:a16="http://schemas.microsoft.com/office/drawing/2014/main" id="{7D07C95B-71FE-4EB4-96FA-FD11F498D5D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167688" y="1716088"/>
                  <a:ext cx="9525" cy="1588"/>
                </a:xfrm>
                <a:custGeom>
                  <a:avLst/>
                  <a:gdLst/>
                  <a:ahLst/>
                  <a:cxnLst>
                    <a:cxn ang="0">
                      <a:pos x="4" y="0"/>
                    </a:cxn>
                    <a:cxn ang="0">
                      <a:pos x="0" y="1"/>
                    </a:cxn>
                    <a:cxn ang="0">
                      <a:pos x="4" y="0"/>
                    </a:cxn>
                  </a:cxnLst>
                  <a:rect l="0" t="0" r="r" b="b"/>
                  <a:pathLst>
                    <a:path w="4" h="1">
                      <a:moveTo>
                        <a:pt x="4" y="0"/>
                      </a:moveTo>
                      <a:cubicBezTo>
                        <a:pt x="3" y="1"/>
                        <a:pt x="1" y="1"/>
                        <a:pt x="0" y="1"/>
                      </a:cubicBezTo>
                      <a:cubicBezTo>
                        <a:pt x="2" y="1"/>
                        <a:pt x="3" y="1"/>
                        <a:pt x="4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58" name="Freeform 165">
                  <a:extLst>
                    <a:ext uri="{FF2B5EF4-FFF2-40B4-BE49-F238E27FC236}">
                      <a16:creationId xmlns:a16="http://schemas.microsoft.com/office/drawing/2014/main" id="{DD1745BF-35D8-4470-9D24-E3194272F2A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50188" y="1822450"/>
                  <a:ext cx="4762" cy="4763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2">
                      <a:moveTo>
                        <a:pt x="2" y="0"/>
                      </a:move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0" y="2"/>
                        <a:pt x="1" y="1"/>
                        <a:pt x="2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59" name="Freeform 166">
                  <a:extLst>
                    <a:ext uri="{FF2B5EF4-FFF2-40B4-BE49-F238E27FC236}">
                      <a16:creationId xmlns:a16="http://schemas.microsoft.com/office/drawing/2014/main" id="{7B3C4E90-FBCF-4F16-9028-B714DBEF06C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094663" y="1738313"/>
                  <a:ext cx="3175" cy="1588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2" y="0"/>
                    </a:cxn>
                    <a:cxn ang="0">
                      <a:pos x="0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lnTo>
                        <a:pt x="2" y="0"/>
                      </a:lnTo>
                      <a:lnTo>
                        <a:pt x="0" y="1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60" name="Freeform 167">
                  <a:extLst>
                    <a:ext uri="{FF2B5EF4-FFF2-40B4-BE49-F238E27FC236}">
                      <a16:creationId xmlns:a16="http://schemas.microsoft.com/office/drawing/2014/main" id="{D26F5F2D-C825-48F7-88C8-6FD383D4575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204200" y="1711325"/>
                  <a:ext cx="4762" cy="1588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0" y="0"/>
                    </a:cxn>
                    <a:cxn ang="0">
                      <a:pos x="2" y="0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2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61" name="Freeform 168">
                  <a:extLst>
                    <a:ext uri="{FF2B5EF4-FFF2-40B4-BE49-F238E27FC236}">
                      <a16:creationId xmlns:a16="http://schemas.microsoft.com/office/drawing/2014/main" id="{8FAAEE48-E283-40FE-A15F-EEC158AC45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56550" y="1779588"/>
                  <a:ext cx="1587" cy="4763"/>
                </a:xfrm>
                <a:custGeom>
                  <a:avLst/>
                  <a:gdLst/>
                  <a:ahLst/>
                  <a:cxnLst>
                    <a:cxn ang="0">
                      <a:pos x="1" y="2"/>
                    </a:cxn>
                    <a:cxn ang="0">
                      <a:pos x="1" y="0"/>
                    </a:cxn>
                    <a:cxn ang="0">
                      <a:pos x="1" y="2"/>
                    </a:cxn>
                  </a:cxnLst>
                  <a:rect l="0" t="0" r="r" b="b"/>
                  <a:pathLst>
                    <a:path w="1" h="2">
                      <a:moveTo>
                        <a:pt x="1" y="2"/>
                      </a:moveTo>
                      <a:cubicBezTo>
                        <a:pt x="1" y="1"/>
                        <a:pt x="1" y="1"/>
                        <a:pt x="1" y="0"/>
                      </a:cubicBezTo>
                      <a:cubicBezTo>
                        <a:pt x="0" y="1"/>
                        <a:pt x="0" y="1"/>
                        <a:pt x="1" y="2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41" name="Group 629">
                <a:extLst>
                  <a:ext uri="{FF2B5EF4-FFF2-40B4-BE49-F238E27FC236}">
                    <a16:creationId xmlns:a16="http://schemas.microsoft.com/office/drawing/2014/main" id="{70FB0AED-07DF-41A3-93A4-874C03FD0820}"/>
                  </a:ext>
                </a:extLst>
              </p:cNvPr>
              <p:cNvGrpSpPr/>
              <p:nvPr/>
            </p:nvGrpSpPr>
            <p:grpSpPr>
              <a:xfrm rot="15155533" flipH="1">
                <a:off x="1114059" y="1803071"/>
                <a:ext cx="2159193" cy="2610180"/>
                <a:chOff x="6326188" y="1654175"/>
                <a:chExt cx="2192337" cy="2967038"/>
              </a:xfrm>
              <a:solidFill>
                <a:schemeClr val="bg2">
                  <a:lumMod val="75000"/>
                </a:schemeClr>
              </a:solidFill>
            </p:grpSpPr>
            <p:sp>
              <p:nvSpPr>
                <p:cNvPr id="83" name="Freeform 129">
                  <a:extLst>
                    <a:ext uri="{FF2B5EF4-FFF2-40B4-BE49-F238E27FC236}">
                      <a16:creationId xmlns:a16="http://schemas.microsoft.com/office/drawing/2014/main" id="{688EF5B9-FD1E-44A5-B35D-D4D031967E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027988" y="1720850"/>
                  <a:ext cx="3175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0" y="0"/>
                        <a:pt x="1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84" name="Freeform 130">
                  <a:extLst>
                    <a:ext uri="{FF2B5EF4-FFF2-40B4-BE49-F238E27FC236}">
                      <a16:creationId xmlns:a16="http://schemas.microsoft.com/office/drawing/2014/main" id="{CDC8E484-B6AD-4F64-BBC0-9F9EC97347C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24775" y="1841500"/>
                  <a:ext cx="3175" cy="3175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1" y="0"/>
                    </a:cxn>
                    <a:cxn ang="0">
                      <a:pos x="0" y="1"/>
                    </a:cxn>
                  </a:cxnLst>
                  <a:rect l="0" t="0" r="r" b="b"/>
                  <a:pathLst>
                    <a:path w="1" h="1">
                      <a:moveTo>
                        <a:pt x="0" y="1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85" name="Freeform 131">
                  <a:extLst>
                    <a:ext uri="{FF2B5EF4-FFF2-40B4-BE49-F238E27FC236}">
                      <a16:creationId xmlns:a16="http://schemas.microsoft.com/office/drawing/2014/main" id="{E57BC410-7E71-4FB5-9594-10B64D21BF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218488" y="1671638"/>
                  <a:ext cx="12700" cy="1588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5" y="0"/>
                    </a:cxn>
                    <a:cxn ang="0">
                      <a:pos x="0" y="1"/>
                    </a:cxn>
                  </a:cxnLst>
                  <a:rect l="0" t="0" r="r" b="b"/>
                  <a:pathLst>
                    <a:path w="5" h="1">
                      <a:moveTo>
                        <a:pt x="0" y="1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5" y="0"/>
                        <a:pt x="5" y="0"/>
                        <a:pt x="5" y="0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86" name="Freeform 132">
                  <a:extLst>
                    <a:ext uri="{FF2B5EF4-FFF2-40B4-BE49-F238E27FC236}">
                      <a16:creationId xmlns:a16="http://schemas.microsoft.com/office/drawing/2014/main" id="{0E38AC5C-A6CC-4BDE-8895-386848F6830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169150" y="2263775"/>
                  <a:ext cx="3175" cy="3175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1" y="0"/>
                    </a:cxn>
                    <a:cxn ang="0">
                      <a:pos x="0" y="1"/>
                    </a:cxn>
                  </a:cxnLst>
                  <a:rect l="0" t="0" r="r" b="b"/>
                  <a:pathLst>
                    <a:path w="1" h="1">
                      <a:moveTo>
                        <a:pt x="0" y="1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1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87" name="Freeform 133">
                  <a:extLst>
                    <a:ext uri="{FF2B5EF4-FFF2-40B4-BE49-F238E27FC236}">
                      <a16:creationId xmlns:a16="http://schemas.microsoft.com/office/drawing/2014/main" id="{EC9E2980-99E5-460A-8D5B-30BF4DE938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80300" y="1995488"/>
                  <a:ext cx="4762" cy="4763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2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2">
                      <a:moveTo>
                        <a:pt x="2" y="0"/>
                      </a:moveTo>
                      <a:cubicBezTo>
                        <a:pt x="1" y="0"/>
                        <a:pt x="1" y="1"/>
                        <a:pt x="0" y="2"/>
                      </a:cubicBezTo>
                      <a:cubicBezTo>
                        <a:pt x="1" y="1"/>
                        <a:pt x="2" y="0"/>
                        <a:pt x="2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88" name="Freeform 134">
                  <a:extLst>
                    <a:ext uri="{FF2B5EF4-FFF2-40B4-BE49-F238E27FC236}">
                      <a16:creationId xmlns:a16="http://schemas.microsoft.com/office/drawing/2014/main" id="{A0BFAE2F-B5C3-43A6-BA6F-F8AF6A845E1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318500" y="1681163"/>
                  <a:ext cx="7937" cy="1588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0" y="0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3">
                      <a:moveTo>
                        <a:pt x="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3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89" name="Freeform 135">
                  <a:extLst>
                    <a:ext uri="{FF2B5EF4-FFF2-40B4-BE49-F238E27FC236}">
                      <a16:creationId xmlns:a16="http://schemas.microsoft.com/office/drawing/2014/main" id="{0B2986E6-449C-40D2-B0D0-10A8ABE4B44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516938" y="1655763"/>
                  <a:ext cx="1587" cy="1588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90" name="Freeform 136">
                  <a:extLst>
                    <a:ext uri="{FF2B5EF4-FFF2-40B4-BE49-F238E27FC236}">
                      <a16:creationId xmlns:a16="http://schemas.microsoft.com/office/drawing/2014/main" id="{80E35404-D358-45E5-BCE1-CB1D79AF54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434388" y="1654175"/>
                  <a:ext cx="7937" cy="1588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0" y="0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3">
                      <a:moveTo>
                        <a:pt x="3" y="0"/>
                      </a:moveTo>
                      <a:cubicBezTo>
                        <a:pt x="2" y="0"/>
                        <a:pt x="1" y="0"/>
                        <a:pt x="0" y="0"/>
                      </a:cubicBezTo>
                      <a:cubicBezTo>
                        <a:pt x="1" y="0"/>
                        <a:pt x="3" y="0"/>
                        <a:pt x="3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91" name="Freeform 137">
                  <a:extLst>
                    <a:ext uri="{FF2B5EF4-FFF2-40B4-BE49-F238E27FC236}">
                      <a16:creationId xmlns:a16="http://schemas.microsoft.com/office/drawing/2014/main" id="{B631E49B-0A29-46C3-AC8A-5FF0A7423B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432800" y="1654175"/>
                  <a:ext cx="1587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92" name="Freeform 138">
                  <a:extLst>
                    <a:ext uri="{FF2B5EF4-FFF2-40B4-BE49-F238E27FC236}">
                      <a16:creationId xmlns:a16="http://schemas.microsoft.com/office/drawing/2014/main" id="{DA8A13E3-6C57-47E0-A1E2-4FD224373E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26188" y="4597400"/>
                  <a:ext cx="3175" cy="17463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" y="7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" h="7">
                      <a:moveTo>
                        <a:pt x="0" y="0"/>
                      </a:moveTo>
                      <a:cubicBezTo>
                        <a:pt x="0" y="3"/>
                        <a:pt x="0" y="5"/>
                        <a:pt x="1" y="7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93" name="Freeform 139">
                  <a:extLst>
                    <a:ext uri="{FF2B5EF4-FFF2-40B4-BE49-F238E27FC236}">
                      <a16:creationId xmlns:a16="http://schemas.microsoft.com/office/drawing/2014/main" id="{A422C6DB-9F12-47B6-9068-1FD4BF04327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789738" y="2773363"/>
                  <a:ext cx="3175" cy="1588"/>
                </a:xfrm>
                <a:custGeom>
                  <a:avLst/>
                  <a:gdLst/>
                  <a:ahLst/>
                  <a:cxnLst>
                    <a:cxn ang="0">
                      <a:pos x="1" y="1"/>
                    </a:cxn>
                    <a:cxn ang="0">
                      <a:pos x="1" y="0"/>
                    </a:cxn>
                    <a:cxn ang="0">
                      <a:pos x="1" y="1"/>
                    </a:cxn>
                  </a:cxnLst>
                  <a:rect l="0" t="0" r="r" b="b"/>
                  <a:pathLst>
                    <a:path w="1" h="1">
                      <a:moveTo>
                        <a:pt x="1" y="1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1"/>
                        <a:pt x="0" y="1"/>
                        <a:pt x="1" y="1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94" name="Freeform 140">
                  <a:extLst>
                    <a:ext uri="{FF2B5EF4-FFF2-40B4-BE49-F238E27FC236}">
                      <a16:creationId xmlns:a16="http://schemas.microsoft.com/office/drawing/2014/main" id="{7E0E2E51-4C79-4014-9653-AFEA7A41CA0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42063" y="4603750"/>
                  <a:ext cx="1587" cy="4763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2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h="2">
                      <a:moveTo>
                        <a:pt x="0" y="0"/>
                      </a:move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1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95" name="Freeform 141">
                  <a:extLst>
                    <a:ext uri="{FF2B5EF4-FFF2-40B4-BE49-F238E27FC236}">
                      <a16:creationId xmlns:a16="http://schemas.microsoft.com/office/drawing/2014/main" id="{714A6FD6-F64A-45F4-A0BE-47B4A3E64C6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207375" y="1704975"/>
                  <a:ext cx="17462" cy="6350"/>
                </a:xfrm>
                <a:custGeom>
                  <a:avLst/>
                  <a:gdLst/>
                  <a:ahLst/>
                  <a:cxnLst>
                    <a:cxn ang="0">
                      <a:pos x="7" y="0"/>
                    </a:cxn>
                    <a:cxn ang="0">
                      <a:pos x="0" y="2"/>
                    </a:cxn>
                    <a:cxn ang="0">
                      <a:pos x="7" y="0"/>
                    </a:cxn>
                  </a:cxnLst>
                  <a:rect l="0" t="0" r="r" b="b"/>
                  <a:pathLst>
                    <a:path w="7" h="2">
                      <a:moveTo>
                        <a:pt x="7" y="0"/>
                      </a:moveTo>
                      <a:cubicBezTo>
                        <a:pt x="5" y="1"/>
                        <a:pt x="0" y="1"/>
                        <a:pt x="0" y="2"/>
                      </a:cubicBezTo>
                      <a:cubicBezTo>
                        <a:pt x="3" y="1"/>
                        <a:pt x="6" y="1"/>
                        <a:pt x="7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96" name="Freeform 142">
                  <a:extLst>
                    <a:ext uri="{FF2B5EF4-FFF2-40B4-BE49-F238E27FC236}">
                      <a16:creationId xmlns:a16="http://schemas.microsoft.com/office/drawing/2014/main" id="{EC216C7F-DC20-46D4-A5FB-93936C22E80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788150" y="2924175"/>
                  <a:ext cx="1587" cy="4763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2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h="2">
                      <a:moveTo>
                        <a:pt x="0" y="0"/>
                      </a:move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1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97" name="Freeform 143">
                  <a:extLst>
                    <a:ext uri="{FF2B5EF4-FFF2-40B4-BE49-F238E27FC236}">
                      <a16:creationId xmlns:a16="http://schemas.microsoft.com/office/drawing/2014/main" id="{57B95D78-EF1C-4E20-88D8-DE704EF73BB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42063" y="4602163"/>
                  <a:ext cx="1587" cy="1588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1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98" name="Rectangle 144">
                  <a:extLst>
                    <a:ext uri="{FF2B5EF4-FFF2-40B4-BE49-F238E27FC236}">
                      <a16:creationId xmlns:a16="http://schemas.microsoft.com/office/drawing/2014/main" id="{3BF97A15-B231-4F08-BCD7-90101CECFF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518275" y="3373438"/>
                  <a:ext cx="1587" cy="1588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99" name="Freeform 145">
                  <a:extLst>
                    <a:ext uri="{FF2B5EF4-FFF2-40B4-BE49-F238E27FC236}">
                      <a16:creationId xmlns:a16="http://schemas.microsoft.com/office/drawing/2014/main" id="{9C877103-4346-4937-856A-771A085FC4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505575" y="3398838"/>
                  <a:ext cx="1587" cy="6350"/>
                </a:xfrm>
                <a:custGeom>
                  <a:avLst/>
                  <a:gdLst/>
                  <a:ahLst/>
                  <a:cxnLst>
                    <a:cxn ang="0">
                      <a:pos x="0" y="3"/>
                    </a:cxn>
                    <a:cxn ang="0">
                      <a:pos x="0" y="0"/>
                    </a:cxn>
                    <a:cxn ang="0">
                      <a:pos x="0" y="3"/>
                    </a:cxn>
                  </a:cxnLst>
                  <a:rect l="0" t="0" r="r" b="b"/>
                  <a:pathLst>
                    <a:path h="3">
                      <a:moveTo>
                        <a:pt x="0" y="3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2"/>
                        <a:pt x="0" y="3"/>
                        <a:pt x="0" y="3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00" name="Freeform 146">
                  <a:extLst>
                    <a:ext uri="{FF2B5EF4-FFF2-40B4-BE49-F238E27FC236}">
                      <a16:creationId xmlns:a16="http://schemas.microsoft.com/office/drawing/2014/main" id="{CF2F3C0A-918D-4476-A2CB-20BD1054F71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29363" y="4614863"/>
                  <a:ext cx="1587" cy="635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3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h="3">
                      <a:moveTo>
                        <a:pt x="0" y="0"/>
                      </a:move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2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01" name="Freeform 147">
                  <a:extLst>
                    <a:ext uri="{FF2B5EF4-FFF2-40B4-BE49-F238E27FC236}">
                      <a16:creationId xmlns:a16="http://schemas.microsoft.com/office/drawing/2014/main" id="{C7FF7B35-1B95-43C2-9301-3FA08A10E92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405563" y="3765550"/>
                  <a:ext cx="3175" cy="4763"/>
                </a:xfrm>
                <a:custGeom>
                  <a:avLst/>
                  <a:gdLst/>
                  <a:ahLst/>
                  <a:cxnLst>
                    <a:cxn ang="0">
                      <a:pos x="0" y="2"/>
                    </a:cxn>
                    <a:cxn ang="0">
                      <a:pos x="1" y="0"/>
                    </a:cxn>
                    <a:cxn ang="0">
                      <a:pos x="0" y="2"/>
                    </a:cxn>
                  </a:cxnLst>
                  <a:rect l="0" t="0" r="r" b="b"/>
                  <a:pathLst>
                    <a:path w="1" h="2">
                      <a:moveTo>
                        <a:pt x="0" y="2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1"/>
                        <a:pt x="0" y="2"/>
                        <a:pt x="0" y="2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02" name="Freeform 148">
                  <a:extLst>
                    <a:ext uri="{FF2B5EF4-FFF2-40B4-BE49-F238E27FC236}">
                      <a16:creationId xmlns:a16="http://schemas.microsoft.com/office/drawing/2014/main" id="{3A6C8DB3-1C02-4DC5-A1E3-2C9CDE5672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07288" y="1978025"/>
                  <a:ext cx="3175" cy="3175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1" y="0"/>
                    </a:cxn>
                    <a:cxn ang="0">
                      <a:pos x="0" y="1"/>
                    </a:cxn>
                  </a:cxnLst>
                  <a:rect l="0" t="0" r="r" b="b"/>
                  <a:pathLst>
                    <a:path w="1" h="1">
                      <a:moveTo>
                        <a:pt x="0" y="1"/>
                      </a:moveTo>
                      <a:cubicBezTo>
                        <a:pt x="0" y="1"/>
                        <a:pt x="0" y="1"/>
                        <a:pt x="1" y="0"/>
                      </a:cubicBezTo>
                      <a:cubicBezTo>
                        <a:pt x="1" y="0"/>
                        <a:pt x="1" y="0"/>
                        <a:pt x="0" y="1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03" name="Freeform 149">
                  <a:extLst>
                    <a:ext uri="{FF2B5EF4-FFF2-40B4-BE49-F238E27FC236}">
                      <a16:creationId xmlns:a16="http://schemas.microsoft.com/office/drawing/2014/main" id="{3B1D7DE7-C801-471E-AEFF-D2140524BB7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335838" y="2182813"/>
                  <a:ext cx="3175" cy="1588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04" name="Freeform 150">
                  <a:extLst>
                    <a:ext uri="{FF2B5EF4-FFF2-40B4-BE49-F238E27FC236}">
                      <a16:creationId xmlns:a16="http://schemas.microsoft.com/office/drawing/2014/main" id="{B141AE61-5093-4916-9BAA-D27120A8F3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339013" y="2171700"/>
                  <a:ext cx="6350" cy="11113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0" y="4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3" h="4">
                      <a:moveTo>
                        <a:pt x="3" y="0"/>
                      </a:moveTo>
                      <a:cubicBezTo>
                        <a:pt x="2" y="1"/>
                        <a:pt x="0" y="3"/>
                        <a:pt x="0" y="4"/>
                      </a:cubicBezTo>
                      <a:cubicBezTo>
                        <a:pt x="1" y="3"/>
                        <a:pt x="2" y="2"/>
                        <a:pt x="3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05" name="Freeform 151">
                  <a:extLst>
                    <a:ext uri="{FF2B5EF4-FFF2-40B4-BE49-F238E27FC236}">
                      <a16:creationId xmlns:a16="http://schemas.microsoft.com/office/drawing/2014/main" id="{F4FCEB2A-2470-4559-B72F-DB73BE40504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316788" y="2200275"/>
                  <a:ext cx="1587" cy="1588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0" y="0"/>
                    </a:cxn>
                    <a:cxn ang="0">
                      <a:pos x="0" y="1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06" name="Freeform 152">
                  <a:extLst>
                    <a:ext uri="{FF2B5EF4-FFF2-40B4-BE49-F238E27FC236}">
                      <a16:creationId xmlns:a16="http://schemas.microsoft.com/office/drawing/2014/main" id="{A0855CAD-C3B1-41CB-97CD-546FADD8459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26338" y="2028825"/>
                  <a:ext cx="1587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07" name="Freeform 153">
                  <a:extLst>
                    <a:ext uri="{FF2B5EF4-FFF2-40B4-BE49-F238E27FC236}">
                      <a16:creationId xmlns:a16="http://schemas.microsoft.com/office/drawing/2014/main" id="{4E47FAC1-50DB-417F-863E-AF26BB6F488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81888" y="2063750"/>
                  <a:ext cx="3175" cy="1588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0" y="0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08" name="Freeform 154">
                  <a:extLst>
                    <a:ext uri="{FF2B5EF4-FFF2-40B4-BE49-F238E27FC236}">
                      <a16:creationId xmlns:a16="http://schemas.microsoft.com/office/drawing/2014/main" id="{7AB1CA0C-191D-468C-9250-94DAB5E4331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221538" y="2301875"/>
                  <a:ext cx="1587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09" name="Freeform 156">
                  <a:extLst>
                    <a:ext uri="{FF2B5EF4-FFF2-40B4-BE49-F238E27FC236}">
                      <a16:creationId xmlns:a16="http://schemas.microsoft.com/office/drawing/2014/main" id="{BFBE5A21-5C75-4116-B10D-6AEE85275B4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26338" y="2025650"/>
                  <a:ext cx="7937" cy="7938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0" y="1"/>
                    </a:cxn>
                    <a:cxn ang="0">
                      <a:pos x="0" y="3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3" h="3">
                      <a:moveTo>
                        <a:pt x="3" y="0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1" y="2"/>
                        <a:pt x="1" y="2"/>
                        <a:pt x="0" y="3"/>
                      </a:cubicBezTo>
                      <a:lnTo>
                        <a:pt x="3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10" name="Freeform 157">
                  <a:extLst>
                    <a:ext uri="{FF2B5EF4-FFF2-40B4-BE49-F238E27FC236}">
                      <a16:creationId xmlns:a16="http://schemas.microsoft.com/office/drawing/2014/main" id="{157FEEC8-722F-42C5-9C86-A0E05F78B0B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278688" y="2239963"/>
                  <a:ext cx="1587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11" name="Freeform 158">
                  <a:extLst>
                    <a:ext uri="{FF2B5EF4-FFF2-40B4-BE49-F238E27FC236}">
                      <a16:creationId xmlns:a16="http://schemas.microsoft.com/office/drawing/2014/main" id="{630F7300-35E5-43B7-B866-882C0CCD54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221538" y="2297113"/>
                  <a:ext cx="7937" cy="4763"/>
                </a:xfrm>
                <a:custGeom>
                  <a:avLst/>
                  <a:gdLst/>
                  <a:ahLst/>
                  <a:cxnLst>
                    <a:cxn ang="0">
                      <a:pos x="2" y="2"/>
                    </a:cxn>
                    <a:cxn ang="0">
                      <a:pos x="0" y="2"/>
                    </a:cxn>
                    <a:cxn ang="0">
                      <a:pos x="2" y="2"/>
                    </a:cxn>
                  </a:cxnLst>
                  <a:rect l="0" t="0" r="r" b="b"/>
                  <a:pathLst>
                    <a:path w="3" h="2">
                      <a:moveTo>
                        <a:pt x="2" y="2"/>
                      </a:moveTo>
                      <a:cubicBezTo>
                        <a:pt x="3" y="0"/>
                        <a:pt x="1" y="1"/>
                        <a:pt x="0" y="2"/>
                      </a:cubicBezTo>
                      <a:cubicBezTo>
                        <a:pt x="1" y="2"/>
                        <a:pt x="1" y="2"/>
                        <a:pt x="2" y="2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12" name="Freeform 159">
                  <a:extLst>
                    <a:ext uri="{FF2B5EF4-FFF2-40B4-BE49-F238E27FC236}">
                      <a16:creationId xmlns:a16="http://schemas.microsoft.com/office/drawing/2014/main" id="{DDF3F809-C4F8-4AF1-8B2D-04E03348408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85088" y="1916113"/>
                  <a:ext cx="3175" cy="1588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0" y="0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13" name="Freeform 160">
                  <a:extLst>
                    <a:ext uri="{FF2B5EF4-FFF2-40B4-BE49-F238E27FC236}">
                      <a16:creationId xmlns:a16="http://schemas.microsoft.com/office/drawing/2014/main" id="{5B1C1343-809F-44D1-B993-69CAD0517C8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167688" y="1717675"/>
                  <a:ext cx="1587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14" name="Freeform 161">
                  <a:extLst>
                    <a:ext uri="{FF2B5EF4-FFF2-40B4-BE49-F238E27FC236}">
                      <a16:creationId xmlns:a16="http://schemas.microsoft.com/office/drawing/2014/main" id="{C69FAA0A-76C6-4CCE-B87A-3A60C5E59F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132763" y="1720850"/>
                  <a:ext cx="6350" cy="1588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0" y="1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3" h="1">
                      <a:moveTo>
                        <a:pt x="3" y="0"/>
                      </a:moveTo>
                      <a:cubicBezTo>
                        <a:pt x="2" y="0"/>
                        <a:pt x="1" y="1"/>
                        <a:pt x="0" y="1"/>
                      </a:cubicBezTo>
                      <a:cubicBezTo>
                        <a:pt x="1" y="1"/>
                        <a:pt x="2" y="1"/>
                        <a:pt x="3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15" name="Freeform 162">
                  <a:extLst>
                    <a:ext uri="{FF2B5EF4-FFF2-40B4-BE49-F238E27FC236}">
                      <a16:creationId xmlns:a16="http://schemas.microsoft.com/office/drawing/2014/main" id="{11D48430-6FF0-4D6D-8716-6A49C020F8A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77138" y="1984375"/>
                  <a:ext cx="4762" cy="4763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2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2">
                      <a:moveTo>
                        <a:pt x="2" y="0"/>
                      </a:moveTo>
                      <a:cubicBezTo>
                        <a:pt x="1" y="1"/>
                        <a:pt x="1" y="1"/>
                        <a:pt x="0" y="2"/>
                      </a:cubicBezTo>
                      <a:cubicBezTo>
                        <a:pt x="1" y="1"/>
                        <a:pt x="2" y="1"/>
                        <a:pt x="2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16" name="Freeform 163">
                  <a:extLst>
                    <a:ext uri="{FF2B5EF4-FFF2-40B4-BE49-F238E27FC236}">
                      <a16:creationId xmlns:a16="http://schemas.microsoft.com/office/drawing/2014/main" id="{D785057C-5963-46E6-8E4E-CE552EC80C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120063" y="1725613"/>
                  <a:ext cx="7937" cy="3175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3" h="1">
                      <a:moveTo>
                        <a:pt x="3" y="0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lnTo>
                        <a:pt x="3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17" name="Freeform 164">
                  <a:extLst>
                    <a:ext uri="{FF2B5EF4-FFF2-40B4-BE49-F238E27FC236}">
                      <a16:creationId xmlns:a16="http://schemas.microsoft.com/office/drawing/2014/main" id="{600A47AC-3327-4CC4-AC82-3841959EEDB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167688" y="1716088"/>
                  <a:ext cx="9525" cy="1588"/>
                </a:xfrm>
                <a:custGeom>
                  <a:avLst/>
                  <a:gdLst/>
                  <a:ahLst/>
                  <a:cxnLst>
                    <a:cxn ang="0">
                      <a:pos x="4" y="0"/>
                    </a:cxn>
                    <a:cxn ang="0">
                      <a:pos x="0" y="1"/>
                    </a:cxn>
                    <a:cxn ang="0">
                      <a:pos x="4" y="0"/>
                    </a:cxn>
                  </a:cxnLst>
                  <a:rect l="0" t="0" r="r" b="b"/>
                  <a:pathLst>
                    <a:path w="4" h="1">
                      <a:moveTo>
                        <a:pt x="4" y="0"/>
                      </a:moveTo>
                      <a:cubicBezTo>
                        <a:pt x="3" y="1"/>
                        <a:pt x="1" y="1"/>
                        <a:pt x="0" y="1"/>
                      </a:cubicBezTo>
                      <a:cubicBezTo>
                        <a:pt x="2" y="1"/>
                        <a:pt x="3" y="1"/>
                        <a:pt x="4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18" name="Freeform 165">
                  <a:extLst>
                    <a:ext uri="{FF2B5EF4-FFF2-40B4-BE49-F238E27FC236}">
                      <a16:creationId xmlns:a16="http://schemas.microsoft.com/office/drawing/2014/main" id="{14715E93-D6DF-4343-B39B-B75D2A47970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50188" y="1822450"/>
                  <a:ext cx="4762" cy="4763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2">
                      <a:moveTo>
                        <a:pt x="2" y="0"/>
                      </a:move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0" y="2"/>
                        <a:pt x="1" y="1"/>
                        <a:pt x="2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19" name="Freeform 166">
                  <a:extLst>
                    <a:ext uri="{FF2B5EF4-FFF2-40B4-BE49-F238E27FC236}">
                      <a16:creationId xmlns:a16="http://schemas.microsoft.com/office/drawing/2014/main" id="{838D9982-AFCE-4095-B302-B03DA512040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094663" y="1738313"/>
                  <a:ext cx="3175" cy="1588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2" y="0"/>
                    </a:cxn>
                    <a:cxn ang="0">
                      <a:pos x="0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lnTo>
                        <a:pt x="2" y="0"/>
                      </a:lnTo>
                      <a:lnTo>
                        <a:pt x="0" y="1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20" name="Freeform 167">
                  <a:extLst>
                    <a:ext uri="{FF2B5EF4-FFF2-40B4-BE49-F238E27FC236}">
                      <a16:creationId xmlns:a16="http://schemas.microsoft.com/office/drawing/2014/main" id="{DC969B08-102E-43A8-AC5E-B6254C7D3AD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204200" y="1711325"/>
                  <a:ext cx="4762" cy="1588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0" y="0"/>
                    </a:cxn>
                    <a:cxn ang="0">
                      <a:pos x="2" y="0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2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21" name="Freeform 168">
                  <a:extLst>
                    <a:ext uri="{FF2B5EF4-FFF2-40B4-BE49-F238E27FC236}">
                      <a16:creationId xmlns:a16="http://schemas.microsoft.com/office/drawing/2014/main" id="{3BDCD5AD-B9C1-4B73-8516-7F3EE173370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56550" y="1779588"/>
                  <a:ext cx="1587" cy="4763"/>
                </a:xfrm>
                <a:custGeom>
                  <a:avLst/>
                  <a:gdLst/>
                  <a:ahLst/>
                  <a:cxnLst>
                    <a:cxn ang="0">
                      <a:pos x="1" y="2"/>
                    </a:cxn>
                    <a:cxn ang="0">
                      <a:pos x="1" y="0"/>
                    </a:cxn>
                    <a:cxn ang="0">
                      <a:pos x="1" y="2"/>
                    </a:cxn>
                  </a:cxnLst>
                  <a:rect l="0" t="0" r="r" b="b"/>
                  <a:pathLst>
                    <a:path w="1" h="2">
                      <a:moveTo>
                        <a:pt x="1" y="2"/>
                      </a:moveTo>
                      <a:cubicBezTo>
                        <a:pt x="1" y="1"/>
                        <a:pt x="1" y="1"/>
                        <a:pt x="1" y="0"/>
                      </a:cubicBezTo>
                      <a:cubicBezTo>
                        <a:pt x="0" y="1"/>
                        <a:pt x="0" y="1"/>
                        <a:pt x="1" y="2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42" name="Group 630">
                <a:extLst>
                  <a:ext uri="{FF2B5EF4-FFF2-40B4-BE49-F238E27FC236}">
                    <a16:creationId xmlns:a16="http://schemas.microsoft.com/office/drawing/2014/main" id="{7E1C6A53-47C6-48C1-8857-2C4605620000}"/>
                  </a:ext>
                </a:extLst>
              </p:cNvPr>
              <p:cNvGrpSpPr/>
              <p:nvPr/>
            </p:nvGrpSpPr>
            <p:grpSpPr>
              <a:xfrm rot="15155533" flipH="1">
                <a:off x="1264410" y="1845476"/>
                <a:ext cx="2259435" cy="2728193"/>
                <a:chOff x="6224407" y="1520027"/>
                <a:chExt cx="2294118" cy="3101186"/>
              </a:xfrm>
              <a:solidFill>
                <a:schemeClr val="bg2">
                  <a:lumMod val="75000"/>
                </a:schemeClr>
              </a:solidFill>
            </p:grpSpPr>
            <p:sp>
              <p:nvSpPr>
                <p:cNvPr id="43" name="Freeform 129">
                  <a:extLst>
                    <a:ext uri="{FF2B5EF4-FFF2-40B4-BE49-F238E27FC236}">
                      <a16:creationId xmlns:a16="http://schemas.microsoft.com/office/drawing/2014/main" id="{36C4A902-72AF-4F9B-92ED-0C624B1568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027988" y="1720850"/>
                  <a:ext cx="3175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0" y="0"/>
                        <a:pt x="1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4" name="Freeform 130">
                  <a:extLst>
                    <a:ext uri="{FF2B5EF4-FFF2-40B4-BE49-F238E27FC236}">
                      <a16:creationId xmlns:a16="http://schemas.microsoft.com/office/drawing/2014/main" id="{9EEA4596-86CD-438E-B16B-F5C7A7A30DC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24775" y="1841500"/>
                  <a:ext cx="3175" cy="3175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1" y="0"/>
                    </a:cxn>
                    <a:cxn ang="0">
                      <a:pos x="0" y="1"/>
                    </a:cxn>
                  </a:cxnLst>
                  <a:rect l="0" t="0" r="r" b="b"/>
                  <a:pathLst>
                    <a:path w="1" h="1">
                      <a:moveTo>
                        <a:pt x="0" y="1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5" name="Freeform 131">
                  <a:extLst>
                    <a:ext uri="{FF2B5EF4-FFF2-40B4-BE49-F238E27FC236}">
                      <a16:creationId xmlns:a16="http://schemas.microsoft.com/office/drawing/2014/main" id="{1887846E-8B95-4387-9EC1-FDEFED6B436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218488" y="1671638"/>
                  <a:ext cx="12700" cy="1588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5" y="0"/>
                    </a:cxn>
                    <a:cxn ang="0">
                      <a:pos x="0" y="1"/>
                    </a:cxn>
                  </a:cxnLst>
                  <a:rect l="0" t="0" r="r" b="b"/>
                  <a:pathLst>
                    <a:path w="5" h="1">
                      <a:moveTo>
                        <a:pt x="0" y="1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5" y="0"/>
                        <a:pt x="5" y="0"/>
                        <a:pt x="5" y="0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6" name="Freeform 132">
                  <a:extLst>
                    <a:ext uri="{FF2B5EF4-FFF2-40B4-BE49-F238E27FC236}">
                      <a16:creationId xmlns:a16="http://schemas.microsoft.com/office/drawing/2014/main" id="{C516A1FE-B03E-4730-B5A3-1BA0EAD9A70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169150" y="2263775"/>
                  <a:ext cx="3175" cy="3175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1" y="0"/>
                    </a:cxn>
                    <a:cxn ang="0">
                      <a:pos x="0" y="1"/>
                    </a:cxn>
                  </a:cxnLst>
                  <a:rect l="0" t="0" r="r" b="b"/>
                  <a:pathLst>
                    <a:path w="1" h="1">
                      <a:moveTo>
                        <a:pt x="0" y="1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1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7" name="Freeform 133">
                  <a:extLst>
                    <a:ext uri="{FF2B5EF4-FFF2-40B4-BE49-F238E27FC236}">
                      <a16:creationId xmlns:a16="http://schemas.microsoft.com/office/drawing/2014/main" id="{36798FCA-7F06-4AD3-8FB6-26DD3267A10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80300" y="1995488"/>
                  <a:ext cx="4762" cy="4763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2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2">
                      <a:moveTo>
                        <a:pt x="2" y="0"/>
                      </a:moveTo>
                      <a:cubicBezTo>
                        <a:pt x="1" y="0"/>
                        <a:pt x="1" y="1"/>
                        <a:pt x="0" y="2"/>
                      </a:cubicBezTo>
                      <a:cubicBezTo>
                        <a:pt x="1" y="1"/>
                        <a:pt x="2" y="0"/>
                        <a:pt x="2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8" name="Freeform 134">
                  <a:extLst>
                    <a:ext uri="{FF2B5EF4-FFF2-40B4-BE49-F238E27FC236}">
                      <a16:creationId xmlns:a16="http://schemas.microsoft.com/office/drawing/2014/main" id="{8A542467-9D31-4FAB-92EC-89E37CBECFD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318500" y="1681163"/>
                  <a:ext cx="7937" cy="1588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0" y="0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3">
                      <a:moveTo>
                        <a:pt x="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3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9" name="Freeform 135">
                  <a:extLst>
                    <a:ext uri="{FF2B5EF4-FFF2-40B4-BE49-F238E27FC236}">
                      <a16:creationId xmlns:a16="http://schemas.microsoft.com/office/drawing/2014/main" id="{185A0C72-7C81-49E5-BB92-4B8B8464D71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516938" y="1655763"/>
                  <a:ext cx="1587" cy="1588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50" name="Freeform 136">
                  <a:extLst>
                    <a:ext uri="{FF2B5EF4-FFF2-40B4-BE49-F238E27FC236}">
                      <a16:creationId xmlns:a16="http://schemas.microsoft.com/office/drawing/2014/main" id="{E48D3076-7F2D-4349-BD14-BCC2282111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434388" y="1654175"/>
                  <a:ext cx="7937" cy="1588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0" y="0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3">
                      <a:moveTo>
                        <a:pt x="3" y="0"/>
                      </a:moveTo>
                      <a:cubicBezTo>
                        <a:pt x="2" y="0"/>
                        <a:pt x="1" y="0"/>
                        <a:pt x="0" y="0"/>
                      </a:cubicBezTo>
                      <a:cubicBezTo>
                        <a:pt x="1" y="0"/>
                        <a:pt x="3" y="0"/>
                        <a:pt x="3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51" name="Freeform 137">
                  <a:extLst>
                    <a:ext uri="{FF2B5EF4-FFF2-40B4-BE49-F238E27FC236}">
                      <a16:creationId xmlns:a16="http://schemas.microsoft.com/office/drawing/2014/main" id="{53F7989F-997A-433C-9B0F-CAC558CA250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432800" y="1654175"/>
                  <a:ext cx="1587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52" name="Freeform 138">
                  <a:extLst>
                    <a:ext uri="{FF2B5EF4-FFF2-40B4-BE49-F238E27FC236}">
                      <a16:creationId xmlns:a16="http://schemas.microsoft.com/office/drawing/2014/main" id="{83214871-31D3-447C-BD76-5BFD0CEB728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26188" y="4597400"/>
                  <a:ext cx="3175" cy="17463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" y="7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" h="7">
                      <a:moveTo>
                        <a:pt x="0" y="0"/>
                      </a:moveTo>
                      <a:cubicBezTo>
                        <a:pt x="0" y="3"/>
                        <a:pt x="0" y="5"/>
                        <a:pt x="1" y="7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53" name="Freeform 139">
                  <a:extLst>
                    <a:ext uri="{FF2B5EF4-FFF2-40B4-BE49-F238E27FC236}">
                      <a16:creationId xmlns:a16="http://schemas.microsoft.com/office/drawing/2014/main" id="{3FFDB98C-DFAD-4252-856A-5CEA7A16BA0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789738" y="2773363"/>
                  <a:ext cx="3175" cy="1588"/>
                </a:xfrm>
                <a:custGeom>
                  <a:avLst/>
                  <a:gdLst/>
                  <a:ahLst/>
                  <a:cxnLst>
                    <a:cxn ang="0">
                      <a:pos x="1" y="1"/>
                    </a:cxn>
                    <a:cxn ang="0">
                      <a:pos x="1" y="0"/>
                    </a:cxn>
                    <a:cxn ang="0">
                      <a:pos x="1" y="1"/>
                    </a:cxn>
                  </a:cxnLst>
                  <a:rect l="0" t="0" r="r" b="b"/>
                  <a:pathLst>
                    <a:path w="1" h="1">
                      <a:moveTo>
                        <a:pt x="1" y="1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1"/>
                        <a:pt x="0" y="1"/>
                        <a:pt x="1" y="1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54" name="Freeform 140">
                  <a:extLst>
                    <a:ext uri="{FF2B5EF4-FFF2-40B4-BE49-F238E27FC236}">
                      <a16:creationId xmlns:a16="http://schemas.microsoft.com/office/drawing/2014/main" id="{8023A4DF-3458-449F-A6EF-35AB149FCF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42063" y="4603750"/>
                  <a:ext cx="1587" cy="4763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2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h="2">
                      <a:moveTo>
                        <a:pt x="0" y="0"/>
                      </a:move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1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55" name="Freeform 141">
                  <a:extLst>
                    <a:ext uri="{FF2B5EF4-FFF2-40B4-BE49-F238E27FC236}">
                      <a16:creationId xmlns:a16="http://schemas.microsoft.com/office/drawing/2014/main" id="{20B694AF-E660-4E02-8A74-6077DD81FB5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207375" y="1704975"/>
                  <a:ext cx="17462" cy="6350"/>
                </a:xfrm>
                <a:custGeom>
                  <a:avLst/>
                  <a:gdLst/>
                  <a:ahLst/>
                  <a:cxnLst>
                    <a:cxn ang="0">
                      <a:pos x="7" y="0"/>
                    </a:cxn>
                    <a:cxn ang="0">
                      <a:pos x="0" y="2"/>
                    </a:cxn>
                    <a:cxn ang="0">
                      <a:pos x="7" y="0"/>
                    </a:cxn>
                  </a:cxnLst>
                  <a:rect l="0" t="0" r="r" b="b"/>
                  <a:pathLst>
                    <a:path w="7" h="2">
                      <a:moveTo>
                        <a:pt x="7" y="0"/>
                      </a:moveTo>
                      <a:cubicBezTo>
                        <a:pt x="5" y="1"/>
                        <a:pt x="0" y="1"/>
                        <a:pt x="0" y="2"/>
                      </a:cubicBezTo>
                      <a:cubicBezTo>
                        <a:pt x="3" y="1"/>
                        <a:pt x="6" y="1"/>
                        <a:pt x="7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56" name="Freeform 142">
                  <a:extLst>
                    <a:ext uri="{FF2B5EF4-FFF2-40B4-BE49-F238E27FC236}">
                      <a16:creationId xmlns:a16="http://schemas.microsoft.com/office/drawing/2014/main" id="{440A91E5-9E81-422C-8AAC-7C6BCE8FBFD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788150" y="2924175"/>
                  <a:ext cx="1587" cy="4763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2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h="2">
                      <a:moveTo>
                        <a:pt x="0" y="0"/>
                      </a:move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1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57" name="Freeform 143">
                  <a:extLst>
                    <a:ext uri="{FF2B5EF4-FFF2-40B4-BE49-F238E27FC236}">
                      <a16:creationId xmlns:a16="http://schemas.microsoft.com/office/drawing/2014/main" id="{39ABB50C-E6C2-4433-8780-8E8F9E26380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42063" y="4602163"/>
                  <a:ext cx="1587" cy="1588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1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58" name="Rectangle 144">
                  <a:extLst>
                    <a:ext uri="{FF2B5EF4-FFF2-40B4-BE49-F238E27FC236}">
                      <a16:creationId xmlns:a16="http://schemas.microsoft.com/office/drawing/2014/main" id="{3661AB62-0FED-43D3-A122-9F9F0A08AFB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518275" y="3373438"/>
                  <a:ext cx="1587" cy="1588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59" name="Freeform 145">
                  <a:extLst>
                    <a:ext uri="{FF2B5EF4-FFF2-40B4-BE49-F238E27FC236}">
                      <a16:creationId xmlns:a16="http://schemas.microsoft.com/office/drawing/2014/main" id="{DE53E76F-0839-42A3-9176-DBF30799FF1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505575" y="3398838"/>
                  <a:ext cx="1587" cy="6350"/>
                </a:xfrm>
                <a:custGeom>
                  <a:avLst/>
                  <a:gdLst/>
                  <a:ahLst/>
                  <a:cxnLst>
                    <a:cxn ang="0">
                      <a:pos x="0" y="3"/>
                    </a:cxn>
                    <a:cxn ang="0">
                      <a:pos x="0" y="0"/>
                    </a:cxn>
                    <a:cxn ang="0">
                      <a:pos x="0" y="3"/>
                    </a:cxn>
                  </a:cxnLst>
                  <a:rect l="0" t="0" r="r" b="b"/>
                  <a:pathLst>
                    <a:path h="3">
                      <a:moveTo>
                        <a:pt x="0" y="3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2"/>
                        <a:pt x="0" y="3"/>
                        <a:pt x="0" y="3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0" name="Freeform 146">
                  <a:extLst>
                    <a:ext uri="{FF2B5EF4-FFF2-40B4-BE49-F238E27FC236}">
                      <a16:creationId xmlns:a16="http://schemas.microsoft.com/office/drawing/2014/main" id="{B91BB191-43E4-494C-A9CC-9E38E9541C6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29363" y="4614863"/>
                  <a:ext cx="1587" cy="635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3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h="3">
                      <a:moveTo>
                        <a:pt x="0" y="0"/>
                      </a:move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2"/>
                        <a:pt x="0" y="1"/>
                        <a:pt x="0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1" name="Freeform 147">
                  <a:extLst>
                    <a:ext uri="{FF2B5EF4-FFF2-40B4-BE49-F238E27FC236}">
                      <a16:creationId xmlns:a16="http://schemas.microsoft.com/office/drawing/2014/main" id="{7682A216-D72B-4955-8F39-9F09804771F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405563" y="3765550"/>
                  <a:ext cx="3175" cy="4763"/>
                </a:xfrm>
                <a:custGeom>
                  <a:avLst/>
                  <a:gdLst/>
                  <a:ahLst/>
                  <a:cxnLst>
                    <a:cxn ang="0">
                      <a:pos x="0" y="2"/>
                    </a:cxn>
                    <a:cxn ang="0">
                      <a:pos x="1" y="0"/>
                    </a:cxn>
                    <a:cxn ang="0">
                      <a:pos x="0" y="2"/>
                    </a:cxn>
                  </a:cxnLst>
                  <a:rect l="0" t="0" r="r" b="b"/>
                  <a:pathLst>
                    <a:path w="1" h="2">
                      <a:moveTo>
                        <a:pt x="0" y="2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1"/>
                        <a:pt x="0" y="2"/>
                        <a:pt x="0" y="2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2" name="Freeform 148">
                  <a:extLst>
                    <a:ext uri="{FF2B5EF4-FFF2-40B4-BE49-F238E27FC236}">
                      <a16:creationId xmlns:a16="http://schemas.microsoft.com/office/drawing/2014/main" id="{75878262-9F55-445F-8A07-7F15A8E522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07288" y="1978025"/>
                  <a:ext cx="3175" cy="3175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1" y="0"/>
                    </a:cxn>
                    <a:cxn ang="0">
                      <a:pos x="0" y="1"/>
                    </a:cxn>
                  </a:cxnLst>
                  <a:rect l="0" t="0" r="r" b="b"/>
                  <a:pathLst>
                    <a:path w="1" h="1">
                      <a:moveTo>
                        <a:pt x="0" y="1"/>
                      </a:moveTo>
                      <a:cubicBezTo>
                        <a:pt x="0" y="1"/>
                        <a:pt x="0" y="1"/>
                        <a:pt x="1" y="0"/>
                      </a:cubicBezTo>
                      <a:cubicBezTo>
                        <a:pt x="1" y="0"/>
                        <a:pt x="1" y="0"/>
                        <a:pt x="0" y="1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3" name="Freeform 149">
                  <a:extLst>
                    <a:ext uri="{FF2B5EF4-FFF2-40B4-BE49-F238E27FC236}">
                      <a16:creationId xmlns:a16="http://schemas.microsoft.com/office/drawing/2014/main" id="{9AF9ABE8-6CE7-43B3-B3B3-4939AED8A7B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335838" y="2182813"/>
                  <a:ext cx="3175" cy="1588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4" name="Freeform 150">
                  <a:extLst>
                    <a:ext uri="{FF2B5EF4-FFF2-40B4-BE49-F238E27FC236}">
                      <a16:creationId xmlns:a16="http://schemas.microsoft.com/office/drawing/2014/main" id="{6E9191E7-89F0-4601-A63C-EE1D46482B4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339013" y="2171700"/>
                  <a:ext cx="6350" cy="11113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0" y="4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3" h="4">
                      <a:moveTo>
                        <a:pt x="3" y="0"/>
                      </a:moveTo>
                      <a:cubicBezTo>
                        <a:pt x="2" y="1"/>
                        <a:pt x="0" y="3"/>
                        <a:pt x="0" y="4"/>
                      </a:cubicBezTo>
                      <a:cubicBezTo>
                        <a:pt x="1" y="3"/>
                        <a:pt x="2" y="2"/>
                        <a:pt x="3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5" name="Freeform 151">
                  <a:extLst>
                    <a:ext uri="{FF2B5EF4-FFF2-40B4-BE49-F238E27FC236}">
                      <a16:creationId xmlns:a16="http://schemas.microsoft.com/office/drawing/2014/main" id="{E0FDF30E-ABB8-4E7C-AEF8-7E6EF90FC8A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316788" y="2200275"/>
                  <a:ext cx="1587" cy="1588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0" y="0"/>
                    </a:cxn>
                    <a:cxn ang="0">
                      <a:pos x="0" y="1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1"/>
                        <a:pt x="0" y="1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6" name="Freeform 152">
                  <a:extLst>
                    <a:ext uri="{FF2B5EF4-FFF2-40B4-BE49-F238E27FC236}">
                      <a16:creationId xmlns:a16="http://schemas.microsoft.com/office/drawing/2014/main" id="{787BF1C1-2B95-4C4A-9B7D-5143198CD01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26338" y="2028825"/>
                  <a:ext cx="1587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7" name="Freeform 153">
                  <a:extLst>
                    <a:ext uri="{FF2B5EF4-FFF2-40B4-BE49-F238E27FC236}">
                      <a16:creationId xmlns:a16="http://schemas.microsoft.com/office/drawing/2014/main" id="{402EDA54-32B8-4EF1-A62F-B85C048BE1A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81888" y="2063750"/>
                  <a:ext cx="3175" cy="1588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0" y="0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8" name="Freeform 154">
                  <a:extLst>
                    <a:ext uri="{FF2B5EF4-FFF2-40B4-BE49-F238E27FC236}">
                      <a16:creationId xmlns:a16="http://schemas.microsoft.com/office/drawing/2014/main" id="{3E9CD749-D071-4A14-A07E-5DEA117C139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221538" y="2301875"/>
                  <a:ext cx="1587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9" name="Freeform 155">
                  <a:extLst>
                    <a:ext uri="{FF2B5EF4-FFF2-40B4-BE49-F238E27FC236}">
                      <a16:creationId xmlns:a16="http://schemas.microsoft.com/office/drawing/2014/main" id="{77C2FA01-198B-41B4-928E-8115E4AA484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24407" y="1520027"/>
                  <a:ext cx="2265362" cy="2987675"/>
                </a:xfrm>
                <a:custGeom>
                  <a:avLst/>
                  <a:gdLst/>
                  <a:ahLst/>
                  <a:cxnLst>
                    <a:cxn ang="0">
                      <a:pos x="295" y="351"/>
                    </a:cxn>
                    <a:cxn ang="0">
                      <a:pos x="339" y="296"/>
                    </a:cxn>
                    <a:cxn ang="0">
                      <a:pos x="362" y="265"/>
                    </a:cxn>
                    <a:cxn ang="0">
                      <a:pos x="377" y="249"/>
                    </a:cxn>
                    <a:cxn ang="0">
                      <a:pos x="403" y="224"/>
                    </a:cxn>
                    <a:cxn ang="0">
                      <a:pos x="411" y="216"/>
                    </a:cxn>
                    <a:cxn ang="0">
                      <a:pos x="427" y="202"/>
                    </a:cxn>
                    <a:cxn ang="0">
                      <a:pos x="458" y="180"/>
                    </a:cxn>
                    <a:cxn ang="0">
                      <a:pos x="477" y="162"/>
                    </a:cxn>
                    <a:cxn ang="0">
                      <a:pos x="512" y="134"/>
                    </a:cxn>
                    <a:cxn ang="0">
                      <a:pos x="530" y="124"/>
                    </a:cxn>
                    <a:cxn ang="0">
                      <a:pos x="558" y="106"/>
                    </a:cxn>
                    <a:cxn ang="0">
                      <a:pos x="583" y="94"/>
                    </a:cxn>
                    <a:cxn ang="0">
                      <a:pos x="620" y="71"/>
                    </a:cxn>
                    <a:cxn ang="0">
                      <a:pos x="662" y="54"/>
                    </a:cxn>
                    <a:cxn ang="0">
                      <a:pos x="704" y="40"/>
                    </a:cxn>
                    <a:cxn ang="0">
                      <a:pos x="735" y="30"/>
                    </a:cxn>
                    <a:cxn ang="0">
                      <a:pos x="758" y="25"/>
                    </a:cxn>
                    <a:cxn ang="0">
                      <a:pos x="759" y="26"/>
                    </a:cxn>
                    <a:cxn ang="0">
                      <a:pos x="785" y="19"/>
                    </a:cxn>
                    <a:cxn ang="0">
                      <a:pos x="800" y="15"/>
                    </a:cxn>
                    <a:cxn ang="0">
                      <a:pos x="820" y="12"/>
                    </a:cxn>
                    <a:cxn ang="0">
                      <a:pos x="870" y="10"/>
                    </a:cxn>
                    <a:cxn ang="0">
                      <a:pos x="906" y="8"/>
                    </a:cxn>
                    <a:cxn ang="0">
                      <a:pos x="880" y="2"/>
                    </a:cxn>
                    <a:cxn ang="0">
                      <a:pos x="860" y="3"/>
                    </a:cxn>
                    <a:cxn ang="0">
                      <a:pos x="836" y="3"/>
                    </a:cxn>
                    <a:cxn ang="0">
                      <a:pos x="793" y="6"/>
                    </a:cxn>
                    <a:cxn ang="0">
                      <a:pos x="772" y="11"/>
                    </a:cxn>
                    <a:cxn ang="0">
                      <a:pos x="753" y="14"/>
                    </a:cxn>
                    <a:cxn ang="0">
                      <a:pos x="685" y="33"/>
                    </a:cxn>
                    <a:cxn ang="0">
                      <a:pos x="652" y="43"/>
                    </a:cxn>
                    <a:cxn ang="0">
                      <a:pos x="635" y="50"/>
                    </a:cxn>
                    <a:cxn ang="0">
                      <a:pos x="605" y="64"/>
                    </a:cxn>
                    <a:cxn ang="0">
                      <a:pos x="569" y="81"/>
                    </a:cxn>
                    <a:cxn ang="0">
                      <a:pos x="547" y="90"/>
                    </a:cxn>
                    <a:cxn ang="0">
                      <a:pos x="500" y="120"/>
                    </a:cxn>
                    <a:cxn ang="0">
                      <a:pos x="454" y="152"/>
                    </a:cxn>
                    <a:cxn ang="0">
                      <a:pos x="418" y="183"/>
                    </a:cxn>
                    <a:cxn ang="0">
                      <a:pos x="399" y="199"/>
                    </a:cxn>
                    <a:cxn ang="0">
                      <a:pos x="372" y="223"/>
                    </a:cxn>
                    <a:cxn ang="0">
                      <a:pos x="333" y="260"/>
                    </a:cxn>
                    <a:cxn ang="0">
                      <a:pos x="303" y="297"/>
                    </a:cxn>
                    <a:cxn ang="0">
                      <a:pos x="252" y="360"/>
                    </a:cxn>
                    <a:cxn ang="0">
                      <a:pos x="200" y="442"/>
                    </a:cxn>
                    <a:cxn ang="0">
                      <a:pos x="184" y="468"/>
                    </a:cxn>
                    <a:cxn ang="0">
                      <a:pos x="168" y="498"/>
                    </a:cxn>
                    <a:cxn ang="0">
                      <a:pos x="143" y="549"/>
                    </a:cxn>
                    <a:cxn ang="0">
                      <a:pos x="99" y="648"/>
                    </a:cxn>
                    <a:cxn ang="0">
                      <a:pos x="68" y="741"/>
                    </a:cxn>
                    <a:cxn ang="0">
                      <a:pos x="38" y="844"/>
                    </a:cxn>
                    <a:cxn ang="0">
                      <a:pos x="0" y="1116"/>
                    </a:cxn>
                    <a:cxn ang="0">
                      <a:pos x="9" y="1197"/>
                    </a:cxn>
                    <a:cxn ang="0">
                      <a:pos x="11" y="1180"/>
                    </a:cxn>
                    <a:cxn ang="0">
                      <a:pos x="15" y="1154"/>
                    </a:cxn>
                    <a:cxn ang="0">
                      <a:pos x="18" y="1114"/>
                    </a:cxn>
                    <a:cxn ang="0">
                      <a:pos x="40" y="988"/>
                    </a:cxn>
                    <a:cxn ang="0">
                      <a:pos x="89" y="767"/>
                    </a:cxn>
                    <a:cxn ang="0">
                      <a:pos x="117" y="681"/>
                    </a:cxn>
                    <a:cxn ang="0">
                      <a:pos x="157" y="582"/>
                    </a:cxn>
                    <a:cxn ang="0">
                      <a:pos x="164" y="564"/>
                    </a:cxn>
                    <a:cxn ang="0">
                      <a:pos x="193" y="510"/>
                    </a:cxn>
                    <a:cxn ang="0">
                      <a:pos x="216" y="471"/>
                    </a:cxn>
                  </a:cxnLst>
                  <a:rect l="0" t="0" r="r" b="b"/>
                  <a:pathLst>
                    <a:path w="913" h="1204">
                      <a:moveTo>
                        <a:pt x="243" y="429"/>
                      </a:moveTo>
                      <a:cubicBezTo>
                        <a:pt x="254" y="411"/>
                        <a:pt x="268" y="388"/>
                        <a:pt x="280" y="372"/>
                      </a:cubicBezTo>
                      <a:cubicBezTo>
                        <a:pt x="282" y="368"/>
                        <a:pt x="286" y="362"/>
                        <a:pt x="289" y="357"/>
                      </a:cubicBezTo>
                      <a:cubicBezTo>
                        <a:pt x="291" y="358"/>
                        <a:pt x="291" y="358"/>
                        <a:pt x="291" y="358"/>
                      </a:cubicBezTo>
                      <a:cubicBezTo>
                        <a:pt x="294" y="353"/>
                        <a:pt x="294" y="353"/>
                        <a:pt x="294" y="353"/>
                      </a:cubicBezTo>
                      <a:cubicBezTo>
                        <a:pt x="296" y="351"/>
                        <a:pt x="292" y="356"/>
                        <a:pt x="295" y="354"/>
                      </a:cubicBezTo>
                      <a:cubicBezTo>
                        <a:pt x="295" y="351"/>
                        <a:pt x="295" y="351"/>
                        <a:pt x="295" y="351"/>
                      </a:cubicBezTo>
                      <a:cubicBezTo>
                        <a:pt x="296" y="351"/>
                        <a:pt x="304" y="341"/>
                        <a:pt x="299" y="349"/>
                      </a:cubicBezTo>
                      <a:cubicBezTo>
                        <a:pt x="304" y="343"/>
                        <a:pt x="308" y="338"/>
                        <a:pt x="313" y="332"/>
                      </a:cubicBezTo>
                      <a:cubicBezTo>
                        <a:pt x="316" y="329"/>
                        <a:pt x="313" y="329"/>
                        <a:pt x="317" y="325"/>
                      </a:cubicBezTo>
                      <a:cubicBezTo>
                        <a:pt x="318" y="325"/>
                        <a:pt x="316" y="327"/>
                        <a:pt x="317" y="327"/>
                      </a:cubicBezTo>
                      <a:cubicBezTo>
                        <a:pt x="328" y="316"/>
                        <a:pt x="325" y="311"/>
                        <a:pt x="335" y="300"/>
                      </a:cubicBezTo>
                      <a:cubicBezTo>
                        <a:pt x="334" y="301"/>
                        <a:pt x="334" y="301"/>
                        <a:pt x="334" y="301"/>
                      </a:cubicBezTo>
                      <a:cubicBezTo>
                        <a:pt x="336" y="299"/>
                        <a:pt x="339" y="296"/>
                        <a:pt x="339" y="296"/>
                      </a:cubicBezTo>
                      <a:cubicBezTo>
                        <a:pt x="336" y="296"/>
                        <a:pt x="338" y="298"/>
                        <a:pt x="334" y="301"/>
                      </a:cubicBezTo>
                      <a:cubicBezTo>
                        <a:pt x="333" y="299"/>
                        <a:pt x="337" y="296"/>
                        <a:pt x="336" y="295"/>
                      </a:cubicBezTo>
                      <a:cubicBezTo>
                        <a:pt x="338" y="293"/>
                        <a:pt x="339" y="291"/>
                        <a:pt x="341" y="289"/>
                      </a:cubicBezTo>
                      <a:cubicBezTo>
                        <a:pt x="345" y="286"/>
                        <a:pt x="349" y="280"/>
                        <a:pt x="353" y="278"/>
                      </a:cubicBezTo>
                      <a:cubicBezTo>
                        <a:pt x="354" y="276"/>
                        <a:pt x="355" y="273"/>
                        <a:pt x="358" y="269"/>
                      </a:cubicBezTo>
                      <a:cubicBezTo>
                        <a:pt x="362" y="267"/>
                        <a:pt x="359" y="270"/>
                        <a:pt x="363" y="267"/>
                      </a:cubicBezTo>
                      <a:cubicBezTo>
                        <a:pt x="362" y="265"/>
                        <a:pt x="362" y="265"/>
                        <a:pt x="362" y="265"/>
                      </a:cubicBezTo>
                      <a:cubicBezTo>
                        <a:pt x="365" y="262"/>
                        <a:pt x="365" y="263"/>
                        <a:pt x="365" y="264"/>
                      </a:cubicBezTo>
                      <a:cubicBezTo>
                        <a:pt x="369" y="260"/>
                        <a:pt x="367" y="260"/>
                        <a:pt x="371" y="256"/>
                      </a:cubicBezTo>
                      <a:cubicBezTo>
                        <a:pt x="370" y="259"/>
                        <a:pt x="370" y="259"/>
                        <a:pt x="370" y="259"/>
                      </a:cubicBezTo>
                      <a:cubicBezTo>
                        <a:pt x="373" y="256"/>
                        <a:pt x="374" y="255"/>
                        <a:pt x="378" y="251"/>
                      </a:cubicBezTo>
                      <a:cubicBezTo>
                        <a:pt x="378" y="251"/>
                        <a:pt x="377" y="253"/>
                        <a:pt x="375" y="254"/>
                      </a:cubicBezTo>
                      <a:cubicBezTo>
                        <a:pt x="379" y="253"/>
                        <a:pt x="379" y="250"/>
                        <a:pt x="380" y="248"/>
                      </a:cubicBezTo>
                      <a:cubicBezTo>
                        <a:pt x="379" y="249"/>
                        <a:pt x="376" y="251"/>
                        <a:pt x="377" y="249"/>
                      </a:cubicBezTo>
                      <a:cubicBezTo>
                        <a:pt x="379" y="247"/>
                        <a:pt x="381" y="244"/>
                        <a:pt x="383" y="243"/>
                      </a:cubicBezTo>
                      <a:cubicBezTo>
                        <a:pt x="381" y="246"/>
                        <a:pt x="381" y="246"/>
                        <a:pt x="381" y="246"/>
                      </a:cubicBezTo>
                      <a:cubicBezTo>
                        <a:pt x="385" y="241"/>
                        <a:pt x="383" y="243"/>
                        <a:pt x="388" y="238"/>
                      </a:cubicBezTo>
                      <a:cubicBezTo>
                        <a:pt x="388" y="239"/>
                        <a:pt x="388" y="239"/>
                        <a:pt x="388" y="239"/>
                      </a:cubicBezTo>
                      <a:cubicBezTo>
                        <a:pt x="390" y="235"/>
                        <a:pt x="395" y="232"/>
                        <a:pt x="400" y="227"/>
                      </a:cubicBezTo>
                      <a:cubicBezTo>
                        <a:pt x="399" y="228"/>
                        <a:pt x="399" y="228"/>
                        <a:pt x="399" y="228"/>
                      </a:cubicBezTo>
                      <a:cubicBezTo>
                        <a:pt x="401" y="226"/>
                        <a:pt x="402" y="225"/>
                        <a:pt x="403" y="224"/>
                      </a:cubicBezTo>
                      <a:cubicBezTo>
                        <a:pt x="399" y="226"/>
                        <a:pt x="400" y="225"/>
                        <a:pt x="399" y="224"/>
                      </a:cubicBezTo>
                      <a:cubicBezTo>
                        <a:pt x="404" y="222"/>
                        <a:pt x="403" y="218"/>
                        <a:pt x="410" y="213"/>
                      </a:cubicBezTo>
                      <a:cubicBezTo>
                        <a:pt x="410" y="214"/>
                        <a:pt x="409" y="216"/>
                        <a:pt x="407" y="217"/>
                      </a:cubicBezTo>
                      <a:cubicBezTo>
                        <a:pt x="406" y="220"/>
                        <a:pt x="407" y="221"/>
                        <a:pt x="404" y="225"/>
                      </a:cubicBezTo>
                      <a:cubicBezTo>
                        <a:pt x="406" y="223"/>
                        <a:pt x="408" y="220"/>
                        <a:pt x="408" y="221"/>
                      </a:cubicBezTo>
                      <a:cubicBezTo>
                        <a:pt x="408" y="219"/>
                        <a:pt x="408" y="219"/>
                        <a:pt x="408" y="219"/>
                      </a:cubicBezTo>
                      <a:cubicBezTo>
                        <a:pt x="409" y="218"/>
                        <a:pt x="410" y="217"/>
                        <a:pt x="411" y="216"/>
                      </a:cubicBezTo>
                      <a:cubicBezTo>
                        <a:pt x="411" y="215"/>
                        <a:pt x="408" y="217"/>
                        <a:pt x="410" y="214"/>
                      </a:cubicBezTo>
                      <a:cubicBezTo>
                        <a:pt x="414" y="210"/>
                        <a:pt x="413" y="213"/>
                        <a:pt x="413" y="212"/>
                      </a:cubicBezTo>
                      <a:cubicBezTo>
                        <a:pt x="418" y="208"/>
                        <a:pt x="414" y="209"/>
                        <a:pt x="419" y="205"/>
                      </a:cubicBezTo>
                      <a:cubicBezTo>
                        <a:pt x="419" y="206"/>
                        <a:pt x="418" y="207"/>
                        <a:pt x="418" y="207"/>
                      </a:cubicBezTo>
                      <a:cubicBezTo>
                        <a:pt x="422" y="205"/>
                        <a:pt x="426" y="200"/>
                        <a:pt x="428" y="200"/>
                      </a:cubicBezTo>
                      <a:cubicBezTo>
                        <a:pt x="428" y="201"/>
                        <a:pt x="428" y="201"/>
                        <a:pt x="427" y="202"/>
                      </a:cubicBezTo>
                      <a:cubicBezTo>
                        <a:pt x="427" y="202"/>
                        <a:pt x="427" y="202"/>
                        <a:pt x="427" y="202"/>
                      </a:cubicBezTo>
                      <a:cubicBezTo>
                        <a:pt x="424" y="207"/>
                        <a:pt x="430" y="199"/>
                        <a:pt x="430" y="201"/>
                      </a:cubicBezTo>
                      <a:cubicBezTo>
                        <a:pt x="429" y="201"/>
                        <a:pt x="434" y="197"/>
                        <a:pt x="436" y="195"/>
                      </a:cubicBezTo>
                      <a:cubicBezTo>
                        <a:pt x="435" y="195"/>
                        <a:pt x="435" y="195"/>
                        <a:pt x="435" y="195"/>
                      </a:cubicBezTo>
                      <a:cubicBezTo>
                        <a:pt x="440" y="186"/>
                        <a:pt x="436" y="197"/>
                        <a:pt x="443" y="190"/>
                      </a:cubicBezTo>
                      <a:cubicBezTo>
                        <a:pt x="447" y="186"/>
                        <a:pt x="441" y="192"/>
                        <a:pt x="443" y="189"/>
                      </a:cubicBezTo>
                      <a:cubicBezTo>
                        <a:pt x="446" y="186"/>
                        <a:pt x="448" y="186"/>
                        <a:pt x="452" y="182"/>
                      </a:cubicBezTo>
                      <a:cubicBezTo>
                        <a:pt x="454" y="181"/>
                        <a:pt x="457" y="180"/>
                        <a:pt x="458" y="180"/>
                      </a:cubicBezTo>
                      <a:cubicBezTo>
                        <a:pt x="461" y="178"/>
                        <a:pt x="467" y="174"/>
                        <a:pt x="468" y="172"/>
                      </a:cubicBezTo>
                      <a:cubicBezTo>
                        <a:pt x="462" y="175"/>
                        <a:pt x="464" y="177"/>
                        <a:pt x="457" y="180"/>
                      </a:cubicBezTo>
                      <a:cubicBezTo>
                        <a:pt x="458" y="178"/>
                        <a:pt x="458" y="178"/>
                        <a:pt x="458" y="178"/>
                      </a:cubicBezTo>
                      <a:cubicBezTo>
                        <a:pt x="462" y="174"/>
                        <a:pt x="467" y="170"/>
                        <a:pt x="470" y="168"/>
                      </a:cubicBezTo>
                      <a:cubicBezTo>
                        <a:pt x="469" y="168"/>
                        <a:pt x="469" y="168"/>
                        <a:pt x="469" y="168"/>
                      </a:cubicBezTo>
                      <a:cubicBezTo>
                        <a:pt x="474" y="163"/>
                        <a:pt x="475" y="161"/>
                        <a:pt x="481" y="157"/>
                      </a:cubicBezTo>
                      <a:cubicBezTo>
                        <a:pt x="482" y="157"/>
                        <a:pt x="479" y="160"/>
                        <a:pt x="477" y="162"/>
                      </a:cubicBezTo>
                      <a:cubicBezTo>
                        <a:pt x="481" y="160"/>
                        <a:pt x="480" y="159"/>
                        <a:pt x="486" y="155"/>
                      </a:cubicBezTo>
                      <a:cubicBezTo>
                        <a:pt x="487" y="156"/>
                        <a:pt x="482" y="158"/>
                        <a:pt x="482" y="159"/>
                      </a:cubicBezTo>
                      <a:cubicBezTo>
                        <a:pt x="488" y="154"/>
                        <a:pt x="488" y="154"/>
                        <a:pt x="488" y="154"/>
                      </a:cubicBezTo>
                      <a:cubicBezTo>
                        <a:pt x="488" y="154"/>
                        <a:pt x="488" y="154"/>
                        <a:pt x="488" y="154"/>
                      </a:cubicBezTo>
                      <a:cubicBezTo>
                        <a:pt x="488" y="152"/>
                        <a:pt x="493" y="151"/>
                        <a:pt x="497" y="148"/>
                      </a:cubicBezTo>
                      <a:cubicBezTo>
                        <a:pt x="506" y="141"/>
                        <a:pt x="506" y="139"/>
                        <a:pt x="510" y="134"/>
                      </a:cubicBezTo>
                      <a:cubicBezTo>
                        <a:pt x="512" y="133"/>
                        <a:pt x="513" y="134"/>
                        <a:pt x="512" y="134"/>
                      </a:cubicBezTo>
                      <a:cubicBezTo>
                        <a:pt x="510" y="135"/>
                        <a:pt x="510" y="135"/>
                        <a:pt x="510" y="136"/>
                      </a:cubicBezTo>
                      <a:cubicBezTo>
                        <a:pt x="513" y="134"/>
                        <a:pt x="518" y="133"/>
                        <a:pt x="516" y="135"/>
                      </a:cubicBezTo>
                      <a:cubicBezTo>
                        <a:pt x="521" y="131"/>
                        <a:pt x="514" y="135"/>
                        <a:pt x="517" y="133"/>
                      </a:cubicBezTo>
                      <a:cubicBezTo>
                        <a:pt x="524" y="128"/>
                        <a:pt x="524" y="128"/>
                        <a:pt x="524" y="128"/>
                      </a:cubicBezTo>
                      <a:cubicBezTo>
                        <a:pt x="522" y="128"/>
                        <a:pt x="520" y="130"/>
                        <a:pt x="523" y="127"/>
                      </a:cubicBezTo>
                      <a:cubicBezTo>
                        <a:pt x="526" y="125"/>
                        <a:pt x="527" y="124"/>
                        <a:pt x="531" y="121"/>
                      </a:cubicBezTo>
                      <a:cubicBezTo>
                        <a:pt x="531" y="122"/>
                        <a:pt x="533" y="122"/>
                        <a:pt x="530" y="124"/>
                      </a:cubicBezTo>
                      <a:cubicBezTo>
                        <a:pt x="533" y="123"/>
                        <a:pt x="536" y="121"/>
                        <a:pt x="536" y="119"/>
                      </a:cubicBezTo>
                      <a:cubicBezTo>
                        <a:pt x="531" y="121"/>
                        <a:pt x="543" y="114"/>
                        <a:pt x="539" y="115"/>
                      </a:cubicBezTo>
                      <a:cubicBezTo>
                        <a:pt x="544" y="113"/>
                        <a:pt x="544" y="113"/>
                        <a:pt x="544" y="113"/>
                      </a:cubicBezTo>
                      <a:cubicBezTo>
                        <a:pt x="543" y="114"/>
                        <a:pt x="543" y="114"/>
                        <a:pt x="541" y="115"/>
                      </a:cubicBezTo>
                      <a:cubicBezTo>
                        <a:pt x="543" y="115"/>
                        <a:pt x="545" y="112"/>
                        <a:pt x="546" y="111"/>
                      </a:cubicBezTo>
                      <a:cubicBezTo>
                        <a:pt x="548" y="111"/>
                        <a:pt x="552" y="108"/>
                        <a:pt x="553" y="109"/>
                      </a:cubicBezTo>
                      <a:cubicBezTo>
                        <a:pt x="554" y="108"/>
                        <a:pt x="557" y="106"/>
                        <a:pt x="558" y="106"/>
                      </a:cubicBezTo>
                      <a:cubicBezTo>
                        <a:pt x="560" y="105"/>
                        <a:pt x="558" y="105"/>
                        <a:pt x="559" y="104"/>
                      </a:cubicBezTo>
                      <a:cubicBezTo>
                        <a:pt x="566" y="100"/>
                        <a:pt x="566" y="100"/>
                        <a:pt x="566" y="100"/>
                      </a:cubicBezTo>
                      <a:cubicBezTo>
                        <a:pt x="567" y="101"/>
                        <a:pt x="568" y="102"/>
                        <a:pt x="567" y="103"/>
                      </a:cubicBezTo>
                      <a:cubicBezTo>
                        <a:pt x="570" y="101"/>
                        <a:pt x="567" y="101"/>
                        <a:pt x="571" y="98"/>
                      </a:cubicBezTo>
                      <a:cubicBezTo>
                        <a:pt x="570" y="101"/>
                        <a:pt x="577" y="96"/>
                        <a:pt x="575" y="100"/>
                      </a:cubicBezTo>
                      <a:cubicBezTo>
                        <a:pt x="577" y="99"/>
                        <a:pt x="584" y="96"/>
                        <a:pt x="588" y="93"/>
                      </a:cubicBezTo>
                      <a:cubicBezTo>
                        <a:pt x="589" y="91"/>
                        <a:pt x="583" y="95"/>
                        <a:pt x="583" y="94"/>
                      </a:cubicBezTo>
                      <a:cubicBezTo>
                        <a:pt x="593" y="88"/>
                        <a:pt x="592" y="85"/>
                        <a:pt x="601" y="81"/>
                      </a:cubicBezTo>
                      <a:cubicBezTo>
                        <a:pt x="598" y="82"/>
                        <a:pt x="598" y="82"/>
                        <a:pt x="598" y="82"/>
                      </a:cubicBezTo>
                      <a:cubicBezTo>
                        <a:pt x="603" y="79"/>
                        <a:pt x="602" y="80"/>
                        <a:pt x="605" y="77"/>
                      </a:cubicBezTo>
                      <a:cubicBezTo>
                        <a:pt x="604" y="79"/>
                        <a:pt x="612" y="78"/>
                        <a:pt x="620" y="74"/>
                      </a:cubicBezTo>
                      <a:cubicBezTo>
                        <a:pt x="620" y="73"/>
                        <a:pt x="615" y="75"/>
                        <a:pt x="616" y="73"/>
                      </a:cubicBezTo>
                      <a:cubicBezTo>
                        <a:pt x="621" y="70"/>
                        <a:pt x="621" y="70"/>
                        <a:pt x="621" y="70"/>
                      </a:cubicBezTo>
                      <a:cubicBezTo>
                        <a:pt x="622" y="70"/>
                        <a:pt x="621" y="71"/>
                        <a:pt x="620" y="71"/>
                      </a:cubicBezTo>
                      <a:cubicBezTo>
                        <a:pt x="625" y="69"/>
                        <a:pt x="630" y="69"/>
                        <a:pt x="631" y="67"/>
                      </a:cubicBezTo>
                      <a:cubicBezTo>
                        <a:pt x="637" y="67"/>
                        <a:pt x="637" y="67"/>
                        <a:pt x="637" y="67"/>
                      </a:cubicBezTo>
                      <a:cubicBezTo>
                        <a:pt x="634" y="67"/>
                        <a:pt x="634" y="67"/>
                        <a:pt x="634" y="67"/>
                      </a:cubicBezTo>
                      <a:cubicBezTo>
                        <a:pt x="635" y="66"/>
                        <a:pt x="640" y="63"/>
                        <a:pt x="641" y="62"/>
                      </a:cubicBezTo>
                      <a:cubicBezTo>
                        <a:pt x="646" y="59"/>
                        <a:pt x="649" y="59"/>
                        <a:pt x="652" y="59"/>
                      </a:cubicBezTo>
                      <a:cubicBezTo>
                        <a:pt x="651" y="58"/>
                        <a:pt x="648" y="58"/>
                        <a:pt x="652" y="56"/>
                      </a:cubicBezTo>
                      <a:cubicBezTo>
                        <a:pt x="653" y="58"/>
                        <a:pt x="662" y="53"/>
                        <a:pt x="662" y="54"/>
                      </a:cubicBezTo>
                      <a:cubicBezTo>
                        <a:pt x="664" y="54"/>
                        <a:pt x="668" y="53"/>
                        <a:pt x="667" y="52"/>
                      </a:cubicBezTo>
                      <a:cubicBezTo>
                        <a:pt x="668" y="54"/>
                        <a:pt x="668" y="54"/>
                        <a:pt x="668" y="54"/>
                      </a:cubicBezTo>
                      <a:cubicBezTo>
                        <a:pt x="667" y="52"/>
                        <a:pt x="674" y="49"/>
                        <a:pt x="679" y="47"/>
                      </a:cubicBezTo>
                      <a:cubicBezTo>
                        <a:pt x="679" y="50"/>
                        <a:pt x="684" y="45"/>
                        <a:pt x="688" y="46"/>
                      </a:cubicBezTo>
                      <a:cubicBezTo>
                        <a:pt x="688" y="44"/>
                        <a:pt x="696" y="43"/>
                        <a:pt x="697" y="41"/>
                      </a:cubicBezTo>
                      <a:cubicBezTo>
                        <a:pt x="701" y="39"/>
                        <a:pt x="701" y="41"/>
                        <a:pt x="702" y="41"/>
                      </a:cubicBezTo>
                      <a:cubicBezTo>
                        <a:pt x="704" y="40"/>
                        <a:pt x="704" y="40"/>
                        <a:pt x="704" y="40"/>
                      </a:cubicBezTo>
                      <a:cubicBezTo>
                        <a:pt x="706" y="40"/>
                        <a:pt x="713" y="38"/>
                        <a:pt x="718" y="37"/>
                      </a:cubicBezTo>
                      <a:cubicBezTo>
                        <a:pt x="722" y="35"/>
                        <a:pt x="722" y="35"/>
                        <a:pt x="722" y="35"/>
                      </a:cubicBezTo>
                      <a:cubicBezTo>
                        <a:pt x="723" y="35"/>
                        <a:pt x="723" y="35"/>
                        <a:pt x="723" y="35"/>
                      </a:cubicBezTo>
                      <a:cubicBezTo>
                        <a:pt x="724" y="34"/>
                        <a:pt x="727" y="33"/>
                        <a:pt x="725" y="33"/>
                      </a:cubicBezTo>
                      <a:cubicBezTo>
                        <a:pt x="727" y="33"/>
                        <a:pt x="727" y="33"/>
                        <a:pt x="727" y="33"/>
                      </a:cubicBezTo>
                      <a:cubicBezTo>
                        <a:pt x="727" y="31"/>
                        <a:pt x="730" y="31"/>
                        <a:pt x="735" y="29"/>
                      </a:cubicBezTo>
                      <a:cubicBezTo>
                        <a:pt x="736" y="29"/>
                        <a:pt x="736" y="30"/>
                        <a:pt x="735" y="30"/>
                      </a:cubicBezTo>
                      <a:cubicBezTo>
                        <a:pt x="737" y="30"/>
                        <a:pt x="736" y="31"/>
                        <a:pt x="738" y="31"/>
                      </a:cubicBezTo>
                      <a:cubicBezTo>
                        <a:pt x="736" y="31"/>
                        <a:pt x="745" y="26"/>
                        <a:pt x="739" y="27"/>
                      </a:cubicBezTo>
                      <a:cubicBezTo>
                        <a:pt x="738" y="26"/>
                        <a:pt x="741" y="25"/>
                        <a:pt x="744" y="24"/>
                      </a:cubicBezTo>
                      <a:cubicBezTo>
                        <a:pt x="745" y="26"/>
                        <a:pt x="745" y="26"/>
                        <a:pt x="745" y="26"/>
                      </a:cubicBezTo>
                      <a:cubicBezTo>
                        <a:pt x="748" y="23"/>
                        <a:pt x="748" y="23"/>
                        <a:pt x="748" y="23"/>
                      </a:cubicBezTo>
                      <a:cubicBezTo>
                        <a:pt x="751" y="22"/>
                        <a:pt x="753" y="23"/>
                        <a:pt x="756" y="22"/>
                      </a:cubicBezTo>
                      <a:cubicBezTo>
                        <a:pt x="753" y="23"/>
                        <a:pt x="750" y="27"/>
                        <a:pt x="758" y="25"/>
                      </a:cubicBezTo>
                      <a:cubicBezTo>
                        <a:pt x="754" y="26"/>
                        <a:pt x="752" y="28"/>
                        <a:pt x="750" y="28"/>
                      </a:cubicBezTo>
                      <a:cubicBezTo>
                        <a:pt x="752" y="28"/>
                        <a:pt x="752" y="28"/>
                        <a:pt x="750" y="29"/>
                      </a:cubicBezTo>
                      <a:cubicBezTo>
                        <a:pt x="756" y="27"/>
                        <a:pt x="752" y="28"/>
                        <a:pt x="758" y="26"/>
                      </a:cubicBezTo>
                      <a:cubicBezTo>
                        <a:pt x="758" y="28"/>
                        <a:pt x="759" y="28"/>
                        <a:pt x="764" y="27"/>
                      </a:cubicBezTo>
                      <a:cubicBezTo>
                        <a:pt x="760" y="27"/>
                        <a:pt x="760" y="27"/>
                        <a:pt x="760" y="27"/>
                      </a:cubicBezTo>
                      <a:cubicBezTo>
                        <a:pt x="761" y="27"/>
                        <a:pt x="761" y="27"/>
                        <a:pt x="761" y="26"/>
                      </a:cubicBezTo>
                      <a:cubicBezTo>
                        <a:pt x="760" y="27"/>
                        <a:pt x="759" y="26"/>
                        <a:pt x="759" y="26"/>
                      </a:cubicBezTo>
                      <a:cubicBezTo>
                        <a:pt x="760" y="26"/>
                        <a:pt x="765" y="23"/>
                        <a:pt x="766" y="23"/>
                      </a:cubicBezTo>
                      <a:cubicBezTo>
                        <a:pt x="760" y="22"/>
                        <a:pt x="776" y="19"/>
                        <a:pt x="772" y="19"/>
                      </a:cubicBezTo>
                      <a:cubicBezTo>
                        <a:pt x="773" y="18"/>
                        <a:pt x="777" y="17"/>
                        <a:pt x="777" y="18"/>
                      </a:cubicBezTo>
                      <a:cubicBezTo>
                        <a:pt x="772" y="20"/>
                        <a:pt x="781" y="19"/>
                        <a:pt x="781" y="20"/>
                      </a:cubicBezTo>
                      <a:cubicBezTo>
                        <a:pt x="782" y="19"/>
                        <a:pt x="777" y="20"/>
                        <a:pt x="779" y="19"/>
                      </a:cubicBezTo>
                      <a:cubicBezTo>
                        <a:pt x="782" y="18"/>
                        <a:pt x="784" y="19"/>
                        <a:pt x="786" y="19"/>
                      </a:cubicBezTo>
                      <a:cubicBezTo>
                        <a:pt x="785" y="19"/>
                        <a:pt x="785" y="19"/>
                        <a:pt x="785" y="19"/>
                      </a:cubicBezTo>
                      <a:cubicBezTo>
                        <a:pt x="789" y="19"/>
                        <a:pt x="789" y="19"/>
                        <a:pt x="789" y="19"/>
                      </a:cubicBezTo>
                      <a:cubicBezTo>
                        <a:pt x="790" y="18"/>
                        <a:pt x="785" y="19"/>
                        <a:pt x="789" y="17"/>
                      </a:cubicBezTo>
                      <a:cubicBezTo>
                        <a:pt x="790" y="18"/>
                        <a:pt x="794" y="16"/>
                        <a:pt x="794" y="17"/>
                      </a:cubicBezTo>
                      <a:cubicBezTo>
                        <a:pt x="792" y="18"/>
                        <a:pt x="794" y="19"/>
                        <a:pt x="790" y="20"/>
                      </a:cubicBezTo>
                      <a:cubicBezTo>
                        <a:pt x="793" y="20"/>
                        <a:pt x="802" y="18"/>
                        <a:pt x="798" y="17"/>
                      </a:cubicBezTo>
                      <a:cubicBezTo>
                        <a:pt x="802" y="17"/>
                        <a:pt x="802" y="17"/>
                        <a:pt x="802" y="17"/>
                      </a:cubicBezTo>
                      <a:cubicBezTo>
                        <a:pt x="800" y="16"/>
                        <a:pt x="793" y="16"/>
                        <a:pt x="800" y="15"/>
                      </a:cubicBezTo>
                      <a:cubicBezTo>
                        <a:pt x="800" y="15"/>
                        <a:pt x="800" y="15"/>
                        <a:pt x="800" y="15"/>
                      </a:cubicBezTo>
                      <a:cubicBezTo>
                        <a:pt x="805" y="13"/>
                        <a:pt x="805" y="13"/>
                        <a:pt x="805" y="13"/>
                      </a:cubicBezTo>
                      <a:cubicBezTo>
                        <a:pt x="807" y="14"/>
                        <a:pt x="807" y="14"/>
                        <a:pt x="807" y="14"/>
                      </a:cubicBezTo>
                      <a:cubicBezTo>
                        <a:pt x="807" y="13"/>
                        <a:pt x="808" y="13"/>
                        <a:pt x="810" y="13"/>
                      </a:cubicBezTo>
                      <a:cubicBezTo>
                        <a:pt x="810" y="13"/>
                        <a:pt x="812" y="13"/>
                        <a:pt x="812" y="14"/>
                      </a:cubicBezTo>
                      <a:cubicBezTo>
                        <a:pt x="817" y="13"/>
                        <a:pt x="817" y="12"/>
                        <a:pt x="817" y="12"/>
                      </a:cubicBezTo>
                      <a:cubicBezTo>
                        <a:pt x="820" y="11"/>
                        <a:pt x="821" y="11"/>
                        <a:pt x="820" y="12"/>
                      </a:cubicBezTo>
                      <a:cubicBezTo>
                        <a:pt x="824" y="12"/>
                        <a:pt x="831" y="11"/>
                        <a:pt x="834" y="11"/>
                      </a:cubicBezTo>
                      <a:cubicBezTo>
                        <a:pt x="839" y="10"/>
                        <a:pt x="833" y="11"/>
                        <a:pt x="836" y="10"/>
                      </a:cubicBezTo>
                      <a:cubicBezTo>
                        <a:pt x="841" y="12"/>
                        <a:pt x="854" y="9"/>
                        <a:pt x="863" y="8"/>
                      </a:cubicBezTo>
                      <a:cubicBezTo>
                        <a:pt x="860" y="6"/>
                        <a:pt x="865" y="7"/>
                        <a:pt x="867" y="5"/>
                      </a:cubicBezTo>
                      <a:cubicBezTo>
                        <a:pt x="865" y="6"/>
                        <a:pt x="875" y="7"/>
                        <a:pt x="868" y="8"/>
                      </a:cubicBezTo>
                      <a:cubicBezTo>
                        <a:pt x="872" y="7"/>
                        <a:pt x="872" y="7"/>
                        <a:pt x="872" y="7"/>
                      </a:cubicBezTo>
                      <a:cubicBezTo>
                        <a:pt x="876" y="8"/>
                        <a:pt x="865" y="9"/>
                        <a:pt x="870" y="10"/>
                      </a:cubicBezTo>
                      <a:cubicBezTo>
                        <a:pt x="875" y="9"/>
                        <a:pt x="878" y="7"/>
                        <a:pt x="884" y="7"/>
                      </a:cubicBezTo>
                      <a:cubicBezTo>
                        <a:pt x="882" y="9"/>
                        <a:pt x="889" y="7"/>
                        <a:pt x="888" y="9"/>
                      </a:cubicBezTo>
                      <a:cubicBezTo>
                        <a:pt x="887" y="9"/>
                        <a:pt x="885" y="9"/>
                        <a:pt x="883" y="9"/>
                      </a:cubicBezTo>
                      <a:cubicBezTo>
                        <a:pt x="884" y="9"/>
                        <a:pt x="884" y="9"/>
                        <a:pt x="884" y="9"/>
                      </a:cubicBezTo>
                      <a:cubicBezTo>
                        <a:pt x="896" y="9"/>
                        <a:pt x="887" y="7"/>
                        <a:pt x="894" y="6"/>
                      </a:cubicBezTo>
                      <a:cubicBezTo>
                        <a:pt x="901" y="6"/>
                        <a:pt x="899" y="7"/>
                        <a:pt x="900" y="8"/>
                      </a:cubicBezTo>
                      <a:cubicBezTo>
                        <a:pt x="901" y="8"/>
                        <a:pt x="904" y="8"/>
                        <a:pt x="906" y="8"/>
                      </a:cubicBezTo>
                      <a:cubicBezTo>
                        <a:pt x="902" y="9"/>
                        <a:pt x="898" y="7"/>
                        <a:pt x="900" y="6"/>
                      </a:cubicBezTo>
                      <a:cubicBezTo>
                        <a:pt x="903" y="7"/>
                        <a:pt x="911" y="6"/>
                        <a:pt x="913" y="5"/>
                      </a:cubicBezTo>
                      <a:cubicBezTo>
                        <a:pt x="902" y="3"/>
                        <a:pt x="906" y="5"/>
                        <a:pt x="896" y="3"/>
                      </a:cubicBezTo>
                      <a:cubicBezTo>
                        <a:pt x="895" y="4"/>
                        <a:pt x="895" y="5"/>
                        <a:pt x="889" y="5"/>
                      </a:cubicBezTo>
                      <a:cubicBezTo>
                        <a:pt x="893" y="4"/>
                        <a:pt x="889" y="4"/>
                        <a:pt x="888" y="4"/>
                      </a:cubicBezTo>
                      <a:cubicBezTo>
                        <a:pt x="889" y="5"/>
                        <a:pt x="884" y="4"/>
                        <a:pt x="882" y="5"/>
                      </a:cubicBezTo>
                      <a:cubicBezTo>
                        <a:pt x="880" y="4"/>
                        <a:pt x="885" y="2"/>
                        <a:pt x="880" y="2"/>
                      </a:cubicBezTo>
                      <a:cubicBezTo>
                        <a:pt x="879" y="5"/>
                        <a:pt x="879" y="5"/>
                        <a:pt x="879" y="5"/>
                      </a:cubicBezTo>
                      <a:cubicBezTo>
                        <a:pt x="876" y="4"/>
                        <a:pt x="879" y="3"/>
                        <a:pt x="875" y="4"/>
                      </a:cubicBezTo>
                      <a:cubicBezTo>
                        <a:pt x="877" y="2"/>
                        <a:pt x="874" y="2"/>
                        <a:pt x="880" y="1"/>
                      </a:cubicBezTo>
                      <a:cubicBezTo>
                        <a:pt x="872" y="0"/>
                        <a:pt x="868" y="3"/>
                        <a:pt x="862" y="4"/>
                      </a:cubicBezTo>
                      <a:cubicBezTo>
                        <a:pt x="863" y="4"/>
                        <a:pt x="863" y="4"/>
                        <a:pt x="864" y="4"/>
                      </a:cubicBezTo>
                      <a:cubicBezTo>
                        <a:pt x="862" y="4"/>
                        <a:pt x="860" y="4"/>
                        <a:pt x="858" y="5"/>
                      </a:cubicBezTo>
                      <a:cubicBezTo>
                        <a:pt x="854" y="4"/>
                        <a:pt x="861" y="3"/>
                        <a:pt x="860" y="3"/>
                      </a:cubicBezTo>
                      <a:cubicBezTo>
                        <a:pt x="854" y="3"/>
                        <a:pt x="854" y="3"/>
                        <a:pt x="854" y="3"/>
                      </a:cubicBezTo>
                      <a:cubicBezTo>
                        <a:pt x="853" y="3"/>
                        <a:pt x="853" y="3"/>
                        <a:pt x="853" y="3"/>
                      </a:cubicBezTo>
                      <a:cubicBezTo>
                        <a:pt x="852" y="4"/>
                        <a:pt x="850" y="4"/>
                        <a:pt x="850" y="4"/>
                      </a:cubicBezTo>
                      <a:cubicBezTo>
                        <a:pt x="851" y="3"/>
                        <a:pt x="852" y="2"/>
                        <a:pt x="853" y="1"/>
                      </a:cubicBezTo>
                      <a:cubicBezTo>
                        <a:pt x="847" y="3"/>
                        <a:pt x="847" y="3"/>
                        <a:pt x="847" y="3"/>
                      </a:cubicBezTo>
                      <a:cubicBezTo>
                        <a:pt x="847" y="3"/>
                        <a:pt x="841" y="3"/>
                        <a:pt x="846" y="2"/>
                      </a:cubicBezTo>
                      <a:cubicBezTo>
                        <a:pt x="836" y="3"/>
                        <a:pt x="836" y="3"/>
                        <a:pt x="836" y="3"/>
                      </a:cubicBezTo>
                      <a:cubicBezTo>
                        <a:pt x="835" y="2"/>
                        <a:pt x="835" y="2"/>
                        <a:pt x="835" y="2"/>
                      </a:cubicBezTo>
                      <a:cubicBezTo>
                        <a:pt x="832" y="2"/>
                        <a:pt x="832" y="3"/>
                        <a:pt x="835" y="2"/>
                      </a:cubicBezTo>
                      <a:cubicBezTo>
                        <a:pt x="832" y="2"/>
                        <a:pt x="820" y="7"/>
                        <a:pt x="821" y="4"/>
                      </a:cubicBezTo>
                      <a:cubicBezTo>
                        <a:pt x="814" y="6"/>
                        <a:pt x="811" y="6"/>
                        <a:pt x="801" y="8"/>
                      </a:cubicBezTo>
                      <a:cubicBezTo>
                        <a:pt x="808" y="6"/>
                        <a:pt x="793" y="8"/>
                        <a:pt x="800" y="6"/>
                      </a:cubicBezTo>
                      <a:cubicBezTo>
                        <a:pt x="796" y="6"/>
                        <a:pt x="795" y="8"/>
                        <a:pt x="791" y="9"/>
                      </a:cubicBezTo>
                      <a:cubicBezTo>
                        <a:pt x="788" y="9"/>
                        <a:pt x="789" y="7"/>
                        <a:pt x="793" y="6"/>
                      </a:cubicBezTo>
                      <a:cubicBezTo>
                        <a:pt x="789" y="7"/>
                        <a:pt x="789" y="7"/>
                        <a:pt x="789" y="7"/>
                      </a:cubicBezTo>
                      <a:cubicBezTo>
                        <a:pt x="789" y="7"/>
                        <a:pt x="789" y="7"/>
                        <a:pt x="789" y="7"/>
                      </a:cubicBezTo>
                      <a:cubicBezTo>
                        <a:pt x="785" y="9"/>
                        <a:pt x="785" y="9"/>
                        <a:pt x="785" y="9"/>
                      </a:cubicBezTo>
                      <a:cubicBezTo>
                        <a:pt x="781" y="9"/>
                        <a:pt x="784" y="7"/>
                        <a:pt x="780" y="8"/>
                      </a:cubicBezTo>
                      <a:cubicBezTo>
                        <a:pt x="779" y="9"/>
                        <a:pt x="779" y="9"/>
                        <a:pt x="779" y="9"/>
                      </a:cubicBezTo>
                      <a:cubicBezTo>
                        <a:pt x="776" y="9"/>
                        <a:pt x="776" y="9"/>
                        <a:pt x="776" y="9"/>
                      </a:cubicBezTo>
                      <a:cubicBezTo>
                        <a:pt x="777" y="9"/>
                        <a:pt x="775" y="10"/>
                        <a:pt x="772" y="11"/>
                      </a:cubicBezTo>
                      <a:cubicBezTo>
                        <a:pt x="772" y="11"/>
                        <a:pt x="772" y="11"/>
                        <a:pt x="772" y="11"/>
                      </a:cubicBezTo>
                      <a:cubicBezTo>
                        <a:pt x="769" y="12"/>
                        <a:pt x="769" y="12"/>
                        <a:pt x="769" y="12"/>
                      </a:cubicBezTo>
                      <a:cubicBezTo>
                        <a:pt x="772" y="10"/>
                        <a:pt x="765" y="12"/>
                        <a:pt x="767" y="11"/>
                      </a:cubicBezTo>
                      <a:cubicBezTo>
                        <a:pt x="764" y="11"/>
                        <a:pt x="764" y="11"/>
                        <a:pt x="758" y="13"/>
                      </a:cubicBezTo>
                      <a:cubicBezTo>
                        <a:pt x="759" y="14"/>
                        <a:pt x="759" y="14"/>
                        <a:pt x="759" y="14"/>
                      </a:cubicBezTo>
                      <a:cubicBezTo>
                        <a:pt x="752" y="16"/>
                        <a:pt x="759" y="12"/>
                        <a:pt x="753" y="14"/>
                      </a:cubicBezTo>
                      <a:cubicBezTo>
                        <a:pt x="753" y="14"/>
                        <a:pt x="753" y="14"/>
                        <a:pt x="753" y="14"/>
                      </a:cubicBezTo>
                      <a:cubicBezTo>
                        <a:pt x="745" y="15"/>
                        <a:pt x="740" y="19"/>
                        <a:pt x="733" y="19"/>
                      </a:cubicBezTo>
                      <a:cubicBezTo>
                        <a:pt x="737" y="18"/>
                        <a:pt x="735" y="17"/>
                        <a:pt x="735" y="18"/>
                      </a:cubicBezTo>
                      <a:cubicBezTo>
                        <a:pt x="730" y="19"/>
                        <a:pt x="722" y="22"/>
                        <a:pt x="716" y="24"/>
                      </a:cubicBezTo>
                      <a:cubicBezTo>
                        <a:pt x="714" y="24"/>
                        <a:pt x="713" y="23"/>
                        <a:pt x="708" y="24"/>
                      </a:cubicBezTo>
                      <a:cubicBezTo>
                        <a:pt x="704" y="26"/>
                        <a:pt x="703" y="26"/>
                        <a:pt x="702" y="27"/>
                      </a:cubicBezTo>
                      <a:cubicBezTo>
                        <a:pt x="698" y="28"/>
                        <a:pt x="691" y="31"/>
                        <a:pt x="690" y="30"/>
                      </a:cubicBezTo>
                      <a:cubicBezTo>
                        <a:pt x="690" y="31"/>
                        <a:pt x="687" y="31"/>
                        <a:pt x="685" y="33"/>
                      </a:cubicBezTo>
                      <a:cubicBezTo>
                        <a:pt x="684" y="32"/>
                        <a:pt x="684" y="32"/>
                        <a:pt x="684" y="32"/>
                      </a:cubicBezTo>
                      <a:cubicBezTo>
                        <a:pt x="685" y="33"/>
                        <a:pt x="685" y="33"/>
                        <a:pt x="685" y="33"/>
                      </a:cubicBezTo>
                      <a:cubicBezTo>
                        <a:pt x="677" y="33"/>
                        <a:pt x="674" y="38"/>
                        <a:pt x="666" y="39"/>
                      </a:cubicBezTo>
                      <a:cubicBezTo>
                        <a:pt x="667" y="39"/>
                        <a:pt x="667" y="39"/>
                        <a:pt x="667" y="39"/>
                      </a:cubicBezTo>
                      <a:cubicBezTo>
                        <a:pt x="665" y="40"/>
                        <a:pt x="665" y="40"/>
                        <a:pt x="665" y="40"/>
                      </a:cubicBezTo>
                      <a:cubicBezTo>
                        <a:pt x="664" y="40"/>
                        <a:pt x="665" y="39"/>
                        <a:pt x="665" y="38"/>
                      </a:cubicBezTo>
                      <a:cubicBezTo>
                        <a:pt x="661" y="40"/>
                        <a:pt x="656" y="42"/>
                        <a:pt x="652" y="43"/>
                      </a:cubicBezTo>
                      <a:cubicBezTo>
                        <a:pt x="654" y="43"/>
                        <a:pt x="654" y="43"/>
                        <a:pt x="654" y="43"/>
                      </a:cubicBezTo>
                      <a:cubicBezTo>
                        <a:pt x="652" y="44"/>
                        <a:pt x="650" y="46"/>
                        <a:pt x="647" y="47"/>
                      </a:cubicBezTo>
                      <a:cubicBezTo>
                        <a:pt x="651" y="43"/>
                        <a:pt x="642" y="48"/>
                        <a:pt x="641" y="48"/>
                      </a:cubicBezTo>
                      <a:cubicBezTo>
                        <a:pt x="644" y="46"/>
                        <a:pt x="644" y="46"/>
                        <a:pt x="644" y="46"/>
                      </a:cubicBezTo>
                      <a:cubicBezTo>
                        <a:pt x="640" y="48"/>
                        <a:pt x="640" y="48"/>
                        <a:pt x="641" y="49"/>
                      </a:cubicBezTo>
                      <a:cubicBezTo>
                        <a:pt x="636" y="51"/>
                        <a:pt x="636" y="48"/>
                        <a:pt x="632" y="51"/>
                      </a:cubicBezTo>
                      <a:cubicBezTo>
                        <a:pt x="635" y="50"/>
                        <a:pt x="635" y="50"/>
                        <a:pt x="635" y="50"/>
                      </a:cubicBezTo>
                      <a:cubicBezTo>
                        <a:pt x="637" y="50"/>
                        <a:pt x="635" y="52"/>
                        <a:pt x="632" y="53"/>
                      </a:cubicBezTo>
                      <a:cubicBezTo>
                        <a:pt x="632" y="53"/>
                        <a:pt x="630" y="53"/>
                        <a:pt x="632" y="52"/>
                      </a:cubicBezTo>
                      <a:cubicBezTo>
                        <a:pt x="628" y="54"/>
                        <a:pt x="622" y="57"/>
                        <a:pt x="620" y="58"/>
                      </a:cubicBezTo>
                      <a:cubicBezTo>
                        <a:pt x="618" y="58"/>
                        <a:pt x="618" y="57"/>
                        <a:pt x="619" y="57"/>
                      </a:cubicBezTo>
                      <a:cubicBezTo>
                        <a:pt x="611" y="61"/>
                        <a:pt x="616" y="58"/>
                        <a:pt x="608" y="63"/>
                      </a:cubicBezTo>
                      <a:cubicBezTo>
                        <a:pt x="607" y="62"/>
                        <a:pt x="607" y="62"/>
                        <a:pt x="607" y="62"/>
                      </a:cubicBezTo>
                      <a:cubicBezTo>
                        <a:pt x="605" y="64"/>
                        <a:pt x="605" y="64"/>
                        <a:pt x="605" y="64"/>
                      </a:cubicBezTo>
                      <a:cubicBezTo>
                        <a:pt x="600" y="65"/>
                        <a:pt x="600" y="65"/>
                        <a:pt x="600" y="65"/>
                      </a:cubicBezTo>
                      <a:cubicBezTo>
                        <a:pt x="602" y="65"/>
                        <a:pt x="602" y="65"/>
                        <a:pt x="602" y="65"/>
                      </a:cubicBezTo>
                      <a:cubicBezTo>
                        <a:pt x="599" y="67"/>
                        <a:pt x="598" y="68"/>
                        <a:pt x="595" y="69"/>
                      </a:cubicBezTo>
                      <a:cubicBezTo>
                        <a:pt x="595" y="68"/>
                        <a:pt x="595" y="68"/>
                        <a:pt x="595" y="68"/>
                      </a:cubicBezTo>
                      <a:cubicBezTo>
                        <a:pt x="588" y="72"/>
                        <a:pt x="586" y="71"/>
                        <a:pt x="579" y="76"/>
                      </a:cubicBezTo>
                      <a:cubicBezTo>
                        <a:pt x="579" y="76"/>
                        <a:pt x="580" y="75"/>
                        <a:pt x="580" y="74"/>
                      </a:cubicBezTo>
                      <a:cubicBezTo>
                        <a:pt x="574" y="79"/>
                        <a:pt x="575" y="76"/>
                        <a:pt x="569" y="81"/>
                      </a:cubicBezTo>
                      <a:cubicBezTo>
                        <a:pt x="569" y="80"/>
                        <a:pt x="568" y="80"/>
                        <a:pt x="568" y="80"/>
                      </a:cubicBezTo>
                      <a:cubicBezTo>
                        <a:pt x="565" y="82"/>
                        <a:pt x="565" y="82"/>
                        <a:pt x="565" y="82"/>
                      </a:cubicBezTo>
                      <a:cubicBezTo>
                        <a:pt x="565" y="81"/>
                        <a:pt x="565" y="81"/>
                        <a:pt x="565" y="81"/>
                      </a:cubicBezTo>
                      <a:cubicBezTo>
                        <a:pt x="563" y="84"/>
                        <a:pt x="563" y="84"/>
                        <a:pt x="563" y="84"/>
                      </a:cubicBezTo>
                      <a:cubicBezTo>
                        <a:pt x="561" y="84"/>
                        <a:pt x="561" y="84"/>
                        <a:pt x="561" y="84"/>
                      </a:cubicBezTo>
                      <a:cubicBezTo>
                        <a:pt x="560" y="85"/>
                        <a:pt x="560" y="85"/>
                        <a:pt x="560" y="85"/>
                      </a:cubicBezTo>
                      <a:cubicBezTo>
                        <a:pt x="556" y="85"/>
                        <a:pt x="552" y="89"/>
                        <a:pt x="547" y="90"/>
                      </a:cubicBezTo>
                      <a:cubicBezTo>
                        <a:pt x="548" y="91"/>
                        <a:pt x="548" y="91"/>
                        <a:pt x="548" y="91"/>
                      </a:cubicBezTo>
                      <a:cubicBezTo>
                        <a:pt x="539" y="100"/>
                        <a:pt x="522" y="104"/>
                        <a:pt x="510" y="114"/>
                      </a:cubicBezTo>
                      <a:cubicBezTo>
                        <a:pt x="510" y="113"/>
                        <a:pt x="510" y="113"/>
                        <a:pt x="510" y="113"/>
                      </a:cubicBezTo>
                      <a:cubicBezTo>
                        <a:pt x="505" y="118"/>
                        <a:pt x="505" y="118"/>
                        <a:pt x="505" y="118"/>
                      </a:cubicBezTo>
                      <a:cubicBezTo>
                        <a:pt x="502" y="119"/>
                        <a:pt x="507" y="116"/>
                        <a:pt x="505" y="116"/>
                      </a:cubicBezTo>
                      <a:cubicBezTo>
                        <a:pt x="500" y="120"/>
                        <a:pt x="504" y="119"/>
                        <a:pt x="498" y="123"/>
                      </a:cubicBezTo>
                      <a:cubicBezTo>
                        <a:pt x="494" y="125"/>
                        <a:pt x="498" y="122"/>
                        <a:pt x="500" y="120"/>
                      </a:cubicBezTo>
                      <a:cubicBezTo>
                        <a:pt x="494" y="125"/>
                        <a:pt x="485" y="132"/>
                        <a:pt x="481" y="134"/>
                      </a:cubicBezTo>
                      <a:cubicBezTo>
                        <a:pt x="481" y="135"/>
                        <a:pt x="480" y="135"/>
                        <a:pt x="481" y="135"/>
                      </a:cubicBezTo>
                      <a:cubicBezTo>
                        <a:pt x="477" y="138"/>
                        <a:pt x="472" y="142"/>
                        <a:pt x="467" y="145"/>
                      </a:cubicBezTo>
                      <a:cubicBezTo>
                        <a:pt x="467" y="144"/>
                        <a:pt x="468" y="143"/>
                        <a:pt x="469" y="143"/>
                      </a:cubicBezTo>
                      <a:cubicBezTo>
                        <a:pt x="467" y="144"/>
                        <a:pt x="465" y="145"/>
                        <a:pt x="464" y="146"/>
                      </a:cubicBezTo>
                      <a:cubicBezTo>
                        <a:pt x="465" y="144"/>
                        <a:pt x="465" y="144"/>
                        <a:pt x="465" y="144"/>
                      </a:cubicBezTo>
                      <a:cubicBezTo>
                        <a:pt x="462" y="147"/>
                        <a:pt x="456" y="152"/>
                        <a:pt x="454" y="152"/>
                      </a:cubicBezTo>
                      <a:cubicBezTo>
                        <a:pt x="455" y="152"/>
                        <a:pt x="455" y="153"/>
                        <a:pt x="453" y="155"/>
                      </a:cubicBezTo>
                      <a:cubicBezTo>
                        <a:pt x="450" y="155"/>
                        <a:pt x="445" y="162"/>
                        <a:pt x="440" y="165"/>
                      </a:cubicBezTo>
                      <a:cubicBezTo>
                        <a:pt x="440" y="164"/>
                        <a:pt x="444" y="161"/>
                        <a:pt x="443" y="162"/>
                      </a:cubicBezTo>
                      <a:cubicBezTo>
                        <a:pt x="440" y="163"/>
                        <a:pt x="439" y="166"/>
                        <a:pt x="437" y="168"/>
                      </a:cubicBezTo>
                      <a:cubicBezTo>
                        <a:pt x="437" y="167"/>
                        <a:pt x="437" y="167"/>
                        <a:pt x="437" y="167"/>
                      </a:cubicBezTo>
                      <a:cubicBezTo>
                        <a:pt x="427" y="176"/>
                        <a:pt x="427" y="176"/>
                        <a:pt x="427" y="176"/>
                      </a:cubicBezTo>
                      <a:cubicBezTo>
                        <a:pt x="425" y="176"/>
                        <a:pt x="418" y="184"/>
                        <a:pt x="418" y="183"/>
                      </a:cubicBezTo>
                      <a:cubicBezTo>
                        <a:pt x="414" y="186"/>
                        <a:pt x="421" y="181"/>
                        <a:pt x="417" y="185"/>
                      </a:cubicBezTo>
                      <a:cubicBezTo>
                        <a:pt x="415" y="185"/>
                        <a:pt x="413" y="189"/>
                        <a:pt x="412" y="188"/>
                      </a:cubicBezTo>
                      <a:cubicBezTo>
                        <a:pt x="413" y="187"/>
                        <a:pt x="413" y="187"/>
                        <a:pt x="413" y="187"/>
                      </a:cubicBezTo>
                      <a:cubicBezTo>
                        <a:pt x="410" y="190"/>
                        <a:pt x="410" y="190"/>
                        <a:pt x="410" y="190"/>
                      </a:cubicBezTo>
                      <a:cubicBezTo>
                        <a:pt x="411" y="187"/>
                        <a:pt x="411" y="187"/>
                        <a:pt x="411" y="187"/>
                      </a:cubicBezTo>
                      <a:cubicBezTo>
                        <a:pt x="408" y="190"/>
                        <a:pt x="407" y="193"/>
                        <a:pt x="408" y="193"/>
                      </a:cubicBezTo>
                      <a:cubicBezTo>
                        <a:pt x="405" y="195"/>
                        <a:pt x="401" y="199"/>
                        <a:pt x="399" y="199"/>
                      </a:cubicBezTo>
                      <a:cubicBezTo>
                        <a:pt x="400" y="198"/>
                        <a:pt x="400" y="198"/>
                        <a:pt x="400" y="198"/>
                      </a:cubicBezTo>
                      <a:cubicBezTo>
                        <a:pt x="393" y="205"/>
                        <a:pt x="386" y="207"/>
                        <a:pt x="382" y="214"/>
                      </a:cubicBezTo>
                      <a:cubicBezTo>
                        <a:pt x="381" y="214"/>
                        <a:pt x="381" y="214"/>
                        <a:pt x="382" y="213"/>
                      </a:cubicBezTo>
                      <a:cubicBezTo>
                        <a:pt x="378" y="217"/>
                        <a:pt x="378" y="217"/>
                        <a:pt x="378" y="217"/>
                      </a:cubicBezTo>
                      <a:cubicBezTo>
                        <a:pt x="378" y="215"/>
                        <a:pt x="378" y="215"/>
                        <a:pt x="378" y="215"/>
                      </a:cubicBezTo>
                      <a:cubicBezTo>
                        <a:pt x="372" y="223"/>
                        <a:pt x="372" y="223"/>
                        <a:pt x="372" y="223"/>
                      </a:cubicBezTo>
                      <a:cubicBezTo>
                        <a:pt x="372" y="223"/>
                        <a:pt x="372" y="223"/>
                        <a:pt x="372" y="223"/>
                      </a:cubicBezTo>
                      <a:cubicBezTo>
                        <a:pt x="367" y="227"/>
                        <a:pt x="360" y="235"/>
                        <a:pt x="354" y="241"/>
                      </a:cubicBezTo>
                      <a:cubicBezTo>
                        <a:pt x="355" y="240"/>
                        <a:pt x="355" y="240"/>
                        <a:pt x="355" y="240"/>
                      </a:cubicBezTo>
                      <a:cubicBezTo>
                        <a:pt x="349" y="247"/>
                        <a:pt x="348" y="246"/>
                        <a:pt x="344" y="251"/>
                      </a:cubicBezTo>
                      <a:cubicBezTo>
                        <a:pt x="344" y="251"/>
                        <a:pt x="344" y="251"/>
                        <a:pt x="344" y="250"/>
                      </a:cubicBezTo>
                      <a:cubicBezTo>
                        <a:pt x="340" y="255"/>
                        <a:pt x="340" y="255"/>
                        <a:pt x="340" y="255"/>
                      </a:cubicBezTo>
                      <a:cubicBezTo>
                        <a:pt x="340" y="253"/>
                        <a:pt x="340" y="253"/>
                        <a:pt x="340" y="253"/>
                      </a:cubicBezTo>
                      <a:cubicBezTo>
                        <a:pt x="338" y="258"/>
                        <a:pt x="331" y="262"/>
                        <a:pt x="333" y="260"/>
                      </a:cubicBezTo>
                      <a:cubicBezTo>
                        <a:pt x="332" y="263"/>
                        <a:pt x="329" y="266"/>
                        <a:pt x="329" y="267"/>
                      </a:cubicBezTo>
                      <a:cubicBezTo>
                        <a:pt x="325" y="272"/>
                        <a:pt x="328" y="268"/>
                        <a:pt x="325" y="271"/>
                      </a:cubicBezTo>
                      <a:cubicBezTo>
                        <a:pt x="321" y="274"/>
                        <a:pt x="322" y="276"/>
                        <a:pt x="317" y="280"/>
                      </a:cubicBezTo>
                      <a:cubicBezTo>
                        <a:pt x="317" y="280"/>
                        <a:pt x="317" y="280"/>
                        <a:pt x="317" y="280"/>
                      </a:cubicBezTo>
                      <a:cubicBezTo>
                        <a:pt x="315" y="282"/>
                        <a:pt x="314" y="284"/>
                        <a:pt x="311" y="287"/>
                      </a:cubicBezTo>
                      <a:cubicBezTo>
                        <a:pt x="312" y="286"/>
                        <a:pt x="312" y="286"/>
                        <a:pt x="312" y="286"/>
                      </a:cubicBezTo>
                      <a:cubicBezTo>
                        <a:pt x="308" y="292"/>
                        <a:pt x="305" y="291"/>
                        <a:pt x="303" y="297"/>
                      </a:cubicBezTo>
                      <a:cubicBezTo>
                        <a:pt x="301" y="299"/>
                        <a:pt x="298" y="304"/>
                        <a:pt x="297" y="303"/>
                      </a:cubicBezTo>
                      <a:cubicBezTo>
                        <a:pt x="283" y="322"/>
                        <a:pt x="283" y="322"/>
                        <a:pt x="283" y="322"/>
                      </a:cubicBezTo>
                      <a:cubicBezTo>
                        <a:pt x="281" y="322"/>
                        <a:pt x="282" y="324"/>
                        <a:pt x="278" y="327"/>
                      </a:cubicBezTo>
                      <a:cubicBezTo>
                        <a:pt x="279" y="328"/>
                        <a:pt x="279" y="328"/>
                        <a:pt x="279" y="328"/>
                      </a:cubicBezTo>
                      <a:cubicBezTo>
                        <a:pt x="272" y="337"/>
                        <a:pt x="262" y="347"/>
                        <a:pt x="254" y="358"/>
                      </a:cubicBezTo>
                      <a:cubicBezTo>
                        <a:pt x="253" y="357"/>
                        <a:pt x="253" y="357"/>
                        <a:pt x="253" y="357"/>
                      </a:cubicBezTo>
                      <a:cubicBezTo>
                        <a:pt x="252" y="360"/>
                        <a:pt x="252" y="360"/>
                        <a:pt x="252" y="360"/>
                      </a:cubicBezTo>
                      <a:cubicBezTo>
                        <a:pt x="244" y="372"/>
                        <a:pt x="233" y="387"/>
                        <a:pt x="226" y="396"/>
                      </a:cubicBezTo>
                      <a:cubicBezTo>
                        <a:pt x="225" y="400"/>
                        <a:pt x="223" y="405"/>
                        <a:pt x="219" y="410"/>
                      </a:cubicBezTo>
                      <a:cubicBezTo>
                        <a:pt x="219" y="409"/>
                        <a:pt x="219" y="409"/>
                        <a:pt x="219" y="409"/>
                      </a:cubicBezTo>
                      <a:cubicBezTo>
                        <a:pt x="214" y="418"/>
                        <a:pt x="209" y="428"/>
                        <a:pt x="202" y="437"/>
                      </a:cubicBezTo>
                      <a:cubicBezTo>
                        <a:pt x="202" y="436"/>
                        <a:pt x="202" y="437"/>
                        <a:pt x="202" y="436"/>
                      </a:cubicBezTo>
                      <a:cubicBezTo>
                        <a:pt x="202" y="439"/>
                        <a:pt x="199" y="442"/>
                        <a:pt x="197" y="444"/>
                      </a:cubicBezTo>
                      <a:cubicBezTo>
                        <a:pt x="200" y="442"/>
                        <a:pt x="200" y="442"/>
                        <a:pt x="200" y="442"/>
                      </a:cubicBezTo>
                      <a:cubicBezTo>
                        <a:pt x="199" y="445"/>
                        <a:pt x="196" y="448"/>
                        <a:pt x="194" y="449"/>
                      </a:cubicBezTo>
                      <a:cubicBezTo>
                        <a:pt x="192" y="454"/>
                        <a:pt x="192" y="454"/>
                        <a:pt x="192" y="454"/>
                      </a:cubicBezTo>
                      <a:cubicBezTo>
                        <a:pt x="192" y="455"/>
                        <a:pt x="192" y="455"/>
                        <a:pt x="192" y="455"/>
                      </a:cubicBezTo>
                      <a:cubicBezTo>
                        <a:pt x="192" y="456"/>
                        <a:pt x="192" y="456"/>
                        <a:pt x="192" y="456"/>
                      </a:cubicBezTo>
                      <a:cubicBezTo>
                        <a:pt x="189" y="458"/>
                        <a:pt x="189" y="458"/>
                        <a:pt x="189" y="458"/>
                      </a:cubicBezTo>
                      <a:cubicBezTo>
                        <a:pt x="189" y="459"/>
                        <a:pt x="186" y="465"/>
                        <a:pt x="186" y="467"/>
                      </a:cubicBezTo>
                      <a:cubicBezTo>
                        <a:pt x="185" y="467"/>
                        <a:pt x="182" y="471"/>
                        <a:pt x="184" y="468"/>
                      </a:cubicBezTo>
                      <a:cubicBezTo>
                        <a:pt x="175" y="484"/>
                        <a:pt x="175" y="484"/>
                        <a:pt x="175" y="484"/>
                      </a:cubicBezTo>
                      <a:cubicBezTo>
                        <a:pt x="176" y="482"/>
                        <a:pt x="176" y="482"/>
                        <a:pt x="176" y="482"/>
                      </a:cubicBezTo>
                      <a:cubicBezTo>
                        <a:pt x="178" y="482"/>
                        <a:pt x="175" y="487"/>
                        <a:pt x="174" y="489"/>
                      </a:cubicBezTo>
                      <a:cubicBezTo>
                        <a:pt x="175" y="486"/>
                        <a:pt x="172" y="488"/>
                        <a:pt x="171" y="490"/>
                      </a:cubicBezTo>
                      <a:cubicBezTo>
                        <a:pt x="170" y="492"/>
                        <a:pt x="173" y="488"/>
                        <a:pt x="173" y="489"/>
                      </a:cubicBezTo>
                      <a:cubicBezTo>
                        <a:pt x="172" y="493"/>
                        <a:pt x="169" y="499"/>
                        <a:pt x="168" y="500"/>
                      </a:cubicBezTo>
                      <a:cubicBezTo>
                        <a:pt x="168" y="498"/>
                        <a:pt x="168" y="498"/>
                        <a:pt x="168" y="498"/>
                      </a:cubicBezTo>
                      <a:cubicBezTo>
                        <a:pt x="167" y="502"/>
                        <a:pt x="164" y="503"/>
                        <a:pt x="162" y="507"/>
                      </a:cubicBezTo>
                      <a:cubicBezTo>
                        <a:pt x="161" y="511"/>
                        <a:pt x="159" y="513"/>
                        <a:pt x="161" y="513"/>
                      </a:cubicBezTo>
                      <a:cubicBezTo>
                        <a:pt x="159" y="518"/>
                        <a:pt x="159" y="514"/>
                        <a:pt x="158" y="516"/>
                      </a:cubicBezTo>
                      <a:cubicBezTo>
                        <a:pt x="158" y="518"/>
                        <a:pt x="154" y="525"/>
                        <a:pt x="153" y="525"/>
                      </a:cubicBezTo>
                      <a:cubicBezTo>
                        <a:pt x="153" y="529"/>
                        <a:pt x="145" y="538"/>
                        <a:pt x="147" y="540"/>
                      </a:cubicBezTo>
                      <a:cubicBezTo>
                        <a:pt x="143" y="544"/>
                        <a:pt x="143" y="544"/>
                        <a:pt x="143" y="544"/>
                      </a:cubicBezTo>
                      <a:cubicBezTo>
                        <a:pt x="144" y="544"/>
                        <a:pt x="145" y="545"/>
                        <a:pt x="143" y="549"/>
                      </a:cubicBezTo>
                      <a:cubicBezTo>
                        <a:pt x="141" y="552"/>
                        <a:pt x="141" y="551"/>
                        <a:pt x="140" y="551"/>
                      </a:cubicBezTo>
                      <a:cubicBezTo>
                        <a:pt x="141" y="554"/>
                        <a:pt x="141" y="554"/>
                        <a:pt x="141" y="554"/>
                      </a:cubicBezTo>
                      <a:cubicBezTo>
                        <a:pt x="130" y="571"/>
                        <a:pt x="121" y="596"/>
                        <a:pt x="111" y="615"/>
                      </a:cubicBezTo>
                      <a:cubicBezTo>
                        <a:pt x="107" y="624"/>
                        <a:pt x="104" y="636"/>
                        <a:pt x="99" y="647"/>
                      </a:cubicBezTo>
                      <a:cubicBezTo>
                        <a:pt x="100" y="645"/>
                        <a:pt x="100" y="645"/>
                        <a:pt x="100" y="645"/>
                      </a:cubicBezTo>
                      <a:cubicBezTo>
                        <a:pt x="95" y="656"/>
                        <a:pt x="95" y="656"/>
                        <a:pt x="95" y="656"/>
                      </a:cubicBezTo>
                      <a:cubicBezTo>
                        <a:pt x="99" y="648"/>
                        <a:pt x="99" y="648"/>
                        <a:pt x="99" y="648"/>
                      </a:cubicBezTo>
                      <a:cubicBezTo>
                        <a:pt x="98" y="651"/>
                        <a:pt x="98" y="653"/>
                        <a:pt x="97" y="655"/>
                      </a:cubicBezTo>
                      <a:cubicBezTo>
                        <a:pt x="92" y="666"/>
                        <a:pt x="85" y="681"/>
                        <a:pt x="81" y="696"/>
                      </a:cubicBezTo>
                      <a:cubicBezTo>
                        <a:pt x="80" y="706"/>
                        <a:pt x="77" y="702"/>
                        <a:pt x="76" y="711"/>
                      </a:cubicBezTo>
                      <a:cubicBezTo>
                        <a:pt x="76" y="710"/>
                        <a:pt x="76" y="710"/>
                        <a:pt x="76" y="709"/>
                      </a:cubicBezTo>
                      <a:cubicBezTo>
                        <a:pt x="73" y="719"/>
                        <a:pt x="72" y="725"/>
                        <a:pt x="70" y="735"/>
                      </a:cubicBezTo>
                      <a:cubicBezTo>
                        <a:pt x="68" y="733"/>
                        <a:pt x="68" y="741"/>
                        <a:pt x="67" y="740"/>
                      </a:cubicBezTo>
                      <a:cubicBezTo>
                        <a:pt x="68" y="741"/>
                        <a:pt x="68" y="741"/>
                        <a:pt x="68" y="741"/>
                      </a:cubicBezTo>
                      <a:cubicBezTo>
                        <a:pt x="67" y="743"/>
                        <a:pt x="65" y="748"/>
                        <a:pt x="65" y="747"/>
                      </a:cubicBezTo>
                      <a:cubicBezTo>
                        <a:pt x="64" y="752"/>
                        <a:pt x="64" y="752"/>
                        <a:pt x="64" y="752"/>
                      </a:cubicBezTo>
                      <a:cubicBezTo>
                        <a:pt x="63" y="752"/>
                        <a:pt x="63" y="752"/>
                        <a:pt x="63" y="752"/>
                      </a:cubicBezTo>
                      <a:cubicBezTo>
                        <a:pt x="62" y="757"/>
                        <a:pt x="59" y="770"/>
                        <a:pt x="56" y="772"/>
                      </a:cubicBezTo>
                      <a:cubicBezTo>
                        <a:pt x="53" y="787"/>
                        <a:pt x="47" y="809"/>
                        <a:pt x="42" y="827"/>
                      </a:cubicBezTo>
                      <a:cubicBezTo>
                        <a:pt x="43" y="830"/>
                        <a:pt x="41" y="835"/>
                        <a:pt x="40" y="839"/>
                      </a:cubicBezTo>
                      <a:cubicBezTo>
                        <a:pt x="38" y="844"/>
                        <a:pt x="38" y="844"/>
                        <a:pt x="38" y="844"/>
                      </a:cubicBezTo>
                      <a:cubicBezTo>
                        <a:pt x="38" y="848"/>
                        <a:pt x="38" y="853"/>
                        <a:pt x="36" y="856"/>
                      </a:cubicBezTo>
                      <a:cubicBezTo>
                        <a:pt x="36" y="856"/>
                        <a:pt x="36" y="856"/>
                        <a:pt x="36" y="856"/>
                      </a:cubicBezTo>
                      <a:cubicBezTo>
                        <a:pt x="36" y="860"/>
                        <a:pt x="34" y="864"/>
                        <a:pt x="34" y="868"/>
                      </a:cubicBezTo>
                      <a:cubicBezTo>
                        <a:pt x="33" y="873"/>
                        <a:pt x="32" y="877"/>
                        <a:pt x="31" y="876"/>
                      </a:cubicBezTo>
                      <a:cubicBezTo>
                        <a:pt x="33" y="877"/>
                        <a:pt x="29" y="886"/>
                        <a:pt x="29" y="886"/>
                      </a:cubicBezTo>
                      <a:cubicBezTo>
                        <a:pt x="29" y="886"/>
                        <a:pt x="15" y="946"/>
                        <a:pt x="7" y="1014"/>
                      </a:cubicBezTo>
                      <a:cubicBezTo>
                        <a:pt x="3" y="1049"/>
                        <a:pt x="1" y="1085"/>
                        <a:pt x="0" y="1116"/>
                      </a:cubicBezTo>
                      <a:cubicBezTo>
                        <a:pt x="0" y="1148"/>
                        <a:pt x="1" y="1175"/>
                        <a:pt x="4" y="1189"/>
                      </a:cubicBezTo>
                      <a:cubicBezTo>
                        <a:pt x="5" y="1191"/>
                        <a:pt x="5" y="1197"/>
                        <a:pt x="6" y="1195"/>
                      </a:cubicBezTo>
                      <a:cubicBezTo>
                        <a:pt x="7" y="1199"/>
                        <a:pt x="5" y="1201"/>
                        <a:pt x="6" y="1202"/>
                      </a:cubicBezTo>
                      <a:cubicBezTo>
                        <a:pt x="7" y="1196"/>
                        <a:pt x="9" y="1204"/>
                        <a:pt x="10" y="1198"/>
                      </a:cubicBezTo>
                      <a:cubicBezTo>
                        <a:pt x="10" y="1202"/>
                        <a:pt x="10" y="1202"/>
                        <a:pt x="10" y="1202"/>
                      </a:cubicBezTo>
                      <a:cubicBezTo>
                        <a:pt x="11" y="1203"/>
                        <a:pt x="9" y="1197"/>
                        <a:pt x="11" y="1198"/>
                      </a:cubicBezTo>
                      <a:cubicBezTo>
                        <a:pt x="9" y="1197"/>
                        <a:pt x="9" y="1197"/>
                        <a:pt x="9" y="1197"/>
                      </a:cubicBezTo>
                      <a:cubicBezTo>
                        <a:pt x="9" y="1194"/>
                        <a:pt x="9" y="1192"/>
                        <a:pt x="10" y="1191"/>
                      </a:cubicBezTo>
                      <a:cubicBezTo>
                        <a:pt x="9" y="1188"/>
                        <a:pt x="7" y="1186"/>
                        <a:pt x="8" y="1180"/>
                      </a:cubicBezTo>
                      <a:cubicBezTo>
                        <a:pt x="8" y="1182"/>
                        <a:pt x="8" y="1182"/>
                        <a:pt x="8" y="1182"/>
                      </a:cubicBezTo>
                      <a:cubicBezTo>
                        <a:pt x="8" y="1176"/>
                        <a:pt x="9" y="1178"/>
                        <a:pt x="10" y="1177"/>
                      </a:cubicBezTo>
                      <a:cubicBezTo>
                        <a:pt x="10" y="1178"/>
                        <a:pt x="10" y="1178"/>
                        <a:pt x="10" y="1178"/>
                      </a:cubicBezTo>
                      <a:cubicBezTo>
                        <a:pt x="11" y="1174"/>
                        <a:pt x="11" y="1174"/>
                        <a:pt x="11" y="1174"/>
                      </a:cubicBezTo>
                      <a:cubicBezTo>
                        <a:pt x="10" y="1177"/>
                        <a:pt x="11" y="1183"/>
                        <a:pt x="11" y="1180"/>
                      </a:cubicBezTo>
                      <a:cubicBezTo>
                        <a:pt x="12" y="1174"/>
                        <a:pt x="11" y="1182"/>
                        <a:pt x="11" y="1177"/>
                      </a:cubicBezTo>
                      <a:cubicBezTo>
                        <a:pt x="11" y="1174"/>
                        <a:pt x="12" y="1175"/>
                        <a:pt x="12" y="1175"/>
                      </a:cubicBezTo>
                      <a:cubicBezTo>
                        <a:pt x="12" y="1170"/>
                        <a:pt x="12" y="1170"/>
                        <a:pt x="12" y="1170"/>
                      </a:cubicBezTo>
                      <a:cubicBezTo>
                        <a:pt x="13" y="1170"/>
                        <a:pt x="12" y="1173"/>
                        <a:pt x="13" y="1171"/>
                      </a:cubicBezTo>
                      <a:cubicBezTo>
                        <a:pt x="12" y="1164"/>
                        <a:pt x="12" y="1164"/>
                        <a:pt x="12" y="1164"/>
                      </a:cubicBezTo>
                      <a:cubicBezTo>
                        <a:pt x="14" y="1163"/>
                        <a:pt x="11" y="1157"/>
                        <a:pt x="13" y="1154"/>
                      </a:cubicBezTo>
                      <a:cubicBezTo>
                        <a:pt x="14" y="1159"/>
                        <a:pt x="14" y="1153"/>
                        <a:pt x="15" y="1154"/>
                      </a:cubicBezTo>
                      <a:cubicBezTo>
                        <a:pt x="15" y="1142"/>
                        <a:pt x="15" y="1142"/>
                        <a:pt x="15" y="1142"/>
                      </a:cubicBezTo>
                      <a:cubicBezTo>
                        <a:pt x="16" y="1141"/>
                        <a:pt x="16" y="1145"/>
                        <a:pt x="16" y="1144"/>
                      </a:cubicBezTo>
                      <a:cubicBezTo>
                        <a:pt x="16" y="1141"/>
                        <a:pt x="15" y="1140"/>
                        <a:pt x="15" y="1139"/>
                      </a:cubicBezTo>
                      <a:cubicBezTo>
                        <a:pt x="16" y="1138"/>
                        <a:pt x="16" y="1130"/>
                        <a:pt x="17" y="1130"/>
                      </a:cubicBezTo>
                      <a:cubicBezTo>
                        <a:pt x="19" y="1122"/>
                        <a:pt x="15" y="1127"/>
                        <a:pt x="17" y="1119"/>
                      </a:cubicBezTo>
                      <a:cubicBezTo>
                        <a:pt x="18" y="1118"/>
                        <a:pt x="17" y="1125"/>
                        <a:pt x="18" y="1122"/>
                      </a:cubicBezTo>
                      <a:cubicBezTo>
                        <a:pt x="18" y="1114"/>
                        <a:pt x="18" y="1114"/>
                        <a:pt x="18" y="1114"/>
                      </a:cubicBezTo>
                      <a:cubicBezTo>
                        <a:pt x="18" y="1115"/>
                        <a:pt x="19" y="1116"/>
                        <a:pt x="19" y="1119"/>
                      </a:cubicBezTo>
                      <a:cubicBezTo>
                        <a:pt x="21" y="1098"/>
                        <a:pt x="26" y="1087"/>
                        <a:pt x="27" y="1067"/>
                      </a:cubicBezTo>
                      <a:cubicBezTo>
                        <a:pt x="28" y="1065"/>
                        <a:pt x="27" y="1069"/>
                        <a:pt x="28" y="1071"/>
                      </a:cubicBezTo>
                      <a:cubicBezTo>
                        <a:pt x="28" y="1057"/>
                        <a:pt x="32" y="1052"/>
                        <a:pt x="33" y="1040"/>
                      </a:cubicBezTo>
                      <a:cubicBezTo>
                        <a:pt x="32" y="1040"/>
                        <a:pt x="32" y="1040"/>
                        <a:pt x="32" y="1040"/>
                      </a:cubicBezTo>
                      <a:cubicBezTo>
                        <a:pt x="36" y="1024"/>
                        <a:pt x="37" y="1004"/>
                        <a:pt x="41" y="986"/>
                      </a:cubicBezTo>
                      <a:cubicBezTo>
                        <a:pt x="40" y="988"/>
                        <a:pt x="40" y="988"/>
                        <a:pt x="40" y="988"/>
                      </a:cubicBezTo>
                      <a:cubicBezTo>
                        <a:pt x="39" y="985"/>
                        <a:pt x="40" y="981"/>
                        <a:pt x="40" y="978"/>
                      </a:cubicBezTo>
                      <a:cubicBezTo>
                        <a:pt x="40" y="977"/>
                        <a:pt x="41" y="980"/>
                        <a:pt x="42" y="975"/>
                      </a:cubicBezTo>
                      <a:cubicBezTo>
                        <a:pt x="41" y="976"/>
                        <a:pt x="41" y="978"/>
                        <a:pt x="40" y="977"/>
                      </a:cubicBezTo>
                      <a:cubicBezTo>
                        <a:pt x="45" y="962"/>
                        <a:pt x="50" y="928"/>
                        <a:pt x="56" y="903"/>
                      </a:cubicBezTo>
                      <a:cubicBezTo>
                        <a:pt x="62" y="868"/>
                        <a:pt x="72" y="831"/>
                        <a:pt x="81" y="797"/>
                      </a:cubicBezTo>
                      <a:cubicBezTo>
                        <a:pt x="79" y="802"/>
                        <a:pt x="78" y="799"/>
                        <a:pt x="79" y="796"/>
                      </a:cubicBezTo>
                      <a:cubicBezTo>
                        <a:pt x="86" y="786"/>
                        <a:pt x="84" y="777"/>
                        <a:pt x="89" y="767"/>
                      </a:cubicBezTo>
                      <a:cubicBezTo>
                        <a:pt x="94" y="747"/>
                        <a:pt x="103" y="731"/>
                        <a:pt x="106" y="712"/>
                      </a:cubicBezTo>
                      <a:cubicBezTo>
                        <a:pt x="107" y="712"/>
                        <a:pt x="107" y="712"/>
                        <a:pt x="107" y="712"/>
                      </a:cubicBezTo>
                      <a:cubicBezTo>
                        <a:pt x="108" y="710"/>
                        <a:pt x="108" y="709"/>
                        <a:pt x="109" y="706"/>
                      </a:cubicBezTo>
                      <a:cubicBezTo>
                        <a:pt x="109" y="706"/>
                        <a:pt x="109" y="706"/>
                        <a:pt x="109" y="706"/>
                      </a:cubicBezTo>
                      <a:cubicBezTo>
                        <a:pt x="112" y="700"/>
                        <a:pt x="113" y="691"/>
                        <a:pt x="115" y="688"/>
                      </a:cubicBezTo>
                      <a:cubicBezTo>
                        <a:pt x="114" y="687"/>
                        <a:pt x="114" y="687"/>
                        <a:pt x="114" y="687"/>
                      </a:cubicBezTo>
                      <a:cubicBezTo>
                        <a:pt x="116" y="683"/>
                        <a:pt x="116" y="685"/>
                        <a:pt x="117" y="681"/>
                      </a:cubicBezTo>
                      <a:cubicBezTo>
                        <a:pt x="117" y="681"/>
                        <a:pt x="117" y="681"/>
                        <a:pt x="117" y="681"/>
                      </a:cubicBezTo>
                      <a:cubicBezTo>
                        <a:pt x="118" y="676"/>
                        <a:pt x="118" y="676"/>
                        <a:pt x="118" y="676"/>
                      </a:cubicBezTo>
                      <a:cubicBezTo>
                        <a:pt x="120" y="677"/>
                        <a:pt x="122" y="665"/>
                        <a:pt x="124" y="663"/>
                      </a:cubicBezTo>
                      <a:cubicBezTo>
                        <a:pt x="126" y="657"/>
                        <a:pt x="129" y="648"/>
                        <a:pt x="132" y="640"/>
                      </a:cubicBezTo>
                      <a:cubicBezTo>
                        <a:pt x="134" y="639"/>
                        <a:pt x="137" y="630"/>
                        <a:pt x="140" y="624"/>
                      </a:cubicBezTo>
                      <a:cubicBezTo>
                        <a:pt x="145" y="613"/>
                        <a:pt x="151" y="596"/>
                        <a:pt x="158" y="582"/>
                      </a:cubicBezTo>
                      <a:cubicBezTo>
                        <a:pt x="157" y="582"/>
                        <a:pt x="157" y="582"/>
                        <a:pt x="157" y="582"/>
                      </a:cubicBezTo>
                      <a:cubicBezTo>
                        <a:pt x="159" y="578"/>
                        <a:pt x="159" y="578"/>
                        <a:pt x="159" y="578"/>
                      </a:cubicBezTo>
                      <a:cubicBezTo>
                        <a:pt x="159" y="578"/>
                        <a:pt x="159" y="578"/>
                        <a:pt x="159" y="578"/>
                      </a:cubicBezTo>
                      <a:cubicBezTo>
                        <a:pt x="162" y="576"/>
                        <a:pt x="163" y="569"/>
                        <a:pt x="165" y="567"/>
                      </a:cubicBezTo>
                      <a:cubicBezTo>
                        <a:pt x="163" y="568"/>
                        <a:pt x="164" y="569"/>
                        <a:pt x="163" y="572"/>
                      </a:cubicBezTo>
                      <a:cubicBezTo>
                        <a:pt x="161" y="574"/>
                        <a:pt x="161" y="571"/>
                        <a:pt x="163" y="567"/>
                      </a:cubicBezTo>
                      <a:cubicBezTo>
                        <a:pt x="164" y="567"/>
                        <a:pt x="164" y="567"/>
                        <a:pt x="164" y="567"/>
                      </a:cubicBezTo>
                      <a:cubicBezTo>
                        <a:pt x="164" y="564"/>
                        <a:pt x="164" y="564"/>
                        <a:pt x="164" y="564"/>
                      </a:cubicBezTo>
                      <a:cubicBezTo>
                        <a:pt x="165" y="564"/>
                        <a:pt x="167" y="562"/>
                        <a:pt x="168" y="562"/>
                      </a:cubicBezTo>
                      <a:cubicBezTo>
                        <a:pt x="174" y="550"/>
                        <a:pt x="176" y="541"/>
                        <a:pt x="183" y="528"/>
                      </a:cubicBezTo>
                      <a:cubicBezTo>
                        <a:pt x="183" y="530"/>
                        <a:pt x="187" y="519"/>
                        <a:pt x="188" y="523"/>
                      </a:cubicBezTo>
                      <a:cubicBezTo>
                        <a:pt x="191" y="515"/>
                        <a:pt x="186" y="523"/>
                        <a:pt x="186" y="519"/>
                      </a:cubicBezTo>
                      <a:cubicBezTo>
                        <a:pt x="188" y="517"/>
                        <a:pt x="188" y="515"/>
                        <a:pt x="189" y="515"/>
                      </a:cubicBezTo>
                      <a:cubicBezTo>
                        <a:pt x="189" y="516"/>
                        <a:pt x="191" y="513"/>
                        <a:pt x="190" y="515"/>
                      </a:cubicBezTo>
                      <a:cubicBezTo>
                        <a:pt x="193" y="510"/>
                        <a:pt x="193" y="510"/>
                        <a:pt x="193" y="510"/>
                      </a:cubicBezTo>
                      <a:cubicBezTo>
                        <a:pt x="193" y="510"/>
                        <a:pt x="193" y="511"/>
                        <a:pt x="193" y="512"/>
                      </a:cubicBezTo>
                      <a:cubicBezTo>
                        <a:pt x="197" y="501"/>
                        <a:pt x="203" y="494"/>
                        <a:pt x="207" y="485"/>
                      </a:cubicBezTo>
                      <a:cubicBezTo>
                        <a:pt x="207" y="484"/>
                        <a:pt x="205" y="488"/>
                        <a:pt x="205" y="487"/>
                      </a:cubicBezTo>
                      <a:cubicBezTo>
                        <a:pt x="209" y="478"/>
                        <a:pt x="211" y="480"/>
                        <a:pt x="215" y="471"/>
                      </a:cubicBezTo>
                      <a:cubicBezTo>
                        <a:pt x="214" y="473"/>
                        <a:pt x="214" y="473"/>
                        <a:pt x="214" y="473"/>
                      </a:cubicBezTo>
                      <a:cubicBezTo>
                        <a:pt x="215" y="470"/>
                        <a:pt x="215" y="469"/>
                        <a:pt x="219" y="465"/>
                      </a:cubicBezTo>
                      <a:cubicBezTo>
                        <a:pt x="220" y="465"/>
                        <a:pt x="217" y="469"/>
                        <a:pt x="216" y="471"/>
                      </a:cubicBezTo>
                      <a:cubicBezTo>
                        <a:pt x="218" y="468"/>
                        <a:pt x="223" y="461"/>
                        <a:pt x="220" y="462"/>
                      </a:cubicBezTo>
                      <a:cubicBezTo>
                        <a:pt x="222" y="459"/>
                        <a:pt x="224" y="458"/>
                        <a:pt x="225" y="456"/>
                      </a:cubicBezTo>
                      <a:cubicBezTo>
                        <a:pt x="225" y="456"/>
                        <a:pt x="223" y="459"/>
                        <a:pt x="223" y="457"/>
                      </a:cubicBezTo>
                      <a:cubicBezTo>
                        <a:pt x="227" y="452"/>
                        <a:pt x="231" y="444"/>
                        <a:pt x="235" y="439"/>
                      </a:cubicBezTo>
                      <a:cubicBezTo>
                        <a:pt x="235" y="439"/>
                        <a:pt x="236" y="439"/>
                        <a:pt x="236" y="439"/>
                      </a:cubicBezTo>
                      <a:cubicBezTo>
                        <a:pt x="238" y="434"/>
                        <a:pt x="239" y="436"/>
                        <a:pt x="243" y="429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0" name="Freeform 156">
                  <a:extLst>
                    <a:ext uri="{FF2B5EF4-FFF2-40B4-BE49-F238E27FC236}">
                      <a16:creationId xmlns:a16="http://schemas.microsoft.com/office/drawing/2014/main" id="{50756DC8-1192-4F2E-BDD1-82790D8F191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26338" y="2025650"/>
                  <a:ext cx="7937" cy="7938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0" y="1"/>
                    </a:cxn>
                    <a:cxn ang="0">
                      <a:pos x="0" y="3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3" h="3">
                      <a:moveTo>
                        <a:pt x="3" y="0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1" y="2"/>
                        <a:pt x="1" y="2"/>
                        <a:pt x="0" y="3"/>
                      </a:cubicBezTo>
                      <a:lnTo>
                        <a:pt x="3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1" name="Freeform 157">
                  <a:extLst>
                    <a:ext uri="{FF2B5EF4-FFF2-40B4-BE49-F238E27FC236}">
                      <a16:creationId xmlns:a16="http://schemas.microsoft.com/office/drawing/2014/main" id="{A61C24A7-336B-40D8-BE37-3F70838522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278688" y="2239963"/>
                  <a:ext cx="1587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2" name="Freeform 158">
                  <a:extLst>
                    <a:ext uri="{FF2B5EF4-FFF2-40B4-BE49-F238E27FC236}">
                      <a16:creationId xmlns:a16="http://schemas.microsoft.com/office/drawing/2014/main" id="{C818FC0D-9267-4EF4-8C7D-E74D22F506D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221538" y="2297113"/>
                  <a:ext cx="7937" cy="4763"/>
                </a:xfrm>
                <a:custGeom>
                  <a:avLst/>
                  <a:gdLst/>
                  <a:ahLst/>
                  <a:cxnLst>
                    <a:cxn ang="0">
                      <a:pos x="2" y="2"/>
                    </a:cxn>
                    <a:cxn ang="0">
                      <a:pos x="0" y="2"/>
                    </a:cxn>
                    <a:cxn ang="0">
                      <a:pos x="2" y="2"/>
                    </a:cxn>
                  </a:cxnLst>
                  <a:rect l="0" t="0" r="r" b="b"/>
                  <a:pathLst>
                    <a:path w="3" h="2">
                      <a:moveTo>
                        <a:pt x="2" y="2"/>
                      </a:moveTo>
                      <a:cubicBezTo>
                        <a:pt x="3" y="0"/>
                        <a:pt x="1" y="1"/>
                        <a:pt x="0" y="2"/>
                      </a:cubicBezTo>
                      <a:cubicBezTo>
                        <a:pt x="1" y="2"/>
                        <a:pt x="1" y="2"/>
                        <a:pt x="2" y="2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3" name="Freeform 159">
                  <a:extLst>
                    <a:ext uri="{FF2B5EF4-FFF2-40B4-BE49-F238E27FC236}">
                      <a16:creationId xmlns:a16="http://schemas.microsoft.com/office/drawing/2014/main" id="{D8759440-DCED-46A6-8035-B224B491779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85088" y="1916113"/>
                  <a:ext cx="3175" cy="1588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0" y="0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4" name="Freeform 160">
                  <a:extLst>
                    <a:ext uri="{FF2B5EF4-FFF2-40B4-BE49-F238E27FC236}">
                      <a16:creationId xmlns:a16="http://schemas.microsoft.com/office/drawing/2014/main" id="{7D730283-7B86-4D74-B088-F5BAE0D69C1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167688" y="1717675"/>
                  <a:ext cx="1587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5" name="Freeform 161">
                  <a:extLst>
                    <a:ext uri="{FF2B5EF4-FFF2-40B4-BE49-F238E27FC236}">
                      <a16:creationId xmlns:a16="http://schemas.microsoft.com/office/drawing/2014/main" id="{DB72B0C4-A76F-4B3A-9AF3-0ECB3FAC81F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132763" y="1720850"/>
                  <a:ext cx="6350" cy="1588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0" y="1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3" h="1">
                      <a:moveTo>
                        <a:pt x="3" y="0"/>
                      </a:moveTo>
                      <a:cubicBezTo>
                        <a:pt x="2" y="0"/>
                        <a:pt x="1" y="1"/>
                        <a:pt x="0" y="1"/>
                      </a:cubicBezTo>
                      <a:cubicBezTo>
                        <a:pt x="1" y="1"/>
                        <a:pt x="2" y="1"/>
                        <a:pt x="3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6" name="Freeform 162">
                  <a:extLst>
                    <a:ext uri="{FF2B5EF4-FFF2-40B4-BE49-F238E27FC236}">
                      <a16:creationId xmlns:a16="http://schemas.microsoft.com/office/drawing/2014/main" id="{338B5E40-AB33-4222-995D-DE4D5B0BBB4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77138" y="1984375"/>
                  <a:ext cx="4762" cy="4763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2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2">
                      <a:moveTo>
                        <a:pt x="2" y="0"/>
                      </a:moveTo>
                      <a:cubicBezTo>
                        <a:pt x="1" y="1"/>
                        <a:pt x="1" y="1"/>
                        <a:pt x="0" y="2"/>
                      </a:cubicBezTo>
                      <a:cubicBezTo>
                        <a:pt x="1" y="1"/>
                        <a:pt x="2" y="1"/>
                        <a:pt x="2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7" name="Freeform 163">
                  <a:extLst>
                    <a:ext uri="{FF2B5EF4-FFF2-40B4-BE49-F238E27FC236}">
                      <a16:creationId xmlns:a16="http://schemas.microsoft.com/office/drawing/2014/main" id="{2E3D0BEE-7FAF-4519-926B-4E48D3833E0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120063" y="1725613"/>
                  <a:ext cx="7937" cy="3175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3" h="1">
                      <a:moveTo>
                        <a:pt x="3" y="0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lnTo>
                        <a:pt x="3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8" name="Freeform 164">
                  <a:extLst>
                    <a:ext uri="{FF2B5EF4-FFF2-40B4-BE49-F238E27FC236}">
                      <a16:creationId xmlns:a16="http://schemas.microsoft.com/office/drawing/2014/main" id="{78C50DD5-D1EB-4E1C-BDFE-CF76B08B0B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167688" y="1716088"/>
                  <a:ext cx="9525" cy="1588"/>
                </a:xfrm>
                <a:custGeom>
                  <a:avLst/>
                  <a:gdLst/>
                  <a:ahLst/>
                  <a:cxnLst>
                    <a:cxn ang="0">
                      <a:pos x="4" y="0"/>
                    </a:cxn>
                    <a:cxn ang="0">
                      <a:pos x="0" y="1"/>
                    </a:cxn>
                    <a:cxn ang="0">
                      <a:pos x="4" y="0"/>
                    </a:cxn>
                  </a:cxnLst>
                  <a:rect l="0" t="0" r="r" b="b"/>
                  <a:pathLst>
                    <a:path w="4" h="1">
                      <a:moveTo>
                        <a:pt x="4" y="0"/>
                      </a:moveTo>
                      <a:cubicBezTo>
                        <a:pt x="3" y="1"/>
                        <a:pt x="1" y="1"/>
                        <a:pt x="0" y="1"/>
                      </a:cubicBezTo>
                      <a:cubicBezTo>
                        <a:pt x="2" y="1"/>
                        <a:pt x="3" y="1"/>
                        <a:pt x="4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9" name="Freeform 165">
                  <a:extLst>
                    <a:ext uri="{FF2B5EF4-FFF2-40B4-BE49-F238E27FC236}">
                      <a16:creationId xmlns:a16="http://schemas.microsoft.com/office/drawing/2014/main" id="{D4EBF888-EB42-4830-A7DC-462E4B8CB9B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50188" y="1822450"/>
                  <a:ext cx="4762" cy="4763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2">
                      <a:moveTo>
                        <a:pt x="2" y="0"/>
                      </a:move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0" y="2"/>
                        <a:pt x="1" y="1"/>
                        <a:pt x="2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80" name="Freeform 166">
                  <a:extLst>
                    <a:ext uri="{FF2B5EF4-FFF2-40B4-BE49-F238E27FC236}">
                      <a16:creationId xmlns:a16="http://schemas.microsoft.com/office/drawing/2014/main" id="{504ADFE2-E1DD-4479-BECC-6B635A6B4F2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094663" y="1738313"/>
                  <a:ext cx="3175" cy="1588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2" y="0"/>
                    </a:cxn>
                    <a:cxn ang="0">
                      <a:pos x="0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lnTo>
                        <a:pt x="2" y="0"/>
                      </a:lnTo>
                      <a:lnTo>
                        <a:pt x="0" y="1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81" name="Freeform 167">
                  <a:extLst>
                    <a:ext uri="{FF2B5EF4-FFF2-40B4-BE49-F238E27FC236}">
                      <a16:creationId xmlns:a16="http://schemas.microsoft.com/office/drawing/2014/main" id="{F2093330-A29A-4309-AFAB-D853263C688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204200" y="1711325"/>
                  <a:ext cx="4762" cy="1588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0" y="0"/>
                    </a:cxn>
                    <a:cxn ang="0">
                      <a:pos x="2" y="0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2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82" name="Freeform 168">
                  <a:extLst>
                    <a:ext uri="{FF2B5EF4-FFF2-40B4-BE49-F238E27FC236}">
                      <a16:creationId xmlns:a16="http://schemas.microsoft.com/office/drawing/2014/main" id="{44B5B29A-EB5B-4BED-95BD-21B527B4D31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56550" y="1779588"/>
                  <a:ext cx="1587" cy="4763"/>
                </a:xfrm>
                <a:custGeom>
                  <a:avLst/>
                  <a:gdLst/>
                  <a:ahLst/>
                  <a:cxnLst>
                    <a:cxn ang="0">
                      <a:pos x="1" y="2"/>
                    </a:cxn>
                    <a:cxn ang="0">
                      <a:pos x="1" y="0"/>
                    </a:cxn>
                    <a:cxn ang="0">
                      <a:pos x="1" y="2"/>
                    </a:cxn>
                  </a:cxnLst>
                  <a:rect l="0" t="0" r="r" b="b"/>
                  <a:pathLst>
                    <a:path w="1" h="2">
                      <a:moveTo>
                        <a:pt x="1" y="2"/>
                      </a:moveTo>
                      <a:cubicBezTo>
                        <a:pt x="1" y="1"/>
                        <a:pt x="1" y="1"/>
                        <a:pt x="1" y="0"/>
                      </a:cubicBezTo>
                      <a:cubicBezTo>
                        <a:pt x="0" y="1"/>
                        <a:pt x="0" y="1"/>
                        <a:pt x="1" y="2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20" name="Group 607">
              <a:extLst>
                <a:ext uri="{FF2B5EF4-FFF2-40B4-BE49-F238E27FC236}">
                  <a16:creationId xmlns:a16="http://schemas.microsoft.com/office/drawing/2014/main" id="{B96D55BC-E12F-4074-BCDD-6BBE06C4AC17}"/>
                </a:ext>
              </a:extLst>
            </p:cNvPr>
            <p:cNvGrpSpPr/>
            <p:nvPr/>
          </p:nvGrpSpPr>
          <p:grpSpPr>
            <a:xfrm rot="806963">
              <a:off x="2008129" y="1047000"/>
              <a:ext cx="1683483" cy="1691701"/>
              <a:chOff x="4391025" y="1189038"/>
              <a:chExt cx="1952625" cy="1962150"/>
            </a:xfrm>
          </p:grpSpPr>
          <p:sp>
            <p:nvSpPr>
              <p:cNvPr id="21" name="Freeform 6">
                <a:extLst>
                  <a:ext uri="{FF2B5EF4-FFF2-40B4-BE49-F238E27FC236}">
                    <a16:creationId xmlns:a16="http://schemas.microsoft.com/office/drawing/2014/main" id="{23AD4921-5CCD-4CC0-84BA-12522D6446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56162" y="2362200"/>
                <a:ext cx="342900" cy="342900"/>
              </a:xfrm>
              <a:custGeom>
                <a:avLst/>
                <a:gdLst/>
                <a:ahLst/>
                <a:cxnLst>
                  <a:cxn ang="0">
                    <a:pos x="0" y="54"/>
                  </a:cxn>
                  <a:cxn ang="0">
                    <a:pos x="164" y="216"/>
                  </a:cxn>
                  <a:cxn ang="0">
                    <a:pos x="216" y="163"/>
                  </a:cxn>
                  <a:cxn ang="0">
                    <a:pos x="52" y="0"/>
                  </a:cxn>
                  <a:cxn ang="0">
                    <a:pos x="0" y="54"/>
                  </a:cxn>
                </a:cxnLst>
                <a:rect l="0" t="0" r="r" b="b"/>
                <a:pathLst>
                  <a:path w="216" h="216">
                    <a:moveTo>
                      <a:pt x="0" y="54"/>
                    </a:moveTo>
                    <a:lnTo>
                      <a:pt x="164" y="216"/>
                    </a:lnTo>
                    <a:lnTo>
                      <a:pt x="216" y="163"/>
                    </a:lnTo>
                    <a:lnTo>
                      <a:pt x="52" y="0"/>
                    </a:lnTo>
                    <a:lnTo>
                      <a:pt x="0" y="54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B16E3EA7-F748-489F-A3E0-40DF8BFE09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56162" y="2362200"/>
                <a:ext cx="342900" cy="342900"/>
              </a:xfrm>
              <a:custGeom>
                <a:avLst/>
                <a:gdLst/>
                <a:ahLst/>
                <a:cxnLst>
                  <a:cxn ang="0">
                    <a:pos x="0" y="54"/>
                  </a:cxn>
                  <a:cxn ang="0">
                    <a:pos x="164" y="216"/>
                  </a:cxn>
                  <a:cxn ang="0">
                    <a:pos x="216" y="163"/>
                  </a:cxn>
                  <a:cxn ang="0">
                    <a:pos x="52" y="0"/>
                  </a:cxn>
                  <a:cxn ang="0">
                    <a:pos x="0" y="54"/>
                  </a:cxn>
                </a:cxnLst>
                <a:rect l="0" t="0" r="r" b="b"/>
                <a:pathLst>
                  <a:path w="216" h="216">
                    <a:moveTo>
                      <a:pt x="0" y="54"/>
                    </a:moveTo>
                    <a:lnTo>
                      <a:pt x="164" y="216"/>
                    </a:lnTo>
                    <a:lnTo>
                      <a:pt x="216" y="163"/>
                    </a:lnTo>
                    <a:lnTo>
                      <a:pt x="52" y="0"/>
                    </a:lnTo>
                    <a:lnTo>
                      <a:pt x="0" y="54"/>
                    </a:lnTo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3" name="Freeform 8">
                <a:extLst>
                  <a:ext uri="{FF2B5EF4-FFF2-40B4-BE49-F238E27FC236}">
                    <a16:creationId xmlns:a16="http://schemas.microsoft.com/office/drawing/2014/main" id="{833B987C-9540-407D-99F8-56B12F652F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1025" y="1874838"/>
                <a:ext cx="1284288" cy="1276350"/>
              </a:xfrm>
              <a:custGeom>
                <a:avLst/>
                <a:gdLst/>
                <a:ahLst/>
                <a:cxnLst>
                  <a:cxn ang="0">
                    <a:pos x="1114" y="270"/>
                  </a:cxn>
                  <a:cxn ang="0">
                    <a:pos x="140" y="268"/>
                  </a:cxn>
                  <a:cxn ang="0">
                    <a:pos x="0" y="479"/>
                  </a:cxn>
                  <a:cxn ang="0">
                    <a:pos x="766" y="624"/>
                  </a:cxn>
                  <a:cxn ang="0">
                    <a:pos x="922" y="1388"/>
                  </a:cxn>
                  <a:cxn ang="0">
                    <a:pos x="1130" y="1245"/>
                  </a:cxn>
                  <a:cxn ang="0">
                    <a:pos x="1114" y="270"/>
                  </a:cxn>
                </a:cxnLst>
                <a:rect l="0" t="0" r="r" b="b"/>
                <a:pathLst>
                  <a:path w="1395" h="1388">
                    <a:moveTo>
                      <a:pt x="1114" y="270"/>
                    </a:moveTo>
                    <a:cubicBezTo>
                      <a:pt x="841" y="1"/>
                      <a:pt x="405" y="0"/>
                      <a:pt x="140" y="268"/>
                    </a:cubicBezTo>
                    <a:cubicBezTo>
                      <a:pt x="79" y="331"/>
                      <a:pt x="32" y="402"/>
                      <a:pt x="0" y="479"/>
                    </a:cubicBezTo>
                    <a:cubicBezTo>
                      <a:pt x="251" y="369"/>
                      <a:pt x="556" y="417"/>
                      <a:pt x="766" y="624"/>
                    </a:cubicBezTo>
                    <a:cubicBezTo>
                      <a:pt x="976" y="831"/>
                      <a:pt x="1028" y="1136"/>
                      <a:pt x="922" y="1388"/>
                    </a:cubicBezTo>
                    <a:cubicBezTo>
                      <a:pt x="998" y="1355"/>
                      <a:pt x="1069" y="1307"/>
                      <a:pt x="1130" y="1245"/>
                    </a:cubicBezTo>
                    <a:cubicBezTo>
                      <a:pt x="1395" y="976"/>
                      <a:pt x="1388" y="540"/>
                      <a:pt x="1114" y="270"/>
                    </a:cubicBezTo>
                  </a:path>
                </a:pathLst>
              </a:custGeom>
              <a:solidFill>
                <a:schemeClr val="accent4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4" name="Freeform 10">
                <a:extLst>
                  <a:ext uri="{FF2B5EF4-FFF2-40B4-BE49-F238E27FC236}">
                    <a16:creationId xmlns:a16="http://schemas.microsoft.com/office/drawing/2014/main" id="{63D5E850-0618-4D23-8F78-D04A64E824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54575" y="1189038"/>
                <a:ext cx="1489075" cy="1501775"/>
              </a:xfrm>
              <a:custGeom>
                <a:avLst/>
                <a:gdLst/>
                <a:ahLst/>
                <a:cxnLst>
                  <a:cxn ang="0">
                    <a:pos x="462" y="557"/>
                  </a:cxn>
                  <a:cxn ang="0">
                    <a:pos x="0" y="1288"/>
                  </a:cxn>
                  <a:cxn ang="0">
                    <a:pos x="201" y="1433"/>
                  </a:cxn>
                  <a:cxn ang="0">
                    <a:pos x="349" y="1632"/>
                  </a:cxn>
                  <a:cxn ang="0">
                    <a:pos x="1073" y="1160"/>
                  </a:cxn>
                  <a:cxn ang="0">
                    <a:pos x="1589" y="24"/>
                  </a:cxn>
                  <a:cxn ang="0">
                    <a:pos x="462" y="557"/>
                  </a:cxn>
                </a:cxnLst>
                <a:rect l="0" t="0" r="r" b="b"/>
                <a:pathLst>
                  <a:path w="1618" h="1632">
                    <a:moveTo>
                      <a:pt x="462" y="557"/>
                    </a:moveTo>
                    <a:cubicBezTo>
                      <a:pt x="236" y="786"/>
                      <a:pt x="78" y="1044"/>
                      <a:pt x="0" y="1288"/>
                    </a:cubicBezTo>
                    <a:cubicBezTo>
                      <a:pt x="72" y="1325"/>
                      <a:pt x="140" y="1373"/>
                      <a:pt x="201" y="1433"/>
                    </a:cubicBezTo>
                    <a:cubicBezTo>
                      <a:pt x="262" y="1493"/>
                      <a:pt x="311" y="1560"/>
                      <a:pt x="349" y="1632"/>
                    </a:cubicBezTo>
                    <a:cubicBezTo>
                      <a:pt x="591" y="1550"/>
                      <a:pt x="847" y="1389"/>
                      <a:pt x="1073" y="1160"/>
                    </a:cubicBezTo>
                    <a:cubicBezTo>
                      <a:pt x="1432" y="796"/>
                      <a:pt x="1618" y="358"/>
                      <a:pt x="1589" y="24"/>
                    </a:cubicBezTo>
                    <a:cubicBezTo>
                      <a:pt x="1255" y="0"/>
                      <a:pt x="820" y="193"/>
                      <a:pt x="462" y="557"/>
                    </a:cubicBezTo>
                  </a:path>
                </a:pathLst>
              </a:custGeom>
              <a:solidFill>
                <a:schemeClr val="tx1">
                  <a:lumMod val="10000"/>
                  <a:lumOff val="90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5" name="Freeform 11">
                <a:extLst>
                  <a:ext uri="{FF2B5EF4-FFF2-40B4-BE49-F238E27FC236}">
                    <a16:creationId xmlns:a16="http://schemas.microsoft.com/office/drawing/2014/main" id="{E0FC1F57-5D6D-4679-B0A2-95FEF155EA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29200" y="1208088"/>
                <a:ext cx="1314450" cy="1482725"/>
              </a:xfrm>
              <a:custGeom>
                <a:avLst/>
                <a:gdLst/>
                <a:ahLst/>
                <a:cxnLst>
                  <a:cxn ang="0">
                    <a:pos x="1399" y="2"/>
                  </a:cxn>
                  <a:cxn ang="0">
                    <a:pos x="0" y="1401"/>
                  </a:cxn>
                  <a:cxn ang="0">
                    <a:pos x="11" y="1411"/>
                  </a:cxn>
                  <a:cxn ang="0">
                    <a:pos x="159" y="1610"/>
                  </a:cxn>
                  <a:cxn ang="0">
                    <a:pos x="883" y="1138"/>
                  </a:cxn>
                  <a:cxn ang="0">
                    <a:pos x="1399" y="2"/>
                  </a:cxn>
                </a:cxnLst>
                <a:rect l="0" t="0" r="r" b="b"/>
                <a:pathLst>
                  <a:path w="1428" h="1610">
                    <a:moveTo>
                      <a:pt x="1399" y="2"/>
                    </a:moveTo>
                    <a:cubicBezTo>
                      <a:pt x="1361" y="0"/>
                      <a:pt x="0" y="1401"/>
                      <a:pt x="0" y="1401"/>
                    </a:cubicBezTo>
                    <a:cubicBezTo>
                      <a:pt x="4" y="1405"/>
                      <a:pt x="7" y="1408"/>
                      <a:pt x="11" y="1411"/>
                    </a:cubicBezTo>
                    <a:cubicBezTo>
                      <a:pt x="72" y="1471"/>
                      <a:pt x="121" y="1538"/>
                      <a:pt x="159" y="1610"/>
                    </a:cubicBezTo>
                    <a:cubicBezTo>
                      <a:pt x="401" y="1528"/>
                      <a:pt x="657" y="1367"/>
                      <a:pt x="883" y="1138"/>
                    </a:cubicBezTo>
                    <a:cubicBezTo>
                      <a:pt x="1242" y="774"/>
                      <a:pt x="1428" y="336"/>
                      <a:pt x="1399" y="2"/>
                    </a:cubicBezTo>
                  </a:path>
                </a:pathLst>
              </a:custGeom>
              <a:solidFill>
                <a:srgbClr val="CFCFC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6" name="Freeform 12">
                <a:extLst>
                  <a:ext uri="{FF2B5EF4-FFF2-40B4-BE49-F238E27FC236}">
                    <a16:creationId xmlns:a16="http://schemas.microsoft.com/office/drawing/2014/main" id="{BCDEC49C-C60A-418F-9A81-818012E988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14887" y="2097088"/>
                <a:ext cx="630238" cy="638175"/>
              </a:xfrm>
              <a:custGeom>
                <a:avLst/>
                <a:gdLst/>
                <a:ahLst/>
                <a:cxnLst>
                  <a:cxn ang="0">
                    <a:pos x="276" y="282"/>
                  </a:cxn>
                  <a:cxn ang="0">
                    <a:pos x="0" y="694"/>
                  </a:cxn>
                  <a:cxn ang="0">
                    <a:pos x="407" y="411"/>
                  </a:cxn>
                  <a:cxn ang="0">
                    <a:pos x="684" y="0"/>
                  </a:cxn>
                  <a:cxn ang="0">
                    <a:pos x="276" y="282"/>
                  </a:cxn>
                </a:cxnLst>
                <a:rect l="0" t="0" r="r" b="b"/>
                <a:pathLst>
                  <a:path w="684" h="694">
                    <a:moveTo>
                      <a:pt x="276" y="282"/>
                    </a:moveTo>
                    <a:cubicBezTo>
                      <a:pt x="127" y="433"/>
                      <a:pt x="24" y="591"/>
                      <a:pt x="0" y="694"/>
                    </a:cubicBezTo>
                    <a:cubicBezTo>
                      <a:pt x="102" y="668"/>
                      <a:pt x="258" y="563"/>
                      <a:pt x="407" y="411"/>
                    </a:cubicBezTo>
                    <a:cubicBezTo>
                      <a:pt x="556" y="260"/>
                      <a:pt x="659" y="103"/>
                      <a:pt x="684" y="0"/>
                    </a:cubicBezTo>
                    <a:cubicBezTo>
                      <a:pt x="581" y="26"/>
                      <a:pt x="425" y="131"/>
                      <a:pt x="276" y="282"/>
                    </a:cubicBezTo>
                  </a:path>
                </a:pathLst>
              </a:custGeom>
              <a:solidFill>
                <a:schemeClr val="accent4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7" name="Freeform 23">
                <a:extLst>
                  <a:ext uri="{FF2B5EF4-FFF2-40B4-BE49-F238E27FC236}">
                    <a16:creationId xmlns:a16="http://schemas.microsoft.com/office/drawing/2014/main" id="{0347A85F-FC8D-4404-A6B2-306FB28E5F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37225" y="1328738"/>
                <a:ext cx="468313" cy="468313"/>
              </a:xfrm>
              <a:custGeom>
                <a:avLst/>
                <a:gdLst/>
                <a:ahLst/>
                <a:cxnLst>
                  <a:cxn ang="0">
                    <a:pos x="57" y="0"/>
                  </a:cxn>
                  <a:cxn ang="0">
                    <a:pos x="2" y="28"/>
                  </a:cxn>
                  <a:cxn ang="0">
                    <a:pos x="479" y="509"/>
                  </a:cxn>
                  <a:cxn ang="0">
                    <a:pos x="509" y="446"/>
                  </a:cxn>
                  <a:cxn ang="0">
                    <a:pos x="57" y="0"/>
                  </a:cxn>
                </a:cxnLst>
                <a:rect l="0" t="0" r="r" b="b"/>
                <a:pathLst>
                  <a:path w="509" h="509">
                    <a:moveTo>
                      <a:pt x="57" y="0"/>
                    </a:moveTo>
                    <a:cubicBezTo>
                      <a:pt x="24" y="15"/>
                      <a:pt x="2" y="28"/>
                      <a:pt x="2" y="28"/>
                    </a:cubicBezTo>
                    <a:cubicBezTo>
                      <a:pt x="0" y="28"/>
                      <a:pt x="288" y="254"/>
                      <a:pt x="479" y="509"/>
                    </a:cubicBezTo>
                    <a:cubicBezTo>
                      <a:pt x="479" y="509"/>
                      <a:pt x="503" y="462"/>
                      <a:pt x="509" y="446"/>
                    </a:cubicBezTo>
                    <a:cubicBezTo>
                      <a:pt x="505" y="287"/>
                      <a:pt x="274" y="7"/>
                      <a:pt x="57" y="0"/>
                    </a:cubicBezTo>
                  </a:path>
                </a:pathLst>
              </a:custGeom>
              <a:solidFill>
                <a:schemeClr val="accent4">
                  <a:lumMod val="60000"/>
                  <a:lumOff val="40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8" name="Freeform 31">
                <a:extLst>
                  <a:ext uri="{FF2B5EF4-FFF2-40B4-BE49-F238E27FC236}">
                    <a16:creationId xmlns:a16="http://schemas.microsoft.com/office/drawing/2014/main" id="{D65186C5-5C50-48B0-80B8-F4CE6E5821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18250" y="1219200"/>
                <a:ext cx="1588" cy="158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C6C6C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9" name="Oval 32">
                <a:extLst>
                  <a:ext uri="{FF2B5EF4-FFF2-40B4-BE49-F238E27FC236}">
                    <a16:creationId xmlns:a16="http://schemas.microsoft.com/office/drawing/2014/main" id="{9F259EEF-FAFE-4CE0-ADDB-BEA7BAD84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8250" y="1220788"/>
                <a:ext cx="1588" cy="1588"/>
              </a:xfrm>
              <a:prstGeom prst="ellipse">
                <a:avLst/>
              </a:prstGeom>
              <a:solidFill>
                <a:srgbClr val="C6C6C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0" name="Freeform 33">
                <a:extLst>
                  <a:ext uri="{FF2B5EF4-FFF2-40B4-BE49-F238E27FC236}">
                    <a16:creationId xmlns:a16="http://schemas.microsoft.com/office/drawing/2014/main" id="{FD50CA66-F13E-47C6-BB09-7E0C2C7794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18250" y="1220788"/>
                <a:ext cx="1588" cy="158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2F2F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1" name="Oval 34">
                <a:extLst>
                  <a:ext uri="{FF2B5EF4-FFF2-40B4-BE49-F238E27FC236}">
                    <a16:creationId xmlns:a16="http://schemas.microsoft.com/office/drawing/2014/main" id="{DE4DA088-8BDE-46A8-A8A0-8EB5AC5766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8250" y="1220788"/>
                <a:ext cx="1588" cy="1588"/>
              </a:xfrm>
              <a:prstGeom prst="ellipse">
                <a:avLst/>
              </a:prstGeom>
              <a:solidFill>
                <a:srgbClr val="C6C6C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2" name="Freeform 35">
                <a:extLst>
                  <a:ext uri="{FF2B5EF4-FFF2-40B4-BE49-F238E27FC236}">
                    <a16:creationId xmlns:a16="http://schemas.microsoft.com/office/drawing/2014/main" id="{0DFFFDD3-8441-4902-98B1-14554D6180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18250" y="1220788"/>
                <a:ext cx="1588" cy="158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2F2F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3" name="Freeform 36">
                <a:extLst>
                  <a:ext uri="{FF2B5EF4-FFF2-40B4-BE49-F238E27FC236}">
                    <a16:creationId xmlns:a16="http://schemas.microsoft.com/office/drawing/2014/main" id="{01493456-98D5-4EC6-BACF-1403A00F6F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18250" y="1222375"/>
                <a:ext cx="1588" cy="158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C6C6C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4" name="Freeform 37">
                <a:extLst>
                  <a:ext uri="{FF2B5EF4-FFF2-40B4-BE49-F238E27FC236}">
                    <a16:creationId xmlns:a16="http://schemas.microsoft.com/office/drawing/2014/main" id="{2B93356C-8D0B-45F8-A9B6-DC2ADD9A49A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316662" y="1222375"/>
                <a:ext cx="4763" cy="11588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3" y="62"/>
                  </a:cxn>
                  <a:cxn ang="0">
                    <a:pos x="0" y="126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</a:cxnLst>
                <a:rect l="0" t="0" r="r" b="b"/>
                <a:pathLst>
                  <a:path w="4" h="126">
                    <a:moveTo>
                      <a:pt x="1" y="0"/>
                    </a:moveTo>
                    <a:cubicBezTo>
                      <a:pt x="2" y="20"/>
                      <a:pt x="3" y="41"/>
                      <a:pt x="3" y="62"/>
                    </a:cubicBezTo>
                    <a:cubicBezTo>
                      <a:pt x="3" y="83"/>
                      <a:pt x="2" y="104"/>
                      <a:pt x="0" y="126"/>
                    </a:cubicBezTo>
                    <a:cubicBezTo>
                      <a:pt x="4" y="83"/>
                      <a:pt x="4" y="41"/>
                      <a:pt x="1" y="0"/>
                    </a:cubicBezTo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F2F2F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5" name="Freeform 38">
                <a:extLst>
                  <a:ext uri="{FF2B5EF4-FFF2-40B4-BE49-F238E27FC236}">
                    <a16:creationId xmlns:a16="http://schemas.microsoft.com/office/drawing/2014/main" id="{4C336A78-A76B-49D7-92C9-E769BF43E7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16662" y="1211263"/>
                <a:ext cx="3175" cy="68263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0"/>
                  </a:cxn>
                  <a:cxn ang="0">
                    <a:pos x="1" y="1"/>
                  </a:cxn>
                  <a:cxn ang="0">
                    <a:pos x="4" y="74"/>
                  </a:cxn>
                  <a:cxn ang="0">
                    <a:pos x="2" y="12"/>
                  </a:cxn>
                  <a:cxn ang="0">
                    <a:pos x="2" y="12"/>
                  </a:cxn>
                  <a:cxn ang="0">
                    <a:pos x="2" y="12"/>
                  </a:cxn>
                  <a:cxn ang="0">
                    <a:pos x="2" y="12"/>
                  </a:cxn>
                  <a:cxn ang="0">
                    <a:pos x="2" y="12"/>
                  </a:cxn>
                  <a:cxn ang="0">
                    <a:pos x="2" y="11"/>
                  </a:cxn>
                  <a:cxn ang="0">
                    <a:pos x="2" y="11"/>
                  </a:cxn>
                  <a:cxn ang="0">
                    <a:pos x="2" y="11"/>
                  </a:cxn>
                  <a:cxn ang="0">
                    <a:pos x="2" y="11"/>
                  </a:cxn>
                  <a:cxn ang="0">
                    <a:pos x="2" y="11"/>
                  </a:cxn>
                  <a:cxn ang="0">
                    <a:pos x="2" y="11"/>
                  </a:cxn>
                  <a:cxn ang="0">
                    <a:pos x="2" y="11"/>
                  </a:cxn>
                  <a:cxn ang="0">
                    <a:pos x="2" y="11"/>
                  </a:cxn>
                  <a:cxn ang="0">
                    <a:pos x="2" y="11"/>
                  </a:cxn>
                  <a:cxn ang="0">
                    <a:pos x="2" y="11"/>
                  </a:cxn>
                  <a:cxn ang="0">
                    <a:pos x="2" y="11"/>
                  </a:cxn>
                  <a:cxn ang="0">
                    <a:pos x="2" y="11"/>
                  </a:cxn>
                  <a:cxn ang="0">
                    <a:pos x="2" y="10"/>
                  </a:cxn>
                  <a:cxn ang="0">
                    <a:pos x="2" y="10"/>
                  </a:cxn>
                  <a:cxn ang="0">
                    <a:pos x="2" y="10"/>
                  </a:cxn>
                  <a:cxn ang="0">
                    <a:pos x="2" y="10"/>
                  </a:cxn>
                  <a:cxn ang="0">
                    <a:pos x="1" y="0"/>
                  </a:cxn>
                  <a:cxn ang="0">
                    <a:pos x="1" y="0"/>
                  </a:cxn>
                </a:cxnLst>
                <a:rect l="0" t="0" r="r" b="b"/>
                <a:pathLst>
                  <a:path w="4" h="74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1" y="1"/>
                      <a:pt x="1" y="1"/>
                    </a:cubicBezTo>
                    <a:cubicBezTo>
                      <a:pt x="3" y="25"/>
                      <a:pt x="4" y="49"/>
                      <a:pt x="4" y="74"/>
                    </a:cubicBezTo>
                    <a:cubicBezTo>
                      <a:pt x="4" y="53"/>
                      <a:pt x="3" y="32"/>
                      <a:pt x="2" y="12"/>
                    </a:cubicBezTo>
                    <a:cubicBezTo>
                      <a:pt x="2" y="12"/>
                      <a:pt x="2" y="12"/>
                      <a:pt x="2" y="12"/>
                    </a:cubicBezTo>
                    <a:cubicBezTo>
                      <a:pt x="2" y="12"/>
                      <a:pt x="2" y="12"/>
                      <a:pt x="2" y="12"/>
                    </a:cubicBezTo>
                    <a:cubicBezTo>
                      <a:pt x="2" y="12"/>
                      <a:pt x="2" y="12"/>
                      <a:pt x="2" y="12"/>
                    </a:cubicBezTo>
                    <a:cubicBezTo>
                      <a:pt x="2" y="12"/>
                      <a:pt x="2" y="12"/>
                      <a:pt x="2" y="12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2" y="7"/>
                      <a:pt x="1" y="4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0926B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6" name="Freeform 40">
                <a:extLst>
                  <a:ext uri="{FF2B5EF4-FFF2-40B4-BE49-F238E27FC236}">
                    <a16:creationId xmlns:a16="http://schemas.microsoft.com/office/drawing/2014/main" id="{2E431673-2FA8-4355-93A4-584EDA3759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16662" y="1338263"/>
                <a:ext cx="1588" cy="158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2F2F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7" name="Freeform 41">
                <a:extLst>
                  <a:ext uri="{FF2B5EF4-FFF2-40B4-BE49-F238E27FC236}">
                    <a16:creationId xmlns:a16="http://schemas.microsoft.com/office/drawing/2014/main" id="{C5D4D288-EF04-49EB-ACE2-600551173CB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175250" y="1797050"/>
                <a:ext cx="1001713" cy="893763"/>
              </a:xfrm>
              <a:custGeom>
                <a:avLst/>
                <a:gdLst/>
                <a:ahLst/>
                <a:cxnLst>
                  <a:cxn ang="0">
                    <a:pos x="72" y="943"/>
                  </a:cxn>
                  <a:cxn ang="0">
                    <a:pos x="0" y="970"/>
                  </a:cxn>
                  <a:cxn ang="0">
                    <a:pos x="0" y="970"/>
                  </a:cxn>
                  <a:cxn ang="0">
                    <a:pos x="72" y="943"/>
                  </a:cxn>
                  <a:cxn ang="0">
                    <a:pos x="72" y="943"/>
                  </a:cxn>
                  <a:cxn ang="0">
                    <a:pos x="1088" y="0"/>
                  </a:cxn>
                  <a:cxn ang="0">
                    <a:pos x="724" y="498"/>
                  </a:cxn>
                  <a:cxn ang="0">
                    <a:pos x="1088" y="0"/>
                  </a:cxn>
                  <a:cxn ang="0">
                    <a:pos x="1088" y="0"/>
                  </a:cxn>
                </a:cxnLst>
                <a:rect l="0" t="0" r="r" b="b"/>
                <a:pathLst>
                  <a:path w="1088" h="970">
                    <a:moveTo>
                      <a:pt x="72" y="943"/>
                    </a:moveTo>
                    <a:cubicBezTo>
                      <a:pt x="48" y="953"/>
                      <a:pt x="24" y="962"/>
                      <a:pt x="0" y="970"/>
                    </a:cubicBezTo>
                    <a:cubicBezTo>
                      <a:pt x="0" y="970"/>
                      <a:pt x="0" y="970"/>
                      <a:pt x="0" y="970"/>
                    </a:cubicBezTo>
                    <a:cubicBezTo>
                      <a:pt x="24" y="962"/>
                      <a:pt x="48" y="953"/>
                      <a:pt x="72" y="943"/>
                    </a:cubicBezTo>
                    <a:cubicBezTo>
                      <a:pt x="72" y="943"/>
                      <a:pt x="72" y="943"/>
                      <a:pt x="72" y="943"/>
                    </a:cubicBezTo>
                    <a:moveTo>
                      <a:pt x="1088" y="0"/>
                    </a:moveTo>
                    <a:cubicBezTo>
                      <a:pt x="1001" y="170"/>
                      <a:pt x="879" y="341"/>
                      <a:pt x="724" y="498"/>
                    </a:cubicBezTo>
                    <a:cubicBezTo>
                      <a:pt x="879" y="341"/>
                      <a:pt x="1001" y="170"/>
                      <a:pt x="1088" y="0"/>
                    </a:cubicBezTo>
                    <a:cubicBezTo>
                      <a:pt x="1088" y="0"/>
                      <a:pt x="1088" y="0"/>
                      <a:pt x="1088" y="0"/>
                    </a:cubicBezTo>
                  </a:path>
                </a:pathLst>
              </a:custGeom>
              <a:solidFill>
                <a:srgbClr val="C6C6C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8" name="Freeform 42">
                <a:extLst>
                  <a:ext uri="{FF2B5EF4-FFF2-40B4-BE49-F238E27FC236}">
                    <a16:creationId xmlns:a16="http://schemas.microsoft.com/office/drawing/2014/main" id="{672BAD11-B21E-40D6-892D-7F7B91FE3F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41925" y="2493963"/>
                <a:ext cx="317500" cy="171450"/>
              </a:xfrm>
              <a:custGeom>
                <a:avLst/>
                <a:gdLst/>
                <a:ahLst/>
                <a:cxnLst>
                  <a:cxn ang="0">
                    <a:pos x="344" y="0"/>
                  </a:cxn>
                  <a:cxn ang="0">
                    <a:pos x="0" y="186"/>
                  </a:cxn>
                  <a:cxn ang="0">
                    <a:pos x="0" y="186"/>
                  </a:cxn>
                  <a:cxn ang="0">
                    <a:pos x="344" y="0"/>
                  </a:cxn>
                </a:cxnLst>
                <a:rect l="0" t="0" r="r" b="b"/>
                <a:pathLst>
                  <a:path w="344" h="186">
                    <a:moveTo>
                      <a:pt x="344" y="0"/>
                    </a:moveTo>
                    <a:cubicBezTo>
                      <a:pt x="230" y="79"/>
                      <a:pt x="114" y="141"/>
                      <a:pt x="0" y="186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114" y="141"/>
                      <a:pt x="230" y="79"/>
                      <a:pt x="344" y="0"/>
                    </a:cubicBezTo>
                  </a:path>
                </a:pathLst>
              </a:custGeom>
              <a:solidFill>
                <a:srgbClr val="04145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9" name="Freeform 14">
                <a:extLst>
                  <a:ext uri="{FF2B5EF4-FFF2-40B4-BE49-F238E27FC236}">
                    <a16:creationId xmlns:a16="http://schemas.microsoft.com/office/drawing/2014/main" id="{62EA6CF5-C5EE-4A6E-A676-19F5DE9AD8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88023" y="1203327"/>
                <a:ext cx="541338" cy="539750"/>
              </a:xfrm>
              <a:custGeom>
                <a:avLst/>
                <a:gdLst/>
                <a:ahLst/>
                <a:cxnLst>
                  <a:cxn ang="0">
                    <a:pos x="0" y="142"/>
                  </a:cxn>
                  <a:cxn ang="0">
                    <a:pos x="233" y="357"/>
                  </a:cxn>
                  <a:cxn ang="0">
                    <a:pos x="452" y="587"/>
                  </a:cxn>
                  <a:cxn ang="0">
                    <a:pos x="573" y="12"/>
                  </a:cxn>
                  <a:cxn ang="0">
                    <a:pos x="0" y="142"/>
                  </a:cxn>
                </a:cxnLst>
                <a:rect l="0" t="0" r="r" b="b"/>
                <a:pathLst>
                  <a:path w="588" h="587">
                    <a:moveTo>
                      <a:pt x="0" y="142"/>
                    </a:moveTo>
                    <a:cubicBezTo>
                      <a:pt x="79" y="210"/>
                      <a:pt x="157" y="281"/>
                      <a:pt x="233" y="357"/>
                    </a:cubicBezTo>
                    <a:cubicBezTo>
                      <a:pt x="310" y="433"/>
                      <a:pt x="383" y="510"/>
                      <a:pt x="452" y="587"/>
                    </a:cubicBezTo>
                    <a:cubicBezTo>
                      <a:pt x="546" y="384"/>
                      <a:pt x="588" y="184"/>
                      <a:pt x="573" y="12"/>
                    </a:cubicBezTo>
                    <a:cubicBezTo>
                      <a:pt x="401" y="0"/>
                      <a:pt x="202" y="45"/>
                      <a:pt x="0" y="142"/>
                    </a:cubicBezTo>
                  </a:path>
                </a:pathLst>
              </a:custGeom>
              <a:solidFill>
                <a:schemeClr val="accent4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025FBA58-8EB3-4C74-8D0E-C2282B71EE7E}"/>
              </a:ext>
            </a:extLst>
          </p:cNvPr>
          <p:cNvSpPr txBox="1">
            <a:spLocks/>
          </p:cNvSpPr>
          <p:nvPr/>
        </p:nvSpPr>
        <p:spPr>
          <a:xfrm>
            <a:off x="3057800" y="2741275"/>
            <a:ext cx="371495" cy="332399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b="0" dirty="0">
                <a:solidFill>
                  <a:schemeClr val="tx1"/>
                </a:solidFill>
                <a:latin typeface="Impact" panose="020B0806030902050204" pitchFamily="34" charset="0"/>
                <a:cs typeface="+mn-ea"/>
                <a:sym typeface="+mn-lt"/>
              </a:rPr>
              <a:t>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Impact" panose="020B0806030902050204" pitchFamily="34" charset="0"/>
                <a:cs typeface="+mn-ea"/>
                <a:sym typeface="+mn-lt"/>
              </a:rPr>
              <a:t>5%</a:t>
            </a:r>
          </a:p>
        </p:txBody>
      </p:sp>
      <p:sp>
        <p:nvSpPr>
          <p:cNvPr id="11" name="Footer Text">
            <a:extLst>
              <a:ext uri="{FF2B5EF4-FFF2-40B4-BE49-F238E27FC236}">
                <a16:creationId xmlns:a16="http://schemas.microsoft.com/office/drawing/2014/main" id="{742EC7BD-E4CD-43C9-A8E9-41337A3CF56A}"/>
              </a:ext>
            </a:extLst>
          </p:cNvPr>
          <p:cNvSpPr txBox="1"/>
          <p:nvPr/>
        </p:nvSpPr>
        <p:spPr>
          <a:xfrm flipH="1">
            <a:off x="894086" y="2093735"/>
            <a:ext cx="1848515" cy="37006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algn="r">
              <a:lnSpc>
                <a:spcPct val="150000"/>
              </a:lnSpc>
            </a:pPr>
            <a:r>
              <a:rPr lang="zh-CN" altLang="en-US" sz="1000" dirty="0">
                <a:solidFill/>
                <a:cs typeface="+mn-ea"/>
                <a:sym typeface="+mn-lt"/>
              </a:rPr>
              <a:t>此部分内容作为文字排版占位显示</a:t>
            </a:r>
          </a:p>
          <a:p>
            <a:pPr algn="r">
              <a:lnSpc>
                <a:spcPct val="150000"/>
              </a:lnSpc>
            </a:pPr>
            <a:r>
              <a:rPr lang="zh-CN" altLang="en-US" sz="1000" dirty="0">
                <a:cs typeface="+mn-ea"/>
                <a:sym typeface="+mn-lt"/>
              </a:rPr>
              <a:t>（建议使用主题字体）</a:t>
            </a:r>
            <a:endParaRPr lang="en-US" sz="1000" dirty="0">
              <a:cs typeface="+mn-ea"/>
              <a:sym typeface="+mn-lt"/>
            </a:endParaRPr>
          </a:p>
        </p:txBody>
      </p:sp>
      <p:sp>
        <p:nvSpPr>
          <p:cNvPr id="12" name="Rectangle 753">
            <a:extLst>
              <a:ext uri="{FF2B5EF4-FFF2-40B4-BE49-F238E27FC236}">
                <a16:creationId xmlns:a16="http://schemas.microsoft.com/office/drawing/2014/main" id="{CC00378D-F3DF-42ED-8D56-63FA1ACE4021}"/>
              </a:ext>
            </a:extLst>
          </p:cNvPr>
          <p:cNvSpPr/>
          <p:nvPr/>
        </p:nvSpPr>
        <p:spPr>
          <a:xfrm>
            <a:off x="894085" y="1848428"/>
            <a:ext cx="1848515" cy="2464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400" b="1">
                <a:solidFill>
                  <a:schemeClr val="accent3"/>
                </a:solidFill>
                <a:cs typeface="+mn-ea"/>
                <a:sym typeface="+mn-lt"/>
              </a:rPr>
              <a:t>标题文本预设</a:t>
            </a:r>
            <a:endParaRPr lang="en-US" sz="1400" b="1" dirty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13" name="Footer Text">
            <a:extLst>
              <a:ext uri="{FF2B5EF4-FFF2-40B4-BE49-F238E27FC236}">
                <a16:creationId xmlns:a16="http://schemas.microsoft.com/office/drawing/2014/main" id="{C7B6ADC8-6405-49E8-8E30-545C44899899}"/>
              </a:ext>
            </a:extLst>
          </p:cNvPr>
          <p:cNvSpPr txBox="1"/>
          <p:nvPr/>
        </p:nvSpPr>
        <p:spPr>
          <a:xfrm flipH="1">
            <a:off x="6401401" y="2974997"/>
            <a:ext cx="1848515" cy="37006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sz="1000">
                <a:solidFill/>
                <a:cs typeface="+mn-ea"/>
                <a:sym typeface="+mn-lt"/>
              </a:rPr>
              <a:t>此部分内容作为文字排版占位显示</a:t>
            </a:r>
          </a:p>
          <a:p>
            <a:pPr>
              <a:lnSpc>
                <a:spcPct val="150000"/>
              </a:lnSpc>
            </a:pPr>
            <a:r>
              <a:rPr lang="zh-CN" altLang="en-US" sz="1000">
                <a:cs typeface="+mn-ea"/>
                <a:sym typeface="+mn-lt"/>
              </a:rPr>
              <a:t>（建议使用主题字体）</a:t>
            </a:r>
            <a:endParaRPr lang="en-US" sz="1000" dirty="0">
              <a:cs typeface="+mn-ea"/>
              <a:sym typeface="+mn-lt"/>
            </a:endParaRPr>
          </a:p>
        </p:txBody>
      </p:sp>
      <p:sp>
        <p:nvSpPr>
          <p:cNvPr id="14" name="Rectangle 756">
            <a:extLst>
              <a:ext uri="{FF2B5EF4-FFF2-40B4-BE49-F238E27FC236}">
                <a16:creationId xmlns:a16="http://schemas.microsoft.com/office/drawing/2014/main" id="{2B127D10-361A-4BA0-B38F-A1D0866088BB}"/>
              </a:ext>
            </a:extLst>
          </p:cNvPr>
          <p:cNvSpPr/>
          <p:nvPr/>
        </p:nvSpPr>
        <p:spPr>
          <a:xfrm>
            <a:off x="6401401" y="2729689"/>
            <a:ext cx="1848515" cy="245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b="1">
                <a:solidFill>
                  <a:schemeClr val="accent4"/>
                </a:solidFill>
                <a:cs typeface="+mn-ea"/>
                <a:sym typeface="+mn-lt"/>
              </a:rPr>
              <a:t>标题文本预设</a:t>
            </a:r>
            <a:endParaRPr lang="en-US" sz="1400" b="1" dirty="0">
              <a:solidFill>
                <a:schemeClr val="accent4"/>
              </a:solidFill>
              <a:cs typeface="+mn-ea"/>
              <a:sym typeface="+mn-lt"/>
            </a:endParaRP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FF4F6577-ACA6-464C-9F25-2F13F54E946F}"/>
              </a:ext>
            </a:extLst>
          </p:cNvPr>
          <p:cNvSpPr txBox="1">
            <a:spLocks/>
          </p:cNvSpPr>
          <p:nvPr/>
        </p:nvSpPr>
        <p:spPr>
          <a:xfrm>
            <a:off x="5324854" y="2650681"/>
            <a:ext cx="465272" cy="387799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Arial" pitchFamily="34" charset="0"/>
              <a:buNone/>
              <a:tabLst/>
              <a:defRPr/>
            </a:pPr>
            <a:r>
              <a:rPr lang="en-US" b="0" dirty="0">
                <a:solidFill>
                  <a:schemeClr val="tx1"/>
                </a:solidFill>
                <a:latin typeface="Impact" panose="020B0806030902050204" pitchFamily="34" charset="0"/>
                <a:cs typeface="+mn-ea"/>
                <a:sym typeface="+mn-lt"/>
              </a:rPr>
              <a:t>4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Impact" panose="020B0806030902050204" pitchFamily="34" charset="0"/>
                <a:cs typeface="+mn-ea"/>
                <a:sym typeface="+mn-lt"/>
              </a:rPr>
              <a:t>5%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34678D29-4734-43CC-9ABD-FB44847BD992}"/>
              </a:ext>
            </a:extLst>
          </p:cNvPr>
          <p:cNvSpPr txBox="1">
            <a:spLocks/>
          </p:cNvSpPr>
          <p:nvPr/>
        </p:nvSpPr>
        <p:spPr>
          <a:xfrm>
            <a:off x="3934209" y="2376584"/>
            <a:ext cx="746598" cy="544861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4400" b="0" dirty="0">
                <a:solidFill>
                  <a:schemeClr val="tx1"/>
                </a:solidFill>
                <a:latin typeface="Impact" panose="020B0806030902050204" pitchFamily="34" charset="0"/>
                <a:cs typeface="+mn-ea"/>
                <a:sym typeface="+mn-lt"/>
              </a:rPr>
              <a:t>8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Impact" panose="020B0806030902050204" pitchFamily="34" charset="0"/>
                <a:cs typeface="+mn-ea"/>
                <a:sym typeface="+mn-lt"/>
              </a:rPr>
              <a:t>5%</a:t>
            </a:r>
          </a:p>
        </p:txBody>
      </p:sp>
      <p:sp>
        <p:nvSpPr>
          <p:cNvPr id="17" name="文本框 15">
            <a:extLst>
              <a:ext uri="{FF2B5EF4-FFF2-40B4-BE49-F238E27FC236}">
                <a16:creationId xmlns:a16="http://schemas.microsoft.com/office/drawing/2014/main" id="{31AC325E-7673-4301-BB98-7ABF04E8B932}"/>
              </a:ext>
            </a:extLst>
          </p:cNvPr>
          <p:cNvSpPr txBox="1"/>
          <p:nvPr/>
        </p:nvSpPr>
        <p:spPr>
          <a:xfrm>
            <a:off x="2536359" y="3551908"/>
            <a:ext cx="3718698" cy="276999"/>
          </a:xfrm>
          <a:prstGeom prst="rect">
            <a:avLst/>
          </a:prstGeom>
          <a:noFill/>
        </p:spPr>
        <p:txBody>
          <a:bodyPr wrap="square" rtlCol="0" anchor="ctr" anchorCtr="1">
            <a:normAutofit fontScale="85000" lnSpcReduction="20000"/>
          </a:bodyPr>
          <a:lstStyle/>
          <a:p>
            <a:pPr algn="ctr"/>
            <a:r>
              <a:rPr lang="zh-CN" altLang="en-US" b="1" dirty="0">
                <a:solidFill>
                  <a:srgbClr val="071F93"/>
                </a:solidFill>
              </a:rPr>
              <a:t>标题文本预设</a:t>
            </a:r>
          </a:p>
        </p:txBody>
      </p:sp>
      <p:sp>
        <p:nvSpPr>
          <p:cNvPr id="18" name="文本框 16">
            <a:extLst>
              <a:ext uri="{FF2B5EF4-FFF2-40B4-BE49-F238E27FC236}">
                <a16:creationId xmlns:a16="http://schemas.microsoft.com/office/drawing/2014/main" id="{96DE404A-3176-4952-98B4-2BAB04F78899}"/>
              </a:ext>
            </a:extLst>
          </p:cNvPr>
          <p:cNvSpPr txBox="1"/>
          <p:nvPr/>
        </p:nvSpPr>
        <p:spPr>
          <a:xfrm>
            <a:off x="2528997" y="3828907"/>
            <a:ext cx="3733422" cy="464952"/>
          </a:xfrm>
          <a:prstGeom prst="rect">
            <a:avLst/>
          </a:prstGeom>
          <a:noFill/>
        </p:spPr>
        <p:txBody>
          <a:bodyPr wrap="square" rtlCol="0" anchor="t" anchorCtr="1">
            <a:normAutofit fontScale="85000" lnSpcReduction="100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100" dirty="0">
                <a:solidFill/>
              </a:rPr>
              <a:t>此部分内容作为文字排版占位显示（建议使用主题字体</a:t>
            </a:r>
            <a:r>
              <a:rPr lang="zh-CN" altLang="en-US" sz="1100"/>
              <a:t>）。</a:t>
            </a:r>
            <a:endParaRPr lang="en-US" altLang="zh-CN" sz="1100"/>
          </a:p>
          <a:p>
            <a:pPr algn="ctr">
              <a:lnSpc>
                <a:spcPct val="150000"/>
              </a:lnSpc>
            </a:pPr>
            <a:r>
              <a:rPr lang="zh-CN" altLang="en-US" sz="1100"/>
              <a:t>如</a:t>
            </a:r>
            <a:r>
              <a:rPr lang="zh-CN" altLang="en-US" sz="1100" dirty="0"/>
              <a:t>需更改请在（设置形状格式）菜单下（文本选项）中调整</a:t>
            </a:r>
          </a:p>
        </p:txBody>
      </p:sp>
      <p:grpSp>
        <p:nvGrpSpPr>
          <p:cNvPr id="454" name="组合 453">
            <a:extLst>
              <a:ext uri="{FF2B5EF4-FFF2-40B4-BE49-F238E27FC236}">
                <a16:creationId xmlns:a16="http://schemas.microsoft.com/office/drawing/2014/main" id="{BBFF34C2-F877-623D-0E2A-0623C2B115A1}"/>
              </a:ext>
            </a:extLst>
          </p:cNvPr>
          <p:cNvGrpSpPr/>
          <p:nvPr/>
        </p:nvGrpSpPr>
        <p:grpSpPr>
          <a:xfrm>
            <a:off x="2" y="62949"/>
            <a:ext cx="9145587" cy="514424"/>
            <a:chOff x="2" y="62949"/>
            <a:chExt cx="9145587" cy="514424"/>
          </a:xfrm>
        </p:grpSpPr>
        <p:pic>
          <p:nvPicPr>
            <p:cNvPr id="459" name="Picture 458" descr="122-吉林大学-logo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13973" y="62949"/>
              <a:ext cx="430096" cy="430096"/>
            </a:xfrm>
            <a:prstGeom prst="rect">
              <a:avLst/>
            </a:prstGeom>
          </p:spPr>
        </p:pic>
        <p:sp>
          <p:nvSpPr>
            <p:cNvPr id="456" name="任意多边形 7">
              <a:extLst>
                <a:ext uri="{FF2B5EF4-FFF2-40B4-BE49-F238E27FC236}">
                  <a16:creationId xmlns:a16="http://schemas.microsoft.com/office/drawing/2014/main" id="{0D7751DE-2061-10EB-0CFC-44CA24C7D877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521636" y="555120"/>
              <a:ext cx="8623953" cy="22253"/>
            </a:xfrm>
            <a:custGeom>
              <a:avLst/>
              <a:gdLst>
                <a:gd name="connsiteX0" fmla="*/ 0 w 12125327"/>
                <a:gd name="connsiteY0" fmla="*/ 0 h 31282"/>
                <a:gd name="connsiteX1" fmla="*/ 12125327 w 12125327"/>
                <a:gd name="connsiteY1" fmla="*/ 0 h 31282"/>
                <a:gd name="connsiteX2" fmla="*/ 12125327 w 12125327"/>
                <a:gd name="connsiteY2" fmla="*/ 31282 h 31282"/>
                <a:gd name="connsiteX3" fmla="*/ 17139 w 12125327"/>
                <a:gd name="connsiteY3" fmla="*/ 31282 h 31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25327" h="31282">
                  <a:moveTo>
                    <a:pt x="0" y="0"/>
                  </a:moveTo>
                  <a:lnTo>
                    <a:pt x="12125327" y="0"/>
                  </a:lnTo>
                  <a:lnTo>
                    <a:pt x="12125327" y="31282"/>
                  </a:lnTo>
                  <a:lnTo>
                    <a:pt x="17139" y="3128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4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57" name="任意多边形 8">
              <a:extLst>
                <a:ext uri="{FF2B5EF4-FFF2-40B4-BE49-F238E27FC236}">
                  <a16:creationId xmlns:a16="http://schemas.microsoft.com/office/drawing/2014/main" id="{C508E947-43AE-2874-5228-5BD2B16E33A9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2" y="195486"/>
              <a:ext cx="410536" cy="381886"/>
            </a:xfrm>
            <a:custGeom>
              <a:avLst/>
              <a:gdLst>
                <a:gd name="connsiteX0" fmla="*/ 284734 w 577217"/>
                <a:gd name="connsiteY0" fmla="*/ 0 h 536832"/>
                <a:gd name="connsiteX1" fmla="*/ 577217 w 577217"/>
                <a:gd name="connsiteY1" fmla="*/ 536832 h 536832"/>
                <a:gd name="connsiteX2" fmla="*/ 0 w 577217"/>
                <a:gd name="connsiteY2" fmla="*/ 536832 h 536832"/>
                <a:gd name="connsiteX3" fmla="*/ 0 w 577217"/>
                <a:gd name="connsiteY3" fmla="*/ 184 h 536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7217" h="536832">
                  <a:moveTo>
                    <a:pt x="284734" y="0"/>
                  </a:moveTo>
                  <a:lnTo>
                    <a:pt x="577217" y="536832"/>
                  </a:lnTo>
                  <a:lnTo>
                    <a:pt x="0" y="536832"/>
                  </a:lnTo>
                  <a:lnTo>
                    <a:pt x="0" y="184"/>
                  </a:lnTo>
                  <a:close/>
                </a:path>
              </a:pathLst>
            </a:custGeom>
            <a:solidFill>
              <a:srgbClr val="071E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400" dirty="0">
                <a:solidFill>
                  <a:srgbClr val="7EC234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58" name="Title 1">
              <a:extLst>
                <a:ext uri="{FF2B5EF4-FFF2-40B4-BE49-F238E27FC236}">
                  <a16:creationId xmlns:a16="http://schemas.microsoft.com/office/drawing/2014/main" id="{B2EDD883-1AB4-2031-99F1-515C7A0404C7}"/>
                </a:ext>
              </a:extLst>
            </p:cNvPr>
            <p:cNvSpPr txBox="1">
              <a:spLocks/>
            </p:cNvSpPr>
            <p:nvPr/>
          </p:nvSpPr>
          <p:spPr>
            <a:xfrm>
              <a:off x="611560" y="175643"/>
              <a:ext cx="2129944" cy="379477"/>
            </a:xfrm>
            <a:prstGeom prst="rect">
              <a:avLst/>
            </a:prstGeom>
          </p:spPr>
          <p:txBody>
            <a:bodyPr lIns="0" rIns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3000" b="0" kern="1200">
                  <a:solidFill>
                    <a:schemeClr val="accent1"/>
                  </a:solidFill>
                  <a:latin typeface="U.S. 101" pitchFamily="2" charset="0"/>
                  <a:ea typeface="Roboto" pitchFamily="2" charset="0"/>
                  <a:cs typeface="Open Sans Light" panose="020B0306030504020204" pitchFamily="34" charset="0"/>
                </a:defRPr>
              </a:lvl1pPr>
            </a:lstStyle>
            <a:p>
              <a:pPr algn="l"/>
              <a:r>
                <a:rPr lang="zh-CN" altLang="en-US" sz="18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点击输入标题内容</a:t>
              </a:r>
              <a:endParaRPr lang="en-GB" altLang="zh-CN" sz="1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80839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000"/>
                            </p:stCondLst>
                            <p:childTnLst>
                              <p:par>
                                <p:cTn id="4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000"/>
                            </p:stCondLst>
                            <p:childTnLst>
                              <p:par>
                                <p:cTn id="6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500"/>
                            </p:stCondLst>
                            <p:childTnLst>
                              <p:par>
                                <p:cTn id="6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16"/>
          <p:cNvSpPr>
            <a:spLocks noChangeAspect="1"/>
          </p:cNvSpPr>
          <p:nvPr/>
        </p:nvSpPr>
        <p:spPr bwMode="auto">
          <a:xfrm>
            <a:off x="1278526" y="3061323"/>
            <a:ext cx="389152" cy="389252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3767" y="5419"/>
                </a:moveTo>
                <a:cubicBezTo>
                  <a:pt x="4051" y="5419"/>
                  <a:pt x="4271" y="5505"/>
                  <a:pt x="4428" y="5687"/>
                </a:cubicBezTo>
                <a:cubicBezTo>
                  <a:pt x="4586" y="5865"/>
                  <a:pt x="4701" y="6078"/>
                  <a:pt x="4766" y="6326"/>
                </a:cubicBezTo>
                <a:cubicBezTo>
                  <a:pt x="4835" y="6574"/>
                  <a:pt x="4879" y="6836"/>
                  <a:pt x="4893" y="7106"/>
                </a:cubicBezTo>
                <a:cubicBezTo>
                  <a:pt x="4910" y="7377"/>
                  <a:pt x="4917" y="7596"/>
                  <a:pt x="4917" y="7760"/>
                </a:cubicBezTo>
                <a:lnTo>
                  <a:pt x="4917" y="9856"/>
                </a:lnTo>
                <a:cubicBezTo>
                  <a:pt x="4809" y="9928"/>
                  <a:pt x="4720" y="10015"/>
                  <a:pt x="4646" y="10110"/>
                </a:cubicBezTo>
                <a:cubicBezTo>
                  <a:pt x="4574" y="10208"/>
                  <a:pt x="4468" y="10257"/>
                  <a:pt x="4329" y="10257"/>
                </a:cubicBezTo>
                <a:lnTo>
                  <a:pt x="561" y="10257"/>
                </a:lnTo>
                <a:cubicBezTo>
                  <a:pt x="439" y="10257"/>
                  <a:pt x="338" y="10208"/>
                  <a:pt x="256" y="10110"/>
                </a:cubicBezTo>
                <a:cubicBezTo>
                  <a:pt x="177" y="10015"/>
                  <a:pt x="93" y="9928"/>
                  <a:pt x="0" y="9856"/>
                </a:cubicBezTo>
                <a:lnTo>
                  <a:pt x="0" y="7760"/>
                </a:lnTo>
                <a:cubicBezTo>
                  <a:pt x="0" y="7596"/>
                  <a:pt x="4" y="7377"/>
                  <a:pt x="12" y="7106"/>
                </a:cubicBezTo>
                <a:cubicBezTo>
                  <a:pt x="19" y="6836"/>
                  <a:pt x="57" y="6574"/>
                  <a:pt x="124" y="6326"/>
                </a:cubicBezTo>
                <a:cubicBezTo>
                  <a:pt x="196" y="6078"/>
                  <a:pt x="309" y="5865"/>
                  <a:pt x="465" y="5687"/>
                </a:cubicBezTo>
                <a:cubicBezTo>
                  <a:pt x="624" y="5508"/>
                  <a:pt x="842" y="5419"/>
                  <a:pt x="1123" y="5419"/>
                </a:cubicBezTo>
                <a:cubicBezTo>
                  <a:pt x="782" y="5151"/>
                  <a:pt x="508" y="4803"/>
                  <a:pt x="304" y="4377"/>
                </a:cubicBezTo>
                <a:cubicBezTo>
                  <a:pt x="103" y="3950"/>
                  <a:pt x="0" y="3469"/>
                  <a:pt x="0" y="2937"/>
                </a:cubicBezTo>
                <a:cubicBezTo>
                  <a:pt x="0" y="2539"/>
                  <a:pt x="64" y="2162"/>
                  <a:pt x="189" y="1805"/>
                </a:cubicBezTo>
                <a:cubicBezTo>
                  <a:pt x="316" y="1448"/>
                  <a:pt x="491" y="1134"/>
                  <a:pt x="717" y="861"/>
                </a:cubicBezTo>
                <a:cubicBezTo>
                  <a:pt x="943" y="590"/>
                  <a:pt x="1207" y="380"/>
                  <a:pt x="1504" y="227"/>
                </a:cubicBezTo>
                <a:cubicBezTo>
                  <a:pt x="1804" y="77"/>
                  <a:pt x="2119" y="0"/>
                  <a:pt x="2445" y="0"/>
                </a:cubicBezTo>
                <a:cubicBezTo>
                  <a:pt x="2793" y="0"/>
                  <a:pt x="3115" y="77"/>
                  <a:pt x="3412" y="227"/>
                </a:cubicBezTo>
                <a:cubicBezTo>
                  <a:pt x="3712" y="380"/>
                  <a:pt x="3969" y="590"/>
                  <a:pt x="4188" y="861"/>
                </a:cubicBezTo>
                <a:cubicBezTo>
                  <a:pt x="4406" y="1134"/>
                  <a:pt x="4584" y="1448"/>
                  <a:pt x="4716" y="1805"/>
                </a:cubicBezTo>
                <a:cubicBezTo>
                  <a:pt x="4850" y="2162"/>
                  <a:pt x="4917" y="2539"/>
                  <a:pt x="4917" y="2937"/>
                </a:cubicBezTo>
                <a:cubicBezTo>
                  <a:pt x="4917" y="3458"/>
                  <a:pt x="4814" y="3939"/>
                  <a:pt x="4603" y="4371"/>
                </a:cubicBezTo>
                <a:cubicBezTo>
                  <a:pt x="4392" y="4800"/>
                  <a:pt x="4115" y="5151"/>
                  <a:pt x="3767" y="5419"/>
                </a:cubicBezTo>
                <a:moveTo>
                  <a:pt x="18165" y="12062"/>
                </a:moveTo>
                <a:cubicBezTo>
                  <a:pt x="18672" y="12604"/>
                  <a:pt x="19070" y="13142"/>
                  <a:pt x="19356" y="13669"/>
                </a:cubicBezTo>
                <a:cubicBezTo>
                  <a:pt x="19641" y="14196"/>
                  <a:pt x="19788" y="14801"/>
                  <a:pt x="19788" y="15480"/>
                </a:cubicBezTo>
                <a:lnTo>
                  <a:pt x="19788" y="20816"/>
                </a:lnTo>
                <a:cubicBezTo>
                  <a:pt x="19694" y="20868"/>
                  <a:pt x="19620" y="20931"/>
                  <a:pt x="19557" y="20995"/>
                </a:cubicBezTo>
                <a:cubicBezTo>
                  <a:pt x="19497" y="21061"/>
                  <a:pt x="19425" y="21122"/>
                  <a:pt x="19344" y="21191"/>
                </a:cubicBezTo>
                <a:cubicBezTo>
                  <a:pt x="19262" y="21251"/>
                  <a:pt x="19173" y="21317"/>
                  <a:pt x="19075" y="21386"/>
                </a:cubicBezTo>
                <a:cubicBezTo>
                  <a:pt x="18976" y="21455"/>
                  <a:pt x="18835" y="21528"/>
                  <a:pt x="18662" y="21599"/>
                </a:cubicBezTo>
                <a:lnTo>
                  <a:pt x="2942" y="21599"/>
                </a:lnTo>
                <a:cubicBezTo>
                  <a:pt x="2675" y="21599"/>
                  <a:pt x="2467" y="21499"/>
                  <a:pt x="2318" y="21291"/>
                </a:cubicBezTo>
                <a:cubicBezTo>
                  <a:pt x="2167" y="21081"/>
                  <a:pt x="2003" y="20926"/>
                  <a:pt x="1819" y="20816"/>
                </a:cubicBezTo>
                <a:lnTo>
                  <a:pt x="1819" y="15480"/>
                </a:lnTo>
                <a:cubicBezTo>
                  <a:pt x="1819" y="14763"/>
                  <a:pt x="1989" y="14127"/>
                  <a:pt x="2335" y="13571"/>
                </a:cubicBezTo>
                <a:cubicBezTo>
                  <a:pt x="2678" y="13018"/>
                  <a:pt x="3052" y="12511"/>
                  <a:pt x="3460" y="12062"/>
                </a:cubicBezTo>
                <a:cubicBezTo>
                  <a:pt x="3535" y="11970"/>
                  <a:pt x="3633" y="11869"/>
                  <a:pt x="3753" y="11766"/>
                </a:cubicBezTo>
                <a:cubicBezTo>
                  <a:pt x="3873" y="11659"/>
                  <a:pt x="4000" y="11590"/>
                  <a:pt x="4137" y="11553"/>
                </a:cubicBezTo>
                <a:cubicBezTo>
                  <a:pt x="4276" y="11495"/>
                  <a:pt x="4432" y="11466"/>
                  <a:pt x="4610" y="11455"/>
                </a:cubicBezTo>
                <a:cubicBezTo>
                  <a:pt x="4785" y="11446"/>
                  <a:pt x="4956" y="11423"/>
                  <a:pt x="5126" y="11388"/>
                </a:cubicBezTo>
                <a:cubicBezTo>
                  <a:pt x="5594" y="11299"/>
                  <a:pt x="6091" y="11210"/>
                  <a:pt x="6621" y="11121"/>
                </a:cubicBezTo>
                <a:cubicBezTo>
                  <a:pt x="7149" y="11034"/>
                  <a:pt x="7665" y="10945"/>
                  <a:pt x="8172" y="10853"/>
                </a:cubicBezTo>
                <a:cubicBezTo>
                  <a:pt x="7483" y="10326"/>
                  <a:pt x="6928" y="9632"/>
                  <a:pt x="6513" y="8762"/>
                </a:cubicBezTo>
                <a:cubicBezTo>
                  <a:pt x="6093" y="7896"/>
                  <a:pt x="5884" y="6940"/>
                  <a:pt x="5884" y="5903"/>
                </a:cubicBezTo>
                <a:cubicBezTo>
                  <a:pt x="5884" y="5097"/>
                  <a:pt x="6016" y="4331"/>
                  <a:pt x="6275" y="3608"/>
                </a:cubicBezTo>
                <a:cubicBezTo>
                  <a:pt x="6535" y="2885"/>
                  <a:pt x="6887" y="2260"/>
                  <a:pt x="7331" y="1733"/>
                </a:cubicBezTo>
                <a:cubicBezTo>
                  <a:pt x="7778" y="1203"/>
                  <a:pt x="8299" y="786"/>
                  <a:pt x="8894" y="472"/>
                </a:cubicBezTo>
                <a:cubicBezTo>
                  <a:pt x="9494" y="158"/>
                  <a:pt x="10125" y="3"/>
                  <a:pt x="10802" y="3"/>
                </a:cubicBezTo>
                <a:cubicBezTo>
                  <a:pt x="11476" y="3"/>
                  <a:pt x="12112" y="158"/>
                  <a:pt x="12710" y="472"/>
                </a:cubicBezTo>
                <a:cubicBezTo>
                  <a:pt x="13307" y="786"/>
                  <a:pt x="13826" y="1203"/>
                  <a:pt x="14272" y="1733"/>
                </a:cubicBezTo>
                <a:cubicBezTo>
                  <a:pt x="14716" y="2260"/>
                  <a:pt x="15067" y="2885"/>
                  <a:pt x="15328" y="3608"/>
                </a:cubicBezTo>
                <a:cubicBezTo>
                  <a:pt x="15590" y="4331"/>
                  <a:pt x="15719" y="5097"/>
                  <a:pt x="15719" y="5903"/>
                </a:cubicBezTo>
                <a:cubicBezTo>
                  <a:pt x="15719" y="6939"/>
                  <a:pt x="15513" y="7890"/>
                  <a:pt x="15100" y="8757"/>
                </a:cubicBezTo>
                <a:cubicBezTo>
                  <a:pt x="14685" y="9620"/>
                  <a:pt x="14128" y="10320"/>
                  <a:pt x="13432" y="10853"/>
                </a:cubicBezTo>
                <a:cubicBezTo>
                  <a:pt x="13936" y="10945"/>
                  <a:pt x="14452" y="11031"/>
                  <a:pt x="14978" y="11115"/>
                </a:cubicBezTo>
                <a:cubicBezTo>
                  <a:pt x="15504" y="11198"/>
                  <a:pt x="16005" y="11288"/>
                  <a:pt x="16478" y="11388"/>
                </a:cubicBezTo>
                <a:cubicBezTo>
                  <a:pt x="16653" y="11426"/>
                  <a:pt x="16826" y="11449"/>
                  <a:pt x="16994" y="11455"/>
                </a:cubicBezTo>
                <a:cubicBezTo>
                  <a:pt x="17162" y="11466"/>
                  <a:pt x="17323" y="11495"/>
                  <a:pt x="17467" y="11553"/>
                </a:cubicBezTo>
                <a:cubicBezTo>
                  <a:pt x="17603" y="11590"/>
                  <a:pt x="17731" y="11659"/>
                  <a:pt x="17851" y="11766"/>
                </a:cubicBezTo>
                <a:cubicBezTo>
                  <a:pt x="17966" y="11869"/>
                  <a:pt x="18074" y="11970"/>
                  <a:pt x="18165" y="12062"/>
                </a:cubicBezTo>
                <a:moveTo>
                  <a:pt x="20474" y="5419"/>
                </a:moveTo>
                <a:cubicBezTo>
                  <a:pt x="20757" y="5419"/>
                  <a:pt x="20973" y="5505"/>
                  <a:pt x="21124" y="5687"/>
                </a:cubicBezTo>
                <a:cubicBezTo>
                  <a:pt x="21271" y="5865"/>
                  <a:pt x="21381" y="6078"/>
                  <a:pt x="21448" y="6326"/>
                </a:cubicBezTo>
                <a:cubicBezTo>
                  <a:pt x="21520" y="6574"/>
                  <a:pt x="21561" y="6836"/>
                  <a:pt x="21576" y="7106"/>
                </a:cubicBezTo>
                <a:cubicBezTo>
                  <a:pt x="21592" y="7377"/>
                  <a:pt x="21599" y="7596"/>
                  <a:pt x="21599" y="7760"/>
                </a:cubicBezTo>
                <a:lnTo>
                  <a:pt x="21599" y="9856"/>
                </a:lnTo>
                <a:cubicBezTo>
                  <a:pt x="21508" y="9928"/>
                  <a:pt x="21422" y="10015"/>
                  <a:pt x="21340" y="10110"/>
                </a:cubicBezTo>
                <a:cubicBezTo>
                  <a:pt x="21261" y="10208"/>
                  <a:pt x="21158" y="10257"/>
                  <a:pt x="21036" y="10257"/>
                </a:cubicBezTo>
                <a:lnTo>
                  <a:pt x="17268" y="10257"/>
                </a:lnTo>
                <a:cubicBezTo>
                  <a:pt x="17131" y="10257"/>
                  <a:pt x="17023" y="10208"/>
                  <a:pt x="16953" y="10110"/>
                </a:cubicBezTo>
                <a:cubicBezTo>
                  <a:pt x="16879" y="10015"/>
                  <a:pt x="16790" y="9928"/>
                  <a:pt x="16682" y="9856"/>
                </a:cubicBezTo>
                <a:lnTo>
                  <a:pt x="16682" y="7760"/>
                </a:lnTo>
                <a:cubicBezTo>
                  <a:pt x="16682" y="7596"/>
                  <a:pt x="16692" y="7377"/>
                  <a:pt x="16706" y="7106"/>
                </a:cubicBezTo>
                <a:cubicBezTo>
                  <a:pt x="16720" y="6836"/>
                  <a:pt x="16766" y="6574"/>
                  <a:pt x="16836" y="6326"/>
                </a:cubicBezTo>
                <a:cubicBezTo>
                  <a:pt x="16912" y="6078"/>
                  <a:pt x="17023" y="5865"/>
                  <a:pt x="17183" y="5687"/>
                </a:cubicBezTo>
                <a:cubicBezTo>
                  <a:pt x="17337" y="5508"/>
                  <a:pt x="17556" y="5419"/>
                  <a:pt x="17829" y="5419"/>
                </a:cubicBezTo>
                <a:cubicBezTo>
                  <a:pt x="17488" y="5151"/>
                  <a:pt x="17210" y="4803"/>
                  <a:pt x="16999" y="4377"/>
                </a:cubicBezTo>
                <a:cubicBezTo>
                  <a:pt x="16788" y="3950"/>
                  <a:pt x="16682" y="3469"/>
                  <a:pt x="16682" y="2937"/>
                </a:cubicBezTo>
                <a:cubicBezTo>
                  <a:pt x="16682" y="2539"/>
                  <a:pt x="16744" y="2162"/>
                  <a:pt x="16872" y="1805"/>
                </a:cubicBezTo>
                <a:cubicBezTo>
                  <a:pt x="16999" y="1448"/>
                  <a:pt x="17174" y="1134"/>
                  <a:pt x="17400" y="861"/>
                </a:cubicBezTo>
                <a:cubicBezTo>
                  <a:pt x="17625" y="590"/>
                  <a:pt x="17889" y="380"/>
                  <a:pt x="18187" y="227"/>
                </a:cubicBezTo>
                <a:cubicBezTo>
                  <a:pt x="18487" y="77"/>
                  <a:pt x="18808" y="0"/>
                  <a:pt x="19152" y="0"/>
                </a:cubicBezTo>
                <a:cubicBezTo>
                  <a:pt x="19480" y="0"/>
                  <a:pt x="19795" y="77"/>
                  <a:pt x="20095" y="227"/>
                </a:cubicBezTo>
                <a:cubicBezTo>
                  <a:pt x="20395" y="380"/>
                  <a:pt x="20656" y="590"/>
                  <a:pt x="20882" y="861"/>
                </a:cubicBezTo>
                <a:cubicBezTo>
                  <a:pt x="21108" y="1134"/>
                  <a:pt x="21285" y="1448"/>
                  <a:pt x="21412" y="1805"/>
                </a:cubicBezTo>
                <a:cubicBezTo>
                  <a:pt x="21537" y="2162"/>
                  <a:pt x="21599" y="2539"/>
                  <a:pt x="21599" y="2937"/>
                </a:cubicBezTo>
                <a:cubicBezTo>
                  <a:pt x="21599" y="3458"/>
                  <a:pt x="21499" y="3939"/>
                  <a:pt x="21295" y="4371"/>
                </a:cubicBezTo>
                <a:cubicBezTo>
                  <a:pt x="21093" y="4800"/>
                  <a:pt x="20820" y="5151"/>
                  <a:pt x="20474" y="5419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9" name="Freeform: Shape 17"/>
          <p:cNvSpPr>
            <a:spLocks noChangeAspect="1"/>
          </p:cNvSpPr>
          <p:nvPr/>
        </p:nvSpPr>
        <p:spPr bwMode="auto">
          <a:xfrm>
            <a:off x="7399290" y="2989286"/>
            <a:ext cx="357107" cy="357200"/>
          </a:xfrm>
          <a:custGeom>
            <a:avLst/>
            <a:gdLst>
              <a:gd name="T0" fmla="*/ 10800 w 21600"/>
              <a:gd name="T1" fmla="*/ 10789 h 21579"/>
              <a:gd name="T2" fmla="*/ 10800 w 21600"/>
              <a:gd name="T3" fmla="*/ 10789 h 21579"/>
              <a:gd name="T4" fmla="*/ 10800 w 21600"/>
              <a:gd name="T5" fmla="*/ 10789 h 21579"/>
              <a:gd name="T6" fmla="*/ 10800 w 21600"/>
              <a:gd name="T7" fmla="*/ 10789 h 215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579">
                <a:moveTo>
                  <a:pt x="21599" y="9391"/>
                </a:moveTo>
                <a:cubicBezTo>
                  <a:pt x="21599" y="9887"/>
                  <a:pt x="21472" y="10321"/>
                  <a:pt x="21218" y="10697"/>
                </a:cubicBezTo>
                <a:cubicBezTo>
                  <a:pt x="20963" y="11072"/>
                  <a:pt x="20647" y="11313"/>
                  <a:pt x="20263" y="11427"/>
                </a:cubicBezTo>
                <a:lnTo>
                  <a:pt x="20263" y="16610"/>
                </a:lnTo>
                <a:cubicBezTo>
                  <a:pt x="20263" y="17200"/>
                  <a:pt x="20087" y="17708"/>
                  <a:pt x="19729" y="18128"/>
                </a:cubicBezTo>
                <a:cubicBezTo>
                  <a:pt x="19374" y="18550"/>
                  <a:pt x="18951" y="18758"/>
                  <a:pt x="18459" y="18758"/>
                </a:cubicBezTo>
                <a:cubicBezTo>
                  <a:pt x="17927" y="18122"/>
                  <a:pt x="17286" y="17505"/>
                  <a:pt x="16537" y="16904"/>
                </a:cubicBezTo>
                <a:cubicBezTo>
                  <a:pt x="15785" y="16305"/>
                  <a:pt x="14980" y="15756"/>
                  <a:pt x="14116" y="15254"/>
                </a:cubicBezTo>
                <a:cubicBezTo>
                  <a:pt x="13254" y="14755"/>
                  <a:pt x="12363" y="14324"/>
                  <a:pt x="11449" y="13969"/>
                </a:cubicBezTo>
                <a:cubicBezTo>
                  <a:pt x="10536" y="13614"/>
                  <a:pt x="9648" y="13379"/>
                  <a:pt x="8788" y="13267"/>
                </a:cubicBezTo>
                <a:cubicBezTo>
                  <a:pt x="8453" y="13379"/>
                  <a:pt x="8179" y="13564"/>
                  <a:pt x="7968" y="13828"/>
                </a:cubicBezTo>
                <a:cubicBezTo>
                  <a:pt x="7758" y="14092"/>
                  <a:pt x="7613" y="14386"/>
                  <a:pt x="7535" y="14706"/>
                </a:cubicBezTo>
                <a:cubicBezTo>
                  <a:pt x="7457" y="15028"/>
                  <a:pt x="7449" y="15360"/>
                  <a:pt x="7510" y="15698"/>
                </a:cubicBezTo>
                <a:cubicBezTo>
                  <a:pt x="7574" y="16035"/>
                  <a:pt x="7719" y="16340"/>
                  <a:pt x="7946" y="16610"/>
                </a:cubicBezTo>
                <a:cubicBezTo>
                  <a:pt x="7750" y="16992"/>
                  <a:pt x="7660" y="17347"/>
                  <a:pt x="7677" y="17673"/>
                </a:cubicBezTo>
                <a:cubicBezTo>
                  <a:pt x="7692" y="17993"/>
                  <a:pt x="7772" y="18307"/>
                  <a:pt x="7917" y="18606"/>
                </a:cubicBezTo>
                <a:cubicBezTo>
                  <a:pt x="8059" y="18908"/>
                  <a:pt x="8255" y="19193"/>
                  <a:pt x="8497" y="19469"/>
                </a:cubicBezTo>
                <a:cubicBezTo>
                  <a:pt x="8737" y="19745"/>
                  <a:pt x="8996" y="20021"/>
                  <a:pt x="9271" y="20291"/>
                </a:cubicBezTo>
                <a:cubicBezTo>
                  <a:pt x="9114" y="20696"/>
                  <a:pt x="8842" y="21001"/>
                  <a:pt x="8455" y="21212"/>
                </a:cubicBezTo>
                <a:cubicBezTo>
                  <a:pt x="8069" y="21423"/>
                  <a:pt x="7655" y="21541"/>
                  <a:pt x="7212" y="21570"/>
                </a:cubicBezTo>
                <a:cubicBezTo>
                  <a:pt x="6771" y="21599"/>
                  <a:pt x="6340" y="21550"/>
                  <a:pt x="5917" y="21423"/>
                </a:cubicBezTo>
                <a:cubicBezTo>
                  <a:pt x="5496" y="21294"/>
                  <a:pt x="5163" y="21092"/>
                  <a:pt x="4923" y="20810"/>
                </a:cubicBezTo>
                <a:cubicBezTo>
                  <a:pt x="4781" y="20241"/>
                  <a:pt x="4624" y="19657"/>
                  <a:pt x="4453" y="19055"/>
                </a:cubicBezTo>
                <a:cubicBezTo>
                  <a:pt x="4281" y="18453"/>
                  <a:pt x="4139" y="17843"/>
                  <a:pt x="4032" y="17224"/>
                </a:cubicBezTo>
                <a:cubicBezTo>
                  <a:pt x="3921" y="16599"/>
                  <a:pt x="3868" y="15953"/>
                  <a:pt x="3868" y="15281"/>
                </a:cubicBezTo>
                <a:cubicBezTo>
                  <a:pt x="3868" y="14615"/>
                  <a:pt x="3961" y="13905"/>
                  <a:pt x="4149" y="13153"/>
                </a:cubicBezTo>
                <a:lnTo>
                  <a:pt x="1804" y="13153"/>
                </a:lnTo>
                <a:cubicBezTo>
                  <a:pt x="1312" y="13153"/>
                  <a:pt x="888" y="12945"/>
                  <a:pt x="533" y="12522"/>
                </a:cubicBezTo>
                <a:cubicBezTo>
                  <a:pt x="176" y="12100"/>
                  <a:pt x="0" y="11592"/>
                  <a:pt x="0" y="10990"/>
                </a:cubicBezTo>
                <a:lnTo>
                  <a:pt x="0" y="7774"/>
                </a:lnTo>
                <a:cubicBezTo>
                  <a:pt x="0" y="7184"/>
                  <a:pt x="176" y="6676"/>
                  <a:pt x="526" y="6245"/>
                </a:cubicBezTo>
                <a:cubicBezTo>
                  <a:pt x="878" y="5819"/>
                  <a:pt x="1304" y="5605"/>
                  <a:pt x="1804" y="5605"/>
                </a:cubicBezTo>
                <a:lnTo>
                  <a:pt x="7652" y="5605"/>
                </a:lnTo>
                <a:cubicBezTo>
                  <a:pt x="8551" y="5605"/>
                  <a:pt x="9508" y="5449"/>
                  <a:pt x="10524" y="5135"/>
                </a:cubicBezTo>
                <a:cubicBezTo>
                  <a:pt x="11540" y="4821"/>
                  <a:pt x="12536" y="4399"/>
                  <a:pt x="13511" y="3873"/>
                </a:cubicBezTo>
                <a:cubicBezTo>
                  <a:pt x="14488" y="3342"/>
                  <a:pt x="15408" y="2744"/>
                  <a:pt x="16272" y="2071"/>
                </a:cubicBezTo>
                <a:cubicBezTo>
                  <a:pt x="17134" y="1405"/>
                  <a:pt x="17864" y="713"/>
                  <a:pt x="18459" y="0"/>
                </a:cubicBezTo>
                <a:cubicBezTo>
                  <a:pt x="18951" y="0"/>
                  <a:pt x="19374" y="214"/>
                  <a:pt x="19729" y="633"/>
                </a:cubicBezTo>
                <a:cubicBezTo>
                  <a:pt x="20087" y="1056"/>
                  <a:pt x="20263" y="1567"/>
                  <a:pt x="20263" y="2165"/>
                </a:cubicBezTo>
                <a:lnTo>
                  <a:pt x="20263" y="7334"/>
                </a:lnTo>
                <a:cubicBezTo>
                  <a:pt x="20647" y="7445"/>
                  <a:pt x="20963" y="7692"/>
                  <a:pt x="21218" y="8070"/>
                </a:cubicBezTo>
                <a:cubicBezTo>
                  <a:pt x="21472" y="8454"/>
                  <a:pt x="21599" y="8895"/>
                  <a:pt x="21599" y="9391"/>
                </a:cubicBezTo>
                <a:moveTo>
                  <a:pt x="18459" y="2855"/>
                </a:moveTo>
                <a:cubicBezTo>
                  <a:pt x="17864" y="3407"/>
                  <a:pt x="17215" y="3941"/>
                  <a:pt x="16512" y="4451"/>
                </a:cubicBezTo>
                <a:cubicBezTo>
                  <a:pt x="15810" y="4962"/>
                  <a:pt x="15065" y="5423"/>
                  <a:pt x="14280" y="5834"/>
                </a:cubicBezTo>
                <a:cubicBezTo>
                  <a:pt x="13494" y="6245"/>
                  <a:pt x="12693" y="6609"/>
                  <a:pt x="11878" y="6923"/>
                </a:cubicBezTo>
                <a:cubicBezTo>
                  <a:pt x="11060" y="7237"/>
                  <a:pt x="10255" y="7462"/>
                  <a:pt x="9457" y="7603"/>
                </a:cubicBezTo>
                <a:lnTo>
                  <a:pt x="9457" y="11172"/>
                </a:lnTo>
                <a:cubicBezTo>
                  <a:pt x="10255" y="11325"/>
                  <a:pt x="11060" y="11554"/>
                  <a:pt x="11878" y="11862"/>
                </a:cubicBezTo>
                <a:cubicBezTo>
                  <a:pt x="12693" y="12170"/>
                  <a:pt x="13494" y="12537"/>
                  <a:pt x="14280" y="12956"/>
                </a:cubicBezTo>
                <a:cubicBezTo>
                  <a:pt x="15065" y="13379"/>
                  <a:pt x="15812" y="13843"/>
                  <a:pt x="16524" y="14347"/>
                </a:cubicBezTo>
                <a:cubicBezTo>
                  <a:pt x="17234" y="14855"/>
                  <a:pt x="17881" y="15380"/>
                  <a:pt x="18459" y="15920"/>
                </a:cubicBezTo>
                <a:lnTo>
                  <a:pt x="18459" y="285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0" name="Freeform: Shape 18"/>
          <p:cNvSpPr>
            <a:spLocks noChangeAspect="1"/>
          </p:cNvSpPr>
          <p:nvPr/>
        </p:nvSpPr>
        <p:spPr bwMode="auto">
          <a:xfrm>
            <a:off x="7486367" y="1165139"/>
            <a:ext cx="337574" cy="37142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21599" y="6949"/>
                </a:moveTo>
                <a:cubicBezTo>
                  <a:pt x="21599" y="7542"/>
                  <a:pt x="21407" y="8153"/>
                  <a:pt x="21017" y="8781"/>
                </a:cubicBezTo>
                <a:cubicBezTo>
                  <a:pt x="20628" y="9416"/>
                  <a:pt x="20109" y="10015"/>
                  <a:pt x="19458" y="10585"/>
                </a:cubicBezTo>
                <a:cubicBezTo>
                  <a:pt x="18806" y="11152"/>
                  <a:pt x="18040" y="11651"/>
                  <a:pt x="17159" y="12083"/>
                </a:cubicBezTo>
                <a:cubicBezTo>
                  <a:pt x="16275" y="12512"/>
                  <a:pt x="15327" y="12820"/>
                  <a:pt x="14315" y="12996"/>
                </a:cubicBezTo>
                <a:cubicBezTo>
                  <a:pt x="13880" y="13090"/>
                  <a:pt x="13492" y="13284"/>
                  <a:pt x="13151" y="13578"/>
                </a:cubicBezTo>
                <a:cubicBezTo>
                  <a:pt x="12809" y="13872"/>
                  <a:pt x="12641" y="14204"/>
                  <a:pt x="12641" y="14571"/>
                </a:cubicBezTo>
                <a:cubicBezTo>
                  <a:pt x="12641" y="14900"/>
                  <a:pt x="12713" y="15140"/>
                  <a:pt x="12865" y="15293"/>
                </a:cubicBezTo>
                <a:cubicBezTo>
                  <a:pt x="13015" y="15449"/>
                  <a:pt x="13177" y="15596"/>
                  <a:pt x="13364" y="15728"/>
                </a:cubicBezTo>
                <a:cubicBezTo>
                  <a:pt x="13546" y="15866"/>
                  <a:pt x="13717" y="16010"/>
                  <a:pt x="13874" y="16169"/>
                </a:cubicBezTo>
                <a:cubicBezTo>
                  <a:pt x="14032" y="16330"/>
                  <a:pt x="14125" y="16574"/>
                  <a:pt x="14160" y="16903"/>
                </a:cubicBezTo>
                <a:cubicBezTo>
                  <a:pt x="14195" y="17117"/>
                  <a:pt x="14187" y="17340"/>
                  <a:pt x="14133" y="17564"/>
                </a:cubicBezTo>
                <a:cubicBezTo>
                  <a:pt x="14099" y="17696"/>
                  <a:pt x="14200" y="17805"/>
                  <a:pt x="14432" y="17893"/>
                </a:cubicBezTo>
                <a:cubicBezTo>
                  <a:pt x="14667" y="17981"/>
                  <a:pt x="14956" y="18069"/>
                  <a:pt x="15295" y="18154"/>
                </a:cubicBezTo>
                <a:cubicBezTo>
                  <a:pt x="15637" y="18236"/>
                  <a:pt x="15987" y="18342"/>
                  <a:pt x="16344" y="18468"/>
                </a:cubicBezTo>
                <a:cubicBezTo>
                  <a:pt x="16705" y="18595"/>
                  <a:pt x="16975" y="18756"/>
                  <a:pt x="17164" y="18953"/>
                </a:cubicBezTo>
                <a:cubicBezTo>
                  <a:pt x="17266" y="19050"/>
                  <a:pt x="17351" y="19232"/>
                  <a:pt x="17415" y="19511"/>
                </a:cubicBezTo>
                <a:cubicBezTo>
                  <a:pt x="17477" y="19790"/>
                  <a:pt x="17519" y="20090"/>
                  <a:pt x="17535" y="20416"/>
                </a:cubicBezTo>
                <a:cubicBezTo>
                  <a:pt x="17554" y="20727"/>
                  <a:pt x="17527" y="21000"/>
                  <a:pt x="17463" y="21241"/>
                </a:cubicBezTo>
                <a:cubicBezTo>
                  <a:pt x="17394" y="21479"/>
                  <a:pt x="17268" y="21599"/>
                  <a:pt x="17089" y="21599"/>
                </a:cubicBezTo>
                <a:lnTo>
                  <a:pt x="4496" y="21599"/>
                </a:lnTo>
                <a:cubicBezTo>
                  <a:pt x="4328" y="21599"/>
                  <a:pt x="4205" y="21479"/>
                  <a:pt x="4130" y="21241"/>
                </a:cubicBezTo>
                <a:cubicBezTo>
                  <a:pt x="4061" y="21000"/>
                  <a:pt x="4032" y="20727"/>
                  <a:pt x="4048" y="20416"/>
                </a:cubicBezTo>
                <a:cubicBezTo>
                  <a:pt x="4066" y="20090"/>
                  <a:pt x="4109" y="19790"/>
                  <a:pt x="4170" y="19511"/>
                </a:cubicBezTo>
                <a:cubicBezTo>
                  <a:pt x="4235" y="19232"/>
                  <a:pt x="4317" y="19050"/>
                  <a:pt x="4421" y="18953"/>
                </a:cubicBezTo>
                <a:cubicBezTo>
                  <a:pt x="4616" y="18768"/>
                  <a:pt x="4889" y="18606"/>
                  <a:pt x="5239" y="18474"/>
                </a:cubicBezTo>
                <a:cubicBezTo>
                  <a:pt x="5588" y="18345"/>
                  <a:pt x="5933" y="18236"/>
                  <a:pt x="6269" y="18154"/>
                </a:cubicBezTo>
                <a:cubicBezTo>
                  <a:pt x="6606" y="18069"/>
                  <a:pt x="6897" y="17984"/>
                  <a:pt x="7145" y="17901"/>
                </a:cubicBezTo>
                <a:cubicBezTo>
                  <a:pt x="7394" y="17816"/>
                  <a:pt x="7498" y="17705"/>
                  <a:pt x="7463" y="17564"/>
                </a:cubicBezTo>
                <a:cubicBezTo>
                  <a:pt x="7428" y="17432"/>
                  <a:pt x="7412" y="17311"/>
                  <a:pt x="7412" y="17205"/>
                </a:cubicBezTo>
                <a:lnTo>
                  <a:pt x="7412" y="16903"/>
                </a:lnTo>
                <a:cubicBezTo>
                  <a:pt x="7428" y="16574"/>
                  <a:pt x="7519" y="16330"/>
                  <a:pt x="7687" y="16169"/>
                </a:cubicBezTo>
                <a:cubicBezTo>
                  <a:pt x="7853" y="16010"/>
                  <a:pt x="8034" y="15866"/>
                  <a:pt x="8224" y="15728"/>
                </a:cubicBezTo>
                <a:cubicBezTo>
                  <a:pt x="8416" y="15593"/>
                  <a:pt x="8584" y="15446"/>
                  <a:pt x="8729" y="15293"/>
                </a:cubicBezTo>
                <a:cubicBezTo>
                  <a:pt x="8873" y="15140"/>
                  <a:pt x="8945" y="14900"/>
                  <a:pt x="8945" y="14571"/>
                </a:cubicBezTo>
                <a:cubicBezTo>
                  <a:pt x="8945" y="14204"/>
                  <a:pt x="8777" y="13875"/>
                  <a:pt x="8440" y="13578"/>
                </a:cubicBezTo>
                <a:cubicBezTo>
                  <a:pt x="8104" y="13281"/>
                  <a:pt x="7706" y="13090"/>
                  <a:pt x="7247" y="12996"/>
                </a:cubicBezTo>
                <a:cubicBezTo>
                  <a:pt x="6251" y="12811"/>
                  <a:pt x="5311" y="12497"/>
                  <a:pt x="4435" y="12062"/>
                </a:cubicBezTo>
                <a:cubicBezTo>
                  <a:pt x="3554" y="11628"/>
                  <a:pt x="2790" y="11128"/>
                  <a:pt x="2133" y="10570"/>
                </a:cubicBezTo>
                <a:cubicBezTo>
                  <a:pt x="1479" y="10012"/>
                  <a:pt x="958" y="9416"/>
                  <a:pt x="574" y="8781"/>
                </a:cubicBezTo>
                <a:cubicBezTo>
                  <a:pt x="189" y="8153"/>
                  <a:pt x="0" y="7542"/>
                  <a:pt x="0" y="6949"/>
                </a:cubicBezTo>
                <a:lnTo>
                  <a:pt x="0" y="4320"/>
                </a:lnTo>
                <a:cubicBezTo>
                  <a:pt x="0" y="4009"/>
                  <a:pt x="93" y="3756"/>
                  <a:pt x="285" y="3553"/>
                </a:cubicBezTo>
                <a:cubicBezTo>
                  <a:pt x="475" y="3354"/>
                  <a:pt x="712" y="3254"/>
                  <a:pt x="998" y="3254"/>
                </a:cubicBezTo>
                <a:lnTo>
                  <a:pt x="5124" y="3254"/>
                </a:lnTo>
                <a:cubicBezTo>
                  <a:pt x="5108" y="3139"/>
                  <a:pt x="5097" y="3025"/>
                  <a:pt x="5097" y="2901"/>
                </a:cubicBezTo>
                <a:lnTo>
                  <a:pt x="5097" y="2564"/>
                </a:lnTo>
                <a:lnTo>
                  <a:pt x="5097" y="2505"/>
                </a:lnTo>
                <a:cubicBezTo>
                  <a:pt x="5097" y="2005"/>
                  <a:pt x="5118" y="1594"/>
                  <a:pt x="5156" y="1265"/>
                </a:cubicBezTo>
                <a:cubicBezTo>
                  <a:pt x="5193" y="939"/>
                  <a:pt x="5260" y="684"/>
                  <a:pt x="5353" y="499"/>
                </a:cubicBezTo>
                <a:cubicBezTo>
                  <a:pt x="5444" y="320"/>
                  <a:pt x="5580" y="187"/>
                  <a:pt x="5754" y="111"/>
                </a:cubicBezTo>
                <a:cubicBezTo>
                  <a:pt x="5928" y="38"/>
                  <a:pt x="6165" y="0"/>
                  <a:pt x="6464" y="0"/>
                </a:cubicBezTo>
                <a:lnTo>
                  <a:pt x="15132" y="0"/>
                </a:lnTo>
                <a:cubicBezTo>
                  <a:pt x="15410" y="0"/>
                  <a:pt x="15645" y="38"/>
                  <a:pt x="15829" y="111"/>
                </a:cubicBezTo>
                <a:cubicBezTo>
                  <a:pt x="16011" y="187"/>
                  <a:pt x="16149" y="320"/>
                  <a:pt x="16243" y="499"/>
                </a:cubicBezTo>
                <a:cubicBezTo>
                  <a:pt x="16336" y="684"/>
                  <a:pt x="16403" y="939"/>
                  <a:pt x="16435" y="1265"/>
                </a:cubicBezTo>
                <a:cubicBezTo>
                  <a:pt x="16470" y="1594"/>
                  <a:pt x="16486" y="2006"/>
                  <a:pt x="16486" y="2505"/>
                </a:cubicBezTo>
                <a:lnTo>
                  <a:pt x="16486" y="2863"/>
                </a:lnTo>
                <a:cubicBezTo>
                  <a:pt x="16486" y="2989"/>
                  <a:pt x="16478" y="3119"/>
                  <a:pt x="16459" y="3251"/>
                </a:cubicBezTo>
                <a:lnTo>
                  <a:pt x="20603" y="3251"/>
                </a:lnTo>
                <a:cubicBezTo>
                  <a:pt x="20884" y="3251"/>
                  <a:pt x="21119" y="3351"/>
                  <a:pt x="21314" y="3550"/>
                </a:cubicBezTo>
                <a:cubicBezTo>
                  <a:pt x="21503" y="3753"/>
                  <a:pt x="21599" y="4006"/>
                  <a:pt x="21599" y="4317"/>
                </a:cubicBezTo>
                <a:lnTo>
                  <a:pt x="21599" y="6949"/>
                </a:lnTo>
                <a:close/>
                <a:moveTo>
                  <a:pt x="6283" y="10550"/>
                </a:moveTo>
                <a:cubicBezTo>
                  <a:pt x="6072" y="9798"/>
                  <a:pt x="5882" y="8978"/>
                  <a:pt x="5714" y="8082"/>
                </a:cubicBezTo>
                <a:cubicBezTo>
                  <a:pt x="5548" y="7189"/>
                  <a:pt x="5407" y="6299"/>
                  <a:pt x="5287" y="5415"/>
                </a:cubicBezTo>
                <a:lnTo>
                  <a:pt x="1962" y="5415"/>
                </a:lnTo>
                <a:lnTo>
                  <a:pt x="1962" y="6949"/>
                </a:lnTo>
                <a:cubicBezTo>
                  <a:pt x="1962" y="7137"/>
                  <a:pt x="2064" y="7389"/>
                  <a:pt x="2264" y="7709"/>
                </a:cubicBezTo>
                <a:cubicBezTo>
                  <a:pt x="2462" y="8029"/>
                  <a:pt x="2753" y="8358"/>
                  <a:pt x="3126" y="8699"/>
                </a:cubicBezTo>
                <a:cubicBezTo>
                  <a:pt x="3500" y="9040"/>
                  <a:pt x="3954" y="9381"/>
                  <a:pt x="4488" y="9707"/>
                </a:cubicBezTo>
                <a:cubicBezTo>
                  <a:pt x="5022" y="10033"/>
                  <a:pt x="5618" y="10315"/>
                  <a:pt x="6283" y="10550"/>
                </a:cubicBezTo>
                <a:moveTo>
                  <a:pt x="19629" y="5415"/>
                </a:moveTo>
                <a:lnTo>
                  <a:pt x="16280" y="5415"/>
                </a:lnTo>
                <a:cubicBezTo>
                  <a:pt x="16179" y="6299"/>
                  <a:pt x="16043" y="7189"/>
                  <a:pt x="15877" y="8082"/>
                </a:cubicBezTo>
                <a:cubicBezTo>
                  <a:pt x="15712" y="8978"/>
                  <a:pt x="15522" y="9798"/>
                  <a:pt x="15308" y="10550"/>
                </a:cubicBezTo>
                <a:cubicBezTo>
                  <a:pt x="15973" y="10315"/>
                  <a:pt x="16574" y="10033"/>
                  <a:pt x="17105" y="9707"/>
                </a:cubicBezTo>
                <a:cubicBezTo>
                  <a:pt x="17637" y="9381"/>
                  <a:pt x="18091" y="9040"/>
                  <a:pt x="18467" y="8699"/>
                </a:cubicBezTo>
                <a:cubicBezTo>
                  <a:pt x="18844" y="8358"/>
                  <a:pt x="19130" y="8029"/>
                  <a:pt x="19330" y="7709"/>
                </a:cubicBezTo>
                <a:cubicBezTo>
                  <a:pt x="19530" y="7389"/>
                  <a:pt x="19629" y="7137"/>
                  <a:pt x="19629" y="6949"/>
                </a:cubicBezTo>
                <a:lnTo>
                  <a:pt x="19629" y="541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1" name="Freeform: Shape 19"/>
          <p:cNvSpPr>
            <a:spLocks noChangeAspect="1"/>
          </p:cNvSpPr>
          <p:nvPr/>
        </p:nvSpPr>
        <p:spPr bwMode="auto">
          <a:xfrm>
            <a:off x="1304778" y="1401646"/>
            <a:ext cx="408869" cy="407340"/>
          </a:xfrm>
          <a:custGeom>
            <a:avLst/>
            <a:gdLst>
              <a:gd name="T0" fmla="+- 0 10797 26"/>
              <a:gd name="T1" fmla="*/ T0 w 21542"/>
              <a:gd name="T2" fmla="*/ 10800 h 21600"/>
              <a:gd name="T3" fmla="+- 0 10797 26"/>
              <a:gd name="T4" fmla="*/ T3 w 21542"/>
              <a:gd name="T5" fmla="*/ 10800 h 21600"/>
              <a:gd name="T6" fmla="+- 0 10797 26"/>
              <a:gd name="T7" fmla="*/ T6 w 21542"/>
              <a:gd name="T8" fmla="*/ 10800 h 21600"/>
              <a:gd name="T9" fmla="+- 0 10797 26"/>
              <a:gd name="T10" fmla="*/ T9 w 21542"/>
              <a:gd name="T11" fmla="*/ 10800 h 21600"/>
            </a:gdLst>
            <a:ahLst/>
            <a:cxnLst>
              <a:cxn ang="0">
                <a:pos x="T1" y="T2"/>
              </a:cxn>
              <a:cxn ang="0">
                <a:pos x="T4" y="T5"/>
              </a:cxn>
              <a:cxn ang="0">
                <a:pos x="T7" y="T8"/>
              </a:cxn>
              <a:cxn ang="0">
                <a:pos x="T10" y="T11"/>
              </a:cxn>
            </a:cxnLst>
            <a:rect l="0" t="0" r="r" b="b"/>
            <a:pathLst>
              <a:path w="21542" h="21600">
                <a:moveTo>
                  <a:pt x="11685" y="1798"/>
                </a:moveTo>
                <a:cubicBezTo>
                  <a:pt x="12903" y="1906"/>
                  <a:pt x="14055" y="2202"/>
                  <a:pt x="15143" y="2682"/>
                </a:cubicBezTo>
                <a:cubicBezTo>
                  <a:pt x="16233" y="3165"/>
                  <a:pt x="17213" y="3803"/>
                  <a:pt x="18089" y="4596"/>
                </a:cubicBezTo>
                <a:cubicBezTo>
                  <a:pt x="18964" y="5390"/>
                  <a:pt x="19696" y="6307"/>
                  <a:pt x="20286" y="7355"/>
                </a:cubicBezTo>
                <a:cubicBezTo>
                  <a:pt x="20875" y="8400"/>
                  <a:pt x="21290" y="9537"/>
                  <a:pt x="21528" y="10774"/>
                </a:cubicBezTo>
                <a:cubicBezTo>
                  <a:pt x="21573" y="11034"/>
                  <a:pt x="21497" y="11229"/>
                  <a:pt x="21299" y="11356"/>
                </a:cubicBezTo>
                <a:cubicBezTo>
                  <a:pt x="21223" y="11407"/>
                  <a:pt x="21151" y="11435"/>
                  <a:pt x="21077" y="11435"/>
                </a:cubicBezTo>
                <a:cubicBezTo>
                  <a:pt x="20930" y="11435"/>
                  <a:pt x="20822" y="11381"/>
                  <a:pt x="20760" y="11271"/>
                </a:cubicBezTo>
                <a:cubicBezTo>
                  <a:pt x="20016" y="10353"/>
                  <a:pt x="19186" y="9890"/>
                  <a:pt x="18272" y="9879"/>
                </a:cubicBezTo>
                <a:cubicBezTo>
                  <a:pt x="17616" y="9879"/>
                  <a:pt x="16994" y="10128"/>
                  <a:pt x="16402" y="10619"/>
                </a:cubicBezTo>
                <a:cubicBezTo>
                  <a:pt x="15813" y="11110"/>
                  <a:pt x="15320" y="11796"/>
                  <a:pt x="14912" y="12680"/>
                </a:cubicBezTo>
                <a:cubicBezTo>
                  <a:pt x="14840" y="12886"/>
                  <a:pt x="14704" y="12991"/>
                  <a:pt x="14516" y="12991"/>
                </a:cubicBezTo>
                <a:cubicBezTo>
                  <a:pt x="14323" y="12991"/>
                  <a:pt x="14191" y="12886"/>
                  <a:pt x="14115" y="12680"/>
                </a:cubicBezTo>
                <a:cubicBezTo>
                  <a:pt x="13490" y="11328"/>
                  <a:pt x="12679" y="10452"/>
                  <a:pt x="11682" y="10057"/>
                </a:cubicBezTo>
                <a:lnTo>
                  <a:pt x="11682" y="17164"/>
                </a:lnTo>
                <a:cubicBezTo>
                  <a:pt x="11682" y="17779"/>
                  <a:pt x="11594" y="18350"/>
                  <a:pt x="11415" y="18883"/>
                </a:cubicBezTo>
                <a:cubicBezTo>
                  <a:pt x="11234" y="19414"/>
                  <a:pt x="10993" y="19886"/>
                  <a:pt x="10690" y="20298"/>
                </a:cubicBezTo>
                <a:cubicBezTo>
                  <a:pt x="10385" y="20704"/>
                  <a:pt x="10029" y="21026"/>
                  <a:pt x="9621" y="21258"/>
                </a:cubicBezTo>
                <a:cubicBezTo>
                  <a:pt x="9214" y="21487"/>
                  <a:pt x="8777" y="21599"/>
                  <a:pt x="8314" y="21599"/>
                </a:cubicBezTo>
                <a:cubicBezTo>
                  <a:pt x="7852" y="21599"/>
                  <a:pt x="7410" y="21487"/>
                  <a:pt x="6995" y="21258"/>
                </a:cubicBezTo>
                <a:cubicBezTo>
                  <a:pt x="6580" y="21027"/>
                  <a:pt x="6220" y="20705"/>
                  <a:pt x="5915" y="20298"/>
                </a:cubicBezTo>
                <a:cubicBezTo>
                  <a:pt x="5612" y="19886"/>
                  <a:pt x="5369" y="19417"/>
                  <a:pt x="5190" y="18883"/>
                </a:cubicBezTo>
                <a:cubicBezTo>
                  <a:pt x="5011" y="18350"/>
                  <a:pt x="4923" y="17779"/>
                  <a:pt x="4923" y="17164"/>
                </a:cubicBezTo>
                <a:cubicBezTo>
                  <a:pt x="4923" y="16850"/>
                  <a:pt x="5011" y="16591"/>
                  <a:pt x="5190" y="16390"/>
                </a:cubicBezTo>
                <a:cubicBezTo>
                  <a:pt x="5369" y="16187"/>
                  <a:pt x="5583" y="16085"/>
                  <a:pt x="5836" y="16085"/>
                </a:cubicBezTo>
                <a:cubicBezTo>
                  <a:pt x="6103" y="16085"/>
                  <a:pt x="6320" y="16187"/>
                  <a:pt x="6492" y="16390"/>
                </a:cubicBezTo>
                <a:cubicBezTo>
                  <a:pt x="6661" y="16591"/>
                  <a:pt x="6747" y="16851"/>
                  <a:pt x="6747" y="17164"/>
                </a:cubicBezTo>
                <a:cubicBezTo>
                  <a:pt x="6747" y="17799"/>
                  <a:pt x="6900" y="18333"/>
                  <a:pt x="7203" y="18776"/>
                </a:cubicBezTo>
                <a:cubicBezTo>
                  <a:pt x="7508" y="19216"/>
                  <a:pt x="7878" y="19437"/>
                  <a:pt x="8312" y="19437"/>
                </a:cubicBezTo>
                <a:cubicBezTo>
                  <a:pt x="8732" y="19437"/>
                  <a:pt x="9092" y="19216"/>
                  <a:pt x="9397" y="18776"/>
                </a:cubicBezTo>
                <a:cubicBezTo>
                  <a:pt x="9700" y="18333"/>
                  <a:pt x="9853" y="17799"/>
                  <a:pt x="9853" y="17164"/>
                </a:cubicBezTo>
                <a:lnTo>
                  <a:pt x="9853" y="10057"/>
                </a:lnTo>
                <a:cubicBezTo>
                  <a:pt x="8856" y="10461"/>
                  <a:pt x="8042" y="11336"/>
                  <a:pt x="7420" y="12680"/>
                </a:cubicBezTo>
                <a:cubicBezTo>
                  <a:pt x="7344" y="12886"/>
                  <a:pt x="7210" y="12991"/>
                  <a:pt x="7019" y="12991"/>
                </a:cubicBezTo>
                <a:cubicBezTo>
                  <a:pt x="6828" y="12991"/>
                  <a:pt x="6700" y="12886"/>
                  <a:pt x="6631" y="12680"/>
                </a:cubicBezTo>
                <a:cubicBezTo>
                  <a:pt x="6227" y="11796"/>
                  <a:pt x="5734" y="11110"/>
                  <a:pt x="5147" y="10619"/>
                </a:cubicBezTo>
                <a:cubicBezTo>
                  <a:pt x="4560" y="10128"/>
                  <a:pt x="3940" y="9879"/>
                  <a:pt x="3284" y="9879"/>
                </a:cubicBezTo>
                <a:cubicBezTo>
                  <a:pt x="2363" y="9879"/>
                  <a:pt x="1541" y="10345"/>
                  <a:pt x="808" y="11271"/>
                </a:cubicBezTo>
                <a:cubicBezTo>
                  <a:pt x="718" y="11381"/>
                  <a:pt x="596" y="11435"/>
                  <a:pt x="455" y="11435"/>
                </a:cubicBezTo>
                <a:cubicBezTo>
                  <a:pt x="381" y="11435"/>
                  <a:pt x="305" y="11407"/>
                  <a:pt x="238" y="11356"/>
                </a:cubicBezTo>
                <a:cubicBezTo>
                  <a:pt x="47" y="11229"/>
                  <a:pt x="-26" y="11034"/>
                  <a:pt x="7" y="10774"/>
                </a:cubicBezTo>
                <a:cubicBezTo>
                  <a:pt x="245" y="9537"/>
                  <a:pt x="660" y="8400"/>
                  <a:pt x="1259" y="7355"/>
                </a:cubicBezTo>
                <a:cubicBezTo>
                  <a:pt x="1855" y="6307"/>
                  <a:pt x="2595" y="5390"/>
                  <a:pt x="3468" y="4596"/>
                </a:cubicBezTo>
                <a:cubicBezTo>
                  <a:pt x="4343" y="3803"/>
                  <a:pt x="5321" y="3168"/>
                  <a:pt x="6402" y="2688"/>
                </a:cubicBezTo>
                <a:cubicBezTo>
                  <a:pt x="7482" y="2213"/>
                  <a:pt x="8634" y="1917"/>
                  <a:pt x="9850" y="1798"/>
                </a:cubicBezTo>
                <a:lnTo>
                  <a:pt x="9850" y="1081"/>
                </a:lnTo>
                <a:cubicBezTo>
                  <a:pt x="9850" y="767"/>
                  <a:pt x="9936" y="508"/>
                  <a:pt x="10118" y="304"/>
                </a:cubicBezTo>
                <a:cubicBezTo>
                  <a:pt x="10296" y="101"/>
                  <a:pt x="10511" y="0"/>
                  <a:pt x="10764" y="0"/>
                </a:cubicBezTo>
                <a:cubicBezTo>
                  <a:pt x="11029" y="0"/>
                  <a:pt x="11248" y="101"/>
                  <a:pt x="11420" y="304"/>
                </a:cubicBezTo>
                <a:cubicBezTo>
                  <a:pt x="11589" y="508"/>
                  <a:pt x="11675" y="767"/>
                  <a:pt x="11675" y="1081"/>
                </a:cubicBezTo>
                <a:lnTo>
                  <a:pt x="11675" y="1798"/>
                </a:lnTo>
                <a:close/>
              </a:path>
            </a:pathLst>
          </a:custGeom>
          <a:solidFill>
            <a:srgbClr val="05176B"/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/>
          </a:p>
        </p:txBody>
      </p:sp>
      <p:grpSp>
        <p:nvGrpSpPr>
          <p:cNvPr id="38" name="组合 37"/>
          <p:cNvGrpSpPr/>
          <p:nvPr/>
        </p:nvGrpSpPr>
        <p:grpSpPr>
          <a:xfrm>
            <a:off x="4923154" y="1208840"/>
            <a:ext cx="978694" cy="1662112"/>
            <a:chOff x="4923154" y="1208840"/>
            <a:chExt cx="978694" cy="1662112"/>
          </a:xfrm>
        </p:grpSpPr>
        <p:sp>
          <p:nvSpPr>
            <p:cNvPr id="5" name="Freeform: Shape 4"/>
            <p:cNvSpPr>
              <a:spLocks/>
            </p:cNvSpPr>
            <p:nvPr/>
          </p:nvSpPr>
          <p:spPr bwMode="auto">
            <a:xfrm rot="6735232">
              <a:off x="4581445" y="1550549"/>
              <a:ext cx="1662112" cy="978694"/>
            </a:xfrm>
            <a:custGeom>
              <a:avLst/>
              <a:gdLst>
                <a:gd name="T0" fmla="*/ 178 w 872"/>
                <a:gd name="T1" fmla="*/ 512 h 512"/>
                <a:gd name="T2" fmla="*/ 158 w 872"/>
                <a:gd name="T3" fmla="*/ 374 h 512"/>
                <a:gd name="T4" fmla="*/ 153 w 872"/>
                <a:gd name="T5" fmla="*/ 317 h 512"/>
                <a:gd name="T6" fmla="*/ 148 w 872"/>
                <a:gd name="T7" fmla="*/ 309 h 512"/>
                <a:gd name="T8" fmla="*/ 140 w 872"/>
                <a:gd name="T9" fmla="*/ 312 h 512"/>
                <a:gd name="T10" fmla="*/ 47 w 872"/>
                <a:gd name="T11" fmla="*/ 327 h 512"/>
                <a:gd name="T12" fmla="*/ 5 w 872"/>
                <a:gd name="T13" fmla="*/ 246 h 512"/>
                <a:gd name="T14" fmla="*/ 71 w 872"/>
                <a:gd name="T15" fmla="*/ 178 h 512"/>
                <a:gd name="T16" fmla="*/ 139 w 872"/>
                <a:gd name="T17" fmla="*/ 199 h 512"/>
                <a:gd name="T18" fmla="*/ 149 w 872"/>
                <a:gd name="T19" fmla="*/ 204 h 512"/>
                <a:gd name="T20" fmla="*/ 154 w 872"/>
                <a:gd name="T21" fmla="*/ 193 h 512"/>
                <a:gd name="T22" fmla="*/ 179 w 872"/>
                <a:gd name="T23" fmla="*/ 6 h 512"/>
                <a:gd name="T24" fmla="*/ 180 w 872"/>
                <a:gd name="T25" fmla="*/ 0 h 512"/>
                <a:gd name="T26" fmla="*/ 221 w 872"/>
                <a:gd name="T27" fmla="*/ 8 h 512"/>
                <a:gd name="T28" fmla="*/ 374 w 872"/>
                <a:gd name="T29" fmla="*/ 27 h 512"/>
                <a:gd name="T30" fmla="*/ 384 w 872"/>
                <a:gd name="T31" fmla="*/ 31 h 512"/>
                <a:gd name="T32" fmla="*/ 380 w 872"/>
                <a:gd name="T33" fmla="*/ 41 h 512"/>
                <a:gd name="T34" fmla="*/ 365 w 872"/>
                <a:gd name="T35" fmla="*/ 132 h 512"/>
                <a:gd name="T36" fmla="*/ 448 w 872"/>
                <a:gd name="T37" fmla="*/ 175 h 512"/>
                <a:gd name="T38" fmla="*/ 514 w 872"/>
                <a:gd name="T39" fmla="*/ 111 h 512"/>
                <a:gd name="T40" fmla="*/ 491 w 872"/>
                <a:gd name="T41" fmla="*/ 39 h 512"/>
                <a:gd name="T42" fmla="*/ 488 w 872"/>
                <a:gd name="T43" fmla="*/ 32 h 512"/>
                <a:gd name="T44" fmla="*/ 496 w 872"/>
                <a:gd name="T45" fmla="*/ 27 h 512"/>
                <a:gd name="T46" fmla="*/ 593 w 872"/>
                <a:gd name="T47" fmla="*/ 17 h 512"/>
                <a:gd name="T48" fmla="*/ 691 w 872"/>
                <a:gd name="T49" fmla="*/ 1 h 512"/>
                <a:gd name="T50" fmla="*/ 697 w 872"/>
                <a:gd name="T51" fmla="*/ 25 h 512"/>
                <a:gd name="T52" fmla="*/ 719 w 872"/>
                <a:gd name="T53" fmla="*/ 196 h 512"/>
                <a:gd name="T54" fmla="*/ 723 w 872"/>
                <a:gd name="T55" fmla="*/ 203 h 512"/>
                <a:gd name="T56" fmla="*/ 732 w 872"/>
                <a:gd name="T57" fmla="*/ 200 h 512"/>
                <a:gd name="T58" fmla="*/ 816 w 872"/>
                <a:gd name="T59" fmla="*/ 182 h 512"/>
                <a:gd name="T60" fmla="*/ 868 w 872"/>
                <a:gd name="T61" fmla="*/ 251 h 512"/>
                <a:gd name="T62" fmla="*/ 799 w 872"/>
                <a:gd name="T63" fmla="*/ 334 h 512"/>
                <a:gd name="T64" fmla="*/ 732 w 872"/>
                <a:gd name="T65" fmla="*/ 312 h 512"/>
                <a:gd name="T66" fmla="*/ 723 w 872"/>
                <a:gd name="T67" fmla="*/ 309 h 512"/>
                <a:gd name="T68" fmla="*/ 718 w 872"/>
                <a:gd name="T69" fmla="*/ 318 h 512"/>
                <a:gd name="T70" fmla="*/ 693 w 872"/>
                <a:gd name="T71" fmla="*/ 506 h 512"/>
                <a:gd name="T72" fmla="*/ 691 w 872"/>
                <a:gd name="T73" fmla="*/ 512 h 512"/>
                <a:gd name="T74" fmla="*/ 641 w 872"/>
                <a:gd name="T75" fmla="*/ 503 h 512"/>
                <a:gd name="T76" fmla="*/ 498 w 872"/>
                <a:gd name="T77" fmla="*/ 486 h 512"/>
                <a:gd name="T78" fmla="*/ 488 w 872"/>
                <a:gd name="T79" fmla="*/ 481 h 512"/>
                <a:gd name="T80" fmla="*/ 492 w 872"/>
                <a:gd name="T81" fmla="*/ 471 h 512"/>
                <a:gd name="T82" fmla="*/ 492 w 872"/>
                <a:gd name="T83" fmla="*/ 360 h 512"/>
                <a:gd name="T84" fmla="*/ 380 w 872"/>
                <a:gd name="T85" fmla="*/ 360 h 512"/>
                <a:gd name="T86" fmla="*/ 380 w 872"/>
                <a:gd name="T87" fmla="*/ 471 h 512"/>
                <a:gd name="T88" fmla="*/ 384 w 872"/>
                <a:gd name="T89" fmla="*/ 481 h 512"/>
                <a:gd name="T90" fmla="*/ 375 w 872"/>
                <a:gd name="T91" fmla="*/ 486 h 512"/>
                <a:gd name="T92" fmla="*/ 189 w 872"/>
                <a:gd name="T93" fmla="*/ 511 h 512"/>
                <a:gd name="T94" fmla="*/ 178 w 872"/>
                <a:gd name="T95" fmla="*/ 512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872" h="512">
                  <a:moveTo>
                    <a:pt x="178" y="512"/>
                  </a:moveTo>
                  <a:cubicBezTo>
                    <a:pt x="171" y="465"/>
                    <a:pt x="164" y="420"/>
                    <a:pt x="158" y="374"/>
                  </a:cubicBezTo>
                  <a:cubicBezTo>
                    <a:pt x="155" y="355"/>
                    <a:pt x="155" y="336"/>
                    <a:pt x="153" y="317"/>
                  </a:cubicBezTo>
                  <a:cubicBezTo>
                    <a:pt x="153" y="314"/>
                    <a:pt x="151" y="310"/>
                    <a:pt x="148" y="309"/>
                  </a:cubicBezTo>
                  <a:cubicBezTo>
                    <a:pt x="147" y="308"/>
                    <a:pt x="142" y="310"/>
                    <a:pt x="140" y="312"/>
                  </a:cubicBezTo>
                  <a:cubicBezTo>
                    <a:pt x="114" y="337"/>
                    <a:pt x="78" y="343"/>
                    <a:pt x="47" y="327"/>
                  </a:cubicBezTo>
                  <a:cubicBezTo>
                    <a:pt x="17" y="311"/>
                    <a:pt x="0" y="278"/>
                    <a:pt x="5" y="246"/>
                  </a:cubicBezTo>
                  <a:cubicBezTo>
                    <a:pt x="10" y="211"/>
                    <a:pt x="35" y="184"/>
                    <a:pt x="71" y="178"/>
                  </a:cubicBezTo>
                  <a:cubicBezTo>
                    <a:pt x="96" y="173"/>
                    <a:pt x="119" y="181"/>
                    <a:pt x="139" y="199"/>
                  </a:cubicBezTo>
                  <a:cubicBezTo>
                    <a:pt x="141" y="201"/>
                    <a:pt x="145" y="202"/>
                    <a:pt x="149" y="204"/>
                  </a:cubicBezTo>
                  <a:cubicBezTo>
                    <a:pt x="150" y="200"/>
                    <a:pt x="153" y="197"/>
                    <a:pt x="154" y="193"/>
                  </a:cubicBezTo>
                  <a:cubicBezTo>
                    <a:pt x="157" y="130"/>
                    <a:pt x="165" y="67"/>
                    <a:pt x="179" y="6"/>
                  </a:cubicBezTo>
                  <a:cubicBezTo>
                    <a:pt x="179" y="4"/>
                    <a:pt x="180" y="3"/>
                    <a:pt x="180" y="0"/>
                  </a:cubicBezTo>
                  <a:cubicBezTo>
                    <a:pt x="194" y="3"/>
                    <a:pt x="207" y="6"/>
                    <a:pt x="221" y="8"/>
                  </a:cubicBezTo>
                  <a:cubicBezTo>
                    <a:pt x="272" y="14"/>
                    <a:pt x="323" y="20"/>
                    <a:pt x="374" y="27"/>
                  </a:cubicBezTo>
                  <a:cubicBezTo>
                    <a:pt x="377" y="27"/>
                    <a:pt x="381" y="30"/>
                    <a:pt x="384" y="31"/>
                  </a:cubicBezTo>
                  <a:cubicBezTo>
                    <a:pt x="383" y="34"/>
                    <a:pt x="382" y="38"/>
                    <a:pt x="380" y="41"/>
                  </a:cubicBezTo>
                  <a:cubicBezTo>
                    <a:pt x="356" y="66"/>
                    <a:pt x="350" y="102"/>
                    <a:pt x="365" y="132"/>
                  </a:cubicBezTo>
                  <a:cubicBezTo>
                    <a:pt x="381" y="163"/>
                    <a:pt x="413" y="179"/>
                    <a:pt x="448" y="175"/>
                  </a:cubicBezTo>
                  <a:cubicBezTo>
                    <a:pt x="480" y="170"/>
                    <a:pt x="507" y="145"/>
                    <a:pt x="514" y="111"/>
                  </a:cubicBezTo>
                  <a:cubicBezTo>
                    <a:pt x="519" y="84"/>
                    <a:pt x="511" y="60"/>
                    <a:pt x="491" y="39"/>
                  </a:cubicBezTo>
                  <a:cubicBezTo>
                    <a:pt x="489" y="37"/>
                    <a:pt x="487" y="33"/>
                    <a:pt x="488" y="32"/>
                  </a:cubicBezTo>
                  <a:cubicBezTo>
                    <a:pt x="489" y="29"/>
                    <a:pt x="493" y="27"/>
                    <a:pt x="496" y="27"/>
                  </a:cubicBezTo>
                  <a:cubicBezTo>
                    <a:pt x="528" y="23"/>
                    <a:pt x="561" y="21"/>
                    <a:pt x="593" y="17"/>
                  </a:cubicBezTo>
                  <a:cubicBezTo>
                    <a:pt x="626" y="13"/>
                    <a:pt x="658" y="7"/>
                    <a:pt x="691" y="1"/>
                  </a:cubicBezTo>
                  <a:cubicBezTo>
                    <a:pt x="693" y="8"/>
                    <a:pt x="695" y="16"/>
                    <a:pt x="697" y="25"/>
                  </a:cubicBezTo>
                  <a:cubicBezTo>
                    <a:pt x="708" y="81"/>
                    <a:pt x="716" y="138"/>
                    <a:pt x="719" y="196"/>
                  </a:cubicBezTo>
                  <a:cubicBezTo>
                    <a:pt x="719" y="198"/>
                    <a:pt x="721" y="203"/>
                    <a:pt x="723" y="203"/>
                  </a:cubicBezTo>
                  <a:cubicBezTo>
                    <a:pt x="725" y="204"/>
                    <a:pt x="729" y="202"/>
                    <a:pt x="732" y="200"/>
                  </a:cubicBezTo>
                  <a:cubicBezTo>
                    <a:pt x="756" y="178"/>
                    <a:pt x="784" y="170"/>
                    <a:pt x="816" y="182"/>
                  </a:cubicBezTo>
                  <a:cubicBezTo>
                    <a:pt x="847" y="193"/>
                    <a:pt x="864" y="218"/>
                    <a:pt x="868" y="251"/>
                  </a:cubicBezTo>
                  <a:cubicBezTo>
                    <a:pt x="872" y="290"/>
                    <a:pt x="839" y="330"/>
                    <a:pt x="799" y="334"/>
                  </a:cubicBezTo>
                  <a:cubicBezTo>
                    <a:pt x="773" y="338"/>
                    <a:pt x="751" y="330"/>
                    <a:pt x="732" y="312"/>
                  </a:cubicBezTo>
                  <a:cubicBezTo>
                    <a:pt x="730" y="310"/>
                    <a:pt x="725" y="308"/>
                    <a:pt x="723" y="309"/>
                  </a:cubicBezTo>
                  <a:cubicBezTo>
                    <a:pt x="720" y="310"/>
                    <a:pt x="719" y="315"/>
                    <a:pt x="718" y="318"/>
                  </a:cubicBezTo>
                  <a:cubicBezTo>
                    <a:pt x="715" y="381"/>
                    <a:pt x="706" y="444"/>
                    <a:pt x="693" y="506"/>
                  </a:cubicBezTo>
                  <a:cubicBezTo>
                    <a:pt x="693" y="508"/>
                    <a:pt x="692" y="509"/>
                    <a:pt x="691" y="512"/>
                  </a:cubicBezTo>
                  <a:cubicBezTo>
                    <a:pt x="674" y="509"/>
                    <a:pt x="658" y="505"/>
                    <a:pt x="641" y="503"/>
                  </a:cubicBezTo>
                  <a:cubicBezTo>
                    <a:pt x="594" y="497"/>
                    <a:pt x="546" y="491"/>
                    <a:pt x="498" y="486"/>
                  </a:cubicBezTo>
                  <a:cubicBezTo>
                    <a:pt x="495" y="485"/>
                    <a:pt x="491" y="483"/>
                    <a:pt x="488" y="481"/>
                  </a:cubicBezTo>
                  <a:cubicBezTo>
                    <a:pt x="489" y="478"/>
                    <a:pt x="490" y="474"/>
                    <a:pt x="492" y="471"/>
                  </a:cubicBezTo>
                  <a:cubicBezTo>
                    <a:pt x="523" y="439"/>
                    <a:pt x="523" y="390"/>
                    <a:pt x="492" y="360"/>
                  </a:cubicBezTo>
                  <a:cubicBezTo>
                    <a:pt x="461" y="329"/>
                    <a:pt x="411" y="329"/>
                    <a:pt x="380" y="360"/>
                  </a:cubicBezTo>
                  <a:cubicBezTo>
                    <a:pt x="349" y="391"/>
                    <a:pt x="349" y="439"/>
                    <a:pt x="380" y="471"/>
                  </a:cubicBezTo>
                  <a:cubicBezTo>
                    <a:pt x="382" y="474"/>
                    <a:pt x="384" y="478"/>
                    <a:pt x="384" y="481"/>
                  </a:cubicBezTo>
                  <a:cubicBezTo>
                    <a:pt x="384" y="483"/>
                    <a:pt x="378" y="485"/>
                    <a:pt x="375" y="486"/>
                  </a:cubicBezTo>
                  <a:cubicBezTo>
                    <a:pt x="313" y="489"/>
                    <a:pt x="251" y="497"/>
                    <a:pt x="189" y="511"/>
                  </a:cubicBezTo>
                  <a:cubicBezTo>
                    <a:pt x="187" y="511"/>
                    <a:pt x="184" y="511"/>
                    <a:pt x="178" y="51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" name="TextBox 20"/>
            <p:cNvSpPr txBox="1"/>
            <p:nvPr/>
          </p:nvSpPr>
          <p:spPr>
            <a:xfrm rot="17488811">
              <a:off x="4989513" y="1947936"/>
              <a:ext cx="830997" cy="207749"/>
            </a:xfrm>
            <a:prstGeom prst="rect">
              <a:avLst/>
            </a:prstGeom>
            <a:noFill/>
          </p:spPr>
          <p:txBody>
            <a:bodyPr wrap="none">
              <a:normAutofit fontScale="77500" lnSpcReduction="20000"/>
            </a:bodyPr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</a:rPr>
                <a:t>标题文本预设</a:t>
              </a: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4068522" y="2870952"/>
            <a:ext cx="1662112" cy="978694"/>
            <a:chOff x="4068522" y="2870952"/>
            <a:chExt cx="1662112" cy="978694"/>
          </a:xfrm>
        </p:grpSpPr>
        <p:sp>
          <p:nvSpPr>
            <p:cNvPr id="6" name="Freeform: Shape 5"/>
            <p:cNvSpPr>
              <a:spLocks/>
            </p:cNvSpPr>
            <p:nvPr/>
          </p:nvSpPr>
          <p:spPr bwMode="auto">
            <a:xfrm>
              <a:off x="4068522" y="2870952"/>
              <a:ext cx="1662112" cy="978694"/>
            </a:xfrm>
            <a:custGeom>
              <a:avLst/>
              <a:gdLst>
                <a:gd name="T0" fmla="*/ 178 w 872"/>
                <a:gd name="T1" fmla="*/ 512 h 512"/>
                <a:gd name="T2" fmla="*/ 158 w 872"/>
                <a:gd name="T3" fmla="*/ 374 h 512"/>
                <a:gd name="T4" fmla="*/ 153 w 872"/>
                <a:gd name="T5" fmla="*/ 317 h 512"/>
                <a:gd name="T6" fmla="*/ 148 w 872"/>
                <a:gd name="T7" fmla="*/ 309 h 512"/>
                <a:gd name="T8" fmla="*/ 140 w 872"/>
                <a:gd name="T9" fmla="*/ 312 h 512"/>
                <a:gd name="T10" fmla="*/ 47 w 872"/>
                <a:gd name="T11" fmla="*/ 327 h 512"/>
                <a:gd name="T12" fmla="*/ 5 w 872"/>
                <a:gd name="T13" fmla="*/ 246 h 512"/>
                <a:gd name="T14" fmla="*/ 71 w 872"/>
                <a:gd name="T15" fmla="*/ 178 h 512"/>
                <a:gd name="T16" fmla="*/ 139 w 872"/>
                <a:gd name="T17" fmla="*/ 199 h 512"/>
                <a:gd name="T18" fmla="*/ 149 w 872"/>
                <a:gd name="T19" fmla="*/ 204 h 512"/>
                <a:gd name="T20" fmla="*/ 154 w 872"/>
                <a:gd name="T21" fmla="*/ 193 h 512"/>
                <a:gd name="T22" fmla="*/ 179 w 872"/>
                <a:gd name="T23" fmla="*/ 6 h 512"/>
                <a:gd name="T24" fmla="*/ 180 w 872"/>
                <a:gd name="T25" fmla="*/ 0 h 512"/>
                <a:gd name="T26" fmla="*/ 221 w 872"/>
                <a:gd name="T27" fmla="*/ 8 h 512"/>
                <a:gd name="T28" fmla="*/ 374 w 872"/>
                <a:gd name="T29" fmla="*/ 27 h 512"/>
                <a:gd name="T30" fmla="*/ 384 w 872"/>
                <a:gd name="T31" fmla="*/ 31 h 512"/>
                <a:gd name="T32" fmla="*/ 380 w 872"/>
                <a:gd name="T33" fmla="*/ 41 h 512"/>
                <a:gd name="T34" fmla="*/ 365 w 872"/>
                <a:gd name="T35" fmla="*/ 132 h 512"/>
                <a:gd name="T36" fmla="*/ 448 w 872"/>
                <a:gd name="T37" fmla="*/ 175 h 512"/>
                <a:gd name="T38" fmla="*/ 514 w 872"/>
                <a:gd name="T39" fmla="*/ 111 h 512"/>
                <a:gd name="T40" fmla="*/ 491 w 872"/>
                <a:gd name="T41" fmla="*/ 39 h 512"/>
                <a:gd name="T42" fmla="*/ 488 w 872"/>
                <a:gd name="T43" fmla="*/ 32 h 512"/>
                <a:gd name="T44" fmla="*/ 496 w 872"/>
                <a:gd name="T45" fmla="*/ 27 h 512"/>
                <a:gd name="T46" fmla="*/ 593 w 872"/>
                <a:gd name="T47" fmla="*/ 17 h 512"/>
                <a:gd name="T48" fmla="*/ 691 w 872"/>
                <a:gd name="T49" fmla="*/ 1 h 512"/>
                <a:gd name="T50" fmla="*/ 697 w 872"/>
                <a:gd name="T51" fmla="*/ 25 h 512"/>
                <a:gd name="T52" fmla="*/ 719 w 872"/>
                <a:gd name="T53" fmla="*/ 196 h 512"/>
                <a:gd name="T54" fmla="*/ 723 w 872"/>
                <a:gd name="T55" fmla="*/ 203 h 512"/>
                <a:gd name="T56" fmla="*/ 732 w 872"/>
                <a:gd name="T57" fmla="*/ 200 h 512"/>
                <a:gd name="T58" fmla="*/ 816 w 872"/>
                <a:gd name="T59" fmla="*/ 182 h 512"/>
                <a:gd name="T60" fmla="*/ 868 w 872"/>
                <a:gd name="T61" fmla="*/ 251 h 512"/>
                <a:gd name="T62" fmla="*/ 799 w 872"/>
                <a:gd name="T63" fmla="*/ 334 h 512"/>
                <a:gd name="T64" fmla="*/ 732 w 872"/>
                <a:gd name="T65" fmla="*/ 312 h 512"/>
                <a:gd name="T66" fmla="*/ 723 w 872"/>
                <a:gd name="T67" fmla="*/ 309 h 512"/>
                <a:gd name="T68" fmla="*/ 718 w 872"/>
                <a:gd name="T69" fmla="*/ 318 h 512"/>
                <a:gd name="T70" fmla="*/ 693 w 872"/>
                <a:gd name="T71" fmla="*/ 506 h 512"/>
                <a:gd name="T72" fmla="*/ 691 w 872"/>
                <a:gd name="T73" fmla="*/ 512 h 512"/>
                <a:gd name="T74" fmla="*/ 641 w 872"/>
                <a:gd name="T75" fmla="*/ 503 h 512"/>
                <a:gd name="T76" fmla="*/ 498 w 872"/>
                <a:gd name="T77" fmla="*/ 486 h 512"/>
                <a:gd name="T78" fmla="*/ 488 w 872"/>
                <a:gd name="T79" fmla="*/ 481 h 512"/>
                <a:gd name="T80" fmla="*/ 492 w 872"/>
                <a:gd name="T81" fmla="*/ 471 h 512"/>
                <a:gd name="T82" fmla="*/ 492 w 872"/>
                <a:gd name="T83" fmla="*/ 360 h 512"/>
                <a:gd name="T84" fmla="*/ 380 w 872"/>
                <a:gd name="T85" fmla="*/ 360 h 512"/>
                <a:gd name="T86" fmla="*/ 380 w 872"/>
                <a:gd name="T87" fmla="*/ 471 h 512"/>
                <a:gd name="T88" fmla="*/ 384 w 872"/>
                <a:gd name="T89" fmla="*/ 481 h 512"/>
                <a:gd name="T90" fmla="*/ 375 w 872"/>
                <a:gd name="T91" fmla="*/ 486 h 512"/>
                <a:gd name="T92" fmla="*/ 189 w 872"/>
                <a:gd name="T93" fmla="*/ 511 h 512"/>
                <a:gd name="T94" fmla="*/ 178 w 872"/>
                <a:gd name="T95" fmla="*/ 512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872" h="512">
                  <a:moveTo>
                    <a:pt x="178" y="512"/>
                  </a:moveTo>
                  <a:cubicBezTo>
                    <a:pt x="171" y="465"/>
                    <a:pt x="164" y="420"/>
                    <a:pt x="158" y="374"/>
                  </a:cubicBezTo>
                  <a:cubicBezTo>
                    <a:pt x="155" y="355"/>
                    <a:pt x="155" y="336"/>
                    <a:pt x="153" y="317"/>
                  </a:cubicBezTo>
                  <a:cubicBezTo>
                    <a:pt x="153" y="314"/>
                    <a:pt x="151" y="310"/>
                    <a:pt x="148" y="309"/>
                  </a:cubicBezTo>
                  <a:cubicBezTo>
                    <a:pt x="147" y="308"/>
                    <a:pt x="142" y="310"/>
                    <a:pt x="140" y="312"/>
                  </a:cubicBezTo>
                  <a:cubicBezTo>
                    <a:pt x="114" y="337"/>
                    <a:pt x="78" y="343"/>
                    <a:pt x="47" y="327"/>
                  </a:cubicBezTo>
                  <a:cubicBezTo>
                    <a:pt x="17" y="311"/>
                    <a:pt x="0" y="278"/>
                    <a:pt x="5" y="246"/>
                  </a:cubicBezTo>
                  <a:cubicBezTo>
                    <a:pt x="10" y="211"/>
                    <a:pt x="35" y="184"/>
                    <a:pt x="71" y="178"/>
                  </a:cubicBezTo>
                  <a:cubicBezTo>
                    <a:pt x="96" y="173"/>
                    <a:pt x="119" y="181"/>
                    <a:pt x="139" y="199"/>
                  </a:cubicBezTo>
                  <a:cubicBezTo>
                    <a:pt x="141" y="201"/>
                    <a:pt x="145" y="202"/>
                    <a:pt x="149" y="204"/>
                  </a:cubicBezTo>
                  <a:cubicBezTo>
                    <a:pt x="150" y="200"/>
                    <a:pt x="153" y="197"/>
                    <a:pt x="154" y="193"/>
                  </a:cubicBezTo>
                  <a:cubicBezTo>
                    <a:pt x="157" y="130"/>
                    <a:pt x="165" y="67"/>
                    <a:pt x="179" y="6"/>
                  </a:cubicBezTo>
                  <a:cubicBezTo>
                    <a:pt x="179" y="4"/>
                    <a:pt x="180" y="3"/>
                    <a:pt x="180" y="0"/>
                  </a:cubicBezTo>
                  <a:cubicBezTo>
                    <a:pt x="194" y="3"/>
                    <a:pt x="207" y="6"/>
                    <a:pt x="221" y="8"/>
                  </a:cubicBezTo>
                  <a:cubicBezTo>
                    <a:pt x="272" y="14"/>
                    <a:pt x="323" y="20"/>
                    <a:pt x="374" y="27"/>
                  </a:cubicBezTo>
                  <a:cubicBezTo>
                    <a:pt x="377" y="27"/>
                    <a:pt x="381" y="30"/>
                    <a:pt x="384" y="31"/>
                  </a:cubicBezTo>
                  <a:cubicBezTo>
                    <a:pt x="383" y="34"/>
                    <a:pt x="382" y="38"/>
                    <a:pt x="380" y="41"/>
                  </a:cubicBezTo>
                  <a:cubicBezTo>
                    <a:pt x="356" y="66"/>
                    <a:pt x="350" y="102"/>
                    <a:pt x="365" y="132"/>
                  </a:cubicBezTo>
                  <a:cubicBezTo>
                    <a:pt x="381" y="163"/>
                    <a:pt x="413" y="179"/>
                    <a:pt x="448" y="175"/>
                  </a:cubicBezTo>
                  <a:cubicBezTo>
                    <a:pt x="480" y="170"/>
                    <a:pt x="507" y="145"/>
                    <a:pt x="514" y="111"/>
                  </a:cubicBezTo>
                  <a:cubicBezTo>
                    <a:pt x="519" y="84"/>
                    <a:pt x="511" y="60"/>
                    <a:pt x="491" y="39"/>
                  </a:cubicBezTo>
                  <a:cubicBezTo>
                    <a:pt x="489" y="37"/>
                    <a:pt x="487" y="33"/>
                    <a:pt x="488" y="32"/>
                  </a:cubicBezTo>
                  <a:cubicBezTo>
                    <a:pt x="489" y="29"/>
                    <a:pt x="493" y="27"/>
                    <a:pt x="496" y="27"/>
                  </a:cubicBezTo>
                  <a:cubicBezTo>
                    <a:pt x="528" y="23"/>
                    <a:pt x="561" y="21"/>
                    <a:pt x="593" y="17"/>
                  </a:cubicBezTo>
                  <a:cubicBezTo>
                    <a:pt x="626" y="13"/>
                    <a:pt x="658" y="7"/>
                    <a:pt x="691" y="1"/>
                  </a:cubicBezTo>
                  <a:cubicBezTo>
                    <a:pt x="693" y="8"/>
                    <a:pt x="695" y="16"/>
                    <a:pt x="697" y="25"/>
                  </a:cubicBezTo>
                  <a:cubicBezTo>
                    <a:pt x="708" y="81"/>
                    <a:pt x="716" y="138"/>
                    <a:pt x="719" y="196"/>
                  </a:cubicBezTo>
                  <a:cubicBezTo>
                    <a:pt x="719" y="198"/>
                    <a:pt x="721" y="203"/>
                    <a:pt x="723" y="203"/>
                  </a:cubicBezTo>
                  <a:cubicBezTo>
                    <a:pt x="725" y="204"/>
                    <a:pt x="729" y="202"/>
                    <a:pt x="732" y="200"/>
                  </a:cubicBezTo>
                  <a:cubicBezTo>
                    <a:pt x="756" y="178"/>
                    <a:pt x="784" y="170"/>
                    <a:pt x="816" y="182"/>
                  </a:cubicBezTo>
                  <a:cubicBezTo>
                    <a:pt x="847" y="193"/>
                    <a:pt x="864" y="218"/>
                    <a:pt x="868" y="251"/>
                  </a:cubicBezTo>
                  <a:cubicBezTo>
                    <a:pt x="872" y="290"/>
                    <a:pt x="839" y="330"/>
                    <a:pt x="799" y="334"/>
                  </a:cubicBezTo>
                  <a:cubicBezTo>
                    <a:pt x="773" y="338"/>
                    <a:pt x="751" y="330"/>
                    <a:pt x="732" y="312"/>
                  </a:cubicBezTo>
                  <a:cubicBezTo>
                    <a:pt x="730" y="310"/>
                    <a:pt x="725" y="308"/>
                    <a:pt x="723" y="309"/>
                  </a:cubicBezTo>
                  <a:cubicBezTo>
                    <a:pt x="720" y="310"/>
                    <a:pt x="719" y="315"/>
                    <a:pt x="718" y="318"/>
                  </a:cubicBezTo>
                  <a:cubicBezTo>
                    <a:pt x="715" y="381"/>
                    <a:pt x="706" y="444"/>
                    <a:pt x="693" y="506"/>
                  </a:cubicBezTo>
                  <a:cubicBezTo>
                    <a:pt x="693" y="508"/>
                    <a:pt x="692" y="509"/>
                    <a:pt x="691" y="512"/>
                  </a:cubicBezTo>
                  <a:cubicBezTo>
                    <a:pt x="674" y="509"/>
                    <a:pt x="658" y="505"/>
                    <a:pt x="641" y="503"/>
                  </a:cubicBezTo>
                  <a:cubicBezTo>
                    <a:pt x="594" y="497"/>
                    <a:pt x="546" y="491"/>
                    <a:pt x="498" y="486"/>
                  </a:cubicBezTo>
                  <a:cubicBezTo>
                    <a:pt x="495" y="485"/>
                    <a:pt x="491" y="483"/>
                    <a:pt x="488" y="481"/>
                  </a:cubicBezTo>
                  <a:cubicBezTo>
                    <a:pt x="489" y="478"/>
                    <a:pt x="490" y="474"/>
                    <a:pt x="492" y="471"/>
                  </a:cubicBezTo>
                  <a:cubicBezTo>
                    <a:pt x="523" y="439"/>
                    <a:pt x="523" y="390"/>
                    <a:pt x="492" y="360"/>
                  </a:cubicBezTo>
                  <a:cubicBezTo>
                    <a:pt x="461" y="329"/>
                    <a:pt x="411" y="329"/>
                    <a:pt x="380" y="360"/>
                  </a:cubicBezTo>
                  <a:cubicBezTo>
                    <a:pt x="349" y="391"/>
                    <a:pt x="349" y="439"/>
                    <a:pt x="380" y="471"/>
                  </a:cubicBezTo>
                  <a:cubicBezTo>
                    <a:pt x="382" y="474"/>
                    <a:pt x="384" y="478"/>
                    <a:pt x="384" y="481"/>
                  </a:cubicBezTo>
                  <a:cubicBezTo>
                    <a:pt x="384" y="483"/>
                    <a:pt x="378" y="485"/>
                    <a:pt x="375" y="486"/>
                  </a:cubicBezTo>
                  <a:cubicBezTo>
                    <a:pt x="313" y="489"/>
                    <a:pt x="251" y="497"/>
                    <a:pt x="189" y="511"/>
                  </a:cubicBezTo>
                  <a:cubicBezTo>
                    <a:pt x="187" y="511"/>
                    <a:pt x="184" y="511"/>
                    <a:pt x="178" y="512"/>
                  </a:cubicBezTo>
                  <a:close/>
                </a:path>
              </a:pathLst>
            </a:custGeom>
            <a:solidFill>
              <a:srgbClr val="05176B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" name="TextBox 21"/>
            <p:cNvSpPr txBox="1"/>
            <p:nvPr/>
          </p:nvSpPr>
          <p:spPr>
            <a:xfrm>
              <a:off x="4484078" y="3234204"/>
              <a:ext cx="830997" cy="207749"/>
            </a:xfrm>
            <a:prstGeom prst="rect">
              <a:avLst/>
            </a:prstGeom>
            <a:noFill/>
          </p:spPr>
          <p:txBody>
            <a:bodyPr wrap="none">
              <a:normAutofit fontScale="77500" lnSpcReduction="20000"/>
            </a:bodyPr>
            <a:lstStyle/>
            <a:p>
              <a:pPr algn="ctr"/>
              <a:r>
                <a:rPr lang="zh-CN" altLang="en-US" sz="1200" b="1">
                  <a:solidFill>
                    <a:schemeClr val="bg1"/>
                  </a:solidFill>
                </a:rPr>
                <a:t>标题文本预设</a:t>
              </a: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3090547" y="1896675"/>
            <a:ext cx="1662112" cy="978694"/>
            <a:chOff x="3090547" y="1896675"/>
            <a:chExt cx="1662112" cy="978694"/>
          </a:xfrm>
        </p:grpSpPr>
        <p:sp>
          <p:nvSpPr>
            <p:cNvPr id="4" name="Freeform: Shape 3"/>
            <p:cNvSpPr>
              <a:spLocks/>
            </p:cNvSpPr>
            <p:nvPr/>
          </p:nvSpPr>
          <p:spPr bwMode="auto">
            <a:xfrm>
              <a:off x="3090547" y="1896675"/>
              <a:ext cx="1662112" cy="978694"/>
            </a:xfrm>
            <a:custGeom>
              <a:avLst/>
              <a:gdLst>
                <a:gd name="T0" fmla="*/ 178 w 872"/>
                <a:gd name="T1" fmla="*/ 512 h 512"/>
                <a:gd name="T2" fmla="*/ 158 w 872"/>
                <a:gd name="T3" fmla="*/ 374 h 512"/>
                <a:gd name="T4" fmla="*/ 153 w 872"/>
                <a:gd name="T5" fmla="*/ 317 h 512"/>
                <a:gd name="T6" fmla="*/ 148 w 872"/>
                <a:gd name="T7" fmla="*/ 309 h 512"/>
                <a:gd name="T8" fmla="*/ 140 w 872"/>
                <a:gd name="T9" fmla="*/ 312 h 512"/>
                <a:gd name="T10" fmla="*/ 47 w 872"/>
                <a:gd name="T11" fmla="*/ 327 h 512"/>
                <a:gd name="T12" fmla="*/ 5 w 872"/>
                <a:gd name="T13" fmla="*/ 246 h 512"/>
                <a:gd name="T14" fmla="*/ 71 w 872"/>
                <a:gd name="T15" fmla="*/ 178 h 512"/>
                <a:gd name="T16" fmla="*/ 139 w 872"/>
                <a:gd name="T17" fmla="*/ 199 h 512"/>
                <a:gd name="T18" fmla="*/ 149 w 872"/>
                <a:gd name="T19" fmla="*/ 204 h 512"/>
                <a:gd name="T20" fmla="*/ 154 w 872"/>
                <a:gd name="T21" fmla="*/ 193 h 512"/>
                <a:gd name="T22" fmla="*/ 179 w 872"/>
                <a:gd name="T23" fmla="*/ 6 h 512"/>
                <a:gd name="T24" fmla="*/ 180 w 872"/>
                <a:gd name="T25" fmla="*/ 0 h 512"/>
                <a:gd name="T26" fmla="*/ 221 w 872"/>
                <a:gd name="T27" fmla="*/ 8 h 512"/>
                <a:gd name="T28" fmla="*/ 374 w 872"/>
                <a:gd name="T29" fmla="*/ 27 h 512"/>
                <a:gd name="T30" fmla="*/ 384 w 872"/>
                <a:gd name="T31" fmla="*/ 31 h 512"/>
                <a:gd name="T32" fmla="*/ 380 w 872"/>
                <a:gd name="T33" fmla="*/ 41 h 512"/>
                <a:gd name="T34" fmla="*/ 365 w 872"/>
                <a:gd name="T35" fmla="*/ 132 h 512"/>
                <a:gd name="T36" fmla="*/ 448 w 872"/>
                <a:gd name="T37" fmla="*/ 175 h 512"/>
                <a:gd name="T38" fmla="*/ 514 w 872"/>
                <a:gd name="T39" fmla="*/ 111 h 512"/>
                <a:gd name="T40" fmla="*/ 491 w 872"/>
                <a:gd name="T41" fmla="*/ 39 h 512"/>
                <a:gd name="T42" fmla="*/ 488 w 872"/>
                <a:gd name="T43" fmla="*/ 32 h 512"/>
                <a:gd name="T44" fmla="*/ 496 w 872"/>
                <a:gd name="T45" fmla="*/ 27 h 512"/>
                <a:gd name="T46" fmla="*/ 593 w 872"/>
                <a:gd name="T47" fmla="*/ 17 h 512"/>
                <a:gd name="T48" fmla="*/ 691 w 872"/>
                <a:gd name="T49" fmla="*/ 1 h 512"/>
                <a:gd name="T50" fmla="*/ 697 w 872"/>
                <a:gd name="T51" fmla="*/ 25 h 512"/>
                <a:gd name="T52" fmla="*/ 719 w 872"/>
                <a:gd name="T53" fmla="*/ 196 h 512"/>
                <a:gd name="T54" fmla="*/ 723 w 872"/>
                <a:gd name="T55" fmla="*/ 203 h 512"/>
                <a:gd name="T56" fmla="*/ 732 w 872"/>
                <a:gd name="T57" fmla="*/ 200 h 512"/>
                <a:gd name="T58" fmla="*/ 816 w 872"/>
                <a:gd name="T59" fmla="*/ 182 h 512"/>
                <a:gd name="T60" fmla="*/ 868 w 872"/>
                <a:gd name="T61" fmla="*/ 251 h 512"/>
                <a:gd name="T62" fmla="*/ 799 w 872"/>
                <a:gd name="T63" fmla="*/ 334 h 512"/>
                <a:gd name="T64" fmla="*/ 732 w 872"/>
                <a:gd name="T65" fmla="*/ 312 h 512"/>
                <a:gd name="T66" fmla="*/ 723 w 872"/>
                <a:gd name="T67" fmla="*/ 309 h 512"/>
                <a:gd name="T68" fmla="*/ 718 w 872"/>
                <a:gd name="T69" fmla="*/ 318 h 512"/>
                <a:gd name="T70" fmla="*/ 693 w 872"/>
                <a:gd name="T71" fmla="*/ 506 h 512"/>
                <a:gd name="T72" fmla="*/ 691 w 872"/>
                <a:gd name="T73" fmla="*/ 512 h 512"/>
                <a:gd name="T74" fmla="*/ 641 w 872"/>
                <a:gd name="T75" fmla="*/ 503 h 512"/>
                <a:gd name="T76" fmla="*/ 498 w 872"/>
                <a:gd name="T77" fmla="*/ 486 h 512"/>
                <a:gd name="T78" fmla="*/ 488 w 872"/>
                <a:gd name="T79" fmla="*/ 481 h 512"/>
                <a:gd name="T80" fmla="*/ 492 w 872"/>
                <a:gd name="T81" fmla="*/ 471 h 512"/>
                <a:gd name="T82" fmla="*/ 492 w 872"/>
                <a:gd name="T83" fmla="*/ 360 h 512"/>
                <a:gd name="T84" fmla="*/ 380 w 872"/>
                <a:gd name="T85" fmla="*/ 360 h 512"/>
                <a:gd name="T86" fmla="*/ 380 w 872"/>
                <a:gd name="T87" fmla="*/ 471 h 512"/>
                <a:gd name="T88" fmla="*/ 384 w 872"/>
                <a:gd name="T89" fmla="*/ 481 h 512"/>
                <a:gd name="T90" fmla="*/ 375 w 872"/>
                <a:gd name="T91" fmla="*/ 486 h 512"/>
                <a:gd name="T92" fmla="*/ 189 w 872"/>
                <a:gd name="T93" fmla="*/ 511 h 512"/>
                <a:gd name="T94" fmla="*/ 178 w 872"/>
                <a:gd name="T95" fmla="*/ 512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872" h="512">
                  <a:moveTo>
                    <a:pt x="178" y="512"/>
                  </a:moveTo>
                  <a:cubicBezTo>
                    <a:pt x="171" y="465"/>
                    <a:pt x="164" y="420"/>
                    <a:pt x="158" y="374"/>
                  </a:cubicBezTo>
                  <a:cubicBezTo>
                    <a:pt x="155" y="355"/>
                    <a:pt x="155" y="336"/>
                    <a:pt x="153" y="317"/>
                  </a:cubicBezTo>
                  <a:cubicBezTo>
                    <a:pt x="153" y="314"/>
                    <a:pt x="151" y="310"/>
                    <a:pt x="148" y="309"/>
                  </a:cubicBezTo>
                  <a:cubicBezTo>
                    <a:pt x="147" y="308"/>
                    <a:pt x="142" y="310"/>
                    <a:pt x="140" y="312"/>
                  </a:cubicBezTo>
                  <a:cubicBezTo>
                    <a:pt x="114" y="337"/>
                    <a:pt x="78" y="343"/>
                    <a:pt x="47" y="327"/>
                  </a:cubicBezTo>
                  <a:cubicBezTo>
                    <a:pt x="17" y="311"/>
                    <a:pt x="0" y="278"/>
                    <a:pt x="5" y="246"/>
                  </a:cubicBezTo>
                  <a:cubicBezTo>
                    <a:pt x="10" y="211"/>
                    <a:pt x="35" y="184"/>
                    <a:pt x="71" y="178"/>
                  </a:cubicBezTo>
                  <a:cubicBezTo>
                    <a:pt x="96" y="173"/>
                    <a:pt x="119" y="181"/>
                    <a:pt x="139" y="199"/>
                  </a:cubicBezTo>
                  <a:cubicBezTo>
                    <a:pt x="141" y="201"/>
                    <a:pt x="145" y="202"/>
                    <a:pt x="149" y="204"/>
                  </a:cubicBezTo>
                  <a:cubicBezTo>
                    <a:pt x="150" y="200"/>
                    <a:pt x="153" y="197"/>
                    <a:pt x="154" y="193"/>
                  </a:cubicBezTo>
                  <a:cubicBezTo>
                    <a:pt x="157" y="130"/>
                    <a:pt x="165" y="67"/>
                    <a:pt x="179" y="6"/>
                  </a:cubicBezTo>
                  <a:cubicBezTo>
                    <a:pt x="179" y="4"/>
                    <a:pt x="180" y="3"/>
                    <a:pt x="180" y="0"/>
                  </a:cubicBezTo>
                  <a:cubicBezTo>
                    <a:pt x="194" y="3"/>
                    <a:pt x="207" y="6"/>
                    <a:pt x="221" y="8"/>
                  </a:cubicBezTo>
                  <a:cubicBezTo>
                    <a:pt x="272" y="14"/>
                    <a:pt x="323" y="20"/>
                    <a:pt x="374" y="27"/>
                  </a:cubicBezTo>
                  <a:cubicBezTo>
                    <a:pt x="377" y="27"/>
                    <a:pt x="381" y="30"/>
                    <a:pt x="384" y="31"/>
                  </a:cubicBezTo>
                  <a:cubicBezTo>
                    <a:pt x="383" y="34"/>
                    <a:pt x="382" y="38"/>
                    <a:pt x="380" y="41"/>
                  </a:cubicBezTo>
                  <a:cubicBezTo>
                    <a:pt x="356" y="66"/>
                    <a:pt x="350" y="102"/>
                    <a:pt x="365" y="132"/>
                  </a:cubicBezTo>
                  <a:cubicBezTo>
                    <a:pt x="381" y="163"/>
                    <a:pt x="413" y="179"/>
                    <a:pt x="448" y="175"/>
                  </a:cubicBezTo>
                  <a:cubicBezTo>
                    <a:pt x="480" y="170"/>
                    <a:pt x="507" y="145"/>
                    <a:pt x="514" y="111"/>
                  </a:cubicBezTo>
                  <a:cubicBezTo>
                    <a:pt x="519" y="84"/>
                    <a:pt x="511" y="60"/>
                    <a:pt x="491" y="39"/>
                  </a:cubicBezTo>
                  <a:cubicBezTo>
                    <a:pt x="489" y="37"/>
                    <a:pt x="487" y="33"/>
                    <a:pt x="488" y="32"/>
                  </a:cubicBezTo>
                  <a:cubicBezTo>
                    <a:pt x="489" y="29"/>
                    <a:pt x="493" y="27"/>
                    <a:pt x="496" y="27"/>
                  </a:cubicBezTo>
                  <a:cubicBezTo>
                    <a:pt x="528" y="23"/>
                    <a:pt x="561" y="21"/>
                    <a:pt x="593" y="17"/>
                  </a:cubicBezTo>
                  <a:cubicBezTo>
                    <a:pt x="626" y="13"/>
                    <a:pt x="658" y="7"/>
                    <a:pt x="691" y="1"/>
                  </a:cubicBezTo>
                  <a:cubicBezTo>
                    <a:pt x="693" y="8"/>
                    <a:pt x="695" y="16"/>
                    <a:pt x="697" y="25"/>
                  </a:cubicBezTo>
                  <a:cubicBezTo>
                    <a:pt x="708" y="81"/>
                    <a:pt x="716" y="138"/>
                    <a:pt x="719" y="196"/>
                  </a:cubicBezTo>
                  <a:cubicBezTo>
                    <a:pt x="719" y="198"/>
                    <a:pt x="721" y="203"/>
                    <a:pt x="723" y="203"/>
                  </a:cubicBezTo>
                  <a:cubicBezTo>
                    <a:pt x="725" y="204"/>
                    <a:pt x="729" y="202"/>
                    <a:pt x="732" y="200"/>
                  </a:cubicBezTo>
                  <a:cubicBezTo>
                    <a:pt x="756" y="178"/>
                    <a:pt x="784" y="170"/>
                    <a:pt x="816" y="182"/>
                  </a:cubicBezTo>
                  <a:cubicBezTo>
                    <a:pt x="847" y="193"/>
                    <a:pt x="864" y="218"/>
                    <a:pt x="868" y="251"/>
                  </a:cubicBezTo>
                  <a:cubicBezTo>
                    <a:pt x="872" y="290"/>
                    <a:pt x="839" y="330"/>
                    <a:pt x="799" y="334"/>
                  </a:cubicBezTo>
                  <a:cubicBezTo>
                    <a:pt x="773" y="338"/>
                    <a:pt x="751" y="330"/>
                    <a:pt x="732" y="312"/>
                  </a:cubicBezTo>
                  <a:cubicBezTo>
                    <a:pt x="730" y="310"/>
                    <a:pt x="725" y="308"/>
                    <a:pt x="723" y="309"/>
                  </a:cubicBezTo>
                  <a:cubicBezTo>
                    <a:pt x="720" y="310"/>
                    <a:pt x="719" y="315"/>
                    <a:pt x="718" y="318"/>
                  </a:cubicBezTo>
                  <a:cubicBezTo>
                    <a:pt x="715" y="381"/>
                    <a:pt x="706" y="444"/>
                    <a:pt x="693" y="506"/>
                  </a:cubicBezTo>
                  <a:cubicBezTo>
                    <a:pt x="693" y="508"/>
                    <a:pt x="692" y="509"/>
                    <a:pt x="691" y="512"/>
                  </a:cubicBezTo>
                  <a:cubicBezTo>
                    <a:pt x="674" y="509"/>
                    <a:pt x="658" y="505"/>
                    <a:pt x="641" y="503"/>
                  </a:cubicBezTo>
                  <a:cubicBezTo>
                    <a:pt x="594" y="497"/>
                    <a:pt x="546" y="491"/>
                    <a:pt x="498" y="486"/>
                  </a:cubicBezTo>
                  <a:cubicBezTo>
                    <a:pt x="495" y="485"/>
                    <a:pt x="491" y="483"/>
                    <a:pt x="488" y="481"/>
                  </a:cubicBezTo>
                  <a:cubicBezTo>
                    <a:pt x="489" y="478"/>
                    <a:pt x="490" y="474"/>
                    <a:pt x="492" y="471"/>
                  </a:cubicBezTo>
                  <a:cubicBezTo>
                    <a:pt x="523" y="439"/>
                    <a:pt x="523" y="390"/>
                    <a:pt x="492" y="360"/>
                  </a:cubicBezTo>
                  <a:cubicBezTo>
                    <a:pt x="461" y="329"/>
                    <a:pt x="411" y="329"/>
                    <a:pt x="380" y="360"/>
                  </a:cubicBezTo>
                  <a:cubicBezTo>
                    <a:pt x="349" y="391"/>
                    <a:pt x="349" y="439"/>
                    <a:pt x="380" y="471"/>
                  </a:cubicBezTo>
                  <a:cubicBezTo>
                    <a:pt x="382" y="474"/>
                    <a:pt x="384" y="478"/>
                    <a:pt x="384" y="481"/>
                  </a:cubicBezTo>
                  <a:cubicBezTo>
                    <a:pt x="384" y="483"/>
                    <a:pt x="378" y="485"/>
                    <a:pt x="375" y="486"/>
                  </a:cubicBezTo>
                  <a:cubicBezTo>
                    <a:pt x="313" y="489"/>
                    <a:pt x="251" y="497"/>
                    <a:pt x="189" y="511"/>
                  </a:cubicBezTo>
                  <a:cubicBezTo>
                    <a:pt x="187" y="511"/>
                    <a:pt x="184" y="511"/>
                    <a:pt x="178" y="512"/>
                  </a:cubicBezTo>
                  <a:close/>
                </a:path>
              </a:pathLst>
            </a:custGeom>
            <a:solidFill>
              <a:srgbClr val="071E8E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" name="TextBox 22"/>
            <p:cNvSpPr txBox="1"/>
            <p:nvPr/>
          </p:nvSpPr>
          <p:spPr>
            <a:xfrm>
              <a:off x="3519604" y="2255280"/>
              <a:ext cx="830997" cy="207749"/>
            </a:xfrm>
            <a:prstGeom prst="rect">
              <a:avLst/>
            </a:prstGeom>
            <a:noFill/>
          </p:spPr>
          <p:txBody>
            <a:bodyPr wrap="none">
              <a:normAutofit fontScale="77500" lnSpcReduction="20000"/>
            </a:bodyPr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</a:rPr>
                <a:t>标题文本预设</a:t>
              </a: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3432255" y="2529582"/>
            <a:ext cx="978694" cy="1662112"/>
            <a:chOff x="3432255" y="2529582"/>
            <a:chExt cx="978694" cy="1662112"/>
          </a:xfrm>
        </p:grpSpPr>
        <p:sp>
          <p:nvSpPr>
            <p:cNvPr id="7" name="Freeform: Shape 6"/>
            <p:cNvSpPr>
              <a:spLocks/>
            </p:cNvSpPr>
            <p:nvPr/>
          </p:nvSpPr>
          <p:spPr bwMode="auto">
            <a:xfrm rot="5400000">
              <a:off x="3090546" y="2871291"/>
              <a:ext cx="1662112" cy="978694"/>
            </a:xfrm>
            <a:custGeom>
              <a:avLst/>
              <a:gdLst>
                <a:gd name="T0" fmla="*/ 178 w 872"/>
                <a:gd name="T1" fmla="*/ 512 h 512"/>
                <a:gd name="T2" fmla="*/ 158 w 872"/>
                <a:gd name="T3" fmla="*/ 374 h 512"/>
                <a:gd name="T4" fmla="*/ 153 w 872"/>
                <a:gd name="T5" fmla="*/ 317 h 512"/>
                <a:gd name="T6" fmla="*/ 148 w 872"/>
                <a:gd name="T7" fmla="*/ 309 h 512"/>
                <a:gd name="T8" fmla="*/ 140 w 872"/>
                <a:gd name="T9" fmla="*/ 312 h 512"/>
                <a:gd name="T10" fmla="*/ 47 w 872"/>
                <a:gd name="T11" fmla="*/ 327 h 512"/>
                <a:gd name="T12" fmla="*/ 5 w 872"/>
                <a:gd name="T13" fmla="*/ 246 h 512"/>
                <a:gd name="T14" fmla="*/ 71 w 872"/>
                <a:gd name="T15" fmla="*/ 178 h 512"/>
                <a:gd name="T16" fmla="*/ 139 w 872"/>
                <a:gd name="T17" fmla="*/ 199 h 512"/>
                <a:gd name="T18" fmla="*/ 149 w 872"/>
                <a:gd name="T19" fmla="*/ 204 h 512"/>
                <a:gd name="T20" fmla="*/ 154 w 872"/>
                <a:gd name="T21" fmla="*/ 193 h 512"/>
                <a:gd name="T22" fmla="*/ 179 w 872"/>
                <a:gd name="T23" fmla="*/ 6 h 512"/>
                <a:gd name="T24" fmla="*/ 180 w 872"/>
                <a:gd name="T25" fmla="*/ 0 h 512"/>
                <a:gd name="T26" fmla="*/ 221 w 872"/>
                <a:gd name="T27" fmla="*/ 8 h 512"/>
                <a:gd name="T28" fmla="*/ 374 w 872"/>
                <a:gd name="T29" fmla="*/ 27 h 512"/>
                <a:gd name="T30" fmla="*/ 384 w 872"/>
                <a:gd name="T31" fmla="*/ 31 h 512"/>
                <a:gd name="T32" fmla="*/ 380 w 872"/>
                <a:gd name="T33" fmla="*/ 41 h 512"/>
                <a:gd name="T34" fmla="*/ 365 w 872"/>
                <a:gd name="T35" fmla="*/ 132 h 512"/>
                <a:gd name="T36" fmla="*/ 448 w 872"/>
                <a:gd name="T37" fmla="*/ 175 h 512"/>
                <a:gd name="T38" fmla="*/ 514 w 872"/>
                <a:gd name="T39" fmla="*/ 111 h 512"/>
                <a:gd name="T40" fmla="*/ 491 w 872"/>
                <a:gd name="T41" fmla="*/ 39 h 512"/>
                <a:gd name="T42" fmla="*/ 488 w 872"/>
                <a:gd name="T43" fmla="*/ 32 h 512"/>
                <a:gd name="T44" fmla="*/ 496 w 872"/>
                <a:gd name="T45" fmla="*/ 27 h 512"/>
                <a:gd name="T46" fmla="*/ 593 w 872"/>
                <a:gd name="T47" fmla="*/ 17 h 512"/>
                <a:gd name="T48" fmla="*/ 691 w 872"/>
                <a:gd name="T49" fmla="*/ 1 h 512"/>
                <a:gd name="T50" fmla="*/ 697 w 872"/>
                <a:gd name="T51" fmla="*/ 25 h 512"/>
                <a:gd name="T52" fmla="*/ 719 w 872"/>
                <a:gd name="T53" fmla="*/ 196 h 512"/>
                <a:gd name="T54" fmla="*/ 723 w 872"/>
                <a:gd name="T55" fmla="*/ 203 h 512"/>
                <a:gd name="T56" fmla="*/ 732 w 872"/>
                <a:gd name="T57" fmla="*/ 200 h 512"/>
                <a:gd name="T58" fmla="*/ 816 w 872"/>
                <a:gd name="T59" fmla="*/ 182 h 512"/>
                <a:gd name="T60" fmla="*/ 868 w 872"/>
                <a:gd name="T61" fmla="*/ 251 h 512"/>
                <a:gd name="T62" fmla="*/ 799 w 872"/>
                <a:gd name="T63" fmla="*/ 334 h 512"/>
                <a:gd name="T64" fmla="*/ 732 w 872"/>
                <a:gd name="T65" fmla="*/ 312 h 512"/>
                <a:gd name="T66" fmla="*/ 723 w 872"/>
                <a:gd name="T67" fmla="*/ 309 h 512"/>
                <a:gd name="T68" fmla="*/ 718 w 872"/>
                <a:gd name="T69" fmla="*/ 318 h 512"/>
                <a:gd name="T70" fmla="*/ 693 w 872"/>
                <a:gd name="T71" fmla="*/ 506 h 512"/>
                <a:gd name="T72" fmla="*/ 691 w 872"/>
                <a:gd name="T73" fmla="*/ 512 h 512"/>
                <a:gd name="T74" fmla="*/ 641 w 872"/>
                <a:gd name="T75" fmla="*/ 503 h 512"/>
                <a:gd name="T76" fmla="*/ 498 w 872"/>
                <a:gd name="T77" fmla="*/ 486 h 512"/>
                <a:gd name="T78" fmla="*/ 488 w 872"/>
                <a:gd name="T79" fmla="*/ 481 h 512"/>
                <a:gd name="T80" fmla="*/ 492 w 872"/>
                <a:gd name="T81" fmla="*/ 471 h 512"/>
                <a:gd name="T82" fmla="*/ 492 w 872"/>
                <a:gd name="T83" fmla="*/ 360 h 512"/>
                <a:gd name="T84" fmla="*/ 380 w 872"/>
                <a:gd name="T85" fmla="*/ 360 h 512"/>
                <a:gd name="T86" fmla="*/ 380 w 872"/>
                <a:gd name="T87" fmla="*/ 471 h 512"/>
                <a:gd name="T88" fmla="*/ 384 w 872"/>
                <a:gd name="T89" fmla="*/ 481 h 512"/>
                <a:gd name="T90" fmla="*/ 375 w 872"/>
                <a:gd name="T91" fmla="*/ 486 h 512"/>
                <a:gd name="T92" fmla="*/ 189 w 872"/>
                <a:gd name="T93" fmla="*/ 511 h 512"/>
                <a:gd name="T94" fmla="*/ 178 w 872"/>
                <a:gd name="T95" fmla="*/ 512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872" h="512">
                  <a:moveTo>
                    <a:pt x="178" y="512"/>
                  </a:moveTo>
                  <a:cubicBezTo>
                    <a:pt x="171" y="465"/>
                    <a:pt x="164" y="420"/>
                    <a:pt x="158" y="374"/>
                  </a:cubicBezTo>
                  <a:cubicBezTo>
                    <a:pt x="155" y="355"/>
                    <a:pt x="155" y="336"/>
                    <a:pt x="153" y="317"/>
                  </a:cubicBezTo>
                  <a:cubicBezTo>
                    <a:pt x="153" y="314"/>
                    <a:pt x="151" y="310"/>
                    <a:pt x="148" y="309"/>
                  </a:cubicBezTo>
                  <a:cubicBezTo>
                    <a:pt x="147" y="308"/>
                    <a:pt x="142" y="310"/>
                    <a:pt x="140" y="312"/>
                  </a:cubicBezTo>
                  <a:cubicBezTo>
                    <a:pt x="114" y="337"/>
                    <a:pt x="78" y="343"/>
                    <a:pt x="47" y="327"/>
                  </a:cubicBezTo>
                  <a:cubicBezTo>
                    <a:pt x="17" y="311"/>
                    <a:pt x="0" y="278"/>
                    <a:pt x="5" y="246"/>
                  </a:cubicBezTo>
                  <a:cubicBezTo>
                    <a:pt x="10" y="211"/>
                    <a:pt x="35" y="184"/>
                    <a:pt x="71" y="178"/>
                  </a:cubicBezTo>
                  <a:cubicBezTo>
                    <a:pt x="96" y="173"/>
                    <a:pt x="119" y="181"/>
                    <a:pt x="139" y="199"/>
                  </a:cubicBezTo>
                  <a:cubicBezTo>
                    <a:pt x="141" y="201"/>
                    <a:pt x="145" y="202"/>
                    <a:pt x="149" y="204"/>
                  </a:cubicBezTo>
                  <a:cubicBezTo>
                    <a:pt x="150" y="200"/>
                    <a:pt x="153" y="197"/>
                    <a:pt x="154" y="193"/>
                  </a:cubicBezTo>
                  <a:cubicBezTo>
                    <a:pt x="157" y="130"/>
                    <a:pt x="165" y="67"/>
                    <a:pt x="179" y="6"/>
                  </a:cubicBezTo>
                  <a:cubicBezTo>
                    <a:pt x="179" y="4"/>
                    <a:pt x="180" y="3"/>
                    <a:pt x="180" y="0"/>
                  </a:cubicBezTo>
                  <a:cubicBezTo>
                    <a:pt x="194" y="3"/>
                    <a:pt x="207" y="6"/>
                    <a:pt x="221" y="8"/>
                  </a:cubicBezTo>
                  <a:cubicBezTo>
                    <a:pt x="272" y="14"/>
                    <a:pt x="323" y="20"/>
                    <a:pt x="374" y="27"/>
                  </a:cubicBezTo>
                  <a:cubicBezTo>
                    <a:pt x="377" y="27"/>
                    <a:pt x="381" y="30"/>
                    <a:pt x="384" y="31"/>
                  </a:cubicBezTo>
                  <a:cubicBezTo>
                    <a:pt x="383" y="34"/>
                    <a:pt x="382" y="38"/>
                    <a:pt x="380" y="41"/>
                  </a:cubicBezTo>
                  <a:cubicBezTo>
                    <a:pt x="356" y="66"/>
                    <a:pt x="350" y="102"/>
                    <a:pt x="365" y="132"/>
                  </a:cubicBezTo>
                  <a:cubicBezTo>
                    <a:pt x="381" y="163"/>
                    <a:pt x="413" y="179"/>
                    <a:pt x="448" y="175"/>
                  </a:cubicBezTo>
                  <a:cubicBezTo>
                    <a:pt x="480" y="170"/>
                    <a:pt x="507" y="145"/>
                    <a:pt x="514" y="111"/>
                  </a:cubicBezTo>
                  <a:cubicBezTo>
                    <a:pt x="519" y="84"/>
                    <a:pt x="511" y="60"/>
                    <a:pt x="491" y="39"/>
                  </a:cubicBezTo>
                  <a:cubicBezTo>
                    <a:pt x="489" y="37"/>
                    <a:pt x="487" y="33"/>
                    <a:pt x="488" y="32"/>
                  </a:cubicBezTo>
                  <a:cubicBezTo>
                    <a:pt x="489" y="29"/>
                    <a:pt x="493" y="27"/>
                    <a:pt x="496" y="27"/>
                  </a:cubicBezTo>
                  <a:cubicBezTo>
                    <a:pt x="528" y="23"/>
                    <a:pt x="561" y="21"/>
                    <a:pt x="593" y="17"/>
                  </a:cubicBezTo>
                  <a:cubicBezTo>
                    <a:pt x="626" y="13"/>
                    <a:pt x="658" y="7"/>
                    <a:pt x="691" y="1"/>
                  </a:cubicBezTo>
                  <a:cubicBezTo>
                    <a:pt x="693" y="8"/>
                    <a:pt x="695" y="16"/>
                    <a:pt x="697" y="25"/>
                  </a:cubicBezTo>
                  <a:cubicBezTo>
                    <a:pt x="708" y="81"/>
                    <a:pt x="716" y="138"/>
                    <a:pt x="719" y="196"/>
                  </a:cubicBezTo>
                  <a:cubicBezTo>
                    <a:pt x="719" y="198"/>
                    <a:pt x="721" y="203"/>
                    <a:pt x="723" y="203"/>
                  </a:cubicBezTo>
                  <a:cubicBezTo>
                    <a:pt x="725" y="204"/>
                    <a:pt x="729" y="202"/>
                    <a:pt x="732" y="200"/>
                  </a:cubicBezTo>
                  <a:cubicBezTo>
                    <a:pt x="756" y="178"/>
                    <a:pt x="784" y="170"/>
                    <a:pt x="816" y="182"/>
                  </a:cubicBezTo>
                  <a:cubicBezTo>
                    <a:pt x="847" y="193"/>
                    <a:pt x="864" y="218"/>
                    <a:pt x="868" y="251"/>
                  </a:cubicBezTo>
                  <a:cubicBezTo>
                    <a:pt x="872" y="290"/>
                    <a:pt x="839" y="330"/>
                    <a:pt x="799" y="334"/>
                  </a:cubicBezTo>
                  <a:cubicBezTo>
                    <a:pt x="773" y="338"/>
                    <a:pt x="751" y="330"/>
                    <a:pt x="732" y="312"/>
                  </a:cubicBezTo>
                  <a:cubicBezTo>
                    <a:pt x="730" y="310"/>
                    <a:pt x="725" y="308"/>
                    <a:pt x="723" y="309"/>
                  </a:cubicBezTo>
                  <a:cubicBezTo>
                    <a:pt x="720" y="310"/>
                    <a:pt x="719" y="315"/>
                    <a:pt x="718" y="318"/>
                  </a:cubicBezTo>
                  <a:cubicBezTo>
                    <a:pt x="715" y="381"/>
                    <a:pt x="706" y="444"/>
                    <a:pt x="693" y="506"/>
                  </a:cubicBezTo>
                  <a:cubicBezTo>
                    <a:pt x="693" y="508"/>
                    <a:pt x="692" y="509"/>
                    <a:pt x="691" y="512"/>
                  </a:cubicBezTo>
                  <a:cubicBezTo>
                    <a:pt x="674" y="509"/>
                    <a:pt x="658" y="505"/>
                    <a:pt x="641" y="503"/>
                  </a:cubicBezTo>
                  <a:cubicBezTo>
                    <a:pt x="594" y="497"/>
                    <a:pt x="546" y="491"/>
                    <a:pt x="498" y="486"/>
                  </a:cubicBezTo>
                  <a:cubicBezTo>
                    <a:pt x="495" y="485"/>
                    <a:pt x="491" y="483"/>
                    <a:pt x="488" y="481"/>
                  </a:cubicBezTo>
                  <a:cubicBezTo>
                    <a:pt x="489" y="478"/>
                    <a:pt x="490" y="474"/>
                    <a:pt x="492" y="471"/>
                  </a:cubicBezTo>
                  <a:cubicBezTo>
                    <a:pt x="523" y="439"/>
                    <a:pt x="523" y="390"/>
                    <a:pt x="492" y="360"/>
                  </a:cubicBezTo>
                  <a:cubicBezTo>
                    <a:pt x="461" y="329"/>
                    <a:pt x="411" y="329"/>
                    <a:pt x="380" y="360"/>
                  </a:cubicBezTo>
                  <a:cubicBezTo>
                    <a:pt x="349" y="391"/>
                    <a:pt x="349" y="439"/>
                    <a:pt x="380" y="471"/>
                  </a:cubicBezTo>
                  <a:cubicBezTo>
                    <a:pt x="382" y="474"/>
                    <a:pt x="384" y="478"/>
                    <a:pt x="384" y="481"/>
                  </a:cubicBezTo>
                  <a:cubicBezTo>
                    <a:pt x="384" y="483"/>
                    <a:pt x="378" y="485"/>
                    <a:pt x="375" y="486"/>
                  </a:cubicBezTo>
                  <a:cubicBezTo>
                    <a:pt x="313" y="489"/>
                    <a:pt x="251" y="497"/>
                    <a:pt x="189" y="511"/>
                  </a:cubicBezTo>
                  <a:cubicBezTo>
                    <a:pt x="187" y="511"/>
                    <a:pt x="184" y="511"/>
                    <a:pt x="178" y="5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" name="TextBox 23"/>
            <p:cNvSpPr txBox="1"/>
            <p:nvPr/>
          </p:nvSpPr>
          <p:spPr>
            <a:xfrm rot="16200000">
              <a:off x="3486583" y="3258632"/>
              <a:ext cx="830997" cy="207749"/>
            </a:xfrm>
            <a:prstGeom prst="rect">
              <a:avLst/>
            </a:prstGeom>
            <a:noFill/>
          </p:spPr>
          <p:txBody>
            <a:bodyPr wrap="none">
              <a:normAutofit fontScale="77500" lnSpcReduction="20000"/>
            </a:bodyPr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</a:rPr>
                <a:t>标题文本预设</a:t>
              </a:r>
            </a:p>
          </p:txBody>
        </p:sp>
      </p:grpSp>
      <p:grpSp>
        <p:nvGrpSpPr>
          <p:cNvPr id="16" name="Group 30"/>
          <p:cNvGrpSpPr/>
          <p:nvPr/>
        </p:nvGrpSpPr>
        <p:grpSpPr>
          <a:xfrm>
            <a:off x="6209674" y="1536567"/>
            <a:ext cx="1649021" cy="755243"/>
            <a:chOff x="8328247" y="2276873"/>
            <a:chExt cx="2198694" cy="1006991"/>
          </a:xfrm>
        </p:grpSpPr>
        <p:sp>
          <p:nvSpPr>
            <p:cNvPr id="30" name="TextBox 12"/>
            <p:cNvSpPr txBox="1"/>
            <p:nvPr/>
          </p:nvSpPr>
          <p:spPr>
            <a:xfrm>
              <a:off x="9295835" y="2276873"/>
              <a:ext cx="1231106" cy="388226"/>
            </a:xfrm>
            <a:prstGeom prst="rect">
              <a:avLst/>
            </a:prstGeom>
            <a:noFill/>
          </p:spPr>
          <p:txBody>
            <a:bodyPr wrap="none" lIns="0" tIns="0" rIns="0" bIns="0" anchor="b" anchorCtr="0">
              <a:normAutofit/>
            </a:bodyPr>
            <a:lstStyle/>
            <a:p>
              <a:pPr algn="r"/>
              <a:r>
                <a:rPr lang="zh-CN" altLang="en-US" sz="1600" b="1">
                  <a:solidFill>
                    <a:schemeClr val="accent4"/>
                  </a:solidFill>
                </a:rPr>
                <a:t>标题文本预设</a:t>
              </a:r>
            </a:p>
          </p:txBody>
        </p:sp>
        <p:sp>
          <p:nvSpPr>
            <p:cNvPr id="31" name="TextBox 25"/>
            <p:cNvSpPr txBox="1">
              <a:spLocks/>
            </p:cNvSpPr>
            <p:nvPr/>
          </p:nvSpPr>
          <p:spPr>
            <a:xfrm>
              <a:off x="8328247" y="2665098"/>
              <a:ext cx="2198693" cy="618766"/>
            </a:xfrm>
            <a:prstGeom prst="rect">
              <a:avLst/>
            </a:prstGeom>
          </p:spPr>
          <p:txBody>
            <a:bodyPr vert="horz" wrap="square" lIns="0" tIns="0" rIns="0" bIns="0" anchor="ctr">
              <a:normAutofit fontScale="92500" lnSpcReduction="20000"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050">
                  <a:solidFill>
                    <a:schemeClr val="dk1">
                      <a:lumMod val="100000"/>
                    </a:schemeClr>
                  </a:solidFill>
                </a:rPr>
                <a:t>此部分内容作为文字排版占位显示 </a:t>
              </a:r>
              <a:br>
                <a:rPr lang="zh-CN" altLang="en-US" sz="1050">
                  <a:solidFill>
                    <a:schemeClr val="dk1">
                      <a:lumMod val="100000"/>
                    </a:schemeClr>
                  </a:solidFill>
                </a:rPr>
              </a:br>
              <a:r>
                <a:rPr lang="zh-CN" altLang="en-US" sz="1050">
                  <a:solidFill>
                    <a:schemeClr val="dk1">
                      <a:lumMod val="100000"/>
                    </a:schemeClr>
                  </a:solidFill>
                </a:rPr>
                <a:t>（建议使用主题字体）</a:t>
              </a:r>
            </a:p>
          </p:txBody>
        </p:sp>
      </p:grpSp>
      <p:grpSp>
        <p:nvGrpSpPr>
          <p:cNvPr id="17" name="Group 31"/>
          <p:cNvGrpSpPr/>
          <p:nvPr/>
        </p:nvGrpSpPr>
        <p:grpSpPr>
          <a:xfrm>
            <a:off x="6156176" y="3346486"/>
            <a:ext cx="1649021" cy="755243"/>
            <a:chOff x="8328247" y="2276873"/>
            <a:chExt cx="2198694" cy="1006991"/>
          </a:xfrm>
        </p:grpSpPr>
        <p:sp>
          <p:nvSpPr>
            <p:cNvPr id="28" name="TextBox 32"/>
            <p:cNvSpPr txBox="1"/>
            <p:nvPr/>
          </p:nvSpPr>
          <p:spPr>
            <a:xfrm>
              <a:off x="9295835" y="2276873"/>
              <a:ext cx="1231106" cy="388226"/>
            </a:xfrm>
            <a:prstGeom prst="rect">
              <a:avLst/>
            </a:prstGeom>
            <a:noFill/>
          </p:spPr>
          <p:txBody>
            <a:bodyPr wrap="none" lIns="0" tIns="0" rIns="0" bIns="0" anchor="b" anchorCtr="0">
              <a:normAutofit/>
            </a:bodyPr>
            <a:lstStyle/>
            <a:p>
              <a:pPr algn="r"/>
              <a:r>
                <a:rPr lang="zh-CN" altLang="en-US" sz="1600" b="1" dirty="0">
                  <a:solidFill>
                    <a:schemeClr val="accent3">
                      <a:lumMod val="100000"/>
                    </a:schemeClr>
                  </a:solidFill>
                </a:rPr>
                <a:t>标题文本预设</a:t>
              </a:r>
            </a:p>
          </p:txBody>
        </p:sp>
        <p:sp>
          <p:nvSpPr>
            <p:cNvPr id="29" name="TextBox 33"/>
            <p:cNvSpPr txBox="1">
              <a:spLocks/>
            </p:cNvSpPr>
            <p:nvPr/>
          </p:nvSpPr>
          <p:spPr>
            <a:xfrm>
              <a:off x="8328247" y="2665098"/>
              <a:ext cx="2198693" cy="618766"/>
            </a:xfrm>
            <a:prstGeom prst="rect">
              <a:avLst/>
            </a:prstGeom>
          </p:spPr>
          <p:txBody>
            <a:bodyPr vert="horz" wrap="square" lIns="0" tIns="0" rIns="0" bIns="0" anchor="ctr">
              <a:normAutofit fontScale="92500" lnSpcReduction="20000"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050">
                  <a:solidFill>
                    <a:schemeClr val="dk1">
                      <a:lumMod val="100000"/>
                    </a:schemeClr>
                  </a:solidFill>
                </a:rPr>
                <a:t>此部分内容作为文字排版占位显示 </a:t>
              </a:r>
              <a:br>
                <a:rPr lang="zh-CN" altLang="en-US" sz="1050">
                  <a:solidFill>
                    <a:schemeClr val="dk1">
                      <a:lumMod val="100000"/>
                    </a:schemeClr>
                  </a:solidFill>
                </a:rPr>
              </a:br>
              <a:r>
                <a:rPr lang="zh-CN" altLang="en-US" sz="1050">
                  <a:solidFill>
                    <a:schemeClr val="dk1">
                      <a:lumMod val="100000"/>
                    </a:schemeClr>
                  </a:solidFill>
                </a:rPr>
                <a:t>（建议使用主题字体）</a:t>
              </a:r>
            </a:p>
          </p:txBody>
        </p:sp>
      </p:grpSp>
      <p:grpSp>
        <p:nvGrpSpPr>
          <p:cNvPr id="18" name="Group 37"/>
          <p:cNvGrpSpPr/>
          <p:nvPr/>
        </p:nvGrpSpPr>
        <p:grpSpPr>
          <a:xfrm>
            <a:off x="1304778" y="1808986"/>
            <a:ext cx="1649020" cy="755243"/>
            <a:chOff x="1197898" y="2503545"/>
            <a:chExt cx="2198693" cy="1006991"/>
          </a:xfrm>
        </p:grpSpPr>
        <p:sp>
          <p:nvSpPr>
            <p:cNvPr id="26" name="TextBox 35"/>
            <p:cNvSpPr txBox="1"/>
            <p:nvPr/>
          </p:nvSpPr>
          <p:spPr>
            <a:xfrm>
              <a:off x="1197898" y="2503545"/>
              <a:ext cx="1231106" cy="388226"/>
            </a:xfrm>
            <a:prstGeom prst="rect">
              <a:avLst/>
            </a:prstGeom>
            <a:noFill/>
          </p:spPr>
          <p:txBody>
            <a:bodyPr wrap="none" lIns="0" tIns="0" rIns="0" bIns="0" anchor="b" anchorCtr="0">
              <a:normAutofit/>
            </a:bodyPr>
            <a:lstStyle/>
            <a:p>
              <a:r>
                <a:rPr lang="zh-CN" altLang="en-US" sz="1600" b="1" dirty="0">
                  <a:solidFill>
                    <a:srgbClr val="0824A7"/>
                  </a:solidFill>
                </a:rPr>
                <a:t>标题文本预设</a:t>
              </a:r>
            </a:p>
          </p:txBody>
        </p:sp>
        <p:sp>
          <p:nvSpPr>
            <p:cNvPr id="27" name="TextBox 36"/>
            <p:cNvSpPr txBox="1">
              <a:spLocks/>
            </p:cNvSpPr>
            <p:nvPr/>
          </p:nvSpPr>
          <p:spPr>
            <a:xfrm>
              <a:off x="1197898" y="2891770"/>
              <a:ext cx="2198693" cy="618766"/>
            </a:xfrm>
            <a:prstGeom prst="rect">
              <a:avLst/>
            </a:prstGeom>
          </p:spPr>
          <p:txBody>
            <a:bodyPr vert="horz" wrap="square" lIns="0" tIns="0" rIns="0" bIns="0" anchor="ctr" anchorCtr="0">
              <a:normAutofit fontScale="92500" lnSpcReduction="20000"/>
            </a:bodyPr>
            <a:lstStyle/>
            <a:p>
              <a:pPr algn="l">
                <a:lnSpc>
                  <a:spcPct val="120000"/>
                </a:lnSpc>
              </a:pPr>
              <a:r>
                <a:rPr lang="zh-CN" altLang="en-US" sz="1050">
                  <a:solidFill>
                    <a:schemeClr val="dk1">
                      <a:lumMod val="100000"/>
                    </a:schemeClr>
                  </a:solidFill>
                </a:rPr>
                <a:t>此部分内容作为文字排版占位显示 </a:t>
              </a:r>
              <a:br>
                <a:rPr lang="zh-CN" altLang="en-US" sz="1050">
                  <a:solidFill>
                    <a:schemeClr val="dk1">
                      <a:lumMod val="100000"/>
                    </a:schemeClr>
                  </a:solidFill>
                </a:rPr>
              </a:br>
              <a:r>
                <a:rPr lang="zh-CN" altLang="en-US" sz="1050">
                  <a:solidFill>
                    <a:schemeClr val="dk1">
                      <a:lumMod val="100000"/>
                    </a:schemeClr>
                  </a:solidFill>
                </a:rPr>
                <a:t>（建议使用主题字体）</a:t>
              </a:r>
            </a:p>
          </p:txBody>
        </p:sp>
      </p:grpSp>
      <p:grpSp>
        <p:nvGrpSpPr>
          <p:cNvPr id="19" name="Group 38"/>
          <p:cNvGrpSpPr/>
          <p:nvPr/>
        </p:nvGrpSpPr>
        <p:grpSpPr>
          <a:xfrm>
            <a:off x="1259632" y="3450575"/>
            <a:ext cx="1649020" cy="755243"/>
            <a:chOff x="1197898" y="2503545"/>
            <a:chExt cx="2198693" cy="1006991"/>
          </a:xfrm>
        </p:grpSpPr>
        <p:sp>
          <p:nvSpPr>
            <p:cNvPr id="24" name="TextBox 39"/>
            <p:cNvSpPr txBox="1"/>
            <p:nvPr/>
          </p:nvSpPr>
          <p:spPr>
            <a:xfrm>
              <a:off x="1197898" y="2503545"/>
              <a:ext cx="1231106" cy="388226"/>
            </a:xfrm>
            <a:prstGeom prst="rect">
              <a:avLst/>
            </a:prstGeom>
            <a:noFill/>
          </p:spPr>
          <p:txBody>
            <a:bodyPr wrap="none" lIns="0" tIns="0" rIns="0" bIns="0" anchor="b" anchorCtr="0">
              <a:normAutofit/>
            </a:bodyPr>
            <a:lstStyle/>
            <a:p>
              <a:r>
                <a:rPr lang="zh-CN" altLang="en-US" sz="1600" b="1" dirty="0">
                  <a:solidFill>
                    <a:schemeClr val="accent2">
                      <a:lumMod val="100000"/>
                    </a:schemeClr>
                  </a:solidFill>
                </a:rPr>
                <a:t>标题文本预设</a:t>
              </a:r>
            </a:p>
          </p:txBody>
        </p:sp>
        <p:sp>
          <p:nvSpPr>
            <p:cNvPr id="25" name="TextBox 40"/>
            <p:cNvSpPr txBox="1">
              <a:spLocks/>
            </p:cNvSpPr>
            <p:nvPr/>
          </p:nvSpPr>
          <p:spPr>
            <a:xfrm>
              <a:off x="1197898" y="2891770"/>
              <a:ext cx="2198693" cy="618766"/>
            </a:xfrm>
            <a:prstGeom prst="rect">
              <a:avLst/>
            </a:prstGeom>
          </p:spPr>
          <p:txBody>
            <a:bodyPr vert="horz" wrap="square" lIns="0" tIns="0" rIns="0" bIns="0" anchor="ctr" anchorCtr="0">
              <a:normAutofit fontScale="92500" lnSpcReduction="20000"/>
            </a:bodyPr>
            <a:lstStyle/>
            <a:p>
              <a:pPr algn="l">
                <a:lnSpc>
                  <a:spcPct val="120000"/>
                </a:lnSpc>
              </a:pPr>
              <a:r>
                <a:rPr lang="zh-CN" altLang="en-US" sz="1050">
                  <a:solidFill>
                    <a:schemeClr val="dk1">
                      <a:lumMod val="100000"/>
                    </a:schemeClr>
                  </a:solidFill>
                </a:rPr>
                <a:t>此部分内容作为文字排版占位显示 </a:t>
              </a:r>
              <a:br>
                <a:rPr lang="zh-CN" altLang="en-US" sz="1050">
                  <a:solidFill>
                    <a:schemeClr val="dk1">
                      <a:lumMod val="100000"/>
                    </a:schemeClr>
                  </a:solidFill>
                </a:rPr>
              </a:br>
              <a:r>
                <a:rPr lang="zh-CN" altLang="en-US" sz="1050">
                  <a:solidFill>
                    <a:schemeClr val="dk1">
                      <a:lumMod val="100000"/>
                    </a:schemeClr>
                  </a:solidFill>
                </a:rPr>
                <a:t>（建议使用主题字体）</a:t>
              </a:r>
            </a:p>
          </p:txBody>
        </p:sp>
      </p:grpSp>
      <p:sp>
        <p:nvSpPr>
          <p:cNvPr id="32" name="Freeform: Shape 4"/>
          <p:cNvSpPr>
            <a:spLocks/>
          </p:cNvSpPr>
          <p:nvPr/>
        </p:nvSpPr>
        <p:spPr bwMode="auto">
          <a:xfrm rot="3166710">
            <a:off x="2813076" y="4118079"/>
            <a:ext cx="1381062" cy="813205"/>
          </a:xfrm>
          <a:custGeom>
            <a:avLst/>
            <a:gdLst>
              <a:gd name="T0" fmla="*/ 178 w 872"/>
              <a:gd name="T1" fmla="*/ 512 h 512"/>
              <a:gd name="T2" fmla="*/ 158 w 872"/>
              <a:gd name="T3" fmla="*/ 374 h 512"/>
              <a:gd name="T4" fmla="*/ 153 w 872"/>
              <a:gd name="T5" fmla="*/ 317 h 512"/>
              <a:gd name="T6" fmla="*/ 148 w 872"/>
              <a:gd name="T7" fmla="*/ 309 h 512"/>
              <a:gd name="T8" fmla="*/ 140 w 872"/>
              <a:gd name="T9" fmla="*/ 312 h 512"/>
              <a:gd name="T10" fmla="*/ 47 w 872"/>
              <a:gd name="T11" fmla="*/ 327 h 512"/>
              <a:gd name="T12" fmla="*/ 5 w 872"/>
              <a:gd name="T13" fmla="*/ 246 h 512"/>
              <a:gd name="T14" fmla="*/ 71 w 872"/>
              <a:gd name="T15" fmla="*/ 178 h 512"/>
              <a:gd name="T16" fmla="*/ 139 w 872"/>
              <a:gd name="T17" fmla="*/ 199 h 512"/>
              <a:gd name="T18" fmla="*/ 149 w 872"/>
              <a:gd name="T19" fmla="*/ 204 h 512"/>
              <a:gd name="T20" fmla="*/ 154 w 872"/>
              <a:gd name="T21" fmla="*/ 193 h 512"/>
              <a:gd name="T22" fmla="*/ 179 w 872"/>
              <a:gd name="T23" fmla="*/ 6 h 512"/>
              <a:gd name="T24" fmla="*/ 180 w 872"/>
              <a:gd name="T25" fmla="*/ 0 h 512"/>
              <a:gd name="T26" fmla="*/ 221 w 872"/>
              <a:gd name="T27" fmla="*/ 8 h 512"/>
              <a:gd name="T28" fmla="*/ 374 w 872"/>
              <a:gd name="T29" fmla="*/ 27 h 512"/>
              <a:gd name="T30" fmla="*/ 384 w 872"/>
              <a:gd name="T31" fmla="*/ 31 h 512"/>
              <a:gd name="T32" fmla="*/ 380 w 872"/>
              <a:gd name="T33" fmla="*/ 41 h 512"/>
              <a:gd name="T34" fmla="*/ 365 w 872"/>
              <a:gd name="T35" fmla="*/ 132 h 512"/>
              <a:gd name="T36" fmla="*/ 448 w 872"/>
              <a:gd name="T37" fmla="*/ 175 h 512"/>
              <a:gd name="T38" fmla="*/ 514 w 872"/>
              <a:gd name="T39" fmla="*/ 111 h 512"/>
              <a:gd name="T40" fmla="*/ 491 w 872"/>
              <a:gd name="T41" fmla="*/ 39 h 512"/>
              <a:gd name="T42" fmla="*/ 488 w 872"/>
              <a:gd name="T43" fmla="*/ 32 h 512"/>
              <a:gd name="T44" fmla="*/ 496 w 872"/>
              <a:gd name="T45" fmla="*/ 27 h 512"/>
              <a:gd name="T46" fmla="*/ 593 w 872"/>
              <a:gd name="T47" fmla="*/ 17 h 512"/>
              <a:gd name="T48" fmla="*/ 691 w 872"/>
              <a:gd name="T49" fmla="*/ 1 h 512"/>
              <a:gd name="T50" fmla="*/ 697 w 872"/>
              <a:gd name="T51" fmla="*/ 25 h 512"/>
              <a:gd name="T52" fmla="*/ 719 w 872"/>
              <a:gd name="T53" fmla="*/ 196 h 512"/>
              <a:gd name="T54" fmla="*/ 723 w 872"/>
              <a:gd name="T55" fmla="*/ 203 h 512"/>
              <a:gd name="T56" fmla="*/ 732 w 872"/>
              <a:gd name="T57" fmla="*/ 200 h 512"/>
              <a:gd name="T58" fmla="*/ 816 w 872"/>
              <a:gd name="T59" fmla="*/ 182 h 512"/>
              <a:gd name="T60" fmla="*/ 868 w 872"/>
              <a:gd name="T61" fmla="*/ 251 h 512"/>
              <a:gd name="T62" fmla="*/ 799 w 872"/>
              <a:gd name="T63" fmla="*/ 334 h 512"/>
              <a:gd name="T64" fmla="*/ 732 w 872"/>
              <a:gd name="T65" fmla="*/ 312 h 512"/>
              <a:gd name="T66" fmla="*/ 723 w 872"/>
              <a:gd name="T67" fmla="*/ 309 h 512"/>
              <a:gd name="T68" fmla="*/ 718 w 872"/>
              <a:gd name="T69" fmla="*/ 318 h 512"/>
              <a:gd name="T70" fmla="*/ 693 w 872"/>
              <a:gd name="T71" fmla="*/ 506 h 512"/>
              <a:gd name="T72" fmla="*/ 691 w 872"/>
              <a:gd name="T73" fmla="*/ 512 h 512"/>
              <a:gd name="T74" fmla="*/ 641 w 872"/>
              <a:gd name="T75" fmla="*/ 503 h 512"/>
              <a:gd name="T76" fmla="*/ 498 w 872"/>
              <a:gd name="T77" fmla="*/ 486 h 512"/>
              <a:gd name="T78" fmla="*/ 488 w 872"/>
              <a:gd name="T79" fmla="*/ 481 h 512"/>
              <a:gd name="T80" fmla="*/ 492 w 872"/>
              <a:gd name="T81" fmla="*/ 471 h 512"/>
              <a:gd name="T82" fmla="*/ 492 w 872"/>
              <a:gd name="T83" fmla="*/ 360 h 512"/>
              <a:gd name="T84" fmla="*/ 380 w 872"/>
              <a:gd name="T85" fmla="*/ 360 h 512"/>
              <a:gd name="T86" fmla="*/ 380 w 872"/>
              <a:gd name="T87" fmla="*/ 471 h 512"/>
              <a:gd name="T88" fmla="*/ 384 w 872"/>
              <a:gd name="T89" fmla="*/ 481 h 512"/>
              <a:gd name="T90" fmla="*/ 375 w 872"/>
              <a:gd name="T91" fmla="*/ 486 h 512"/>
              <a:gd name="T92" fmla="*/ 189 w 872"/>
              <a:gd name="T93" fmla="*/ 511 h 512"/>
              <a:gd name="T94" fmla="*/ 178 w 872"/>
              <a:gd name="T95" fmla="*/ 512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872" h="512">
                <a:moveTo>
                  <a:pt x="178" y="512"/>
                </a:moveTo>
                <a:cubicBezTo>
                  <a:pt x="171" y="465"/>
                  <a:pt x="164" y="420"/>
                  <a:pt x="158" y="374"/>
                </a:cubicBezTo>
                <a:cubicBezTo>
                  <a:pt x="155" y="355"/>
                  <a:pt x="155" y="336"/>
                  <a:pt x="153" y="317"/>
                </a:cubicBezTo>
                <a:cubicBezTo>
                  <a:pt x="153" y="314"/>
                  <a:pt x="151" y="310"/>
                  <a:pt x="148" y="309"/>
                </a:cubicBezTo>
                <a:cubicBezTo>
                  <a:pt x="147" y="308"/>
                  <a:pt x="142" y="310"/>
                  <a:pt x="140" y="312"/>
                </a:cubicBezTo>
                <a:cubicBezTo>
                  <a:pt x="114" y="337"/>
                  <a:pt x="78" y="343"/>
                  <a:pt x="47" y="327"/>
                </a:cubicBezTo>
                <a:cubicBezTo>
                  <a:pt x="17" y="311"/>
                  <a:pt x="0" y="278"/>
                  <a:pt x="5" y="246"/>
                </a:cubicBezTo>
                <a:cubicBezTo>
                  <a:pt x="10" y="211"/>
                  <a:pt x="35" y="184"/>
                  <a:pt x="71" y="178"/>
                </a:cubicBezTo>
                <a:cubicBezTo>
                  <a:pt x="96" y="173"/>
                  <a:pt x="119" y="181"/>
                  <a:pt x="139" y="199"/>
                </a:cubicBezTo>
                <a:cubicBezTo>
                  <a:pt x="141" y="201"/>
                  <a:pt x="145" y="202"/>
                  <a:pt x="149" y="204"/>
                </a:cubicBezTo>
                <a:cubicBezTo>
                  <a:pt x="150" y="200"/>
                  <a:pt x="153" y="197"/>
                  <a:pt x="154" y="193"/>
                </a:cubicBezTo>
                <a:cubicBezTo>
                  <a:pt x="157" y="130"/>
                  <a:pt x="165" y="67"/>
                  <a:pt x="179" y="6"/>
                </a:cubicBezTo>
                <a:cubicBezTo>
                  <a:pt x="179" y="4"/>
                  <a:pt x="180" y="3"/>
                  <a:pt x="180" y="0"/>
                </a:cubicBezTo>
                <a:cubicBezTo>
                  <a:pt x="194" y="3"/>
                  <a:pt x="207" y="6"/>
                  <a:pt x="221" y="8"/>
                </a:cubicBezTo>
                <a:cubicBezTo>
                  <a:pt x="272" y="14"/>
                  <a:pt x="323" y="20"/>
                  <a:pt x="374" y="27"/>
                </a:cubicBezTo>
                <a:cubicBezTo>
                  <a:pt x="377" y="27"/>
                  <a:pt x="381" y="30"/>
                  <a:pt x="384" y="31"/>
                </a:cubicBezTo>
                <a:cubicBezTo>
                  <a:pt x="383" y="34"/>
                  <a:pt x="382" y="38"/>
                  <a:pt x="380" y="41"/>
                </a:cubicBezTo>
                <a:cubicBezTo>
                  <a:pt x="356" y="66"/>
                  <a:pt x="350" y="102"/>
                  <a:pt x="365" y="132"/>
                </a:cubicBezTo>
                <a:cubicBezTo>
                  <a:pt x="381" y="163"/>
                  <a:pt x="413" y="179"/>
                  <a:pt x="448" y="175"/>
                </a:cubicBezTo>
                <a:cubicBezTo>
                  <a:pt x="480" y="170"/>
                  <a:pt x="507" y="145"/>
                  <a:pt x="514" y="111"/>
                </a:cubicBezTo>
                <a:cubicBezTo>
                  <a:pt x="519" y="84"/>
                  <a:pt x="511" y="60"/>
                  <a:pt x="491" y="39"/>
                </a:cubicBezTo>
                <a:cubicBezTo>
                  <a:pt x="489" y="37"/>
                  <a:pt x="487" y="33"/>
                  <a:pt x="488" y="32"/>
                </a:cubicBezTo>
                <a:cubicBezTo>
                  <a:pt x="489" y="29"/>
                  <a:pt x="493" y="27"/>
                  <a:pt x="496" y="27"/>
                </a:cubicBezTo>
                <a:cubicBezTo>
                  <a:pt x="528" y="23"/>
                  <a:pt x="561" y="21"/>
                  <a:pt x="593" y="17"/>
                </a:cubicBezTo>
                <a:cubicBezTo>
                  <a:pt x="626" y="13"/>
                  <a:pt x="658" y="7"/>
                  <a:pt x="691" y="1"/>
                </a:cubicBezTo>
                <a:cubicBezTo>
                  <a:pt x="693" y="8"/>
                  <a:pt x="695" y="16"/>
                  <a:pt x="697" y="25"/>
                </a:cubicBezTo>
                <a:cubicBezTo>
                  <a:pt x="708" y="81"/>
                  <a:pt x="716" y="138"/>
                  <a:pt x="719" y="196"/>
                </a:cubicBezTo>
                <a:cubicBezTo>
                  <a:pt x="719" y="198"/>
                  <a:pt x="721" y="203"/>
                  <a:pt x="723" y="203"/>
                </a:cubicBezTo>
                <a:cubicBezTo>
                  <a:pt x="725" y="204"/>
                  <a:pt x="729" y="202"/>
                  <a:pt x="732" y="200"/>
                </a:cubicBezTo>
                <a:cubicBezTo>
                  <a:pt x="756" y="178"/>
                  <a:pt x="784" y="170"/>
                  <a:pt x="816" y="182"/>
                </a:cubicBezTo>
                <a:cubicBezTo>
                  <a:pt x="847" y="193"/>
                  <a:pt x="864" y="218"/>
                  <a:pt x="868" y="251"/>
                </a:cubicBezTo>
                <a:cubicBezTo>
                  <a:pt x="872" y="290"/>
                  <a:pt x="839" y="330"/>
                  <a:pt x="799" y="334"/>
                </a:cubicBezTo>
                <a:cubicBezTo>
                  <a:pt x="773" y="338"/>
                  <a:pt x="751" y="330"/>
                  <a:pt x="732" y="312"/>
                </a:cubicBezTo>
                <a:cubicBezTo>
                  <a:pt x="730" y="310"/>
                  <a:pt x="725" y="308"/>
                  <a:pt x="723" y="309"/>
                </a:cubicBezTo>
                <a:cubicBezTo>
                  <a:pt x="720" y="310"/>
                  <a:pt x="719" y="315"/>
                  <a:pt x="718" y="318"/>
                </a:cubicBezTo>
                <a:cubicBezTo>
                  <a:pt x="715" y="381"/>
                  <a:pt x="706" y="444"/>
                  <a:pt x="693" y="506"/>
                </a:cubicBezTo>
                <a:cubicBezTo>
                  <a:pt x="693" y="508"/>
                  <a:pt x="692" y="509"/>
                  <a:pt x="691" y="512"/>
                </a:cubicBezTo>
                <a:cubicBezTo>
                  <a:pt x="674" y="509"/>
                  <a:pt x="658" y="505"/>
                  <a:pt x="641" y="503"/>
                </a:cubicBezTo>
                <a:cubicBezTo>
                  <a:pt x="594" y="497"/>
                  <a:pt x="546" y="491"/>
                  <a:pt x="498" y="486"/>
                </a:cubicBezTo>
                <a:cubicBezTo>
                  <a:pt x="495" y="485"/>
                  <a:pt x="491" y="483"/>
                  <a:pt x="488" y="481"/>
                </a:cubicBezTo>
                <a:cubicBezTo>
                  <a:pt x="489" y="478"/>
                  <a:pt x="490" y="474"/>
                  <a:pt x="492" y="471"/>
                </a:cubicBezTo>
                <a:cubicBezTo>
                  <a:pt x="523" y="439"/>
                  <a:pt x="523" y="390"/>
                  <a:pt x="492" y="360"/>
                </a:cubicBezTo>
                <a:cubicBezTo>
                  <a:pt x="461" y="329"/>
                  <a:pt x="411" y="329"/>
                  <a:pt x="380" y="360"/>
                </a:cubicBezTo>
                <a:cubicBezTo>
                  <a:pt x="349" y="391"/>
                  <a:pt x="349" y="439"/>
                  <a:pt x="380" y="471"/>
                </a:cubicBezTo>
                <a:cubicBezTo>
                  <a:pt x="382" y="474"/>
                  <a:pt x="384" y="478"/>
                  <a:pt x="384" y="481"/>
                </a:cubicBezTo>
                <a:cubicBezTo>
                  <a:pt x="384" y="483"/>
                  <a:pt x="378" y="485"/>
                  <a:pt x="375" y="486"/>
                </a:cubicBezTo>
                <a:cubicBezTo>
                  <a:pt x="313" y="489"/>
                  <a:pt x="251" y="497"/>
                  <a:pt x="189" y="511"/>
                </a:cubicBezTo>
                <a:cubicBezTo>
                  <a:pt x="187" y="511"/>
                  <a:pt x="184" y="511"/>
                  <a:pt x="178" y="512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="ctr"/>
          <a:lstStyle/>
          <a:p>
            <a:pPr algn="ctr"/>
            <a:endParaRPr dirty="0"/>
          </a:p>
        </p:txBody>
      </p:sp>
      <p:sp>
        <p:nvSpPr>
          <p:cNvPr id="33" name="Freeform: Shape 4"/>
          <p:cNvSpPr>
            <a:spLocks/>
          </p:cNvSpPr>
          <p:nvPr/>
        </p:nvSpPr>
        <p:spPr bwMode="auto">
          <a:xfrm rot="1526578">
            <a:off x="7475585" y="4603494"/>
            <a:ext cx="696712" cy="410242"/>
          </a:xfrm>
          <a:custGeom>
            <a:avLst/>
            <a:gdLst>
              <a:gd name="T0" fmla="*/ 178 w 872"/>
              <a:gd name="T1" fmla="*/ 512 h 512"/>
              <a:gd name="T2" fmla="*/ 158 w 872"/>
              <a:gd name="T3" fmla="*/ 374 h 512"/>
              <a:gd name="T4" fmla="*/ 153 w 872"/>
              <a:gd name="T5" fmla="*/ 317 h 512"/>
              <a:gd name="T6" fmla="*/ 148 w 872"/>
              <a:gd name="T7" fmla="*/ 309 h 512"/>
              <a:gd name="T8" fmla="*/ 140 w 872"/>
              <a:gd name="T9" fmla="*/ 312 h 512"/>
              <a:gd name="T10" fmla="*/ 47 w 872"/>
              <a:gd name="T11" fmla="*/ 327 h 512"/>
              <a:gd name="T12" fmla="*/ 5 w 872"/>
              <a:gd name="T13" fmla="*/ 246 h 512"/>
              <a:gd name="T14" fmla="*/ 71 w 872"/>
              <a:gd name="T15" fmla="*/ 178 h 512"/>
              <a:gd name="T16" fmla="*/ 139 w 872"/>
              <a:gd name="T17" fmla="*/ 199 h 512"/>
              <a:gd name="T18" fmla="*/ 149 w 872"/>
              <a:gd name="T19" fmla="*/ 204 h 512"/>
              <a:gd name="T20" fmla="*/ 154 w 872"/>
              <a:gd name="T21" fmla="*/ 193 h 512"/>
              <a:gd name="T22" fmla="*/ 179 w 872"/>
              <a:gd name="T23" fmla="*/ 6 h 512"/>
              <a:gd name="T24" fmla="*/ 180 w 872"/>
              <a:gd name="T25" fmla="*/ 0 h 512"/>
              <a:gd name="T26" fmla="*/ 221 w 872"/>
              <a:gd name="T27" fmla="*/ 8 h 512"/>
              <a:gd name="T28" fmla="*/ 374 w 872"/>
              <a:gd name="T29" fmla="*/ 27 h 512"/>
              <a:gd name="T30" fmla="*/ 384 w 872"/>
              <a:gd name="T31" fmla="*/ 31 h 512"/>
              <a:gd name="T32" fmla="*/ 380 w 872"/>
              <a:gd name="T33" fmla="*/ 41 h 512"/>
              <a:gd name="T34" fmla="*/ 365 w 872"/>
              <a:gd name="T35" fmla="*/ 132 h 512"/>
              <a:gd name="T36" fmla="*/ 448 w 872"/>
              <a:gd name="T37" fmla="*/ 175 h 512"/>
              <a:gd name="T38" fmla="*/ 514 w 872"/>
              <a:gd name="T39" fmla="*/ 111 h 512"/>
              <a:gd name="T40" fmla="*/ 491 w 872"/>
              <a:gd name="T41" fmla="*/ 39 h 512"/>
              <a:gd name="T42" fmla="*/ 488 w 872"/>
              <a:gd name="T43" fmla="*/ 32 h 512"/>
              <a:gd name="T44" fmla="*/ 496 w 872"/>
              <a:gd name="T45" fmla="*/ 27 h 512"/>
              <a:gd name="T46" fmla="*/ 593 w 872"/>
              <a:gd name="T47" fmla="*/ 17 h 512"/>
              <a:gd name="T48" fmla="*/ 691 w 872"/>
              <a:gd name="T49" fmla="*/ 1 h 512"/>
              <a:gd name="T50" fmla="*/ 697 w 872"/>
              <a:gd name="T51" fmla="*/ 25 h 512"/>
              <a:gd name="T52" fmla="*/ 719 w 872"/>
              <a:gd name="T53" fmla="*/ 196 h 512"/>
              <a:gd name="T54" fmla="*/ 723 w 872"/>
              <a:gd name="T55" fmla="*/ 203 h 512"/>
              <a:gd name="T56" fmla="*/ 732 w 872"/>
              <a:gd name="T57" fmla="*/ 200 h 512"/>
              <a:gd name="T58" fmla="*/ 816 w 872"/>
              <a:gd name="T59" fmla="*/ 182 h 512"/>
              <a:gd name="T60" fmla="*/ 868 w 872"/>
              <a:gd name="T61" fmla="*/ 251 h 512"/>
              <a:gd name="T62" fmla="*/ 799 w 872"/>
              <a:gd name="T63" fmla="*/ 334 h 512"/>
              <a:gd name="T64" fmla="*/ 732 w 872"/>
              <a:gd name="T65" fmla="*/ 312 h 512"/>
              <a:gd name="T66" fmla="*/ 723 w 872"/>
              <a:gd name="T67" fmla="*/ 309 h 512"/>
              <a:gd name="T68" fmla="*/ 718 w 872"/>
              <a:gd name="T69" fmla="*/ 318 h 512"/>
              <a:gd name="T70" fmla="*/ 693 w 872"/>
              <a:gd name="T71" fmla="*/ 506 h 512"/>
              <a:gd name="T72" fmla="*/ 691 w 872"/>
              <a:gd name="T73" fmla="*/ 512 h 512"/>
              <a:gd name="T74" fmla="*/ 641 w 872"/>
              <a:gd name="T75" fmla="*/ 503 h 512"/>
              <a:gd name="T76" fmla="*/ 498 w 872"/>
              <a:gd name="T77" fmla="*/ 486 h 512"/>
              <a:gd name="T78" fmla="*/ 488 w 872"/>
              <a:gd name="T79" fmla="*/ 481 h 512"/>
              <a:gd name="T80" fmla="*/ 492 w 872"/>
              <a:gd name="T81" fmla="*/ 471 h 512"/>
              <a:gd name="T82" fmla="*/ 492 w 872"/>
              <a:gd name="T83" fmla="*/ 360 h 512"/>
              <a:gd name="T84" fmla="*/ 380 w 872"/>
              <a:gd name="T85" fmla="*/ 360 h 512"/>
              <a:gd name="T86" fmla="*/ 380 w 872"/>
              <a:gd name="T87" fmla="*/ 471 h 512"/>
              <a:gd name="T88" fmla="*/ 384 w 872"/>
              <a:gd name="T89" fmla="*/ 481 h 512"/>
              <a:gd name="T90" fmla="*/ 375 w 872"/>
              <a:gd name="T91" fmla="*/ 486 h 512"/>
              <a:gd name="T92" fmla="*/ 189 w 872"/>
              <a:gd name="T93" fmla="*/ 511 h 512"/>
              <a:gd name="T94" fmla="*/ 178 w 872"/>
              <a:gd name="T95" fmla="*/ 512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872" h="512">
                <a:moveTo>
                  <a:pt x="178" y="512"/>
                </a:moveTo>
                <a:cubicBezTo>
                  <a:pt x="171" y="465"/>
                  <a:pt x="164" y="420"/>
                  <a:pt x="158" y="374"/>
                </a:cubicBezTo>
                <a:cubicBezTo>
                  <a:pt x="155" y="355"/>
                  <a:pt x="155" y="336"/>
                  <a:pt x="153" y="317"/>
                </a:cubicBezTo>
                <a:cubicBezTo>
                  <a:pt x="153" y="314"/>
                  <a:pt x="151" y="310"/>
                  <a:pt x="148" y="309"/>
                </a:cubicBezTo>
                <a:cubicBezTo>
                  <a:pt x="147" y="308"/>
                  <a:pt x="142" y="310"/>
                  <a:pt x="140" y="312"/>
                </a:cubicBezTo>
                <a:cubicBezTo>
                  <a:pt x="114" y="337"/>
                  <a:pt x="78" y="343"/>
                  <a:pt x="47" y="327"/>
                </a:cubicBezTo>
                <a:cubicBezTo>
                  <a:pt x="17" y="311"/>
                  <a:pt x="0" y="278"/>
                  <a:pt x="5" y="246"/>
                </a:cubicBezTo>
                <a:cubicBezTo>
                  <a:pt x="10" y="211"/>
                  <a:pt x="35" y="184"/>
                  <a:pt x="71" y="178"/>
                </a:cubicBezTo>
                <a:cubicBezTo>
                  <a:pt x="96" y="173"/>
                  <a:pt x="119" y="181"/>
                  <a:pt x="139" y="199"/>
                </a:cubicBezTo>
                <a:cubicBezTo>
                  <a:pt x="141" y="201"/>
                  <a:pt x="145" y="202"/>
                  <a:pt x="149" y="204"/>
                </a:cubicBezTo>
                <a:cubicBezTo>
                  <a:pt x="150" y="200"/>
                  <a:pt x="153" y="197"/>
                  <a:pt x="154" y="193"/>
                </a:cubicBezTo>
                <a:cubicBezTo>
                  <a:pt x="157" y="130"/>
                  <a:pt x="165" y="67"/>
                  <a:pt x="179" y="6"/>
                </a:cubicBezTo>
                <a:cubicBezTo>
                  <a:pt x="179" y="4"/>
                  <a:pt x="180" y="3"/>
                  <a:pt x="180" y="0"/>
                </a:cubicBezTo>
                <a:cubicBezTo>
                  <a:pt x="194" y="3"/>
                  <a:pt x="207" y="6"/>
                  <a:pt x="221" y="8"/>
                </a:cubicBezTo>
                <a:cubicBezTo>
                  <a:pt x="272" y="14"/>
                  <a:pt x="323" y="20"/>
                  <a:pt x="374" y="27"/>
                </a:cubicBezTo>
                <a:cubicBezTo>
                  <a:pt x="377" y="27"/>
                  <a:pt x="381" y="30"/>
                  <a:pt x="384" y="31"/>
                </a:cubicBezTo>
                <a:cubicBezTo>
                  <a:pt x="383" y="34"/>
                  <a:pt x="382" y="38"/>
                  <a:pt x="380" y="41"/>
                </a:cubicBezTo>
                <a:cubicBezTo>
                  <a:pt x="356" y="66"/>
                  <a:pt x="350" y="102"/>
                  <a:pt x="365" y="132"/>
                </a:cubicBezTo>
                <a:cubicBezTo>
                  <a:pt x="381" y="163"/>
                  <a:pt x="413" y="179"/>
                  <a:pt x="448" y="175"/>
                </a:cubicBezTo>
                <a:cubicBezTo>
                  <a:pt x="480" y="170"/>
                  <a:pt x="507" y="145"/>
                  <a:pt x="514" y="111"/>
                </a:cubicBezTo>
                <a:cubicBezTo>
                  <a:pt x="519" y="84"/>
                  <a:pt x="511" y="60"/>
                  <a:pt x="491" y="39"/>
                </a:cubicBezTo>
                <a:cubicBezTo>
                  <a:pt x="489" y="37"/>
                  <a:pt x="487" y="33"/>
                  <a:pt x="488" y="32"/>
                </a:cubicBezTo>
                <a:cubicBezTo>
                  <a:pt x="489" y="29"/>
                  <a:pt x="493" y="27"/>
                  <a:pt x="496" y="27"/>
                </a:cubicBezTo>
                <a:cubicBezTo>
                  <a:pt x="528" y="23"/>
                  <a:pt x="561" y="21"/>
                  <a:pt x="593" y="17"/>
                </a:cubicBezTo>
                <a:cubicBezTo>
                  <a:pt x="626" y="13"/>
                  <a:pt x="658" y="7"/>
                  <a:pt x="691" y="1"/>
                </a:cubicBezTo>
                <a:cubicBezTo>
                  <a:pt x="693" y="8"/>
                  <a:pt x="695" y="16"/>
                  <a:pt x="697" y="25"/>
                </a:cubicBezTo>
                <a:cubicBezTo>
                  <a:pt x="708" y="81"/>
                  <a:pt x="716" y="138"/>
                  <a:pt x="719" y="196"/>
                </a:cubicBezTo>
                <a:cubicBezTo>
                  <a:pt x="719" y="198"/>
                  <a:pt x="721" y="203"/>
                  <a:pt x="723" y="203"/>
                </a:cubicBezTo>
                <a:cubicBezTo>
                  <a:pt x="725" y="204"/>
                  <a:pt x="729" y="202"/>
                  <a:pt x="732" y="200"/>
                </a:cubicBezTo>
                <a:cubicBezTo>
                  <a:pt x="756" y="178"/>
                  <a:pt x="784" y="170"/>
                  <a:pt x="816" y="182"/>
                </a:cubicBezTo>
                <a:cubicBezTo>
                  <a:pt x="847" y="193"/>
                  <a:pt x="864" y="218"/>
                  <a:pt x="868" y="251"/>
                </a:cubicBezTo>
                <a:cubicBezTo>
                  <a:pt x="872" y="290"/>
                  <a:pt x="839" y="330"/>
                  <a:pt x="799" y="334"/>
                </a:cubicBezTo>
                <a:cubicBezTo>
                  <a:pt x="773" y="338"/>
                  <a:pt x="751" y="330"/>
                  <a:pt x="732" y="312"/>
                </a:cubicBezTo>
                <a:cubicBezTo>
                  <a:pt x="730" y="310"/>
                  <a:pt x="725" y="308"/>
                  <a:pt x="723" y="309"/>
                </a:cubicBezTo>
                <a:cubicBezTo>
                  <a:pt x="720" y="310"/>
                  <a:pt x="719" y="315"/>
                  <a:pt x="718" y="318"/>
                </a:cubicBezTo>
                <a:cubicBezTo>
                  <a:pt x="715" y="381"/>
                  <a:pt x="706" y="444"/>
                  <a:pt x="693" y="506"/>
                </a:cubicBezTo>
                <a:cubicBezTo>
                  <a:pt x="693" y="508"/>
                  <a:pt x="692" y="509"/>
                  <a:pt x="691" y="512"/>
                </a:cubicBezTo>
                <a:cubicBezTo>
                  <a:pt x="674" y="509"/>
                  <a:pt x="658" y="505"/>
                  <a:pt x="641" y="503"/>
                </a:cubicBezTo>
                <a:cubicBezTo>
                  <a:pt x="594" y="497"/>
                  <a:pt x="546" y="491"/>
                  <a:pt x="498" y="486"/>
                </a:cubicBezTo>
                <a:cubicBezTo>
                  <a:pt x="495" y="485"/>
                  <a:pt x="491" y="483"/>
                  <a:pt x="488" y="481"/>
                </a:cubicBezTo>
                <a:cubicBezTo>
                  <a:pt x="489" y="478"/>
                  <a:pt x="490" y="474"/>
                  <a:pt x="492" y="471"/>
                </a:cubicBezTo>
                <a:cubicBezTo>
                  <a:pt x="523" y="439"/>
                  <a:pt x="523" y="390"/>
                  <a:pt x="492" y="360"/>
                </a:cubicBezTo>
                <a:cubicBezTo>
                  <a:pt x="461" y="329"/>
                  <a:pt x="411" y="329"/>
                  <a:pt x="380" y="360"/>
                </a:cubicBezTo>
                <a:cubicBezTo>
                  <a:pt x="349" y="391"/>
                  <a:pt x="349" y="439"/>
                  <a:pt x="380" y="471"/>
                </a:cubicBezTo>
                <a:cubicBezTo>
                  <a:pt x="382" y="474"/>
                  <a:pt x="384" y="478"/>
                  <a:pt x="384" y="481"/>
                </a:cubicBezTo>
                <a:cubicBezTo>
                  <a:pt x="384" y="483"/>
                  <a:pt x="378" y="485"/>
                  <a:pt x="375" y="486"/>
                </a:cubicBezTo>
                <a:cubicBezTo>
                  <a:pt x="313" y="489"/>
                  <a:pt x="251" y="497"/>
                  <a:pt x="189" y="511"/>
                </a:cubicBezTo>
                <a:cubicBezTo>
                  <a:pt x="187" y="511"/>
                  <a:pt x="184" y="511"/>
                  <a:pt x="178" y="512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4" name="Freeform: Shape 4"/>
          <p:cNvSpPr>
            <a:spLocks/>
          </p:cNvSpPr>
          <p:nvPr/>
        </p:nvSpPr>
        <p:spPr bwMode="auto">
          <a:xfrm rot="6735232">
            <a:off x="-415703" y="4425016"/>
            <a:ext cx="1302927" cy="767197"/>
          </a:xfrm>
          <a:custGeom>
            <a:avLst/>
            <a:gdLst>
              <a:gd name="T0" fmla="*/ 178 w 872"/>
              <a:gd name="T1" fmla="*/ 512 h 512"/>
              <a:gd name="T2" fmla="*/ 158 w 872"/>
              <a:gd name="T3" fmla="*/ 374 h 512"/>
              <a:gd name="T4" fmla="*/ 153 w 872"/>
              <a:gd name="T5" fmla="*/ 317 h 512"/>
              <a:gd name="T6" fmla="*/ 148 w 872"/>
              <a:gd name="T7" fmla="*/ 309 h 512"/>
              <a:gd name="T8" fmla="*/ 140 w 872"/>
              <a:gd name="T9" fmla="*/ 312 h 512"/>
              <a:gd name="T10" fmla="*/ 47 w 872"/>
              <a:gd name="T11" fmla="*/ 327 h 512"/>
              <a:gd name="T12" fmla="*/ 5 w 872"/>
              <a:gd name="T13" fmla="*/ 246 h 512"/>
              <a:gd name="T14" fmla="*/ 71 w 872"/>
              <a:gd name="T15" fmla="*/ 178 h 512"/>
              <a:gd name="T16" fmla="*/ 139 w 872"/>
              <a:gd name="T17" fmla="*/ 199 h 512"/>
              <a:gd name="T18" fmla="*/ 149 w 872"/>
              <a:gd name="T19" fmla="*/ 204 h 512"/>
              <a:gd name="T20" fmla="*/ 154 w 872"/>
              <a:gd name="T21" fmla="*/ 193 h 512"/>
              <a:gd name="T22" fmla="*/ 179 w 872"/>
              <a:gd name="T23" fmla="*/ 6 h 512"/>
              <a:gd name="T24" fmla="*/ 180 w 872"/>
              <a:gd name="T25" fmla="*/ 0 h 512"/>
              <a:gd name="T26" fmla="*/ 221 w 872"/>
              <a:gd name="T27" fmla="*/ 8 h 512"/>
              <a:gd name="T28" fmla="*/ 374 w 872"/>
              <a:gd name="T29" fmla="*/ 27 h 512"/>
              <a:gd name="T30" fmla="*/ 384 w 872"/>
              <a:gd name="T31" fmla="*/ 31 h 512"/>
              <a:gd name="T32" fmla="*/ 380 w 872"/>
              <a:gd name="T33" fmla="*/ 41 h 512"/>
              <a:gd name="T34" fmla="*/ 365 w 872"/>
              <a:gd name="T35" fmla="*/ 132 h 512"/>
              <a:gd name="T36" fmla="*/ 448 w 872"/>
              <a:gd name="T37" fmla="*/ 175 h 512"/>
              <a:gd name="T38" fmla="*/ 514 w 872"/>
              <a:gd name="T39" fmla="*/ 111 h 512"/>
              <a:gd name="T40" fmla="*/ 491 w 872"/>
              <a:gd name="T41" fmla="*/ 39 h 512"/>
              <a:gd name="T42" fmla="*/ 488 w 872"/>
              <a:gd name="T43" fmla="*/ 32 h 512"/>
              <a:gd name="T44" fmla="*/ 496 w 872"/>
              <a:gd name="T45" fmla="*/ 27 h 512"/>
              <a:gd name="T46" fmla="*/ 593 w 872"/>
              <a:gd name="T47" fmla="*/ 17 h 512"/>
              <a:gd name="T48" fmla="*/ 691 w 872"/>
              <a:gd name="T49" fmla="*/ 1 h 512"/>
              <a:gd name="T50" fmla="*/ 697 w 872"/>
              <a:gd name="T51" fmla="*/ 25 h 512"/>
              <a:gd name="T52" fmla="*/ 719 w 872"/>
              <a:gd name="T53" fmla="*/ 196 h 512"/>
              <a:gd name="T54" fmla="*/ 723 w 872"/>
              <a:gd name="T55" fmla="*/ 203 h 512"/>
              <a:gd name="T56" fmla="*/ 732 w 872"/>
              <a:gd name="T57" fmla="*/ 200 h 512"/>
              <a:gd name="T58" fmla="*/ 816 w 872"/>
              <a:gd name="T59" fmla="*/ 182 h 512"/>
              <a:gd name="T60" fmla="*/ 868 w 872"/>
              <a:gd name="T61" fmla="*/ 251 h 512"/>
              <a:gd name="T62" fmla="*/ 799 w 872"/>
              <a:gd name="T63" fmla="*/ 334 h 512"/>
              <a:gd name="T64" fmla="*/ 732 w 872"/>
              <a:gd name="T65" fmla="*/ 312 h 512"/>
              <a:gd name="T66" fmla="*/ 723 w 872"/>
              <a:gd name="T67" fmla="*/ 309 h 512"/>
              <a:gd name="T68" fmla="*/ 718 w 872"/>
              <a:gd name="T69" fmla="*/ 318 h 512"/>
              <a:gd name="T70" fmla="*/ 693 w 872"/>
              <a:gd name="T71" fmla="*/ 506 h 512"/>
              <a:gd name="T72" fmla="*/ 691 w 872"/>
              <a:gd name="T73" fmla="*/ 512 h 512"/>
              <a:gd name="T74" fmla="*/ 641 w 872"/>
              <a:gd name="T75" fmla="*/ 503 h 512"/>
              <a:gd name="T76" fmla="*/ 498 w 872"/>
              <a:gd name="T77" fmla="*/ 486 h 512"/>
              <a:gd name="T78" fmla="*/ 488 w 872"/>
              <a:gd name="T79" fmla="*/ 481 h 512"/>
              <a:gd name="T80" fmla="*/ 492 w 872"/>
              <a:gd name="T81" fmla="*/ 471 h 512"/>
              <a:gd name="T82" fmla="*/ 492 w 872"/>
              <a:gd name="T83" fmla="*/ 360 h 512"/>
              <a:gd name="T84" fmla="*/ 380 w 872"/>
              <a:gd name="T85" fmla="*/ 360 h 512"/>
              <a:gd name="T86" fmla="*/ 380 w 872"/>
              <a:gd name="T87" fmla="*/ 471 h 512"/>
              <a:gd name="T88" fmla="*/ 384 w 872"/>
              <a:gd name="T89" fmla="*/ 481 h 512"/>
              <a:gd name="T90" fmla="*/ 375 w 872"/>
              <a:gd name="T91" fmla="*/ 486 h 512"/>
              <a:gd name="T92" fmla="*/ 189 w 872"/>
              <a:gd name="T93" fmla="*/ 511 h 512"/>
              <a:gd name="T94" fmla="*/ 178 w 872"/>
              <a:gd name="T95" fmla="*/ 512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872" h="512">
                <a:moveTo>
                  <a:pt x="178" y="512"/>
                </a:moveTo>
                <a:cubicBezTo>
                  <a:pt x="171" y="465"/>
                  <a:pt x="164" y="420"/>
                  <a:pt x="158" y="374"/>
                </a:cubicBezTo>
                <a:cubicBezTo>
                  <a:pt x="155" y="355"/>
                  <a:pt x="155" y="336"/>
                  <a:pt x="153" y="317"/>
                </a:cubicBezTo>
                <a:cubicBezTo>
                  <a:pt x="153" y="314"/>
                  <a:pt x="151" y="310"/>
                  <a:pt x="148" y="309"/>
                </a:cubicBezTo>
                <a:cubicBezTo>
                  <a:pt x="147" y="308"/>
                  <a:pt x="142" y="310"/>
                  <a:pt x="140" y="312"/>
                </a:cubicBezTo>
                <a:cubicBezTo>
                  <a:pt x="114" y="337"/>
                  <a:pt x="78" y="343"/>
                  <a:pt x="47" y="327"/>
                </a:cubicBezTo>
                <a:cubicBezTo>
                  <a:pt x="17" y="311"/>
                  <a:pt x="0" y="278"/>
                  <a:pt x="5" y="246"/>
                </a:cubicBezTo>
                <a:cubicBezTo>
                  <a:pt x="10" y="211"/>
                  <a:pt x="35" y="184"/>
                  <a:pt x="71" y="178"/>
                </a:cubicBezTo>
                <a:cubicBezTo>
                  <a:pt x="96" y="173"/>
                  <a:pt x="119" y="181"/>
                  <a:pt x="139" y="199"/>
                </a:cubicBezTo>
                <a:cubicBezTo>
                  <a:pt x="141" y="201"/>
                  <a:pt x="145" y="202"/>
                  <a:pt x="149" y="204"/>
                </a:cubicBezTo>
                <a:cubicBezTo>
                  <a:pt x="150" y="200"/>
                  <a:pt x="153" y="197"/>
                  <a:pt x="154" y="193"/>
                </a:cubicBezTo>
                <a:cubicBezTo>
                  <a:pt x="157" y="130"/>
                  <a:pt x="165" y="67"/>
                  <a:pt x="179" y="6"/>
                </a:cubicBezTo>
                <a:cubicBezTo>
                  <a:pt x="179" y="4"/>
                  <a:pt x="180" y="3"/>
                  <a:pt x="180" y="0"/>
                </a:cubicBezTo>
                <a:cubicBezTo>
                  <a:pt x="194" y="3"/>
                  <a:pt x="207" y="6"/>
                  <a:pt x="221" y="8"/>
                </a:cubicBezTo>
                <a:cubicBezTo>
                  <a:pt x="272" y="14"/>
                  <a:pt x="323" y="20"/>
                  <a:pt x="374" y="27"/>
                </a:cubicBezTo>
                <a:cubicBezTo>
                  <a:pt x="377" y="27"/>
                  <a:pt x="381" y="30"/>
                  <a:pt x="384" y="31"/>
                </a:cubicBezTo>
                <a:cubicBezTo>
                  <a:pt x="383" y="34"/>
                  <a:pt x="382" y="38"/>
                  <a:pt x="380" y="41"/>
                </a:cubicBezTo>
                <a:cubicBezTo>
                  <a:pt x="356" y="66"/>
                  <a:pt x="350" y="102"/>
                  <a:pt x="365" y="132"/>
                </a:cubicBezTo>
                <a:cubicBezTo>
                  <a:pt x="381" y="163"/>
                  <a:pt x="413" y="179"/>
                  <a:pt x="448" y="175"/>
                </a:cubicBezTo>
                <a:cubicBezTo>
                  <a:pt x="480" y="170"/>
                  <a:pt x="507" y="145"/>
                  <a:pt x="514" y="111"/>
                </a:cubicBezTo>
                <a:cubicBezTo>
                  <a:pt x="519" y="84"/>
                  <a:pt x="511" y="60"/>
                  <a:pt x="491" y="39"/>
                </a:cubicBezTo>
                <a:cubicBezTo>
                  <a:pt x="489" y="37"/>
                  <a:pt x="487" y="33"/>
                  <a:pt x="488" y="32"/>
                </a:cubicBezTo>
                <a:cubicBezTo>
                  <a:pt x="489" y="29"/>
                  <a:pt x="493" y="27"/>
                  <a:pt x="496" y="27"/>
                </a:cubicBezTo>
                <a:cubicBezTo>
                  <a:pt x="528" y="23"/>
                  <a:pt x="561" y="21"/>
                  <a:pt x="593" y="17"/>
                </a:cubicBezTo>
                <a:cubicBezTo>
                  <a:pt x="626" y="13"/>
                  <a:pt x="658" y="7"/>
                  <a:pt x="691" y="1"/>
                </a:cubicBezTo>
                <a:cubicBezTo>
                  <a:pt x="693" y="8"/>
                  <a:pt x="695" y="16"/>
                  <a:pt x="697" y="25"/>
                </a:cubicBezTo>
                <a:cubicBezTo>
                  <a:pt x="708" y="81"/>
                  <a:pt x="716" y="138"/>
                  <a:pt x="719" y="196"/>
                </a:cubicBezTo>
                <a:cubicBezTo>
                  <a:pt x="719" y="198"/>
                  <a:pt x="721" y="203"/>
                  <a:pt x="723" y="203"/>
                </a:cubicBezTo>
                <a:cubicBezTo>
                  <a:pt x="725" y="204"/>
                  <a:pt x="729" y="202"/>
                  <a:pt x="732" y="200"/>
                </a:cubicBezTo>
                <a:cubicBezTo>
                  <a:pt x="756" y="178"/>
                  <a:pt x="784" y="170"/>
                  <a:pt x="816" y="182"/>
                </a:cubicBezTo>
                <a:cubicBezTo>
                  <a:pt x="847" y="193"/>
                  <a:pt x="864" y="218"/>
                  <a:pt x="868" y="251"/>
                </a:cubicBezTo>
                <a:cubicBezTo>
                  <a:pt x="872" y="290"/>
                  <a:pt x="839" y="330"/>
                  <a:pt x="799" y="334"/>
                </a:cubicBezTo>
                <a:cubicBezTo>
                  <a:pt x="773" y="338"/>
                  <a:pt x="751" y="330"/>
                  <a:pt x="732" y="312"/>
                </a:cubicBezTo>
                <a:cubicBezTo>
                  <a:pt x="730" y="310"/>
                  <a:pt x="725" y="308"/>
                  <a:pt x="723" y="309"/>
                </a:cubicBezTo>
                <a:cubicBezTo>
                  <a:pt x="720" y="310"/>
                  <a:pt x="719" y="315"/>
                  <a:pt x="718" y="318"/>
                </a:cubicBezTo>
                <a:cubicBezTo>
                  <a:pt x="715" y="381"/>
                  <a:pt x="706" y="444"/>
                  <a:pt x="693" y="506"/>
                </a:cubicBezTo>
                <a:cubicBezTo>
                  <a:pt x="693" y="508"/>
                  <a:pt x="692" y="509"/>
                  <a:pt x="691" y="512"/>
                </a:cubicBezTo>
                <a:cubicBezTo>
                  <a:pt x="674" y="509"/>
                  <a:pt x="658" y="505"/>
                  <a:pt x="641" y="503"/>
                </a:cubicBezTo>
                <a:cubicBezTo>
                  <a:pt x="594" y="497"/>
                  <a:pt x="546" y="491"/>
                  <a:pt x="498" y="486"/>
                </a:cubicBezTo>
                <a:cubicBezTo>
                  <a:pt x="495" y="485"/>
                  <a:pt x="491" y="483"/>
                  <a:pt x="488" y="481"/>
                </a:cubicBezTo>
                <a:cubicBezTo>
                  <a:pt x="489" y="478"/>
                  <a:pt x="490" y="474"/>
                  <a:pt x="492" y="471"/>
                </a:cubicBezTo>
                <a:cubicBezTo>
                  <a:pt x="523" y="439"/>
                  <a:pt x="523" y="390"/>
                  <a:pt x="492" y="360"/>
                </a:cubicBezTo>
                <a:cubicBezTo>
                  <a:pt x="461" y="329"/>
                  <a:pt x="411" y="329"/>
                  <a:pt x="380" y="360"/>
                </a:cubicBezTo>
                <a:cubicBezTo>
                  <a:pt x="349" y="391"/>
                  <a:pt x="349" y="439"/>
                  <a:pt x="380" y="471"/>
                </a:cubicBezTo>
                <a:cubicBezTo>
                  <a:pt x="382" y="474"/>
                  <a:pt x="384" y="478"/>
                  <a:pt x="384" y="481"/>
                </a:cubicBezTo>
                <a:cubicBezTo>
                  <a:pt x="384" y="483"/>
                  <a:pt x="378" y="485"/>
                  <a:pt x="375" y="486"/>
                </a:cubicBezTo>
                <a:cubicBezTo>
                  <a:pt x="313" y="489"/>
                  <a:pt x="251" y="497"/>
                  <a:pt x="189" y="511"/>
                </a:cubicBezTo>
                <a:cubicBezTo>
                  <a:pt x="187" y="511"/>
                  <a:pt x="184" y="511"/>
                  <a:pt x="178" y="512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="ctr"/>
          <a:lstStyle/>
          <a:p>
            <a:pPr algn="ctr"/>
            <a:endParaRPr dirty="0"/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3E0598FA-1AEB-0755-F2E7-286BDEBB49E9}"/>
              </a:ext>
            </a:extLst>
          </p:cNvPr>
          <p:cNvGrpSpPr/>
          <p:nvPr/>
        </p:nvGrpSpPr>
        <p:grpSpPr>
          <a:xfrm>
            <a:off x="2" y="62949"/>
            <a:ext cx="9145587" cy="514424"/>
            <a:chOff x="2" y="62949"/>
            <a:chExt cx="9145587" cy="514424"/>
          </a:xfrm>
        </p:grpSpPr>
        <p:pic>
          <p:nvPicPr>
            <p:cNvPr id="80" name="Picture 79" descr="122-吉林大学-logo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13973" y="62949"/>
              <a:ext cx="430096" cy="430096"/>
            </a:xfrm>
            <a:prstGeom prst="rect">
              <a:avLst/>
            </a:prstGeom>
          </p:spPr>
        </p:pic>
        <p:sp>
          <p:nvSpPr>
            <p:cNvPr id="41" name="任意多边形 7">
              <a:extLst>
                <a:ext uri="{FF2B5EF4-FFF2-40B4-BE49-F238E27FC236}">
                  <a16:creationId xmlns:a16="http://schemas.microsoft.com/office/drawing/2014/main" id="{1B900493-2621-2F2F-A9B9-6E3C7B32DF6B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521636" y="555120"/>
              <a:ext cx="8623953" cy="22253"/>
            </a:xfrm>
            <a:custGeom>
              <a:avLst/>
              <a:gdLst>
                <a:gd name="connsiteX0" fmla="*/ 0 w 12125327"/>
                <a:gd name="connsiteY0" fmla="*/ 0 h 31282"/>
                <a:gd name="connsiteX1" fmla="*/ 12125327 w 12125327"/>
                <a:gd name="connsiteY1" fmla="*/ 0 h 31282"/>
                <a:gd name="connsiteX2" fmla="*/ 12125327 w 12125327"/>
                <a:gd name="connsiteY2" fmla="*/ 31282 h 31282"/>
                <a:gd name="connsiteX3" fmla="*/ 17139 w 12125327"/>
                <a:gd name="connsiteY3" fmla="*/ 31282 h 31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25327" h="31282">
                  <a:moveTo>
                    <a:pt x="0" y="0"/>
                  </a:moveTo>
                  <a:lnTo>
                    <a:pt x="12125327" y="0"/>
                  </a:lnTo>
                  <a:lnTo>
                    <a:pt x="12125327" y="31282"/>
                  </a:lnTo>
                  <a:lnTo>
                    <a:pt x="17139" y="3128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4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2" name="任意多边形 8">
              <a:extLst>
                <a:ext uri="{FF2B5EF4-FFF2-40B4-BE49-F238E27FC236}">
                  <a16:creationId xmlns:a16="http://schemas.microsoft.com/office/drawing/2014/main" id="{9800A4BB-D817-A08D-C47C-5F057773A19F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2" y="195486"/>
              <a:ext cx="410536" cy="381886"/>
            </a:xfrm>
            <a:custGeom>
              <a:avLst/>
              <a:gdLst>
                <a:gd name="connsiteX0" fmla="*/ 284734 w 577217"/>
                <a:gd name="connsiteY0" fmla="*/ 0 h 536832"/>
                <a:gd name="connsiteX1" fmla="*/ 577217 w 577217"/>
                <a:gd name="connsiteY1" fmla="*/ 536832 h 536832"/>
                <a:gd name="connsiteX2" fmla="*/ 0 w 577217"/>
                <a:gd name="connsiteY2" fmla="*/ 536832 h 536832"/>
                <a:gd name="connsiteX3" fmla="*/ 0 w 577217"/>
                <a:gd name="connsiteY3" fmla="*/ 184 h 536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7217" h="536832">
                  <a:moveTo>
                    <a:pt x="284734" y="0"/>
                  </a:moveTo>
                  <a:lnTo>
                    <a:pt x="577217" y="536832"/>
                  </a:lnTo>
                  <a:lnTo>
                    <a:pt x="0" y="536832"/>
                  </a:lnTo>
                  <a:lnTo>
                    <a:pt x="0" y="184"/>
                  </a:lnTo>
                  <a:close/>
                </a:path>
              </a:pathLst>
            </a:custGeom>
            <a:solidFill>
              <a:srgbClr val="071E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400" dirty="0">
                <a:solidFill>
                  <a:srgbClr val="7EC234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3" name="Title 1">
              <a:extLst>
                <a:ext uri="{FF2B5EF4-FFF2-40B4-BE49-F238E27FC236}">
                  <a16:creationId xmlns:a16="http://schemas.microsoft.com/office/drawing/2014/main" id="{62C92BB5-C4E6-97E6-7F4A-9B9F668CDB7F}"/>
                </a:ext>
              </a:extLst>
            </p:cNvPr>
            <p:cNvSpPr txBox="1">
              <a:spLocks/>
            </p:cNvSpPr>
            <p:nvPr/>
          </p:nvSpPr>
          <p:spPr>
            <a:xfrm>
              <a:off x="611560" y="175643"/>
              <a:ext cx="2129944" cy="379477"/>
            </a:xfrm>
            <a:prstGeom prst="rect">
              <a:avLst/>
            </a:prstGeom>
          </p:spPr>
          <p:txBody>
            <a:bodyPr lIns="0" rIns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3000" b="0" kern="1200">
                  <a:solidFill>
                    <a:schemeClr val="accent1"/>
                  </a:solidFill>
                  <a:latin typeface="U.S. 101" pitchFamily="2" charset="0"/>
                  <a:ea typeface="Roboto" pitchFamily="2" charset="0"/>
                  <a:cs typeface="Open Sans Light" panose="020B0306030504020204" pitchFamily="34" charset="0"/>
                </a:defRPr>
              </a:lvl1pPr>
            </a:lstStyle>
            <a:p>
              <a:pPr algn="l"/>
              <a:r>
                <a:rPr lang="zh-CN" altLang="en-US" sz="18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点击输入标题内容</a:t>
              </a:r>
              <a:endParaRPr lang="en-GB" altLang="zh-CN" sz="1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75727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000"/>
                            </p:stCondLst>
                            <p:childTnLst>
                              <p:par>
                                <p:cTn id="7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32" grpId="0" animBg="1"/>
      <p:bldP spid="33" grpId="0" animBg="1"/>
      <p:bldP spid="3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122-吉林大学-img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2647" y="-1314692"/>
            <a:ext cx="9154760" cy="5721725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73505A62-FE69-694F-95E5-03BCCFD5CD4A}"/>
              </a:ext>
            </a:extLst>
          </p:cNvPr>
          <p:cNvGrpSpPr/>
          <p:nvPr/>
        </p:nvGrpSpPr>
        <p:grpSpPr>
          <a:xfrm>
            <a:off x="-7279" y="2116274"/>
            <a:ext cx="9679759" cy="3163632"/>
            <a:chOff x="0" y="2639824"/>
            <a:chExt cx="12906345" cy="3722876"/>
          </a:xfrm>
        </p:grpSpPr>
        <p:sp>
          <p:nvSpPr>
            <p:cNvPr id="4" name="任意多边形 10">
              <a:extLst>
                <a:ext uri="{FF2B5EF4-FFF2-40B4-BE49-F238E27FC236}">
                  <a16:creationId xmlns:a16="http://schemas.microsoft.com/office/drawing/2014/main" id="{9BBBF71B-D0D4-102F-A69E-518DA27DEBA1}"/>
                </a:ext>
              </a:extLst>
            </p:cNvPr>
            <p:cNvSpPr/>
            <p:nvPr/>
          </p:nvSpPr>
          <p:spPr>
            <a:xfrm flipH="1">
              <a:off x="0" y="2639824"/>
              <a:ext cx="12211050" cy="3524250"/>
            </a:xfrm>
            <a:custGeom>
              <a:avLst/>
              <a:gdLst>
                <a:gd name="connsiteX0" fmla="*/ 19050 w 12192000"/>
                <a:gd name="connsiteY0" fmla="*/ 76200 h 3524250"/>
                <a:gd name="connsiteX1" fmla="*/ 7543800 w 12192000"/>
                <a:gd name="connsiteY1" fmla="*/ 1200150 h 3524250"/>
                <a:gd name="connsiteX2" fmla="*/ 12192000 w 12192000"/>
                <a:gd name="connsiteY2" fmla="*/ 0 h 3524250"/>
                <a:gd name="connsiteX3" fmla="*/ 12172950 w 12192000"/>
                <a:gd name="connsiteY3" fmla="*/ 3524250 h 3524250"/>
                <a:gd name="connsiteX4" fmla="*/ 0 w 12192000"/>
                <a:gd name="connsiteY4" fmla="*/ 3505200 h 3524250"/>
                <a:gd name="connsiteX5" fmla="*/ 19050 w 12192000"/>
                <a:gd name="connsiteY5" fmla="*/ 76200 h 3524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3524250">
                  <a:moveTo>
                    <a:pt x="19050" y="76200"/>
                  </a:moveTo>
                  <a:cubicBezTo>
                    <a:pt x="2767012" y="644525"/>
                    <a:pt x="5514975" y="1212850"/>
                    <a:pt x="7543800" y="1200150"/>
                  </a:cubicBezTo>
                  <a:cubicBezTo>
                    <a:pt x="9572625" y="1187450"/>
                    <a:pt x="10882312" y="593725"/>
                    <a:pt x="12192000" y="0"/>
                  </a:cubicBezTo>
                  <a:lnTo>
                    <a:pt x="12172950" y="3524250"/>
                  </a:lnTo>
                  <a:lnTo>
                    <a:pt x="0" y="3505200"/>
                  </a:lnTo>
                  <a:lnTo>
                    <a:pt x="19050" y="76200"/>
                  </a:lnTo>
                  <a:close/>
                </a:path>
              </a:pathLst>
            </a:custGeom>
            <a:solidFill>
              <a:srgbClr val="0824A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" name="任意多边形 9">
              <a:extLst>
                <a:ext uri="{FF2B5EF4-FFF2-40B4-BE49-F238E27FC236}">
                  <a16:creationId xmlns:a16="http://schemas.microsoft.com/office/drawing/2014/main" id="{AAE3D3AC-87AD-73D4-D897-05C691AAE901}"/>
                </a:ext>
              </a:extLst>
            </p:cNvPr>
            <p:cNvSpPr/>
            <p:nvPr/>
          </p:nvSpPr>
          <p:spPr>
            <a:xfrm flipH="1">
              <a:off x="0" y="2838450"/>
              <a:ext cx="12906345" cy="3524250"/>
            </a:xfrm>
            <a:custGeom>
              <a:avLst/>
              <a:gdLst>
                <a:gd name="connsiteX0" fmla="*/ 19050 w 12192000"/>
                <a:gd name="connsiteY0" fmla="*/ 76200 h 3524250"/>
                <a:gd name="connsiteX1" fmla="*/ 7543800 w 12192000"/>
                <a:gd name="connsiteY1" fmla="*/ 1200150 h 3524250"/>
                <a:gd name="connsiteX2" fmla="*/ 12192000 w 12192000"/>
                <a:gd name="connsiteY2" fmla="*/ 0 h 3524250"/>
                <a:gd name="connsiteX3" fmla="*/ 12172950 w 12192000"/>
                <a:gd name="connsiteY3" fmla="*/ 3524250 h 3524250"/>
                <a:gd name="connsiteX4" fmla="*/ 0 w 12192000"/>
                <a:gd name="connsiteY4" fmla="*/ 3505200 h 3524250"/>
                <a:gd name="connsiteX5" fmla="*/ 19050 w 12192000"/>
                <a:gd name="connsiteY5" fmla="*/ 76200 h 3524250"/>
                <a:gd name="connsiteX0" fmla="*/ 19050 w 12192000"/>
                <a:gd name="connsiteY0" fmla="*/ 146845 h 3594895"/>
                <a:gd name="connsiteX1" fmla="*/ 2757941 w 12192000"/>
                <a:gd name="connsiteY1" fmla="*/ 691140 h 3594895"/>
                <a:gd name="connsiteX2" fmla="*/ 7543800 w 12192000"/>
                <a:gd name="connsiteY2" fmla="*/ 1270795 h 3594895"/>
                <a:gd name="connsiteX3" fmla="*/ 12192000 w 12192000"/>
                <a:gd name="connsiteY3" fmla="*/ 70645 h 3594895"/>
                <a:gd name="connsiteX4" fmla="*/ 12172950 w 12192000"/>
                <a:gd name="connsiteY4" fmla="*/ 3594895 h 3594895"/>
                <a:gd name="connsiteX5" fmla="*/ 0 w 12192000"/>
                <a:gd name="connsiteY5" fmla="*/ 3575845 h 3594895"/>
                <a:gd name="connsiteX6" fmla="*/ 19050 w 12192000"/>
                <a:gd name="connsiteY6" fmla="*/ 146845 h 3594895"/>
                <a:gd name="connsiteX0" fmla="*/ 19050 w 12192000"/>
                <a:gd name="connsiteY0" fmla="*/ 76200 h 3524250"/>
                <a:gd name="connsiteX1" fmla="*/ 2757941 w 12192000"/>
                <a:gd name="connsiteY1" fmla="*/ 620495 h 3524250"/>
                <a:gd name="connsiteX2" fmla="*/ 7543800 w 12192000"/>
                <a:gd name="connsiteY2" fmla="*/ 1200150 h 3524250"/>
                <a:gd name="connsiteX3" fmla="*/ 12192000 w 12192000"/>
                <a:gd name="connsiteY3" fmla="*/ 0 h 3524250"/>
                <a:gd name="connsiteX4" fmla="*/ 12172950 w 12192000"/>
                <a:gd name="connsiteY4" fmla="*/ 3524250 h 3524250"/>
                <a:gd name="connsiteX5" fmla="*/ 0 w 12192000"/>
                <a:gd name="connsiteY5" fmla="*/ 3505200 h 3524250"/>
                <a:gd name="connsiteX6" fmla="*/ 19050 w 12192000"/>
                <a:gd name="connsiteY6" fmla="*/ 76200 h 3524250"/>
                <a:gd name="connsiteX0" fmla="*/ 0 w 12886210"/>
                <a:gd name="connsiteY0" fmla="*/ 2447925 h 3524250"/>
                <a:gd name="connsiteX1" fmla="*/ 3452151 w 12886210"/>
                <a:gd name="connsiteY1" fmla="*/ 620495 h 3524250"/>
                <a:gd name="connsiteX2" fmla="*/ 8238010 w 12886210"/>
                <a:gd name="connsiteY2" fmla="*/ 1200150 h 3524250"/>
                <a:gd name="connsiteX3" fmla="*/ 12886210 w 12886210"/>
                <a:gd name="connsiteY3" fmla="*/ 0 h 3524250"/>
                <a:gd name="connsiteX4" fmla="*/ 12867160 w 12886210"/>
                <a:gd name="connsiteY4" fmla="*/ 3524250 h 3524250"/>
                <a:gd name="connsiteX5" fmla="*/ 694210 w 12886210"/>
                <a:gd name="connsiteY5" fmla="*/ 3505200 h 3524250"/>
                <a:gd name="connsiteX6" fmla="*/ 0 w 12886210"/>
                <a:gd name="connsiteY6" fmla="*/ 2447925 h 3524250"/>
                <a:gd name="connsiteX0" fmla="*/ 0 w 12886210"/>
                <a:gd name="connsiteY0" fmla="*/ 2447925 h 3524250"/>
                <a:gd name="connsiteX1" fmla="*/ 3452151 w 12886210"/>
                <a:gd name="connsiteY1" fmla="*/ 620495 h 3524250"/>
                <a:gd name="connsiteX2" fmla="*/ 8238010 w 12886210"/>
                <a:gd name="connsiteY2" fmla="*/ 1200150 h 3524250"/>
                <a:gd name="connsiteX3" fmla="*/ 12886210 w 12886210"/>
                <a:gd name="connsiteY3" fmla="*/ 0 h 3524250"/>
                <a:gd name="connsiteX4" fmla="*/ 12867160 w 12886210"/>
                <a:gd name="connsiteY4" fmla="*/ 3524250 h 3524250"/>
                <a:gd name="connsiteX5" fmla="*/ 694210 w 12886210"/>
                <a:gd name="connsiteY5" fmla="*/ 3505200 h 3524250"/>
                <a:gd name="connsiteX6" fmla="*/ 0 w 12886210"/>
                <a:gd name="connsiteY6" fmla="*/ 2447925 h 3524250"/>
                <a:gd name="connsiteX0" fmla="*/ 0 w 12886210"/>
                <a:gd name="connsiteY0" fmla="*/ 2447925 h 3524250"/>
                <a:gd name="connsiteX1" fmla="*/ 3452151 w 12886210"/>
                <a:gd name="connsiteY1" fmla="*/ 620495 h 3524250"/>
                <a:gd name="connsiteX2" fmla="*/ 8238010 w 12886210"/>
                <a:gd name="connsiteY2" fmla="*/ 1200150 h 3524250"/>
                <a:gd name="connsiteX3" fmla="*/ 12886210 w 12886210"/>
                <a:gd name="connsiteY3" fmla="*/ 0 h 3524250"/>
                <a:gd name="connsiteX4" fmla="*/ 12867160 w 12886210"/>
                <a:gd name="connsiteY4" fmla="*/ 3524250 h 3524250"/>
                <a:gd name="connsiteX5" fmla="*/ 694210 w 12886210"/>
                <a:gd name="connsiteY5" fmla="*/ 3505200 h 3524250"/>
                <a:gd name="connsiteX6" fmla="*/ 0 w 12886210"/>
                <a:gd name="connsiteY6" fmla="*/ 2447925 h 3524250"/>
                <a:gd name="connsiteX0" fmla="*/ 0 w 12886210"/>
                <a:gd name="connsiteY0" fmla="*/ 2447925 h 3524250"/>
                <a:gd name="connsiteX1" fmla="*/ 3442641 w 12886210"/>
                <a:gd name="connsiteY1" fmla="*/ 782420 h 3524250"/>
                <a:gd name="connsiteX2" fmla="*/ 8238010 w 12886210"/>
                <a:gd name="connsiteY2" fmla="*/ 1200150 h 3524250"/>
                <a:gd name="connsiteX3" fmla="*/ 12886210 w 12886210"/>
                <a:gd name="connsiteY3" fmla="*/ 0 h 3524250"/>
                <a:gd name="connsiteX4" fmla="*/ 12867160 w 12886210"/>
                <a:gd name="connsiteY4" fmla="*/ 3524250 h 3524250"/>
                <a:gd name="connsiteX5" fmla="*/ 694210 w 12886210"/>
                <a:gd name="connsiteY5" fmla="*/ 3505200 h 3524250"/>
                <a:gd name="connsiteX6" fmla="*/ 0 w 12886210"/>
                <a:gd name="connsiteY6" fmla="*/ 2447925 h 3524250"/>
                <a:gd name="connsiteX0" fmla="*/ 0 w 12886210"/>
                <a:gd name="connsiteY0" fmla="*/ 2447925 h 3524250"/>
                <a:gd name="connsiteX1" fmla="*/ 3442641 w 12886210"/>
                <a:gd name="connsiteY1" fmla="*/ 782420 h 3524250"/>
                <a:gd name="connsiteX2" fmla="*/ 8238010 w 12886210"/>
                <a:gd name="connsiteY2" fmla="*/ 1200150 h 3524250"/>
                <a:gd name="connsiteX3" fmla="*/ 12886210 w 12886210"/>
                <a:gd name="connsiteY3" fmla="*/ 0 h 3524250"/>
                <a:gd name="connsiteX4" fmla="*/ 12867160 w 12886210"/>
                <a:gd name="connsiteY4" fmla="*/ 3524250 h 3524250"/>
                <a:gd name="connsiteX5" fmla="*/ 694210 w 12886210"/>
                <a:gd name="connsiteY5" fmla="*/ 3505200 h 3524250"/>
                <a:gd name="connsiteX6" fmla="*/ 0 w 12886210"/>
                <a:gd name="connsiteY6" fmla="*/ 2447925 h 3524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886210" h="3524250">
                  <a:moveTo>
                    <a:pt x="0" y="2447925"/>
                  </a:moveTo>
                  <a:cubicBezTo>
                    <a:pt x="459657" y="1967141"/>
                    <a:pt x="1760560" y="709395"/>
                    <a:pt x="3442641" y="782420"/>
                  </a:cubicBezTo>
                  <a:cubicBezTo>
                    <a:pt x="4722127" y="868145"/>
                    <a:pt x="6664082" y="1330553"/>
                    <a:pt x="8238010" y="1200150"/>
                  </a:cubicBezTo>
                  <a:cubicBezTo>
                    <a:pt x="9811938" y="1069747"/>
                    <a:pt x="11576522" y="593725"/>
                    <a:pt x="12886210" y="0"/>
                  </a:cubicBezTo>
                  <a:lnTo>
                    <a:pt x="12867160" y="3524250"/>
                  </a:lnTo>
                  <a:lnTo>
                    <a:pt x="694210" y="3505200"/>
                  </a:lnTo>
                  <a:lnTo>
                    <a:pt x="0" y="244792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B09FD2E9-64E3-36B3-BCB3-9B7571B882D2}"/>
              </a:ext>
            </a:extLst>
          </p:cNvPr>
          <p:cNvSpPr/>
          <p:nvPr/>
        </p:nvSpPr>
        <p:spPr>
          <a:xfrm>
            <a:off x="1940623" y="3534185"/>
            <a:ext cx="581446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400" b="1" kern="10" dirty="0">
                <a:solidFill>
                  <a:srgbClr val="05176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 同题讨论</a:t>
            </a:r>
            <a:r>
              <a:rPr lang="zh-CN" altLang="en-US" sz="4400" b="1" kern="10" dirty="0">
                <a:solidFill>
                  <a:srgbClr val="05176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</a:p>
        </p:txBody>
      </p:sp>
      <p:sp>
        <p:nvSpPr>
          <p:cNvPr id="7" name="WordArt 5">
            <a:extLst>
              <a:ext uri="{FF2B5EF4-FFF2-40B4-BE49-F238E27FC236}">
                <a16:creationId xmlns:a16="http://schemas.microsoft.com/office/drawing/2014/main" id="{FFECEBD3-2457-3965-7DD9-A62ED7E53601}"/>
              </a:ext>
            </a:extLst>
          </p:cNvPr>
          <p:cNvSpPr>
            <a:spLocks noChangeArrowheads="1" noChangeShapeType="1"/>
          </p:cNvSpPr>
          <p:nvPr/>
        </p:nvSpPr>
        <p:spPr bwMode="auto">
          <a:xfrm>
            <a:off x="3053665" y="4447018"/>
            <a:ext cx="3916669" cy="405366"/>
          </a:xfrm>
          <a:prstGeom prst="rect">
            <a:avLst/>
          </a:prstGeom>
        </p:spPr>
        <p:txBody>
          <a:bodyPr wrap="none" fromWordArt="1"/>
          <a:lstStyle/>
          <a:p>
            <a:pPr algn="ctr"/>
            <a:r>
              <a:rPr lang="en-US" altLang="zh-CN" sz="2100" kern="10" dirty="0">
                <a:solidFill>
                  <a:srgbClr val="05176B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Measurement of horizontal angle</a:t>
            </a:r>
            <a:endParaRPr lang="zh-CN" altLang="en-US" sz="2100" kern="10" dirty="0">
              <a:solidFill>
                <a:srgbClr val="00406E"/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4E6FE378-13F5-6D8B-9DE4-0EF1BC72F203}"/>
              </a:ext>
            </a:extLst>
          </p:cNvPr>
          <p:cNvGrpSpPr/>
          <p:nvPr/>
        </p:nvGrpSpPr>
        <p:grpSpPr>
          <a:xfrm>
            <a:off x="1375722" y="2165865"/>
            <a:ext cx="1705800" cy="1705800"/>
            <a:chOff x="1441054" y="2119509"/>
            <a:chExt cx="1705800" cy="1705800"/>
          </a:xfrm>
        </p:grpSpPr>
        <p:sp>
          <p:nvSpPr>
            <p:cNvPr id="9" name="white base">
              <a:extLst>
                <a:ext uri="{FF2B5EF4-FFF2-40B4-BE49-F238E27FC236}">
                  <a16:creationId xmlns:a16="http://schemas.microsoft.com/office/drawing/2014/main" id="{3BD1C7C5-066E-9CA6-9F42-6C73CD752990}"/>
                </a:ext>
              </a:extLst>
            </p:cNvPr>
            <p:cNvSpPr/>
            <p:nvPr/>
          </p:nvSpPr>
          <p:spPr>
            <a:xfrm>
              <a:off x="1454240" y="2133600"/>
              <a:ext cx="1677600" cy="167761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1" name="Picture 20" descr="122-吉林大学-logo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41054" y="2119509"/>
              <a:ext cx="1705800" cy="1705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19775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608260" y="1422980"/>
            <a:ext cx="1842997" cy="672991"/>
            <a:chOff x="1518803" y="3430058"/>
            <a:chExt cx="2457329" cy="897321"/>
          </a:xfrm>
        </p:grpSpPr>
        <p:sp>
          <p:nvSpPr>
            <p:cNvPr id="23" name="文本框 8"/>
            <p:cNvSpPr txBox="1"/>
            <p:nvPr/>
          </p:nvSpPr>
          <p:spPr>
            <a:xfrm>
              <a:off x="1518803" y="3737823"/>
              <a:ext cx="2457329" cy="589556"/>
            </a:xfrm>
            <a:prstGeom prst="rect">
              <a:avLst/>
            </a:prstGeom>
            <a:noFill/>
          </p:spPr>
          <p:txBody>
            <a:bodyPr wrap="square" lIns="72000" tIns="0" rIns="72000" bIns="0" anchor="ctr" anchorCtr="0">
              <a:normAutofit fontScale="85000" lnSpcReduction="20000"/>
            </a:bodyPr>
            <a:lstStyle/>
            <a:p>
              <a:pPr algn="r" defTabSz="914378">
                <a:lnSpc>
                  <a:spcPct val="120000"/>
                </a:lnSpc>
                <a:defRPr/>
              </a:pPr>
              <a:r>
                <a:rPr lang="zh-CN" altLang="en-US" sz="1050">
                  <a:solidFill/>
                </a:rPr>
                <a:t>此部分内容作为文字排版占位显示</a:t>
              </a:r>
              <a:br>
                <a:rPr lang="zh-CN" altLang="en-US" sz="1050"/>
              </a:br>
              <a:r>
                <a:rPr lang="zh-CN" altLang="en-US" sz="1050"/>
                <a:t>（建议使用主题字体）</a:t>
              </a:r>
            </a:p>
          </p:txBody>
        </p:sp>
        <p:sp>
          <p:nvSpPr>
            <p:cNvPr id="24" name="矩形 23"/>
            <p:cNvSpPr/>
            <p:nvPr/>
          </p:nvSpPr>
          <p:spPr>
            <a:xfrm>
              <a:off x="1518803" y="3430058"/>
              <a:ext cx="2457329" cy="246221"/>
            </a:xfrm>
            <a:prstGeom prst="rect">
              <a:avLst/>
            </a:prstGeom>
          </p:spPr>
          <p:txBody>
            <a:bodyPr wrap="none" lIns="72000" tIns="0" rIns="72000" bIns="0">
              <a:normAutofit fontScale="85000" lnSpcReduction="20000"/>
            </a:bodyPr>
            <a:lstStyle/>
            <a:p>
              <a:pPr lvl="0" algn="r" defTabSz="914378">
                <a:defRPr/>
              </a:pPr>
              <a:r>
                <a:rPr lang="zh-CN" altLang="en-US" b="1" dirty="0">
                  <a:solidFill>
                    <a:srgbClr val="071F93"/>
                  </a:solidFill>
                </a:rPr>
                <a:t>标题文本预设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682597" y="1422980"/>
            <a:ext cx="1842997" cy="672991"/>
            <a:chOff x="8268607" y="3017352"/>
            <a:chExt cx="2457329" cy="897321"/>
          </a:xfrm>
        </p:grpSpPr>
        <p:sp>
          <p:nvSpPr>
            <p:cNvPr id="21" name="文本框 11"/>
            <p:cNvSpPr txBox="1"/>
            <p:nvPr/>
          </p:nvSpPr>
          <p:spPr>
            <a:xfrm>
              <a:off x="8268607" y="3325117"/>
              <a:ext cx="2457329" cy="589556"/>
            </a:xfrm>
            <a:prstGeom prst="rect">
              <a:avLst/>
            </a:prstGeom>
            <a:noFill/>
          </p:spPr>
          <p:txBody>
            <a:bodyPr wrap="square" lIns="72000" tIns="0" rIns="72000" bIns="0" anchor="ctr" anchorCtr="0">
              <a:normAutofit fontScale="85000" lnSpcReduction="20000"/>
            </a:bodyPr>
            <a:lstStyle/>
            <a:p>
              <a:pPr defTabSz="914378">
                <a:lnSpc>
                  <a:spcPct val="120000"/>
                </a:lnSpc>
                <a:defRPr/>
              </a:pPr>
              <a:r>
                <a:rPr lang="zh-CN" altLang="en-US" sz="1050">
                  <a:solidFill/>
                </a:rPr>
                <a:t>此部分内容作为文字排版占位显示</a:t>
              </a:r>
              <a:br>
                <a:rPr lang="zh-CN" altLang="en-US" sz="1050"/>
              </a:br>
              <a:r>
                <a:rPr lang="zh-CN" altLang="en-US" sz="1050"/>
                <a:t>（建议使用主题字体）</a:t>
              </a:r>
            </a:p>
          </p:txBody>
        </p:sp>
        <p:sp>
          <p:nvSpPr>
            <p:cNvPr id="22" name="矩形 21"/>
            <p:cNvSpPr/>
            <p:nvPr/>
          </p:nvSpPr>
          <p:spPr>
            <a:xfrm>
              <a:off x="8268607" y="3017352"/>
              <a:ext cx="2457329" cy="246221"/>
            </a:xfrm>
            <a:prstGeom prst="rect">
              <a:avLst/>
            </a:prstGeom>
          </p:spPr>
          <p:txBody>
            <a:bodyPr wrap="none" lIns="72000" tIns="0" rIns="72000" bIns="0">
              <a:normAutofit fontScale="85000" lnSpcReduction="20000"/>
            </a:bodyPr>
            <a:lstStyle/>
            <a:p>
              <a:pPr lvl="0" defTabSz="914378">
                <a:defRPr/>
              </a:pPr>
              <a:r>
                <a:rPr lang="zh-CN" altLang="en-US" b="1" dirty="0">
                  <a:solidFill>
                    <a:schemeClr val="accent2"/>
                  </a:solidFill>
                </a:rPr>
                <a:t>标题文本预设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608260" y="3352880"/>
            <a:ext cx="1842997" cy="672991"/>
            <a:chOff x="1518803" y="3430058"/>
            <a:chExt cx="2457329" cy="897321"/>
          </a:xfrm>
        </p:grpSpPr>
        <p:sp>
          <p:nvSpPr>
            <p:cNvPr id="19" name="文本框 14"/>
            <p:cNvSpPr txBox="1"/>
            <p:nvPr/>
          </p:nvSpPr>
          <p:spPr>
            <a:xfrm>
              <a:off x="1518803" y="3737823"/>
              <a:ext cx="2457329" cy="589556"/>
            </a:xfrm>
            <a:prstGeom prst="rect">
              <a:avLst/>
            </a:prstGeom>
            <a:noFill/>
          </p:spPr>
          <p:txBody>
            <a:bodyPr wrap="square" lIns="72000" tIns="0" rIns="72000" bIns="0" anchor="ctr" anchorCtr="0">
              <a:normAutofit fontScale="85000" lnSpcReduction="20000"/>
            </a:bodyPr>
            <a:lstStyle/>
            <a:p>
              <a:pPr algn="r" defTabSz="914378">
                <a:lnSpc>
                  <a:spcPct val="120000"/>
                </a:lnSpc>
                <a:defRPr/>
              </a:pPr>
              <a:r>
                <a:rPr lang="zh-CN" altLang="en-US" sz="1050">
                  <a:solidFill/>
                </a:rPr>
                <a:t>此部分内容作为文字排版占位显示</a:t>
              </a:r>
              <a:br>
                <a:rPr lang="zh-CN" altLang="en-US" sz="1050"/>
              </a:br>
              <a:r>
                <a:rPr lang="zh-CN" altLang="en-US" sz="1050"/>
                <a:t>（建议使用主题字体）</a:t>
              </a:r>
            </a:p>
          </p:txBody>
        </p:sp>
        <p:sp>
          <p:nvSpPr>
            <p:cNvPr id="20" name="矩形 19"/>
            <p:cNvSpPr/>
            <p:nvPr/>
          </p:nvSpPr>
          <p:spPr>
            <a:xfrm>
              <a:off x="1518803" y="3430058"/>
              <a:ext cx="2457329" cy="246221"/>
            </a:xfrm>
            <a:prstGeom prst="rect">
              <a:avLst/>
            </a:prstGeom>
          </p:spPr>
          <p:txBody>
            <a:bodyPr wrap="none" lIns="72000" tIns="0" rIns="72000" bIns="0">
              <a:normAutofit fontScale="85000" lnSpcReduction="20000"/>
            </a:bodyPr>
            <a:lstStyle/>
            <a:p>
              <a:pPr lvl="0" algn="r" defTabSz="914378">
                <a:defRPr/>
              </a:pPr>
              <a:r>
                <a:rPr lang="zh-CN" altLang="en-US" b="1">
                  <a:solidFill>
                    <a:schemeClr val="accent4"/>
                  </a:solidFill>
                </a:rPr>
                <a:t>标题文本预设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6682597" y="3352880"/>
            <a:ext cx="1842997" cy="672991"/>
            <a:chOff x="8268607" y="3017352"/>
            <a:chExt cx="2457329" cy="897321"/>
          </a:xfrm>
        </p:grpSpPr>
        <p:sp>
          <p:nvSpPr>
            <p:cNvPr id="17" name="文本框 17"/>
            <p:cNvSpPr txBox="1"/>
            <p:nvPr/>
          </p:nvSpPr>
          <p:spPr>
            <a:xfrm>
              <a:off x="8268607" y="3325117"/>
              <a:ext cx="2457329" cy="589556"/>
            </a:xfrm>
            <a:prstGeom prst="rect">
              <a:avLst/>
            </a:prstGeom>
            <a:noFill/>
          </p:spPr>
          <p:txBody>
            <a:bodyPr wrap="square" lIns="72000" tIns="0" rIns="72000" bIns="0" anchor="ctr" anchorCtr="0">
              <a:normAutofit fontScale="85000" lnSpcReduction="20000"/>
            </a:bodyPr>
            <a:lstStyle/>
            <a:p>
              <a:pPr defTabSz="914378">
                <a:lnSpc>
                  <a:spcPct val="120000"/>
                </a:lnSpc>
                <a:defRPr/>
              </a:pPr>
              <a:r>
                <a:rPr lang="zh-CN" altLang="en-US" sz="1050">
                  <a:solidFill/>
                </a:rPr>
                <a:t>此部分内容作为文字排版占位显示</a:t>
              </a:r>
              <a:br>
                <a:rPr lang="zh-CN" altLang="en-US" sz="1050"/>
              </a:br>
              <a:r>
                <a:rPr lang="zh-CN" altLang="en-US" sz="1050"/>
                <a:t>（建议使用主题字体）</a:t>
              </a:r>
            </a:p>
          </p:txBody>
        </p:sp>
        <p:sp>
          <p:nvSpPr>
            <p:cNvPr id="18" name="矩形 17"/>
            <p:cNvSpPr/>
            <p:nvPr/>
          </p:nvSpPr>
          <p:spPr>
            <a:xfrm>
              <a:off x="8268607" y="3017352"/>
              <a:ext cx="2457329" cy="246221"/>
            </a:xfrm>
            <a:prstGeom prst="rect">
              <a:avLst/>
            </a:prstGeom>
          </p:spPr>
          <p:txBody>
            <a:bodyPr wrap="none" lIns="72000" tIns="0" rIns="72000" bIns="0">
              <a:normAutofit fontScale="85000" lnSpcReduction="20000"/>
            </a:bodyPr>
            <a:lstStyle/>
            <a:p>
              <a:pPr lvl="0" defTabSz="914378">
                <a:defRPr/>
              </a:pPr>
              <a:r>
                <a:rPr lang="zh-CN" altLang="en-US" b="1">
                  <a:solidFill>
                    <a:schemeClr val="accent6"/>
                  </a:solidFill>
                </a:rPr>
                <a:t>标题文本预设</a:t>
              </a: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3190788" y="871172"/>
            <a:ext cx="1261195" cy="1929890"/>
            <a:chOff x="3190788" y="871172"/>
            <a:chExt cx="1261195" cy="1929890"/>
          </a:xfrm>
        </p:grpSpPr>
        <p:sp>
          <p:nvSpPr>
            <p:cNvPr id="26" name="箭头: 下 25"/>
            <p:cNvSpPr/>
            <p:nvPr/>
          </p:nvSpPr>
          <p:spPr>
            <a:xfrm rot="18900000" flipH="1">
              <a:off x="3220751" y="871172"/>
              <a:ext cx="1231232" cy="1929890"/>
            </a:xfrm>
            <a:prstGeom prst="downArrow">
              <a:avLst>
                <a:gd name="adj1" fmla="val 62800"/>
                <a:gd name="adj2" fmla="val 50000"/>
              </a:avLst>
            </a:prstGeom>
            <a:solidFill>
              <a:srgbClr val="071E8E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" name="任意多边形: 形状 9"/>
            <p:cNvSpPr>
              <a:spLocks/>
            </p:cNvSpPr>
            <p:nvPr/>
          </p:nvSpPr>
          <p:spPr bwMode="auto">
            <a:xfrm>
              <a:off x="3190788" y="1269508"/>
              <a:ext cx="386288" cy="317495"/>
            </a:xfrm>
            <a:custGeom>
              <a:avLst/>
              <a:gdLst>
                <a:gd name="T0" fmla="*/ 285 w 293"/>
                <a:gd name="T1" fmla="*/ 32 h 238"/>
                <a:gd name="T2" fmla="*/ 259 w 293"/>
                <a:gd name="T3" fmla="*/ 38 h 238"/>
                <a:gd name="T4" fmla="*/ 275 w 293"/>
                <a:gd name="T5" fmla="*/ 24 h 238"/>
                <a:gd name="T6" fmla="*/ 285 w 293"/>
                <a:gd name="T7" fmla="*/ 4 h 238"/>
                <a:gd name="T8" fmla="*/ 257 w 293"/>
                <a:gd name="T9" fmla="*/ 16 h 238"/>
                <a:gd name="T10" fmla="*/ 237 w 293"/>
                <a:gd name="T11" fmla="*/ 11 h 238"/>
                <a:gd name="T12" fmla="*/ 216 w 293"/>
                <a:gd name="T13" fmla="*/ 1 h 238"/>
                <a:gd name="T14" fmla="*/ 203 w 293"/>
                <a:gd name="T15" fmla="*/ 0 h 238"/>
                <a:gd name="T16" fmla="*/ 179 w 293"/>
                <a:gd name="T17" fmla="*/ 5 h 238"/>
                <a:gd name="T18" fmla="*/ 154 w 293"/>
                <a:gd name="T19" fmla="*/ 27 h 238"/>
                <a:gd name="T20" fmla="*/ 143 w 293"/>
                <a:gd name="T21" fmla="*/ 54 h 238"/>
                <a:gd name="T22" fmla="*/ 143 w 293"/>
                <a:gd name="T23" fmla="*/ 67 h 238"/>
                <a:gd name="T24" fmla="*/ 126 w 293"/>
                <a:gd name="T25" fmla="*/ 72 h 238"/>
                <a:gd name="T26" fmla="*/ 75 w 293"/>
                <a:gd name="T27" fmla="*/ 55 h 238"/>
                <a:gd name="T28" fmla="*/ 33 w 293"/>
                <a:gd name="T29" fmla="*/ 24 h 238"/>
                <a:gd name="T30" fmla="*/ 17 w 293"/>
                <a:gd name="T31" fmla="*/ 17 h 238"/>
                <a:gd name="T32" fmla="*/ 12 w 293"/>
                <a:gd name="T33" fmla="*/ 41 h 238"/>
                <a:gd name="T34" fmla="*/ 14 w 293"/>
                <a:gd name="T35" fmla="*/ 57 h 238"/>
                <a:gd name="T36" fmla="*/ 23 w 293"/>
                <a:gd name="T37" fmla="*/ 76 h 238"/>
                <a:gd name="T38" fmla="*/ 39 w 293"/>
                <a:gd name="T39" fmla="*/ 91 h 238"/>
                <a:gd name="T40" fmla="*/ 25 w 293"/>
                <a:gd name="T41" fmla="*/ 89 h 238"/>
                <a:gd name="T42" fmla="*/ 12 w 293"/>
                <a:gd name="T43" fmla="*/ 84 h 238"/>
                <a:gd name="T44" fmla="*/ 13 w 293"/>
                <a:gd name="T45" fmla="*/ 95 h 238"/>
                <a:gd name="T46" fmla="*/ 25 w 293"/>
                <a:gd name="T47" fmla="*/ 123 h 238"/>
                <a:gd name="T48" fmla="*/ 50 w 293"/>
                <a:gd name="T49" fmla="*/ 140 h 238"/>
                <a:gd name="T50" fmla="*/ 52 w 293"/>
                <a:gd name="T51" fmla="*/ 145 h 238"/>
                <a:gd name="T52" fmla="*/ 33 w 293"/>
                <a:gd name="T53" fmla="*/ 145 h 238"/>
                <a:gd name="T54" fmla="*/ 41 w 293"/>
                <a:gd name="T55" fmla="*/ 161 h 238"/>
                <a:gd name="T56" fmla="*/ 62 w 293"/>
                <a:gd name="T57" fmla="*/ 179 h 238"/>
                <a:gd name="T58" fmla="*/ 89 w 293"/>
                <a:gd name="T59" fmla="*/ 186 h 238"/>
                <a:gd name="T60" fmla="*/ 73 w 293"/>
                <a:gd name="T61" fmla="*/ 197 h 238"/>
                <a:gd name="T62" fmla="*/ 45 w 293"/>
                <a:gd name="T63" fmla="*/ 208 h 238"/>
                <a:gd name="T64" fmla="*/ 14 w 293"/>
                <a:gd name="T65" fmla="*/ 212 h 238"/>
                <a:gd name="T66" fmla="*/ 0 w 293"/>
                <a:gd name="T67" fmla="*/ 211 h 238"/>
                <a:gd name="T68" fmla="*/ 32 w 293"/>
                <a:gd name="T69" fmla="*/ 227 h 238"/>
                <a:gd name="T70" fmla="*/ 68 w 293"/>
                <a:gd name="T71" fmla="*/ 237 h 238"/>
                <a:gd name="T72" fmla="*/ 93 w 293"/>
                <a:gd name="T73" fmla="*/ 238 h 238"/>
                <a:gd name="T74" fmla="*/ 149 w 293"/>
                <a:gd name="T75" fmla="*/ 229 h 238"/>
                <a:gd name="T76" fmla="*/ 195 w 293"/>
                <a:gd name="T77" fmla="*/ 205 h 238"/>
                <a:gd name="T78" fmla="*/ 229 w 293"/>
                <a:gd name="T79" fmla="*/ 169 h 238"/>
                <a:gd name="T80" fmla="*/ 252 w 293"/>
                <a:gd name="T81" fmla="*/ 127 h 238"/>
                <a:gd name="T82" fmla="*/ 262 w 293"/>
                <a:gd name="T83" fmla="*/ 82 h 238"/>
                <a:gd name="T84" fmla="*/ 263 w 293"/>
                <a:gd name="T85" fmla="*/ 59 h 238"/>
                <a:gd name="T86" fmla="*/ 280 w 293"/>
                <a:gd name="T87" fmla="*/ 45 h 238"/>
                <a:gd name="T88" fmla="*/ 293 w 293"/>
                <a:gd name="T89" fmla="*/ 2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93" h="238">
                  <a:moveTo>
                    <a:pt x="293" y="28"/>
                  </a:moveTo>
                  <a:lnTo>
                    <a:pt x="293" y="28"/>
                  </a:lnTo>
                  <a:lnTo>
                    <a:pt x="285" y="32"/>
                  </a:lnTo>
                  <a:lnTo>
                    <a:pt x="277" y="34"/>
                  </a:lnTo>
                  <a:lnTo>
                    <a:pt x="267" y="36"/>
                  </a:lnTo>
                  <a:lnTo>
                    <a:pt x="259" y="38"/>
                  </a:lnTo>
                  <a:lnTo>
                    <a:pt x="259" y="38"/>
                  </a:lnTo>
                  <a:lnTo>
                    <a:pt x="267" y="31"/>
                  </a:lnTo>
                  <a:lnTo>
                    <a:pt x="275" y="24"/>
                  </a:lnTo>
                  <a:lnTo>
                    <a:pt x="281" y="14"/>
                  </a:lnTo>
                  <a:lnTo>
                    <a:pt x="285" y="4"/>
                  </a:lnTo>
                  <a:lnTo>
                    <a:pt x="285" y="4"/>
                  </a:lnTo>
                  <a:lnTo>
                    <a:pt x="277" y="9"/>
                  </a:lnTo>
                  <a:lnTo>
                    <a:pt x="266" y="13"/>
                  </a:lnTo>
                  <a:lnTo>
                    <a:pt x="257" y="16"/>
                  </a:lnTo>
                  <a:lnTo>
                    <a:pt x="247" y="18"/>
                  </a:lnTo>
                  <a:lnTo>
                    <a:pt x="247" y="18"/>
                  </a:lnTo>
                  <a:lnTo>
                    <a:pt x="237" y="11"/>
                  </a:lnTo>
                  <a:lnTo>
                    <a:pt x="227" y="5"/>
                  </a:lnTo>
                  <a:lnTo>
                    <a:pt x="222" y="3"/>
                  </a:lnTo>
                  <a:lnTo>
                    <a:pt x="216" y="1"/>
                  </a:lnTo>
                  <a:lnTo>
                    <a:pt x="209" y="0"/>
                  </a:lnTo>
                  <a:lnTo>
                    <a:pt x="203" y="0"/>
                  </a:lnTo>
                  <a:lnTo>
                    <a:pt x="203" y="0"/>
                  </a:lnTo>
                  <a:lnTo>
                    <a:pt x="197" y="0"/>
                  </a:lnTo>
                  <a:lnTo>
                    <a:pt x="191" y="1"/>
                  </a:lnTo>
                  <a:lnTo>
                    <a:pt x="179" y="5"/>
                  </a:lnTo>
                  <a:lnTo>
                    <a:pt x="169" y="10"/>
                  </a:lnTo>
                  <a:lnTo>
                    <a:pt x="161" y="17"/>
                  </a:lnTo>
                  <a:lnTo>
                    <a:pt x="154" y="27"/>
                  </a:lnTo>
                  <a:lnTo>
                    <a:pt x="147" y="37"/>
                  </a:lnTo>
                  <a:lnTo>
                    <a:pt x="144" y="48"/>
                  </a:lnTo>
                  <a:lnTo>
                    <a:pt x="143" y="54"/>
                  </a:lnTo>
                  <a:lnTo>
                    <a:pt x="143" y="60"/>
                  </a:lnTo>
                  <a:lnTo>
                    <a:pt x="143" y="60"/>
                  </a:lnTo>
                  <a:lnTo>
                    <a:pt x="143" y="67"/>
                  </a:lnTo>
                  <a:lnTo>
                    <a:pt x="144" y="74"/>
                  </a:lnTo>
                  <a:lnTo>
                    <a:pt x="144" y="74"/>
                  </a:lnTo>
                  <a:lnTo>
                    <a:pt x="126" y="72"/>
                  </a:lnTo>
                  <a:lnTo>
                    <a:pt x="108" y="68"/>
                  </a:lnTo>
                  <a:lnTo>
                    <a:pt x="92" y="63"/>
                  </a:lnTo>
                  <a:lnTo>
                    <a:pt x="75" y="55"/>
                  </a:lnTo>
                  <a:lnTo>
                    <a:pt x="59" y="46"/>
                  </a:lnTo>
                  <a:lnTo>
                    <a:pt x="45" y="36"/>
                  </a:lnTo>
                  <a:lnTo>
                    <a:pt x="33" y="24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7" y="17"/>
                  </a:lnTo>
                  <a:lnTo>
                    <a:pt x="15" y="26"/>
                  </a:lnTo>
                  <a:lnTo>
                    <a:pt x="13" y="33"/>
                  </a:lnTo>
                  <a:lnTo>
                    <a:pt x="12" y="41"/>
                  </a:lnTo>
                  <a:lnTo>
                    <a:pt x="12" y="41"/>
                  </a:lnTo>
                  <a:lnTo>
                    <a:pt x="13" y="48"/>
                  </a:lnTo>
                  <a:lnTo>
                    <a:pt x="14" y="57"/>
                  </a:lnTo>
                  <a:lnTo>
                    <a:pt x="17" y="63"/>
                  </a:lnTo>
                  <a:lnTo>
                    <a:pt x="20" y="70"/>
                  </a:lnTo>
                  <a:lnTo>
                    <a:pt x="23" y="76"/>
                  </a:lnTo>
                  <a:lnTo>
                    <a:pt x="28" y="81"/>
                  </a:lnTo>
                  <a:lnTo>
                    <a:pt x="34" y="87"/>
                  </a:lnTo>
                  <a:lnTo>
                    <a:pt x="39" y="91"/>
                  </a:lnTo>
                  <a:lnTo>
                    <a:pt x="39" y="91"/>
                  </a:lnTo>
                  <a:lnTo>
                    <a:pt x="32" y="91"/>
                  </a:lnTo>
                  <a:lnTo>
                    <a:pt x="25" y="89"/>
                  </a:lnTo>
                  <a:lnTo>
                    <a:pt x="18" y="87"/>
                  </a:lnTo>
                  <a:lnTo>
                    <a:pt x="12" y="84"/>
                  </a:lnTo>
                  <a:lnTo>
                    <a:pt x="12" y="84"/>
                  </a:lnTo>
                  <a:lnTo>
                    <a:pt x="12" y="85"/>
                  </a:lnTo>
                  <a:lnTo>
                    <a:pt x="12" y="85"/>
                  </a:lnTo>
                  <a:lnTo>
                    <a:pt x="13" y="95"/>
                  </a:lnTo>
                  <a:lnTo>
                    <a:pt x="16" y="105"/>
                  </a:lnTo>
                  <a:lnTo>
                    <a:pt x="20" y="115"/>
                  </a:lnTo>
                  <a:lnTo>
                    <a:pt x="25" y="123"/>
                  </a:lnTo>
                  <a:lnTo>
                    <a:pt x="33" y="130"/>
                  </a:lnTo>
                  <a:lnTo>
                    <a:pt x="41" y="136"/>
                  </a:lnTo>
                  <a:lnTo>
                    <a:pt x="50" y="140"/>
                  </a:lnTo>
                  <a:lnTo>
                    <a:pt x="60" y="143"/>
                  </a:lnTo>
                  <a:lnTo>
                    <a:pt x="60" y="143"/>
                  </a:lnTo>
                  <a:lnTo>
                    <a:pt x="52" y="145"/>
                  </a:lnTo>
                  <a:lnTo>
                    <a:pt x="44" y="146"/>
                  </a:lnTo>
                  <a:lnTo>
                    <a:pt x="44" y="146"/>
                  </a:lnTo>
                  <a:lnTo>
                    <a:pt x="33" y="145"/>
                  </a:lnTo>
                  <a:lnTo>
                    <a:pt x="33" y="145"/>
                  </a:lnTo>
                  <a:lnTo>
                    <a:pt x="37" y="153"/>
                  </a:lnTo>
                  <a:lnTo>
                    <a:pt x="41" y="161"/>
                  </a:lnTo>
                  <a:lnTo>
                    <a:pt x="47" y="168"/>
                  </a:lnTo>
                  <a:lnTo>
                    <a:pt x="54" y="175"/>
                  </a:lnTo>
                  <a:lnTo>
                    <a:pt x="62" y="179"/>
                  </a:lnTo>
                  <a:lnTo>
                    <a:pt x="71" y="183"/>
                  </a:lnTo>
                  <a:lnTo>
                    <a:pt x="79" y="185"/>
                  </a:lnTo>
                  <a:lnTo>
                    <a:pt x="89" y="186"/>
                  </a:lnTo>
                  <a:lnTo>
                    <a:pt x="89" y="186"/>
                  </a:lnTo>
                  <a:lnTo>
                    <a:pt x="81" y="192"/>
                  </a:lnTo>
                  <a:lnTo>
                    <a:pt x="73" y="197"/>
                  </a:lnTo>
                  <a:lnTo>
                    <a:pt x="64" y="201"/>
                  </a:lnTo>
                  <a:lnTo>
                    <a:pt x="54" y="206"/>
                  </a:lnTo>
                  <a:lnTo>
                    <a:pt x="45" y="208"/>
                  </a:lnTo>
                  <a:lnTo>
                    <a:pt x="35" y="210"/>
                  </a:lnTo>
                  <a:lnTo>
                    <a:pt x="25" y="212"/>
                  </a:lnTo>
                  <a:lnTo>
                    <a:pt x="14" y="212"/>
                  </a:lnTo>
                  <a:lnTo>
                    <a:pt x="14" y="212"/>
                  </a:lnTo>
                  <a:lnTo>
                    <a:pt x="0" y="211"/>
                  </a:lnTo>
                  <a:lnTo>
                    <a:pt x="0" y="211"/>
                  </a:lnTo>
                  <a:lnTo>
                    <a:pt x="10" y="217"/>
                  </a:lnTo>
                  <a:lnTo>
                    <a:pt x="21" y="222"/>
                  </a:lnTo>
                  <a:lnTo>
                    <a:pt x="32" y="227"/>
                  </a:lnTo>
                  <a:lnTo>
                    <a:pt x="44" y="231"/>
                  </a:lnTo>
                  <a:lnTo>
                    <a:pt x="55" y="235"/>
                  </a:lnTo>
                  <a:lnTo>
                    <a:pt x="68" y="237"/>
                  </a:lnTo>
                  <a:lnTo>
                    <a:pt x="80" y="238"/>
                  </a:lnTo>
                  <a:lnTo>
                    <a:pt x="93" y="238"/>
                  </a:lnTo>
                  <a:lnTo>
                    <a:pt x="93" y="238"/>
                  </a:lnTo>
                  <a:lnTo>
                    <a:pt x="112" y="237"/>
                  </a:lnTo>
                  <a:lnTo>
                    <a:pt x="132" y="233"/>
                  </a:lnTo>
                  <a:lnTo>
                    <a:pt x="149" y="229"/>
                  </a:lnTo>
                  <a:lnTo>
                    <a:pt x="166" y="222"/>
                  </a:lnTo>
                  <a:lnTo>
                    <a:pt x="180" y="215"/>
                  </a:lnTo>
                  <a:lnTo>
                    <a:pt x="195" y="205"/>
                  </a:lnTo>
                  <a:lnTo>
                    <a:pt x="207" y="194"/>
                  </a:lnTo>
                  <a:lnTo>
                    <a:pt x="220" y="183"/>
                  </a:lnTo>
                  <a:lnTo>
                    <a:pt x="229" y="169"/>
                  </a:lnTo>
                  <a:lnTo>
                    <a:pt x="238" y="156"/>
                  </a:lnTo>
                  <a:lnTo>
                    <a:pt x="246" y="141"/>
                  </a:lnTo>
                  <a:lnTo>
                    <a:pt x="252" y="127"/>
                  </a:lnTo>
                  <a:lnTo>
                    <a:pt x="257" y="112"/>
                  </a:lnTo>
                  <a:lnTo>
                    <a:pt x="260" y="97"/>
                  </a:lnTo>
                  <a:lnTo>
                    <a:pt x="262" y="82"/>
                  </a:lnTo>
                  <a:lnTo>
                    <a:pt x="263" y="67"/>
                  </a:lnTo>
                  <a:lnTo>
                    <a:pt x="263" y="67"/>
                  </a:lnTo>
                  <a:lnTo>
                    <a:pt x="263" y="59"/>
                  </a:lnTo>
                  <a:lnTo>
                    <a:pt x="263" y="59"/>
                  </a:lnTo>
                  <a:lnTo>
                    <a:pt x="271" y="52"/>
                  </a:lnTo>
                  <a:lnTo>
                    <a:pt x="280" y="45"/>
                  </a:lnTo>
                  <a:lnTo>
                    <a:pt x="287" y="37"/>
                  </a:lnTo>
                  <a:lnTo>
                    <a:pt x="293" y="28"/>
                  </a:lnTo>
                  <a:lnTo>
                    <a:pt x="293" y="2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" name="文本框 4"/>
            <p:cNvSpPr txBox="1"/>
            <p:nvPr/>
          </p:nvSpPr>
          <p:spPr>
            <a:xfrm>
              <a:off x="4084098" y="2050251"/>
              <a:ext cx="309219" cy="438581"/>
            </a:xfrm>
            <a:prstGeom prst="rect">
              <a:avLst/>
            </a:prstGeom>
            <a:noFill/>
          </p:spPr>
          <p:txBody>
            <a:bodyPr wrap="none">
              <a:normAutofit fontScale="85000" lnSpcReduction="20000"/>
            </a:bodyPr>
            <a:lstStyle/>
            <a:p>
              <a:r>
                <a:rPr lang="en-US" altLang="zh-CN" sz="3200" b="1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2871423" y="2628339"/>
            <a:ext cx="1929890" cy="1294661"/>
            <a:chOff x="2871423" y="2628339"/>
            <a:chExt cx="1929890" cy="1294661"/>
          </a:xfrm>
        </p:grpSpPr>
        <p:sp>
          <p:nvSpPr>
            <p:cNvPr id="27" name="箭头: 下 26"/>
            <p:cNvSpPr/>
            <p:nvPr/>
          </p:nvSpPr>
          <p:spPr>
            <a:xfrm rot="13500000">
              <a:off x="3220752" y="2342439"/>
              <a:ext cx="1231232" cy="1929890"/>
            </a:xfrm>
            <a:prstGeom prst="downArrow">
              <a:avLst>
                <a:gd name="adj1" fmla="val 62800"/>
                <a:gd name="adj2" fmla="val 50000"/>
              </a:avLst>
            </a:prstGeom>
            <a:solidFill>
              <a:schemeClr val="accent4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" name="任意多边形: 形状 11"/>
            <p:cNvSpPr>
              <a:spLocks/>
            </p:cNvSpPr>
            <p:nvPr/>
          </p:nvSpPr>
          <p:spPr bwMode="auto">
            <a:xfrm>
              <a:off x="3283735" y="3544648"/>
              <a:ext cx="200394" cy="360708"/>
            </a:xfrm>
            <a:custGeom>
              <a:avLst/>
              <a:gdLst>
                <a:gd name="T0" fmla="*/ 159 w 159"/>
                <a:gd name="T1" fmla="*/ 50 h 286"/>
                <a:gd name="T2" fmla="*/ 114 w 159"/>
                <a:gd name="T3" fmla="*/ 50 h 286"/>
                <a:gd name="T4" fmla="*/ 114 w 159"/>
                <a:gd name="T5" fmla="*/ 50 h 286"/>
                <a:gd name="T6" fmla="*/ 111 w 159"/>
                <a:gd name="T7" fmla="*/ 51 h 286"/>
                <a:gd name="T8" fmla="*/ 107 w 159"/>
                <a:gd name="T9" fmla="*/ 54 h 286"/>
                <a:gd name="T10" fmla="*/ 103 w 159"/>
                <a:gd name="T11" fmla="*/ 60 h 286"/>
                <a:gd name="T12" fmla="*/ 102 w 159"/>
                <a:gd name="T13" fmla="*/ 66 h 286"/>
                <a:gd name="T14" fmla="*/ 102 w 159"/>
                <a:gd name="T15" fmla="*/ 99 h 286"/>
                <a:gd name="T16" fmla="*/ 159 w 159"/>
                <a:gd name="T17" fmla="*/ 99 h 286"/>
                <a:gd name="T18" fmla="*/ 159 w 159"/>
                <a:gd name="T19" fmla="*/ 146 h 286"/>
                <a:gd name="T20" fmla="*/ 102 w 159"/>
                <a:gd name="T21" fmla="*/ 146 h 286"/>
                <a:gd name="T22" fmla="*/ 102 w 159"/>
                <a:gd name="T23" fmla="*/ 286 h 286"/>
                <a:gd name="T24" fmla="*/ 50 w 159"/>
                <a:gd name="T25" fmla="*/ 286 h 286"/>
                <a:gd name="T26" fmla="*/ 50 w 159"/>
                <a:gd name="T27" fmla="*/ 146 h 286"/>
                <a:gd name="T28" fmla="*/ 0 w 159"/>
                <a:gd name="T29" fmla="*/ 146 h 286"/>
                <a:gd name="T30" fmla="*/ 0 w 159"/>
                <a:gd name="T31" fmla="*/ 99 h 286"/>
                <a:gd name="T32" fmla="*/ 50 w 159"/>
                <a:gd name="T33" fmla="*/ 99 h 286"/>
                <a:gd name="T34" fmla="*/ 50 w 159"/>
                <a:gd name="T35" fmla="*/ 71 h 286"/>
                <a:gd name="T36" fmla="*/ 50 w 159"/>
                <a:gd name="T37" fmla="*/ 71 h 286"/>
                <a:gd name="T38" fmla="*/ 50 w 159"/>
                <a:gd name="T39" fmla="*/ 64 h 286"/>
                <a:gd name="T40" fmla="*/ 51 w 159"/>
                <a:gd name="T41" fmla="*/ 57 h 286"/>
                <a:gd name="T42" fmla="*/ 52 w 159"/>
                <a:gd name="T43" fmla="*/ 50 h 286"/>
                <a:gd name="T44" fmla="*/ 54 w 159"/>
                <a:gd name="T45" fmla="*/ 43 h 286"/>
                <a:gd name="T46" fmla="*/ 57 w 159"/>
                <a:gd name="T47" fmla="*/ 37 h 286"/>
                <a:gd name="T48" fmla="*/ 60 w 159"/>
                <a:gd name="T49" fmla="*/ 31 h 286"/>
                <a:gd name="T50" fmla="*/ 63 w 159"/>
                <a:gd name="T51" fmla="*/ 26 h 286"/>
                <a:gd name="T52" fmla="*/ 67 w 159"/>
                <a:gd name="T53" fmla="*/ 21 h 286"/>
                <a:gd name="T54" fmla="*/ 72 w 159"/>
                <a:gd name="T55" fmla="*/ 16 h 286"/>
                <a:gd name="T56" fmla="*/ 78 w 159"/>
                <a:gd name="T57" fmla="*/ 12 h 286"/>
                <a:gd name="T58" fmla="*/ 83 w 159"/>
                <a:gd name="T59" fmla="*/ 8 h 286"/>
                <a:gd name="T60" fmla="*/ 88 w 159"/>
                <a:gd name="T61" fmla="*/ 5 h 286"/>
                <a:gd name="T62" fmla="*/ 94 w 159"/>
                <a:gd name="T63" fmla="*/ 3 h 286"/>
                <a:gd name="T64" fmla="*/ 100 w 159"/>
                <a:gd name="T65" fmla="*/ 1 h 286"/>
                <a:gd name="T66" fmla="*/ 108 w 159"/>
                <a:gd name="T67" fmla="*/ 0 h 286"/>
                <a:gd name="T68" fmla="*/ 114 w 159"/>
                <a:gd name="T69" fmla="*/ 0 h 286"/>
                <a:gd name="T70" fmla="*/ 159 w 159"/>
                <a:gd name="T71" fmla="*/ 0 h 286"/>
                <a:gd name="T72" fmla="*/ 159 w 159"/>
                <a:gd name="T73" fmla="*/ 50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59" h="286">
                  <a:moveTo>
                    <a:pt x="159" y="50"/>
                  </a:moveTo>
                  <a:lnTo>
                    <a:pt x="114" y="50"/>
                  </a:lnTo>
                  <a:lnTo>
                    <a:pt x="114" y="50"/>
                  </a:lnTo>
                  <a:lnTo>
                    <a:pt x="111" y="51"/>
                  </a:lnTo>
                  <a:lnTo>
                    <a:pt x="107" y="54"/>
                  </a:lnTo>
                  <a:lnTo>
                    <a:pt x="103" y="60"/>
                  </a:lnTo>
                  <a:lnTo>
                    <a:pt x="102" y="66"/>
                  </a:lnTo>
                  <a:lnTo>
                    <a:pt x="102" y="99"/>
                  </a:lnTo>
                  <a:lnTo>
                    <a:pt x="159" y="99"/>
                  </a:lnTo>
                  <a:lnTo>
                    <a:pt x="159" y="146"/>
                  </a:lnTo>
                  <a:lnTo>
                    <a:pt x="102" y="146"/>
                  </a:lnTo>
                  <a:lnTo>
                    <a:pt x="102" y="286"/>
                  </a:lnTo>
                  <a:lnTo>
                    <a:pt x="50" y="286"/>
                  </a:lnTo>
                  <a:lnTo>
                    <a:pt x="50" y="146"/>
                  </a:lnTo>
                  <a:lnTo>
                    <a:pt x="0" y="146"/>
                  </a:lnTo>
                  <a:lnTo>
                    <a:pt x="0" y="99"/>
                  </a:lnTo>
                  <a:lnTo>
                    <a:pt x="50" y="99"/>
                  </a:lnTo>
                  <a:lnTo>
                    <a:pt x="50" y="71"/>
                  </a:lnTo>
                  <a:lnTo>
                    <a:pt x="50" y="71"/>
                  </a:lnTo>
                  <a:lnTo>
                    <a:pt x="50" y="64"/>
                  </a:lnTo>
                  <a:lnTo>
                    <a:pt x="51" y="57"/>
                  </a:lnTo>
                  <a:lnTo>
                    <a:pt x="52" y="50"/>
                  </a:lnTo>
                  <a:lnTo>
                    <a:pt x="54" y="43"/>
                  </a:lnTo>
                  <a:lnTo>
                    <a:pt x="57" y="37"/>
                  </a:lnTo>
                  <a:lnTo>
                    <a:pt x="60" y="31"/>
                  </a:lnTo>
                  <a:lnTo>
                    <a:pt x="63" y="26"/>
                  </a:lnTo>
                  <a:lnTo>
                    <a:pt x="67" y="21"/>
                  </a:lnTo>
                  <a:lnTo>
                    <a:pt x="72" y="16"/>
                  </a:lnTo>
                  <a:lnTo>
                    <a:pt x="78" y="12"/>
                  </a:lnTo>
                  <a:lnTo>
                    <a:pt x="83" y="8"/>
                  </a:lnTo>
                  <a:lnTo>
                    <a:pt x="88" y="5"/>
                  </a:lnTo>
                  <a:lnTo>
                    <a:pt x="94" y="3"/>
                  </a:lnTo>
                  <a:lnTo>
                    <a:pt x="100" y="1"/>
                  </a:lnTo>
                  <a:lnTo>
                    <a:pt x="108" y="0"/>
                  </a:lnTo>
                  <a:lnTo>
                    <a:pt x="114" y="0"/>
                  </a:lnTo>
                  <a:lnTo>
                    <a:pt x="159" y="0"/>
                  </a:lnTo>
                  <a:lnTo>
                    <a:pt x="159" y="5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" name="文本框 23"/>
            <p:cNvSpPr txBox="1"/>
            <p:nvPr/>
          </p:nvSpPr>
          <p:spPr>
            <a:xfrm>
              <a:off x="4084098" y="2628339"/>
              <a:ext cx="309219" cy="438581"/>
            </a:xfrm>
            <a:prstGeom prst="rect">
              <a:avLst/>
            </a:prstGeom>
            <a:noFill/>
          </p:spPr>
          <p:txBody>
            <a:bodyPr wrap="none">
              <a:normAutofit fontScale="85000" lnSpcReduction="20000"/>
            </a:bodyPr>
            <a:lstStyle/>
            <a:p>
              <a:r>
                <a:rPr lang="en-US" altLang="zh-CN" sz="3200" b="1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4342689" y="1220501"/>
            <a:ext cx="1929890" cy="1268331"/>
            <a:chOff x="4342689" y="1220501"/>
            <a:chExt cx="1929890" cy="1268331"/>
          </a:xfrm>
        </p:grpSpPr>
        <p:sp>
          <p:nvSpPr>
            <p:cNvPr id="28" name="箭头: 下 27"/>
            <p:cNvSpPr/>
            <p:nvPr/>
          </p:nvSpPr>
          <p:spPr>
            <a:xfrm rot="2700000" flipH="1">
              <a:off x="4692018" y="871172"/>
              <a:ext cx="1231232" cy="1929890"/>
            </a:xfrm>
            <a:prstGeom prst="downArrow">
              <a:avLst>
                <a:gd name="adj1" fmla="val 62800"/>
                <a:gd name="adj2" fmla="val 50000"/>
              </a:avLst>
            </a:prstGeom>
            <a:solidFill>
              <a:schemeClr val="accent2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" name="任意多边形: 形状 8"/>
            <p:cNvSpPr>
              <a:spLocks/>
            </p:cNvSpPr>
            <p:nvPr/>
          </p:nvSpPr>
          <p:spPr bwMode="auto">
            <a:xfrm>
              <a:off x="5510879" y="1235469"/>
              <a:ext cx="386288" cy="385572"/>
            </a:xfrm>
            <a:custGeom>
              <a:avLst/>
              <a:gdLst>
                <a:gd name="T0" fmla="*/ 164 w 204"/>
                <a:gd name="T1" fmla="*/ 0 h 204"/>
                <a:gd name="T2" fmla="*/ 39 w 204"/>
                <a:gd name="T3" fmla="*/ 0 h 204"/>
                <a:gd name="T4" fmla="*/ 0 w 204"/>
                <a:gd name="T5" fmla="*/ 39 h 204"/>
                <a:gd name="T6" fmla="*/ 0 w 204"/>
                <a:gd name="T7" fmla="*/ 81 h 204"/>
                <a:gd name="T8" fmla="*/ 0 w 204"/>
                <a:gd name="T9" fmla="*/ 164 h 204"/>
                <a:gd name="T10" fmla="*/ 39 w 204"/>
                <a:gd name="T11" fmla="*/ 204 h 204"/>
                <a:gd name="T12" fmla="*/ 164 w 204"/>
                <a:gd name="T13" fmla="*/ 204 h 204"/>
                <a:gd name="T14" fmla="*/ 204 w 204"/>
                <a:gd name="T15" fmla="*/ 164 h 204"/>
                <a:gd name="T16" fmla="*/ 204 w 204"/>
                <a:gd name="T17" fmla="*/ 81 h 204"/>
                <a:gd name="T18" fmla="*/ 204 w 204"/>
                <a:gd name="T19" fmla="*/ 39 h 204"/>
                <a:gd name="T20" fmla="*/ 164 w 204"/>
                <a:gd name="T21" fmla="*/ 0 h 204"/>
                <a:gd name="T22" fmla="*/ 176 w 204"/>
                <a:gd name="T23" fmla="*/ 23 h 204"/>
                <a:gd name="T24" fmla="*/ 180 w 204"/>
                <a:gd name="T25" fmla="*/ 23 h 204"/>
                <a:gd name="T26" fmla="*/ 180 w 204"/>
                <a:gd name="T27" fmla="*/ 28 h 204"/>
                <a:gd name="T28" fmla="*/ 180 w 204"/>
                <a:gd name="T29" fmla="*/ 58 h 204"/>
                <a:gd name="T30" fmla="*/ 146 w 204"/>
                <a:gd name="T31" fmla="*/ 58 h 204"/>
                <a:gd name="T32" fmla="*/ 146 w 204"/>
                <a:gd name="T33" fmla="*/ 24 h 204"/>
                <a:gd name="T34" fmla="*/ 176 w 204"/>
                <a:gd name="T35" fmla="*/ 23 h 204"/>
                <a:gd name="T36" fmla="*/ 73 w 204"/>
                <a:gd name="T37" fmla="*/ 81 h 204"/>
                <a:gd name="T38" fmla="*/ 102 w 204"/>
                <a:gd name="T39" fmla="*/ 66 h 204"/>
                <a:gd name="T40" fmla="*/ 131 w 204"/>
                <a:gd name="T41" fmla="*/ 81 h 204"/>
                <a:gd name="T42" fmla="*/ 138 w 204"/>
                <a:gd name="T43" fmla="*/ 102 h 204"/>
                <a:gd name="T44" fmla="*/ 102 w 204"/>
                <a:gd name="T45" fmla="*/ 138 h 204"/>
                <a:gd name="T46" fmla="*/ 66 w 204"/>
                <a:gd name="T47" fmla="*/ 102 h 204"/>
                <a:gd name="T48" fmla="*/ 73 w 204"/>
                <a:gd name="T49" fmla="*/ 81 h 204"/>
                <a:gd name="T50" fmla="*/ 184 w 204"/>
                <a:gd name="T51" fmla="*/ 164 h 204"/>
                <a:gd name="T52" fmla="*/ 164 w 204"/>
                <a:gd name="T53" fmla="*/ 184 h 204"/>
                <a:gd name="T54" fmla="*/ 39 w 204"/>
                <a:gd name="T55" fmla="*/ 184 h 204"/>
                <a:gd name="T56" fmla="*/ 20 w 204"/>
                <a:gd name="T57" fmla="*/ 164 h 204"/>
                <a:gd name="T58" fmla="*/ 20 w 204"/>
                <a:gd name="T59" fmla="*/ 81 h 204"/>
                <a:gd name="T60" fmla="*/ 50 w 204"/>
                <a:gd name="T61" fmla="*/ 81 h 204"/>
                <a:gd name="T62" fmla="*/ 46 w 204"/>
                <a:gd name="T63" fmla="*/ 102 h 204"/>
                <a:gd name="T64" fmla="*/ 102 w 204"/>
                <a:gd name="T65" fmla="*/ 158 h 204"/>
                <a:gd name="T66" fmla="*/ 157 w 204"/>
                <a:gd name="T67" fmla="*/ 102 h 204"/>
                <a:gd name="T68" fmla="*/ 153 w 204"/>
                <a:gd name="T69" fmla="*/ 81 h 204"/>
                <a:gd name="T70" fmla="*/ 184 w 204"/>
                <a:gd name="T71" fmla="*/ 81 h 204"/>
                <a:gd name="T72" fmla="*/ 184 w 204"/>
                <a:gd name="T73" fmla="*/ 16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04" h="204">
                  <a:moveTo>
                    <a:pt x="164" y="0"/>
                  </a:moveTo>
                  <a:cubicBezTo>
                    <a:pt x="39" y="0"/>
                    <a:pt x="39" y="0"/>
                    <a:pt x="39" y="0"/>
                  </a:cubicBezTo>
                  <a:cubicBezTo>
                    <a:pt x="17" y="0"/>
                    <a:pt x="0" y="18"/>
                    <a:pt x="0" y="39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0" y="164"/>
                    <a:pt x="0" y="164"/>
                    <a:pt x="0" y="164"/>
                  </a:cubicBezTo>
                  <a:cubicBezTo>
                    <a:pt x="0" y="186"/>
                    <a:pt x="17" y="204"/>
                    <a:pt x="39" y="204"/>
                  </a:cubicBezTo>
                  <a:cubicBezTo>
                    <a:pt x="164" y="204"/>
                    <a:pt x="164" y="204"/>
                    <a:pt x="164" y="204"/>
                  </a:cubicBezTo>
                  <a:cubicBezTo>
                    <a:pt x="186" y="204"/>
                    <a:pt x="204" y="186"/>
                    <a:pt x="204" y="164"/>
                  </a:cubicBezTo>
                  <a:cubicBezTo>
                    <a:pt x="204" y="81"/>
                    <a:pt x="204" y="81"/>
                    <a:pt x="204" y="81"/>
                  </a:cubicBezTo>
                  <a:cubicBezTo>
                    <a:pt x="204" y="39"/>
                    <a:pt x="204" y="39"/>
                    <a:pt x="204" y="39"/>
                  </a:cubicBezTo>
                  <a:cubicBezTo>
                    <a:pt x="204" y="18"/>
                    <a:pt x="186" y="0"/>
                    <a:pt x="164" y="0"/>
                  </a:cubicBezTo>
                  <a:close/>
                  <a:moveTo>
                    <a:pt x="176" y="23"/>
                  </a:moveTo>
                  <a:cubicBezTo>
                    <a:pt x="180" y="23"/>
                    <a:pt x="180" y="23"/>
                    <a:pt x="180" y="23"/>
                  </a:cubicBezTo>
                  <a:cubicBezTo>
                    <a:pt x="180" y="28"/>
                    <a:pt x="180" y="28"/>
                    <a:pt x="180" y="28"/>
                  </a:cubicBezTo>
                  <a:cubicBezTo>
                    <a:pt x="180" y="58"/>
                    <a:pt x="180" y="58"/>
                    <a:pt x="180" y="58"/>
                  </a:cubicBezTo>
                  <a:cubicBezTo>
                    <a:pt x="146" y="58"/>
                    <a:pt x="146" y="58"/>
                    <a:pt x="146" y="58"/>
                  </a:cubicBezTo>
                  <a:cubicBezTo>
                    <a:pt x="146" y="24"/>
                    <a:pt x="146" y="24"/>
                    <a:pt x="146" y="24"/>
                  </a:cubicBezTo>
                  <a:lnTo>
                    <a:pt x="176" y="23"/>
                  </a:lnTo>
                  <a:close/>
                  <a:moveTo>
                    <a:pt x="73" y="81"/>
                  </a:moveTo>
                  <a:cubicBezTo>
                    <a:pt x="79" y="72"/>
                    <a:pt x="90" y="66"/>
                    <a:pt x="102" y="66"/>
                  </a:cubicBezTo>
                  <a:cubicBezTo>
                    <a:pt x="114" y="66"/>
                    <a:pt x="124" y="72"/>
                    <a:pt x="131" y="81"/>
                  </a:cubicBezTo>
                  <a:cubicBezTo>
                    <a:pt x="135" y="87"/>
                    <a:pt x="138" y="94"/>
                    <a:pt x="138" y="102"/>
                  </a:cubicBezTo>
                  <a:cubicBezTo>
                    <a:pt x="138" y="122"/>
                    <a:pt x="121" y="138"/>
                    <a:pt x="102" y="138"/>
                  </a:cubicBezTo>
                  <a:cubicBezTo>
                    <a:pt x="82" y="138"/>
                    <a:pt x="66" y="122"/>
                    <a:pt x="66" y="102"/>
                  </a:cubicBezTo>
                  <a:cubicBezTo>
                    <a:pt x="66" y="94"/>
                    <a:pt x="68" y="87"/>
                    <a:pt x="73" y="81"/>
                  </a:cubicBezTo>
                  <a:close/>
                  <a:moveTo>
                    <a:pt x="184" y="164"/>
                  </a:moveTo>
                  <a:cubicBezTo>
                    <a:pt x="184" y="175"/>
                    <a:pt x="175" y="184"/>
                    <a:pt x="164" y="184"/>
                  </a:cubicBezTo>
                  <a:cubicBezTo>
                    <a:pt x="39" y="184"/>
                    <a:pt x="39" y="184"/>
                    <a:pt x="39" y="184"/>
                  </a:cubicBezTo>
                  <a:cubicBezTo>
                    <a:pt x="28" y="184"/>
                    <a:pt x="20" y="175"/>
                    <a:pt x="20" y="164"/>
                  </a:cubicBezTo>
                  <a:cubicBezTo>
                    <a:pt x="20" y="81"/>
                    <a:pt x="20" y="81"/>
                    <a:pt x="20" y="81"/>
                  </a:cubicBezTo>
                  <a:cubicBezTo>
                    <a:pt x="50" y="81"/>
                    <a:pt x="50" y="81"/>
                    <a:pt x="50" y="81"/>
                  </a:cubicBezTo>
                  <a:cubicBezTo>
                    <a:pt x="47" y="87"/>
                    <a:pt x="46" y="95"/>
                    <a:pt x="46" y="102"/>
                  </a:cubicBezTo>
                  <a:cubicBezTo>
                    <a:pt x="46" y="133"/>
                    <a:pt x="71" y="158"/>
                    <a:pt x="102" y="158"/>
                  </a:cubicBezTo>
                  <a:cubicBezTo>
                    <a:pt x="132" y="158"/>
                    <a:pt x="157" y="133"/>
                    <a:pt x="157" y="102"/>
                  </a:cubicBezTo>
                  <a:cubicBezTo>
                    <a:pt x="157" y="95"/>
                    <a:pt x="156" y="87"/>
                    <a:pt x="153" y="81"/>
                  </a:cubicBezTo>
                  <a:cubicBezTo>
                    <a:pt x="184" y="81"/>
                    <a:pt x="184" y="81"/>
                    <a:pt x="184" y="81"/>
                  </a:cubicBezTo>
                  <a:lnTo>
                    <a:pt x="184" y="16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" name="文本框 24"/>
            <p:cNvSpPr txBox="1"/>
            <p:nvPr/>
          </p:nvSpPr>
          <p:spPr>
            <a:xfrm>
              <a:off x="4712748" y="2050251"/>
              <a:ext cx="309219" cy="438581"/>
            </a:xfrm>
            <a:prstGeom prst="rect">
              <a:avLst/>
            </a:prstGeom>
            <a:noFill/>
          </p:spPr>
          <p:txBody>
            <a:bodyPr wrap="none">
              <a:normAutofit fontScale="85000" lnSpcReduction="20000"/>
            </a:bodyPr>
            <a:lstStyle/>
            <a:p>
              <a:r>
                <a:rPr lang="en-US" altLang="zh-CN" sz="32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4692018" y="2342438"/>
            <a:ext cx="1231232" cy="1929890"/>
            <a:chOff x="4692018" y="2342438"/>
            <a:chExt cx="1231232" cy="1929890"/>
          </a:xfrm>
        </p:grpSpPr>
        <p:sp>
          <p:nvSpPr>
            <p:cNvPr id="25" name="箭头: 下 24"/>
            <p:cNvSpPr/>
            <p:nvPr/>
          </p:nvSpPr>
          <p:spPr>
            <a:xfrm rot="8100000">
              <a:off x="4692018" y="2342438"/>
              <a:ext cx="1231232" cy="1929890"/>
            </a:xfrm>
            <a:prstGeom prst="downArrow">
              <a:avLst>
                <a:gd name="adj1" fmla="val 62800"/>
                <a:gd name="adj2" fmla="val 50000"/>
              </a:avLst>
            </a:prstGeom>
            <a:solidFill>
              <a:srgbClr val="05176B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任意多边形: 形状 10"/>
            <p:cNvSpPr>
              <a:spLocks/>
            </p:cNvSpPr>
            <p:nvPr/>
          </p:nvSpPr>
          <p:spPr bwMode="auto">
            <a:xfrm>
              <a:off x="5493834" y="3522459"/>
              <a:ext cx="420377" cy="405086"/>
            </a:xfrm>
            <a:custGeom>
              <a:avLst/>
              <a:gdLst>
                <a:gd name="T0" fmla="*/ 0 w 208"/>
                <a:gd name="T1" fmla="*/ 68 h 201"/>
                <a:gd name="T2" fmla="*/ 8 w 208"/>
                <a:gd name="T3" fmla="*/ 78 h 201"/>
                <a:gd name="T4" fmla="*/ 31 w 208"/>
                <a:gd name="T5" fmla="*/ 72 h 201"/>
                <a:gd name="T6" fmla="*/ 64 w 208"/>
                <a:gd name="T7" fmla="*/ 172 h 201"/>
                <a:gd name="T8" fmla="*/ 106 w 208"/>
                <a:gd name="T9" fmla="*/ 189 h 201"/>
                <a:gd name="T10" fmla="*/ 197 w 208"/>
                <a:gd name="T11" fmla="*/ 62 h 201"/>
                <a:gd name="T12" fmla="*/ 114 w 208"/>
                <a:gd name="T13" fmla="*/ 67 h 201"/>
                <a:gd name="T14" fmla="*/ 137 w 208"/>
                <a:gd name="T15" fmla="*/ 94 h 201"/>
                <a:gd name="T16" fmla="*/ 109 w 208"/>
                <a:gd name="T17" fmla="*/ 130 h 201"/>
                <a:gd name="T18" fmla="*/ 93 w 208"/>
                <a:gd name="T19" fmla="*/ 90 h 201"/>
                <a:gd name="T20" fmla="*/ 60 w 208"/>
                <a:gd name="T21" fmla="*/ 22 h 201"/>
                <a:gd name="T22" fmla="*/ 0 w 208"/>
                <a:gd name="T23" fmla="*/ 68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8" h="201">
                  <a:moveTo>
                    <a:pt x="0" y="68"/>
                  </a:moveTo>
                  <a:cubicBezTo>
                    <a:pt x="8" y="78"/>
                    <a:pt x="8" y="78"/>
                    <a:pt x="8" y="78"/>
                  </a:cubicBezTo>
                  <a:cubicBezTo>
                    <a:pt x="8" y="78"/>
                    <a:pt x="25" y="65"/>
                    <a:pt x="31" y="72"/>
                  </a:cubicBezTo>
                  <a:cubicBezTo>
                    <a:pt x="36" y="78"/>
                    <a:pt x="57" y="157"/>
                    <a:pt x="64" y="172"/>
                  </a:cubicBezTo>
                  <a:cubicBezTo>
                    <a:pt x="70" y="184"/>
                    <a:pt x="87" y="201"/>
                    <a:pt x="106" y="189"/>
                  </a:cubicBezTo>
                  <a:cubicBezTo>
                    <a:pt x="125" y="177"/>
                    <a:pt x="186" y="124"/>
                    <a:pt x="197" y="62"/>
                  </a:cubicBezTo>
                  <a:cubicBezTo>
                    <a:pt x="208" y="0"/>
                    <a:pt x="123" y="13"/>
                    <a:pt x="114" y="67"/>
                  </a:cubicBezTo>
                  <a:cubicBezTo>
                    <a:pt x="137" y="54"/>
                    <a:pt x="149" y="73"/>
                    <a:pt x="137" y="94"/>
                  </a:cubicBezTo>
                  <a:cubicBezTo>
                    <a:pt x="126" y="116"/>
                    <a:pt x="115" y="130"/>
                    <a:pt x="109" y="130"/>
                  </a:cubicBezTo>
                  <a:cubicBezTo>
                    <a:pt x="104" y="130"/>
                    <a:pt x="100" y="116"/>
                    <a:pt x="93" y="90"/>
                  </a:cubicBezTo>
                  <a:cubicBezTo>
                    <a:pt x="87" y="64"/>
                    <a:pt x="87" y="17"/>
                    <a:pt x="60" y="22"/>
                  </a:cubicBezTo>
                  <a:cubicBezTo>
                    <a:pt x="34" y="27"/>
                    <a:pt x="0" y="68"/>
                    <a:pt x="0" y="6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" name="文本框 25"/>
            <p:cNvSpPr txBox="1"/>
            <p:nvPr/>
          </p:nvSpPr>
          <p:spPr>
            <a:xfrm>
              <a:off x="4712748" y="2628339"/>
              <a:ext cx="309219" cy="438581"/>
            </a:xfrm>
            <a:prstGeom prst="rect">
              <a:avLst/>
            </a:prstGeom>
            <a:noFill/>
          </p:spPr>
          <p:txBody>
            <a:bodyPr wrap="none">
              <a:normAutofit fontScale="85000" lnSpcReduction="20000"/>
            </a:bodyPr>
            <a:lstStyle/>
            <a:p>
              <a:r>
                <a:rPr lang="en-US" altLang="zh-CN" sz="32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CCB77532-2C89-C218-A604-2644B9AA836E}"/>
              </a:ext>
            </a:extLst>
          </p:cNvPr>
          <p:cNvGrpSpPr/>
          <p:nvPr/>
        </p:nvGrpSpPr>
        <p:grpSpPr>
          <a:xfrm>
            <a:off x="2" y="62949"/>
            <a:ext cx="9145587" cy="514424"/>
            <a:chOff x="2" y="62949"/>
            <a:chExt cx="9145587" cy="514424"/>
          </a:xfrm>
        </p:grpSpPr>
        <p:pic>
          <p:nvPicPr>
            <p:cNvPr id="38" name="Picture 37" descr="122-吉林大学-logo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13973" y="62949"/>
              <a:ext cx="430096" cy="430096"/>
            </a:xfrm>
            <a:prstGeom prst="rect">
              <a:avLst/>
            </a:prstGeom>
          </p:spPr>
        </p:pic>
        <p:sp>
          <p:nvSpPr>
            <p:cNvPr id="35" name="任意多边形 7">
              <a:extLst>
                <a:ext uri="{FF2B5EF4-FFF2-40B4-BE49-F238E27FC236}">
                  <a16:creationId xmlns:a16="http://schemas.microsoft.com/office/drawing/2014/main" id="{51612FC1-D9D2-2440-BC65-D4E052796A45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521636" y="555120"/>
              <a:ext cx="8623953" cy="22253"/>
            </a:xfrm>
            <a:custGeom>
              <a:avLst/>
              <a:gdLst>
                <a:gd name="connsiteX0" fmla="*/ 0 w 12125327"/>
                <a:gd name="connsiteY0" fmla="*/ 0 h 31282"/>
                <a:gd name="connsiteX1" fmla="*/ 12125327 w 12125327"/>
                <a:gd name="connsiteY1" fmla="*/ 0 h 31282"/>
                <a:gd name="connsiteX2" fmla="*/ 12125327 w 12125327"/>
                <a:gd name="connsiteY2" fmla="*/ 31282 h 31282"/>
                <a:gd name="connsiteX3" fmla="*/ 17139 w 12125327"/>
                <a:gd name="connsiteY3" fmla="*/ 31282 h 31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25327" h="31282">
                  <a:moveTo>
                    <a:pt x="0" y="0"/>
                  </a:moveTo>
                  <a:lnTo>
                    <a:pt x="12125327" y="0"/>
                  </a:lnTo>
                  <a:lnTo>
                    <a:pt x="12125327" y="31282"/>
                  </a:lnTo>
                  <a:lnTo>
                    <a:pt x="17139" y="3128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4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6" name="任意多边形 8">
              <a:extLst>
                <a:ext uri="{FF2B5EF4-FFF2-40B4-BE49-F238E27FC236}">
                  <a16:creationId xmlns:a16="http://schemas.microsoft.com/office/drawing/2014/main" id="{6DF39DEC-A005-B6A8-20A1-EF8AF59E960A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2" y="195486"/>
              <a:ext cx="410536" cy="381886"/>
            </a:xfrm>
            <a:custGeom>
              <a:avLst/>
              <a:gdLst>
                <a:gd name="connsiteX0" fmla="*/ 284734 w 577217"/>
                <a:gd name="connsiteY0" fmla="*/ 0 h 536832"/>
                <a:gd name="connsiteX1" fmla="*/ 577217 w 577217"/>
                <a:gd name="connsiteY1" fmla="*/ 536832 h 536832"/>
                <a:gd name="connsiteX2" fmla="*/ 0 w 577217"/>
                <a:gd name="connsiteY2" fmla="*/ 536832 h 536832"/>
                <a:gd name="connsiteX3" fmla="*/ 0 w 577217"/>
                <a:gd name="connsiteY3" fmla="*/ 184 h 536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7217" h="536832">
                  <a:moveTo>
                    <a:pt x="284734" y="0"/>
                  </a:moveTo>
                  <a:lnTo>
                    <a:pt x="577217" y="536832"/>
                  </a:lnTo>
                  <a:lnTo>
                    <a:pt x="0" y="536832"/>
                  </a:lnTo>
                  <a:lnTo>
                    <a:pt x="0" y="184"/>
                  </a:lnTo>
                  <a:close/>
                </a:path>
              </a:pathLst>
            </a:custGeom>
            <a:solidFill>
              <a:srgbClr val="071E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400" dirty="0">
                <a:solidFill>
                  <a:srgbClr val="7EC234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7" name="Title 1">
              <a:extLst>
                <a:ext uri="{FF2B5EF4-FFF2-40B4-BE49-F238E27FC236}">
                  <a16:creationId xmlns:a16="http://schemas.microsoft.com/office/drawing/2014/main" id="{4F129921-91CD-B005-9A9C-A4141D4E383E}"/>
                </a:ext>
              </a:extLst>
            </p:cNvPr>
            <p:cNvSpPr txBox="1">
              <a:spLocks/>
            </p:cNvSpPr>
            <p:nvPr/>
          </p:nvSpPr>
          <p:spPr>
            <a:xfrm>
              <a:off x="611560" y="175643"/>
              <a:ext cx="2129944" cy="379477"/>
            </a:xfrm>
            <a:prstGeom prst="rect">
              <a:avLst/>
            </a:prstGeom>
          </p:spPr>
          <p:txBody>
            <a:bodyPr lIns="0" rIns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3000" b="0" kern="1200">
                  <a:solidFill>
                    <a:schemeClr val="accent1"/>
                  </a:solidFill>
                  <a:latin typeface="U.S. 101" pitchFamily="2" charset="0"/>
                  <a:ea typeface="Roboto" pitchFamily="2" charset="0"/>
                  <a:cs typeface="Open Sans Light" panose="020B0306030504020204" pitchFamily="34" charset="0"/>
                </a:defRPr>
              </a:lvl1pPr>
            </a:lstStyle>
            <a:p>
              <a:pPr algn="l"/>
              <a:r>
                <a:rPr lang="zh-CN" altLang="en-US" sz="18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点击输入标题内容</a:t>
              </a:r>
              <a:endParaRPr lang="en-GB" altLang="zh-CN" sz="1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54751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/>
          <p:cNvGrpSpPr/>
          <p:nvPr/>
        </p:nvGrpSpPr>
        <p:grpSpPr>
          <a:xfrm>
            <a:off x="3460168" y="2504241"/>
            <a:ext cx="1024678" cy="715581"/>
            <a:chOff x="3460168" y="2504241"/>
            <a:chExt cx="1024678" cy="715581"/>
          </a:xfrm>
        </p:grpSpPr>
        <p:sp>
          <p:nvSpPr>
            <p:cNvPr id="7" name="矩形 6"/>
            <p:cNvSpPr/>
            <p:nvPr/>
          </p:nvSpPr>
          <p:spPr>
            <a:xfrm>
              <a:off x="3460168" y="2735074"/>
              <a:ext cx="1024678" cy="484748"/>
            </a:xfrm>
            <a:prstGeom prst="rect">
              <a:avLst/>
            </a:prstGeom>
          </p:spPr>
          <p:txBody>
            <a:bodyPr wrap="square">
              <a:normAutofit fontScale="70000" lnSpcReduction="20000"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000" dirty="0">
                  <a:solidFill/>
                </a:rPr>
                <a:t>此部分内容作为文字排版占位显示（建议使用主题字体）。</a:t>
              </a:r>
            </a:p>
          </p:txBody>
        </p:sp>
        <p:sp>
          <p:nvSpPr>
            <p:cNvPr id="10" name="矩形 9"/>
            <p:cNvSpPr/>
            <p:nvPr/>
          </p:nvSpPr>
          <p:spPr>
            <a:xfrm>
              <a:off x="3460168" y="2504241"/>
              <a:ext cx="1024678" cy="230833"/>
            </a:xfrm>
            <a:prstGeom prst="rect">
              <a:avLst/>
            </a:prstGeom>
          </p:spPr>
          <p:txBody>
            <a:bodyPr wrap="none">
              <a:normAutofit fontScale="77500" lnSpcReduction="20000"/>
            </a:bodyPr>
            <a:lstStyle/>
            <a:p>
              <a:pPr algn="r"/>
              <a:r>
                <a:rPr lang="zh-CN" altLang="en-US" sz="1400" b="1" dirty="0">
                  <a:solidFill/>
                </a:rPr>
                <a:t>标题文本预设</a:t>
              </a: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4644008" y="1294914"/>
            <a:ext cx="1024678" cy="700772"/>
            <a:chOff x="4644008" y="1294914"/>
            <a:chExt cx="1024678" cy="700772"/>
          </a:xfrm>
        </p:grpSpPr>
        <p:sp>
          <p:nvSpPr>
            <p:cNvPr id="8" name="矩形 7"/>
            <p:cNvSpPr/>
            <p:nvPr/>
          </p:nvSpPr>
          <p:spPr>
            <a:xfrm>
              <a:off x="4644008" y="1510938"/>
              <a:ext cx="1024678" cy="484748"/>
            </a:xfrm>
            <a:prstGeom prst="rect">
              <a:avLst/>
            </a:prstGeom>
          </p:spPr>
          <p:txBody>
            <a:bodyPr wrap="square">
              <a:normAutofit fontScale="70000" lnSpcReduction="200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000" dirty="0">
                  <a:solidFill/>
                </a:rPr>
                <a:t>此部分内容作为文字排版占位显示（建议使用主题字体）。</a:t>
              </a:r>
            </a:p>
          </p:txBody>
        </p:sp>
        <p:sp>
          <p:nvSpPr>
            <p:cNvPr id="11" name="矩形 10"/>
            <p:cNvSpPr/>
            <p:nvPr/>
          </p:nvSpPr>
          <p:spPr>
            <a:xfrm>
              <a:off x="4644008" y="1294914"/>
              <a:ext cx="1024678" cy="230833"/>
            </a:xfrm>
            <a:prstGeom prst="rect">
              <a:avLst/>
            </a:prstGeom>
          </p:spPr>
          <p:txBody>
            <a:bodyPr wrap="none">
              <a:normAutofit fontScale="77500" lnSpcReduction="20000"/>
            </a:bodyPr>
            <a:lstStyle/>
            <a:p>
              <a:r>
                <a:rPr lang="zh-CN" altLang="en-US" sz="1400" b="1">
                  <a:solidFill/>
                </a:rPr>
                <a:t>标题文本预设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4699450" y="3726566"/>
            <a:ext cx="1024678" cy="717392"/>
            <a:chOff x="4699450" y="3726566"/>
            <a:chExt cx="1024678" cy="717392"/>
          </a:xfrm>
        </p:grpSpPr>
        <p:sp>
          <p:nvSpPr>
            <p:cNvPr id="9" name="矩形 8"/>
            <p:cNvSpPr/>
            <p:nvPr/>
          </p:nvSpPr>
          <p:spPr>
            <a:xfrm>
              <a:off x="4699450" y="3971136"/>
              <a:ext cx="1024678" cy="472822"/>
            </a:xfrm>
            <a:prstGeom prst="rect">
              <a:avLst/>
            </a:prstGeom>
          </p:spPr>
          <p:txBody>
            <a:bodyPr wrap="square">
              <a:normAutofit fontScale="70000" lnSpcReduction="20000"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000" dirty="0">
                  <a:solidFill/>
                </a:rPr>
                <a:t>此部分内容作为文字排版占位显示（建议使用主题字体）。</a:t>
              </a:r>
            </a:p>
          </p:txBody>
        </p:sp>
        <p:sp>
          <p:nvSpPr>
            <p:cNvPr id="12" name="矩形 11"/>
            <p:cNvSpPr/>
            <p:nvPr/>
          </p:nvSpPr>
          <p:spPr>
            <a:xfrm>
              <a:off x="4699450" y="3726566"/>
              <a:ext cx="1024678" cy="230833"/>
            </a:xfrm>
            <a:prstGeom prst="rect">
              <a:avLst/>
            </a:prstGeom>
          </p:spPr>
          <p:txBody>
            <a:bodyPr wrap="none">
              <a:normAutofit fontScale="77500" lnSpcReduction="20000"/>
            </a:bodyPr>
            <a:lstStyle/>
            <a:p>
              <a:r>
                <a:rPr lang="zh-CN" altLang="en-US" sz="1400" b="1">
                  <a:solidFill/>
                </a:rPr>
                <a:t>标题文本预设</a:t>
              </a: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3460168" y="1047564"/>
            <a:ext cx="1130786" cy="1162050"/>
            <a:chOff x="3460168" y="1047564"/>
            <a:chExt cx="1130786" cy="1162050"/>
          </a:xfrm>
        </p:grpSpPr>
        <p:sp>
          <p:nvSpPr>
            <p:cNvPr id="6" name="椭圆 5"/>
            <p:cNvSpPr/>
            <p:nvPr/>
          </p:nvSpPr>
          <p:spPr>
            <a:xfrm>
              <a:off x="3460168" y="1047564"/>
              <a:ext cx="1130786" cy="1162050"/>
            </a:xfrm>
            <a:prstGeom prst="ellipse">
              <a:avLst/>
            </a:prstGeom>
            <a:solidFill>
              <a:srgbClr val="071E8E"/>
            </a:soli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" name="椭圆 12"/>
            <p:cNvSpPr/>
            <p:nvPr/>
          </p:nvSpPr>
          <p:spPr>
            <a:xfrm>
              <a:off x="3582657" y="1185685"/>
              <a:ext cx="885809" cy="885809"/>
            </a:xfrm>
            <a:prstGeom prst="ellipse">
              <a:avLst/>
            </a:prstGeom>
            <a:blipFill dpi="0"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4590954" y="2224507"/>
            <a:ext cx="1130786" cy="1162050"/>
            <a:chOff x="4590954" y="2224507"/>
            <a:chExt cx="1130786" cy="1162050"/>
          </a:xfrm>
        </p:grpSpPr>
        <p:sp>
          <p:nvSpPr>
            <p:cNvPr id="5" name="椭圆 4"/>
            <p:cNvSpPr/>
            <p:nvPr/>
          </p:nvSpPr>
          <p:spPr>
            <a:xfrm>
              <a:off x="4590954" y="2224507"/>
              <a:ext cx="1130786" cy="1162050"/>
            </a:xfrm>
            <a:prstGeom prst="ellipse">
              <a:avLst/>
            </a:prstGeom>
            <a:solidFill>
              <a:srgbClr val="05176B"/>
            </a:soli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" name="椭圆 13"/>
            <p:cNvSpPr/>
            <p:nvPr/>
          </p:nvSpPr>
          <p:spPr>
            <a:xfrm>
              <a:off x="4713442" y="2362628"/>
              <a:ext cx="885809" cy="885809"/>
            </a:xfrm>
            <a:prstGeom prst="ellipse">
              <a:avLst/>
            </a:prstGeom>
            <a:blipFill dpi="0"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461523" y="3398119"/>
            <a:ext cx="1130786" cy="1162050"/>
            <a:chOff x="3461523" y="3398119"/>
            <a:chExt cx="1130786" cy="1162050"/>
          </a:xfrm>
        </p:grpSpPr>
        <p:sp>
          <p:nvSpPr>
            <p:cNvPr id="4" name="椭圆 3"/>
            <p:cNvSpPr/>
            <p:nvPr/>
          </p:nvSpPr>
          <p:spPr>
            <a:xfrm>
              <a:off x="3461523" y="3398119"/>
              <a:ext cx="1130786" cy="11620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" name="椭圆 14"/>
            <p:cNvSpPr/>
            <p:nvPr/>
          </p:nvSpPr>
          <p:spPr>
            <a:xfrm>
              <a:off x="3582657" y="3536240"/>
              <a:ext cx="885809" cy="885809"/>
            </a:xfrm>
            <a:prstGeom prst="ellipse">
              <a:avLst/>
            </a:prstGeom>
            <a:blipFill dpi="0"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820F3FEA-20A6-77FB-D3F0-8CDCD3417B33}"/>
              </a:ext>
            </a:extLst>
          </p:cNvPr>
          <p:cNvGrpSpPr/>
          <p:nvPr/>
        </p:nvGrpSpPr>
        <p:grpSpPr>
          <a:xfrm>
            <a:off x="2" y="62949"/>
            <a:ext cx="9145587" cy="514424"/>
            <a:chOff x="2" y="62949"/>
            <a:chExt cx="9145587" cy="514424"/>
          </a:xfrm>
        </p:grpSpPr>
        <p:pic>
          <p:nvPicPr>
            <p:cNvPr id="40" name="Picture 39" descr="122-吉林大学-logo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613973" y="62949"/>
              <a:ext cx="430096" cy="430096"/>
            </a:xfrm>
            <a:prstGeom prst="rect">
              <a:avLst/>
            </a:prstGeom>
          </p:spPr>
        </p:pic>
        <p:sp>
          <p:nvSpPr>
            <p:cNvPr id="27" name="任意多边形 7">
              <a:extLst>
                <a:ext uri="{FF2B5EF4-FFF2-40B4-BE49-F238E27FC236}">
                  <a16:creationId xmlns:a16="http://schemas.microsoft.com/office/drawing/2014/main" id="{6C14A240-4FBC-E285-F16A-6BCCA0F1423F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521636" y="555120"/>
              <a:ext cx="8623953" cy="22253"/>
            </a:xfrm>
            <a:custGeom>
              <a:avLst/>
              <a:gdLst>
                <a:gd name="connsiteX0" fmla="*/ 0 w 12125327"/>
                <a:gd name="connsiteY0" fmla="*/ 0 h 31282"/>
                <a:gd name="connsiteX1" fmla="*/ 12125327 w 12125327"/>
                <a:gd name="connsiteY1" fmla="*/ 0 h 31282"/>
                <a:gd name="connsiteX2" fmla="*/ 12125327 w 12125327"/>
                <a:gd name="connsiteY2" fmla="*/ 31282 h 31282"/>
                <a:gd name="connsiteX3" fmla="*/ 17139 w 12125327"/>
                <a:gd name="connsiteY3" fmla="*/ 31282 h 31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25327" h="31282">
                  <a:moveTo>
                    <a:pt x="0" y="0"/>
                  </a:moveTo>
                  <a:lnTo>
                    <a:pt x="12125327" y="0"/>
                  </a:lnTo>
                  <a:lnTo>
                    <a:pt x="12125327" y="31282"/>
                  </a:lnTo>
                  <a:lnTo>
                    <a:pt x="17139" y="3128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4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8" name="任意多边形 8">
              <a:extLst>
                <a:ext uri="{FF2B5EF4-FFF2-40B4-BE49-F238E27FC236}">
                  <a16:creationId xmlns:a16="http://schemas.microsoft.com/office/drawing/2014/main" id="{433DA4A6-3157-41A3-4727-FFDB01EFEB83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2" y="195486"/>
              <a:ext cx="410536" cy="381886"/>
            </a:xfrm>
            <a:custGeom>
              <a:avLst/>
              <a:gdLst>
                <a:gd name="connsiteX0" fmla="*/ 284734 w 577217"/>
                <a:gd name="connsiteY0" fmla="*/ 0 h 536832"/>
                <a:gd name="connsiteX1" fmla="*/ 577217 w 577217"/>
                <a:gd name="connsiteY1" fmla="*/ 536832 h 536832"/>
                <a:gd name="connsiteX2" fmla="*/ 0 w 577217"/>
                <a:gd name="connsiteY2" fmla="*/ 536832 h 536832"/>
                <a:gd name="connsiteX3" fmla="*/ 0 w 577217"/>
                <a:gd name="connsiteY3" fmla="*/ 184 h 536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7217" h="536832">
                  <a:moveTo>
                    <a:pt x="284734" y="0"/>
                  </a:moveTo>
                  <a:lnTo>
                    <a:pt x="577217" y="536832"/>
                  </a:lnTo>
                  <a:lnTo>
                    <a:pt x="0" y="536832"/>
                  </a:lnTo>
                  <a:lnTo>
                    <a:pt x="0" y="184"/>
                  </a:lnTo>
                  <a:close/>
                </a:path>
              </a:pathLst>
            </a:custGeom>
            <a:solidFill>
              <a:srgbClr val="071E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400" dirty="0">
                <a:solidFill>
                  <a:srgbClr val="7EC234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9" name="Title 1">
              <a:extLst>
                <a:ext uri="{FF2B5EF4-FFF2-40B4-BE49-F238E27FC236}">
                  <a16:creationId xmlns:a16="http://schemas.microsoft.com/office/drawing/2014/main" id="{378E6A5B-EE29-DB56-DC79-93D010B8E46A}"/>
                </a:ext>
              </a:extLst>
            </p:cNvPr>
            <p:cNvSpPr txBox="1">
              <a:spLocks/>
            </p:cNvSpPr>
            <p:nvPr/>
          </p:nvSpPr>
          <p:spPr>
            <a:xfrm>
              <a:off x="611560" y="175643"/>
              <a:ext cx="2129944" cy="379477"/>
            </a:xfrm>
            <a:prstGeom prst="rect">
              <a:avLst/>
            </a:prstGeom>
          </p:spPr>
          <p:txBody>
            <a:bodyPr lIns="0" rIns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3000" b="0" kern="1200">
                  <a:solidFill>
                    <a:schemeClr val="accent1"/>
                  </a:solidFill>
                  <a:latin typeface="U.S. 101" pitchFamily="2" charset="0"/>
                  <a:ea typeface="Roboto" pitchFamily="2" charset="0"/>
                  <a:cs typeface="Open Sans Light" panose="020B0306030504020204" pitchFamily="34" charset="0"/>
                </a:defRPr>
              </a:lvl1pPr>
            </a:lstStyle>
            <a:p>
              <a:pPr algn="l"/>
              <a:r>
                <a:rPr lang="zh-CN" altLang="en-US" sz="18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点击输入标题内容</a:t>
              </a:r>
              <a:endParaRPr lang="en-GB" altLang="zh-CN" sz="1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69009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/>
          <p:cNvSpPr/>
          <p:nvPr/>
        </p:nvSpPr>
        <p:spPr bwMode="auto">
          <a:xfrm>
            <a:off x="0" y="0"/>
            <a:ext cx="3370125" cy="2382729"/>
          </a:xfrm>
          <a:custGeom>
            <a:avLst/>
            <a:gdLst>
              <a:gd name="connsiteX0" fmla="*/ 0 w 4493500"/>
              <a:gd name="connsiteY0" fmla="*/ 0 h 3176972"/>
              <a:gd name="connsiteX1" fmla="*/ 4493500 w 4493500"/>
              <a:gd name="connsiteY1" fmla="*/ 0 h 3176972"/>
              <a:gd name="connsiteX2" fmla="*/ 2406198 w 4493500"/>
              <a:gd name="connsiteY2" fmla="*/ 3176972 h 3176972"/>
              <a:gd name="connsiteX3" fmla="*/ 0 w 4493500"/>
              <a:gd name="connsiteY3" fmla="*/ 3176972 h 3176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3500" h="3176972">
                <a:moveTo>
                  <a:pt x="0" y="0"/>
                </a:moveTo>
                <a:lnTo>
                  <a:pt x="4493500" y="0"/>
                </a:lnTo>
                <a:lnTo>
                  <a:pt x="2406198" y="3176972"/>
                </a:lnTo>
                <a:lnTo>
                  <a:pt x="0" y="3176972"/>
                </a:lnTo>
                <a:close/>
              </a:path>
            </a:pathLst>
          </a:custGeom>
          <a:blipFill dpi="0" rotWithShape="1">
            <a:blip r:embed="rId3"/>
            <a:srcRect/>
            <a:stretch>
              <a:fillRect l="-3047" r="-304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dirty="0"/>
          </a:p>
        </p:txBody>
      </p:sp>
      <p:sp>
        <p:nvSpPr>
          <p:cNvPr id="5" name="平行四边形 4"/>
          <p:cNvSpPr/>
          <p:nvPr/>
        </p:nvSpPr>
        <p:spPr bwMode="auto">
          <a:xfrm>
            <a:off x="1925948" y="0"/>
            <a:ext cx="5292105" cy="2382729"/>
          </a:xfrm>
          <a:prstGeom prst="parallelogram">
            <a:avLst>
              <a:gd name="adj" fmla="val 65701"/>
            </a:avLst>
          </a:prstGeom>
          <a:blipFill dpi="0" rotWithShape="1">
            <a:blip r:embed="rId4"/>
            <a:srcRect/>
            <a:stretch>
              <a:fillRect t="-24265" b="-242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6" name="任意多边形: 形状 5"/>
          <p:cNvSpPr/>
          <p:nvPr/>
        </p:nvSpPr>
        <p:spPr bwMode="auto">
          <a:xfrm>
            <a:off x="5773875" y="0"/>
            <a:ext cx="3370125" cy="2382729"/>
          </a:xfrm>
          <a:custGeom>
            <a:avLst/>
            <a:gdLst>
              <a:gd name="connsiteX0" fmla="*/ 2087302 w 4493500"/>
              <a:gd name="connsiteY0" fmla="*/ 0 h 3176972"/>
              <a:gd name="connsiteX1" fmla="*/ 4493500 w 4493500"/>
              <a:gd name="connsiteY1" fmla="*/ 0 h 3176972"/>
              <a:gd name="connsiteX2" fmla="*/ 4493500 w 4493500"/>
              <a:gd name="connsiteY2" fmla="*/ 3176972 h 3176972"/>
              <a:gd name="connsiteX3" fmla="*/ 0 w 4493500"/>
              <a:gd name="connsiteY3" fmla="*/ 3176972 h 3176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3500" h="3176972">
                <a:moveTo>
                  <a:pt x="2087302" y="0"/>
                </a:moveTo>
                <a:lnTo>
                  <a:pt x="4493500" y="0"/>
                </a:lnTo>
                <a:lnTo>
                  <a:pt x="4493500" y="3176972"/>
                </a:lnTo>
                <a:lnTo>
                  <a:pt x="0" y="3176972"/>
                </a:lnTo>
                <a:close/>
              </a:path>
            </a:pathLst>
          </a:custGeom>
          <a:blipFill dpi="0" rotWithShape="1">
            <a:blip r:embed="rId5"/>
            <a:srcRect/>
            <a:stretch>
              <a:fillRect l="-6561" r="-6561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7" name="文本框 12"/>
          <p:cNvSpPr txBox="1"/>
          <p:nvPr/>
        </p:nvSpPr>
        <p:spPr>
          <a:xfrm>
            <a:off x="181096" y="3273828"/>
            <a:ext cx="8781809" cy="276999"/>
          </a:xfrm>
          <a:prstGeom prst="rect">
            <a:avLst/>
          </a:prstGeom>
          <a:noFill/>
        </p:spPr>
        <p:txBody>
          <a:bodyPr wrap="square" anchor="b" anchorCtr="1">
            <a:normAutofit fontScale="85000" lnSpcReduction="20000"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 b="1" dirty="0">
                <a:solidFill>
                  <a:srgbClr val="0824A7"/>
                </a:solidFill>
              </a:rPr>
              <a:t>此部分内容作为文字排版占位显示</a:t>
            </a:r>
          </a:p>
        </p:txBody>
      </p:sp>
      <p:sp>
        <p:nvSpPr>
          <p:cNvPr id="8" name="文本框 13"/>
          <p:cNvSpPr txBox="1"/>
          <p:nvPr/>
        </p:nvSpPr>
        <p:spPr>
          <a:xfrm>
            <a:off x="181096" y="3550827"/>
            <a:ext cx="8781809" cy="485608"/>
          </a:xfrm>
          <a:prstGeom prst="rect">
            <a:avLst/>
          </a:prstGeom>
          <a:noFill/>
        </p:spPr>
        <p:txBody>
          <a:bodyPr wrap="square" anchor="t" anchorCtr="1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050" dirty="0">
                <a:solidFill/>
              </a:rPr>
              <a:t>此部分内容作为文字排版占位显示（建议使用主题字体）。如需更改请在（设置形状格式）菜单下（文本选项）中调整。</a:t>
            </a:r>
            <a:br>
              <a:rPr lang="zh-CN" altLang="en-US" sz="1050" dirty="0"/>
            </a:br>
            <a:r>
              <a:rPr lang="zh-CN" altLang="en-US" sz="1050" dirty="0"/>
              <a:t>此部分内容作为文字排版占位显示（建议使用主题字体）。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17D37FB-3039-50BD-3F38-1A12EF12428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2503505"/>
            <a:ext cx="2867824" cy="1532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533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/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122-吉林大学-img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2647" y="-1314692"/>
            <a:ext cx="9154760" cy="5721725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8E953A89-B1BE-D53F-CC3F-0CEAC900AC20}"/>
              </a:ext>
            </a:extLst>
          </p:cNvPr>
          <p:cNvGrpSpPr/>
          <p:nvPr/>
        </p:nvGrpSpPr>
        <p:grpSpPr>
          <a:xfrm>
            <a:off x="-7279" y="2116274"/>
            <a:ext cx="9679759" cy="3163632"/>
            <a:chOff x="0" y="2639824"/>
            <a:chExt cx="12906345" cy="3722876"/>
          </a:xfrm>
        </p:grpSpPr>
        <p:sp>
          <p:nvSpPr>
            <p:cNvPr id="4" name="任意多边形 10">
              <a:extLst>
                <a:ext uri="{FF2B5EF4-FFF2-40B4-BE49-F238E27FC236}">
                  <a16:creationId xmlns:a16="http://schemas.microsoft.com/office/drawing/2014/main" id="{924EA8A7-BBE1-DC94-579F-0D2DD6657209}"/>
                </a:ext>
              </a:extLst>
            </p:cNvPr>
            <p:cNvSpPr/>
            <p:nvPr/>
          </p:nvSpPr>
          <p:spPr>
            <a:xfrm flipH="1">
              <a:off x="0" y="2639824"/>
              <a:ext cx="12211050" cy="3524250"/>
            </a:xfrm>
            <a:custGeom>
              <a:avLst/>
              <a:gdLst>
                <a:gd name="connsiteX0" fmla="*/ 19050 w 12192000"/>
                <a:gd name="connsiteY0" fmla="*/ 76200 h 3524250"/>
                <a:gd name="connsiteX1" fmla="*/ 7543800 w 12192000"/>
                <a:gd name="connsiteY1" fmla="*/ 1200150 h 3524250"/>
                <a:gd name="connsiteX2" fmla="*/ 12192000 w 12192000"/>
                <a:gd name="connsiteY2" fmla="*/ 0 h 3524250"/>
                <a:gd name="connsiteX3" fmla="*/ 12172950 w 12192000"/>
                <a:gd name="connsiteY3" fmla="*/ 3524250 h 3524250"/>
                <a:gd name="connsiteX4" fmla="*/ 0 w 12192000"/>
                <a:gd name="connsiteY4" fmla="*/ 3505200 h 3524250"/>
                <a:gd name="connsiteX5" fmla="*/ 19050 w 12192000"/>
                <a:gd name="connsiteY5" fmla="*/ 76200 h 3524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3524250">
                  <a:moveTo>
                    <a:pt x="19050" y="76200"/>
                  </a:moveTo>
                  <a:cubicBezTo>
                    <a:pt x="2767012" y="644525"/>
                    <a:pt x="5514975" y="1212850"/>
                    <a:pt x="7543800" y="1200150"/>
                  </a:cubicBezTo>
                  <a:cubicBezTo>
                    <a:pt x="9572625" y="1187450"/>
                    <a:pt x="10882312" y="593725"/>
                    <a:pt x="12192000" y="0"/>
                  </a:cubicBezTo>
                  <a:lnTo>
                    <a:pt x="12172950" y="3524250"/>
                  </a:lnTo>
                  <a:lnTo>
                    <a:pt x="0" y="3505200"/>
                  </a:lnTo>
                  <a:lnTo>
                    <a:pt x="19050" y="76200"/>
                  </a:lnTo>
                  <a:close/>
                </a:path>
              </a:pathLst>
            </a:custGeom>
            <a:solidFill>
              <a:srgbClr val="0824A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" name="任意多边形 9">
              <a:extLst>
                <a:ext uri="{FF2B5EF4-FFF2-40B4-BE49-F238E27FC236}">
                  <a16:creationId xmlns:a16="http://schemas.microsoft.com/office/drawing/2014/main" id="{05EC6C0A-89CB-2FB1-CED6-D49CC3F6BB93}"/>
                </a:ext>
              </a:extLst>
            </p:cNvPr>
            <p:cNvSpPr/>
            <p:nvPr/>
          </p:nvSpPr>
          <p:spPr>
            <a:xfrm flipH="1">
              <a:off x="0" y="2838450"/>
              <a:ext cx="12906345" cy="3524250"/>
            </a:xfrm>
            <a:custGeom>
              <a:avLst/>
              <a:gdLst>
                <a:gd name="connsiteX0" fmla="*/ 19050 w 12192000"/>
                <a:gd name="connsiteY0" fmla="*/ 76200 h 3524250"/>
                <a:gd name="connsiteX1" fmla="*/ 7543800 w 12192000"/>
                <a:gd name="connsiteY1" fmla="*/ 1200150 h 3524250"/>
                <a:gd name="connsiteX2" fmla="*/ 12192000 w 12192000"/>
                <a:gd name="connsiteY2" fmla="*/ 0 h 3524250"/>
                <a:gd name="connsiteX3" fmla="*/ 12172950 w 12192000"/>
                <a:gd name="connsiteY3" fmla="*/ 3524250 h 3524250"/>
                <a:gd name="connsiteX4" fmla="*/ 0 w 12192000"/>
                <a:gd name="connsiteY4" fmla="*/ 3505200 h 3524250"/>
                <a:gd name="connsiteX5" fmla="*/ 19050 w 12192000"/>
                <a:gd name="connsiteY5" fmla="*/ 76200 h 3524250"/>
                <a:gd name="connsiteX0" fmla="*/ 19050 w 12192000"/>
                <a:gd name="connsiteY0" fmla="*/ 146845 h 3594895"/>
                <a:gd name="connsiteX1" fmla="*/ 2757941 w 12192000"/>
                <a:gd name="connsiteY1" fmla="*/ 691140 h 3594895"/>
                <a:gd name="connsiteX2" fmla="*/ 7543800 w 12192000"/>
                <a:gd name="connsiteY2" fmla="*/ 1270795 h 3594895"/>
                <a:gd name="connsiteX3" fmla="*/ 12192000 w 12192000"/>
                <a:gd name="connsiteY3" fmla="*/ 70645 h 3594895"/>
                <a:gd name="connsiteX4" fmla="*/ 12172950 w 12192000"/>
                <a:gd name="connsiteY4" fmla="*/ 3594895 h 3594895"/>
                <a:gd name="connsiteX5" fmla="*/ 0 w 12192000"/>
                <a:gd name="connsiteY5" fmla="*/ 3575845 h 3594895"/>
                <a:gd name="connsiteX6" fmla="*/ 19050 w 12192000"/>
                <a:gd name="connsiteY6" fmla="*/ 146845 h 3594895"/>
                <a:gd name="connsiteX0" fmla="*/ 19050 w 12192000"/>
                <a:gd name="connsiteY0" fmla="*/ 76200 h 3524250"/>
                <a:gd name="connsiteX1" fmla="*/ 2757941 w 12192000"/>
                <a:gd name="connsiteY1" fmla="*/ 620495 h 3524250"/>
                <a:gd name="connsiteX2" fmla="*/ 7543800 w 12192000"/>
                <a:gd name="connsiteY2" fmla="*/ 1200150 h 3524250"/>
                <a:gd name="connsiteX3" fmla="*/ 12192000 w 12192000"/>
                <a:gd name="connsiteY3" fmla="*/ 0 h 3524250"/>
                <a:gd name="connsiteX4" fmla="*/ 12172950 w 12192000"/>
                <a:gd name="connsiteY4" fmla="*/ 3524250 h 3524250"/>
                <a:gd name="connsiteX5" fmla="*/ 0 w 12192000"/>
                <a:gd name="connsiteY5" fmla="*/ 3505200 h 3524250"/>
                <a:gd name="connsiteX6" fmla="*/ 19050 w 12192000"/>
                <a:gd name="connsiteY6" fmla="*/ 76200 h 3524250"/>
                <a:gd name="connsiteX0" fmla="*/ 0 w 12886210"/>
                <a:gd name="connsiteY0" fmla="*/ 2447925 h 3524250"/>
                <a:gd name="connsiteX1" fmla="*/ 3452151 w 12886210"/>
                <a:gd name="connsiteY1" fmla="*/ 620495 h 3524250"/>
                <a:gd name="connsiteX2" fmla="*/ 8238010 w 12886210"/>
                <a:gd name="connsiteY2" fmla="*/ 1200150 h 3524250"/>
                <a:gd name="connsiteX3" fmla="*/ 12886210 w 12886210"/>
                <a:gd name="connsiteY3" fmla="*/ 0 h 3524250"/>
                <a:gd name="connsiteX4" fmla="*/ 12867160 w 12886210"/>
                <a:gd name="connsiteY4" fmla="*/ 3524250 h 3524250"/>
                <a:gd name="connsiteX5" fmla="*/ 694210 w 12886210"/>
                <a:gd name="connsiteY5" fmla="*/ 3505200 h 3524250"/>
                <a:gd name="connsiteX6" fmla="*/ 0 w 12886210"/>
                <a:gd name="connsiteY6" fmla="*/ 2447925 h 3524250"/>
                <a:gd name="connsiteX0" fmla="*/ 0 w 12886210"/>
                <a:gd name="connsiteY0" fmla="*/ 2447925 h 3524250"/>
                <a:gd name="connsiteX1" fmla="*/ 3452151 w 12886210"/>
                <a:gd name="connsiteY1" fmla="*/ 620495 h 3524250"/>
                <a:gd name="connsiteX2" fmla="*/ 8238010 w 12886210"/>
                <a:gd name="connsiteY2" fmla="*/ 1200150 h 3524250"/>
                <a:gd name="connsiteX3" fmla="*/ 12886210 w 12886210"/>
                <a:gd name="connsiteY3" fmla="*/ 0 h 3524250"/>
                <a:gd name="connsiteX4" fmla="*/ 12867160 w 12886210"/>
                <a:gd name="connsiteY4" fmla="*/ 3524250 h 3524250"/>
                <a:gd name="connsiteX5" fmla="*/ 694210 w 12886210"/>
                <a:gd name="connsiteY5" fmla="*/ 3505200 h 3524250"/>
                <a:gd name="connsiteX6" fmla="*/ 0 w 12886210"/>
                <a:gd name="connsiteY6" fmla="*/ 2447925 h 3524250"/>
                <a:gd name="connsiteX0" fmla="*/ 0 w 12886210"/>
                <a:gd name="connsiteY0" fmla="*/ 2447925 h 3524250"/>
                <a:gd name="connsiteX1" fmla="*/ 3452151 w 12886210"/>
                <a:gd name="connsiteY1" fmla="*/ 620495 h 3524250"/>
                <a:gd name="connsiteX2" fmla="*/ 8238010 w 12886210"/>
                <a:gd name="connsiteY2" fmla="*/ 1200150 h 3524250"/>
                <a:gd name="connsiteX3" fmla="*/ 12886210 w 12886210"/>
                <a:gd name="connsiteY3" fmla="*/ 0 h 3524250"/>
                <a:gd name="connsiteX4" fmla="*/ 12867160 w 12886210"/>
                <a:gd name="connsiteY4" fmla="*/ 3524250 h 3524250"/>
                <a:gd name="connsiteX5" fmla="*/ 694210 w 12886210"/>
                <a:gd name="connsiteY5" fmla="*/ 3505200 h 3524250"/>
                <a:gd name="connsiteX6" fmla="*/ 0 w 12886210"/>
                <a:gd name="connsiteY6" fmla="*/ 2447925 h 3524250"/>
                <a:gd name="connsiteX0" fmla="*/ 0 w 12886210"/>
                <a:gd name="connsiteY0" fmla="*/ 2447925 h 3524250"/>
                <a:gd name="connsiteX1" fmla="*/ 3442641 w 12886210"/>
                <a:gd name="connsiteY1" fmla="*/ 782420 h 3524250"/>
                <a:gd name="connsiteX2" fmla="*/ 8238010 w 12886210"/>
                <a:gd name="connsiteY2" fmla="*/ 1200150 h 3524250"/>
                <a:gd name="connsiteX3" fmla="*/ 12886210 w 12886210"/>
                <a:gd name="connsiteY3" fmla="*/ 0 h 3524250"/>
                <a:gd name="connsiteX4" fmla="*/ 12867160 w 12886210"/>
                <a:gd name="connsiteY4" fmla="*/ 3524250 h 3524250"/>
                <a:gd name="connsiteX5" fmla="*/ 694210 w 12886210"/>
                <a:gd name="connsiteY5" fmla="*/ 3505200 h 3524250"/>
                <a:gd name="connsiteX6" fmla="*/ 0 w 12886210"/>
                <a:gd name="connsiteY6" fmla="*/ 2447925 h 3524250"/>
                <a:gd name="connsiteX0" fmla="*/ 0 w 12886210"/>
                <a:gd name="connsiteY0" fmla="*/ 2447925 h 3524250"/>
                <a:gd name="connsiteX1" fmla="*/ 3442641 w 12886210"/>
                <a:gd name="connsiteY1" fmla="*/ 782420 h 3524250"/>
                <a:gd name="connsiteX2" fmla="*/ 8238010 w 12886210"/>
                <a:gd name="connsiteY2" fmla="*/ 1200150 h 3524250"/>
                <a:gd name="connsiteX3" fmla="*/ 12886210 w 12886210"/>
                <a:gd name="connsiteY3" fmla="*/ 0 h 3524250"/>
                <a:gd name="connsiteX4" fmla="*/ 12867160 w 12886210"/>
                <a:gd name="connsiteY4" fmla="*/ 3524250 h 3524250"/>
                <a:gd name="connsiteX5" fmla="*/ 694210 w 12886210"/>
                <a:gd name="connsiteY5" fmla="*/ 3505200 h 3524250"/>
                <a:gd name="connsiteX6" fmla="*/ 0 w 12886210"/>
                <a:gd name="connsiteY6" fmla="*/ 2447925 h 3524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886210" h="3524250">
                  <a:moveTo>
                    <a:pt x="0" y="2447925"/>
                  </a:moveTo>
                  <a:cubicBezTo>
                    <a:pt x="459657" y="1967141"/>
                    <a:pt x="1760560" y="709395"/>
                    <a:pt x="3442641" y="782420"/>
                  </a:cubicBezTo>
                  <a:cubicBezTo>
                    <a:pt x="4722127" y="868145"/>
                    <a:pt x="6664082" y="1330553"/>
                    <a:pt x="8238010" y="1200150"/>
                  </a:cubicBezTo>
                  <a:cubicBezTo>
                    <a:pt x="9811938" y="1069747"/>
                    <a:pt x="11576522" y="593725"/>
                    <a:pt x="12886210" y="0"/>
                  </a:cubicBezTo>
                  <a:lnTo>
                    <a:pt x="12867160" y="3524250"/>
                  </a:lnTo>
                  <a:lnTo>
                    <a:pt x="694210" y="3505200"/>
                  </a:lnTo>
                  <a:lnTo>
                    <a:pt x="0" y="244792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6F1B0395-3397-346C-B645-B13EF5F77E83}"/>
              </a:ext>
            </a:extLst>
          </p:cNvPr>
          <p:cNvSpPr/>
          <p:nvPr/>
        </p:nvSpPr>
        <p:spPr>
          <a:xfrm>
            <a:off x="1940623" y="3534185"/>
            <a:ext cx="581446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400" b="1" kern="10" dirty="0">
                <a:solidFill>
                  <a:srgbClr val="05176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 论文总结</a:t>
            </a:r>
            <a:r>
              <a:rPr lang="zh-CN" altLang="en-US" sz="4400" b="1" kern="10" dirty="0">
                <a:solidFill>
                  <a:srgbClr val="05176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</a:p>
        </p:txBody>
      </p:sp>
      <p:sp>
        <p:nvSpPr>
          <p:cNvPr id="7" name="WordArt 5">
            <a:extLst>
              <a:ext uri="{FF2B5EF4-FFF2-40B4-BE49-F238E27FC236}">
                <a16:creationId xmlns:a16="http://schemas.microsoft.com/office/drawing/2014/main" id="{11B9E130-2C66-4596-7990-E3DBC0B0ABB1}"/>
              </a:ext>
            </a:extLst>
          </p:cNvPr>
          <p:cNvSpPr>
            <a:spLocks noChangeArrowheads="1" noChangeShapeType="1"/>
          </p:cNvSpPr>
          <p:nvPr/>
        </p:nvSpPr>
        <p:spPr bwMode="auto">
          <a:xfrm>
            <a:off x="3053665" y="4447018"/>
            <a:ext cx="3916669" cy="405366"/>
          </a:xfrm>
          <a:prstGeom prst="rect">
            <a:avLst/>
          </a:prstGeom>
        </p:spPr>
        <p:txBody>
          <a:bodyPr wrap="none" fromWordArt="1"/>
          <a:lstStyle/>
          <a:p>
            <a:pPr algn="ctr"/>
            <a:r>
              <a:rPr lang="en-US" altLang="zh-CN" sz="2100" kern="10" dirty="0">
                <a:solidFill>
                  <a:srgbClr val="05176B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Measurement of horizontal angle</a:t>
            </a:r>
            <a:endParaRPr lang="zh-CN" altLang="en-US" sz="2100" kern="10" dirty="0">
              <a:solidFill>
                <a:srgbClr val="00406E"/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A1CF4EFE-F0F9-CE40-C856-EC19D9E9D225}"/>
              </a:ext>
            </a:extLst>
          </p:cNvPr>
          <p:cNvGrpSpPr/>
          <p:nvPr/>
        </p:nvGrpSpPr>
        <p:grpSpPr>
          <a:xfrm>
            <a:off x="1375722" y="2165865"/>
            <a:ext cx="1705800" cy="1705800"/>
            <a:chOff x="1441054" y="2119509"/>
            <a:chExt cx="1705800" cy="1705800"/>
          </a:xfrm>
        </p:grpSpPr>
        <p:sp>
          <p:nvSpPr>
            <p:cNvPr id="9" name="white base">
              <a:extLst>
                <a:ext uri="{FF2B5EF4-FFF2-40B4-BE49-F238E27FC236}">
                  <a16:creationId xmlns:a16="http://schemas.microsoft.com/office/drawing/2014/main" id="{1B4E9B03-7566-1632-D024-FD1525A4B02C}"/>
                </a:ext>
              </a:extLst>
            </p:cNvPr>
            <p:cNvSpPr/>
            <p:nvPr/>
          </p:nvSpPr>
          <p:spPr>
            <a:xfrm>
              <a:off x="1454240" y="2133600"/>
              <a:ext cx="1677600" cy="167761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1" name="Picture 20" descr="122-吉林大学-logo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41054" y="2119509"/>
              <a:ext cx="1705800" cy="1705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51846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/>
        </p:nvGrpSpPr>
        <p:grpSpPr>
          <a:xfrm>
            <a:off x="1064266" y="1329612"/>
            <a:ext cx="1890210" cy="2548116"/>
            <a:chOff x="1064266" y="1329612"/>
            <a:chExt cx="1890210" cy="2548116"/>
          </a:xfrm>
        </p:grpSpPr>
        <p:sp>
          <p:nvSpPr>
            <p:cNvPr id="8" name="Oval 4"/>
            <p:cNvSpPr/>
            <p:nvPr/>
          </p:nvSpPr>
          <p:spPr>
            <a:xfrm>
              <a:off x="1402313" y="1596312"/>
              <a:ext cx="1219478" cy="1219478"/>
            </a:xfrm>
            <a:prstGeom prst="ellipse">
              <a:avLst/>
            </a:prstGeom>
            <a:noFill/>
            <a:ln w="5080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" name="Oval 5"/>
            <p:cNvSpPr/>
            <p:nvPr/>
          </p:nvSpPr>
          <p:spPr>
            <a:xfrm>
              <a:off x="1130850" y="1329612"/>
              <a:ext cx="1759260" cy="1759260"/>
            </a:xfrm>
            <a:prstGeom prst="ellipse">
              <a:avLst/>
            </a:prstGeom>
            <a:noFill/>
            <a:ln w="50800">
              <a:solidFill>
                <a:srgbClr val="071E8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" name="Oval 6"/>
            <p:cNvSpPr/>
            <p:nvPr/>
          </p:nvSpPr>
          <p:spPr>
            <a:xfrm>
              <a:off x="2467009" y="1441531"/>
              <a:ext cx="309563" cy="309563"/>
            </a:xfrm>
            <a:prstGeom prst="ellipse">
              <a:avLst/>
            </a:prstGeom>
            <a:solidFill>
              <a:srgbClr val="071E8E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Rectangle: Rounded Corners 8"/>
            <p:cNvSpPr/>
            <p:nvPr/>
          </p:nvSpPr>
          <p:spPr>
            <a:xfrm>
              <a:off x="1438641" y="2880048"/>
              <a:ext cx="1141460" cy="355307"/>
            </a:xfrm>
            <a:prstGeom prst="roundRect">
              <a:avLst/>
            </a:prstGeom>
            <a:solidFill>
              <a:srgbClr val="071E8E"/>
            </a:solidFill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>
              <a:normAutofit/>
            </a:bodyPr>
            <a:lstStyle/>
            <a:p>
              <a:pPr algn="ctr"/>
              <a:r>
                <a:rPr lang="zh-CN" altLang="en-US" sz="1100" dirty="0">
                  <a:solidFill>
                    <a:srgbClr val="FAFAFA"/>
                  </a:solidFill>
                </a:rPr>
                <a:t>标题文本预设</a:t>
              </a:r>
            </a:p>
          </p:txBody>
        </p:sp>
        <p:sp>
          <p:nvSpPr>
            <p:cNvPr id="12" name="Oval 1"/>
            <p:cNvSpPr/>
            <p:nvPr/>
          </p:nvSpPr>
          <p:spPr>
            <a:xfrm>
              <a:off x="1417524" y="1617702"/>
              <a:ext cx="1189055" cy="1176698"/>
            </a:xfrm>
            <a:prstGeom prst="ellipse">
              <a:avLst/>
            </a:prstGeom>
            <a:blipFill dpi="0"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" name="TextBox 23"/>
            <p:cNvSpPr txBox="1"/>
            <p:nvPr/>
          </p:nvSpPr>
          <p:spPr>
            <a:xfrm>
              <a:off x="1064266" y="3388364"/>
              <a:ext cx="1890210" cy="184666"/>
            </a:xfrm>
            <a:prstGeom prst="rect">
              <a:avLst/>
            </a:prstGeom>
          </p:spPr>
          <p:txBody>
            <a:bodyPr vert="horz" wrap="none" lIns="0" tIns="0" rIns="0" bIns="0" anchor="b" anchorCtr="0">
              <a:normAutofit fontScale="92500" lnSpcReduction="20000"/>
            </a:bodyPr>
            <a:lstStyle/>
            <a:p>
              <a:pPr algn="ctr"/>
              <a:r>
                <a:rPr lang="zh-CN" altLang="en-US" sz="1600" b="1" kern="900" dirty="0">
                  <a:solidFill>
                    <a:srgbClr val="071E8E"/>
                  </a:solidFill>
                </a:rPr>
                <a:t>标题文本预设</a:t>
              </a:r>
            </a:p>
          </p:txBody>
        </p:sp>
        <p:sp>
          <p:nvSpPr>
            <p:cNvPr id="20" name="TextBox 24"/>
            <p:cNvSpPr txBox="1"/>
            <p:nvPr/>
          </p:nvSpPr>
          <p:spPr>
            <a:xfrm>
              <a:off x="1064266" y="3573029"/>
              <a:ext cx="1890210" cy="304699"/>
            </a:xfrm>
            <a:prstGeom prst="rect">
              <a:avLst/>
            </a:prstGeom>
          </p:spPr>
          <p:txBody>
            <a:bodyPr vert="horz" wrap="square" lIns="0" tIns="0" rIns="0" bIns="0" anchor="t" anchorCtr="0">
              <a:normAutofit fontScale="85000" lnSpcReduction="10000"/>
            </a:bodyPr>
            <a:lstStyle/>
            <a:p>
              <a:pPr lvl="0" algn="ctr">
                <a:lnSpc>
                  <a:spcPct val="120000"/>
                </a:lnSpc>
              </a:pPr>
              <a:r>
                <a:rPr lang="zh-CN" altLang="en-US" sz="1100" dirty="0">
                  <a:solidFill>
                    <a:schemeClr val="dk1">
                      <a:lumMod val="100000"/>
                    </a:schemeClr>
                  </a:solidFill>
                </a:rPr>
                <a:t>此部分内容作为文字排版占位显示</a:t>
              </a:r>
              <a:br>
                <a:rPr lang="zh-CN" altLang="en-US" sz="1100" dirty="0">
                  <a:solidFill>
                    <a:schemeClr val="dk1">
                      <a:lumMod val="100000"/>
                    </a:schemeClr>
                  </a:solidFill>
                </a:rPr>
              </a:br>
              <a:r>
                <a:rPr lang="zh-CN" altLang="en-US" sz="1100" dirty="0">
                  <a:solidFill>
                    <a:schemeClr val="dk1">
                      <a:lumMod val="100000"/>
                    </a:schemeClr>
                  </a:solidFill>
                </a:rPr>
                <a:t>（建议使用主题字体）</a:t>
              </a: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3626895" y="1329612"/>
            <a:ext cx="1890210" cy="2548116"/>
            <a:chOff x="3626895" y="1329612"/>
            <a:chExt cx="1890210" cy="2548116"/>
          </a:xfrm>
        </p:grpSpPr>
        <p:sp>
          <p:nvSpPr>
            <p:cNvPr id="13" name="Oval 10"/>
            <p:cNvSpPr/>
            <p:nvPr/>
          </p:nvSpPr>
          <p:spPr>
            <a:xfrm>
              <a:off x="3973492" y="1596312"/>
              <a:ext cx="1219478" cy="1219478"/>
            </a:xfrm>
            <a:prstGeom prst="ellipse">
              <a:avLst/>
            </a:prstGeom>
            <a:noFill/>
            <a:ln w="508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" name="Oval 11"/>
            <p:cNvSpPr/>
            <p:nvPr/>
          </p:nvSpPr>
          <p:spPr>
            <a:xfrm>
              <a:off x="3702030" y="1329612"/>
              <a:ext cx="1759260" cy="1759260"/>
            </a:xfrm>
            <a:prstGeom prst="ellipse">
              <a:avLst/>
            </a:prstGeom>
            <a:noFill/>
            <a:ln w="508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" name="Oval 12"/>
            <p:cNvSpPr/>
            <p:nvPr/>
          </p:nvSpPr>
          <p:spPr>
            <a:xfrm>
              <a:off x="5038188" y="1441531"/>
              <a:ext cx="309563" cy="309563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" name="Rectangle: Rounded Corners 14"/>
            <p:cNvSpPr/>
            <p:nvPr/>
          </p:nvSpPr>
          <p:spPr>
            <a:xfrm>
              <a:off x="4009821" y="2880048"/>
              <a:ext cx="1141460" cy="355307"/>
            </a:xfrm>
            <a:prstGeom prst="roundRect">
              <a:avLst/>
            </a:prstGeom>
            <a:solidFill>
              <a:schemeClr val="accent2"/>
            </a:solidFill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>
              <a:normAutofit/>
            </a:bodyPr>
            <a:lstStyle/>
            <a:p>
              <a:pPr algn="ctr"/>
              <a:r>
                <a:rPr lang="zh-CN" altLang="en-US" sz="1100" dirty="0">
                  <a:solidFill>
                    <a:srgbClr val="FAFAFA"/>
                  </a:solidFill>
                </a:rPr>
                <a:t>标题文本预设</a:t>
              </a:r>
            </a:p>
          </p:txBody>
        </p:sp>
        <p:sp>
          <p:nvSpPr>
            <p:cNvPr id="17" name="Oval 2"/>
            <p:cNvSpPr/>
            <p:nvPr/>
          </p:nvSpPr>
          <p:spPr>
            <a:xfrm>
              <a:off x="3991924" y="1617702"/>
              <a:ext cx="1189055" cy="1176698"/>
            </a:xfrm>
            <a:prstGeom prst="ellipse">
              <a:avLst/>
            </a:prstGeom>
            <a:blipFill dpi="0"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" name="TextBox 35"/>
            <p:cNvSpPr txBox="1"/>
            <p:nvPr/>
          </p:nvSpPr>
          <p:spPr>
            <a:xfrm>
              <a:off x="3626895" y="3388364"/>
              <a:ext cx="1890210" cy="184666"/>
            </a:xfrm>
            <a:prstGeom prst="rect">
              <a:avLst/>
            </a:prstGeom>
          </p:spPr>
          <p:txBody>
            <a:bodyPr vert="horz" wrap="none" lIns="0" tIns="0" rIns="0" bIns="0" anchor="b" anchorCtr="0">
              <a:normAutofit fontScale="92500" lnSpcReduction="20000"/>
            </a:bodyPr>
            <a:lstStyle/>
            <a:p>
              <a:pPr algn="ctr"/>
              <a:r>
                <a:rPr lang="zh-CN" altLang="en-US" sz="1600" b="1" kern="900">
                  <a:solidFill>
                    <a:schemeClr val="accent2"/>
                  </a:solidFill>
                </a:rPr>
                <a:t>标题文本预设</a:t>
              </a:r>
            </a:p>
          </p:txBody>
        </p:sp>
        <p:sp>
          <p:nvSpPr>
            <p:cNvPr id="22" name="TextBox 36"/>
            <p:cNvSpPr txBox="1"/>
            <p:nvPr/>
          </p:nvSpPr>
          <p:spPr>
            <a:xfrm>
              <a:off x="3626895" y="3573029"/>
              <a:ext cx="1890210" cy="304699"/>
            </a:xfrm>
            <a:prstGeom prst="rect">
              <a:avLst/>
            </a:prstGeom>
          </p:spPr>
          <p:txBody>
            <a:bodyPr vert="horz" wrap="square" lIns="0" tIns="0" rIns="0" bIns="0" anchor="t" anchorCtr="0">
              <a:normAutofit fontScale="85000" lnSpcReduction="10000"/>
            </a:bodyPr>
            <a:lstStyle/>
            <a:p>
              <a:pPr lvl="0" algn="ctr">
                <a:lnSpc>
                  <a:spcPct val="120000"/>
                </a:lnSpc>
              </a:pPr>
              <a:r>
                <a:rPr lang="zh-CN" altLang="en-US" sz="1100">
                  <a:solidFill>
                    <a:schemeClr val="dk1">
                      <a:lumMod val="100000"/>
                    </a:schemeClr>
                  </a:solidFill>
                </a:rPr>
                <a:t>此部分内容作为文字排版占位显示</a:t>
              </a:r>
              <a:br>
                <a:rPr lang="zh-CN" altLang="en-US" sz="1100">
                  <a:solidFill>
                    <a:schemeClr val="dk1">
                      <a:lumMod val="100000"/>
                    </a:schemeClr>
                  </a:solidFill>
                </a:rPr>
              </a:br>
              <a:r>
                <a:rPr lang="zh-CN" altLang="en-US" sz="1100">
                  <a:solidFill>
                    <a:schemeClr val="dk1">
                      <a:lumMod val="100000"/>
                    </a:schemeClr>
                  </a:solidFill>
                </a:rPr>
                <a:t>（建议使用主题字体）</a:t>
              </a: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6204407" y="1329612"/>
            <a:ext cx="1890210" cy="2548116"/>
            <a:chOff x="6204407" y="1329612"/>
            <a:chExt cx="1890210" cy="2548116"/>
          </a:xfrm>
        </p:grpSpPr>
        <p:sp>
          <p:nvSpPr>
            <p:cNvPr id="4" name="Oval 16"/>
            <p:cNvSpPr/>
            <p:nvPr/>
          </p:nvSpPr>
          <p:spPr>
            <a:xfrm>
              <a:off x="6542454" y="1596312"/>
              <a:ext cx="1219478" cy="1219478"/>
            </a:xfrm>
            <a:prstGeom prst="ellipse">
              <a:avLst/>
            </a:prstGeom>
            <a:noFill/>
            <a:ln w="50800">
              <a:solidFill>
                <a:schemeClr val="accent3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" name="Oval 17"/>
            <p:cNvSpPr/>
            <p:nvPr/>
          </p:nvSpPr>
          <p:spPr>
            <a:xfrm>
              <a:off x="6270991" y="1329612"/>
              <a:ext cx="1759260" cy="1759260"/>
            </a:xfrm>
            <a:prstGeom prst="ellipse">
              <a:avLst/>
            </a:prstGeom>
            <a:noFill/>
            <a:ln w="508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" name="Oval 18"/>
            <p:cNvSpPr/>
            <p:nvPr/>
          </p:nvSpPr>
          <p:spPr>
            <a:xfrm>
              <a:off x="7607150" y="1441531"/>
              <a:ext cx="309563" cy="309563"/>
            </a:xfrm>
            <a:prstGeom prst="ellipse">
              <a:avLst/>
            </a:prstGeom>
            <a:solidFill>
              <a:schemeClr val="accent3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" name="Rectangle: Rounded Corners 20"/>
            <p:cNvSpPr/>
            <p:nvPr/>
          </p:nvSpPr>
          <p:spPr>
            <a:xfrm>
              <a:off x="6578782" y="2880048"/>
              <a:ext cx="1141460" cy="355307"/>
            </a:xfrm>
            <a:prstGeom prst="roundRect">
              <a:avLst/>
            </a:prstGeom>
            <a:solidFill>
              <a:schemeClr val="accent3"/>
            </a:solidFill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>
              <a:normAutofit/>
            </a:bodyPr>
            <a:lstStyle/>
            <a:p>
              <a:pPr algn="ctr"/>
              <a:r>
                <a:rPr lang="zh-CN" altLang="en-US" sz="1100" dirty="0">
                  <a:solidFill>
                    <a:srgbClr val="FAFAFA"/>
                  </a:solidFill>
                </a:rPr>
                <a:t>标题文本预设</a:t>
              </a:r>
            </a:p>
          </p:txBody>
        </p:sp>
        <p:sp>
          <p:nvSpPr>
            <p:cNvPr id="18" name="Oval 3"/>
            <p:cNvSpPr/>
            <p:nvPr/>
          </p:nvSpPr>
          <p:spPr>
            <a:xfrm>
              <a:off x="6557665" y="1617702"/>
              <a:ext cx="1189055" cy="1176698"/>
            </a:xfrm>
            <a:prstGeom prst="ellipse">
              <a:avLst/>
            </a:prstGeom>
            <a:blipFill dpi="0"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" name="TextBox 38"/>
            <p:cNvSpPr txBox="1"/>
            <p:nvPr/>
          </p:nvSpPr>
          <p:spPr>
            <a:xfrm>
              <a:off x="6204407" y="3388364"/>
              <a:ext cx="1890210" cy="184666"/>
            </a:xfrm>
            <a:prstGeom prst="rect">
              <a:avLst/>
            </a:prstGeom>
          </p:spPr>
          <p:txBody>
            <a:bodyPr vert="horz" wrap="none" lIns="0" tIns="0" rIns="0" bIns="0" anchor="b" anchorCtr="0">
              <a:normAutofit fontScale="92500" lnSpcReduction="20000"/>
            </a:bodyPr>
            <a:lstStyle/>
            <a:p>
              <a:pPr algn="ctr"/>
              <a:r>
                <a:rPr lang="zh-CN" altLang="en-US" sz="1600" b="1" kern="900">
                  <a:solidFill>
                    <a:schemeClr val="accent3"/>
                  </a:solidFill>
                </a:rPr>
                <a:t>标题文本预设</a:t>
              </a:r>
            </a:p>
          </p:txBody>
        </p:sp>
        <p:sp>
          <p:nvSpPr>
            <p:cNvPr id="24" name="TextBox 39"/>
            <p:cNvSpPr txBox="1"/>
            <p:nvPr/>
          </p:nvSpPr>
          <p:spPr>
            <a:xfrm>
              <a:off x="6204407" y="3573029"/>
              <a:ext cx="1890210" cy="304699"/>
            </a:xfrm>
            <a:prstGeom prst="rect">
              <a:avLst/>
            </a:prstGeom>
          </p:spPr>
          <p:txBody>
            <a:bodyPr vert="horz" wrap="square" lIns="0" tIns="0" rIns="0" bIns="0" anchor="t" anchorCtr="0">
              <a:normAutofit fontScale="85000" lnSpcReduction="10000"/>
            </a:bodyPr>
            <a:lstStyle/>
            <a:p>
              <a:pPr lvl="0" algn="ctr">
                <a:lnSpc>
                  <a:spcPct val="120000"/>
                </a:lnSpc>
              </a:pPr>
              <a:r>
                <a:rPr lang="zh-CN" altLang="en-US" sz="1100">
                  <a:solidFill>
                    <a:schemeClr val="dk1">
                      <a:lumMod val="100000"/>
                    </a:schemeClr>
                  </a:solidFill>
                </a:rPr>
                <a:t>此部分内容作为文字排版占位显示</a:t>
              </a:r>
              <a:br>
                <a:rPr lang="zh-CN" altLang="en-US" sz="1100">
                  <a:solidFill>
                    <a:schemeClr val="dk1">
                      <a:lumMod val="100000"/>
                    </a:schemeClr>
                  </a:solidFill>
                </a:rPr>
              </a:br>
              <a:r>
                <a:rPr lang="zh-CN" altLang="en-US" sz="1100">
                  <a:solidFill>
                    <a:schemeClr val="dk1">
                      <a:lumMod val="100000"/>
                    </a:schemeClr>
                  </a:solidFill>
                </a:rPr>
                <a:t>（建议使用主题字体）</a:t>
              </a: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D8390533-FD57-B349-0144-DB299B72BD5C}"/>
              </a:ext>
            </a:extLst>
          </p:cNvPr>
          <p:cNvGrpSpPr/>
          <p:nvPr/>
        </p:nvGrpSpPr>
        <p:grpSpPr>
          <a:xfrm>
            <a:off x="2" y="62949"/>
            <a:ext cx="9145587" cy="514424"/>
            <a:chOff x="2" y="62949"/>
            <a:chExt cx="9145587" cy="514424"/>
          </a:xfrm>
        </p:grpSpPr>
        <p:pic>
          <p:nvPicPr>
            <p:cNvPr id="33" name="Picture 32" descr="122-吉林大学-logo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613973" y="62949"/>
              <a:ext cx="430096" cy="430096"/>
            </a:xfrm>
            <a:prstGeom prst="rect">
              <a:avLst/>
            </a:prstGeom>
          </p:spPr>
        </p:pic>
        <p:sp>
          <p:nvSpPr>
            <p:cNvPr id="30" name="任意多边形 7">
              <a:extLst>
                <a:ext uri="{FF2B5EF4-FFF2-40B4-BE49-F238E27FC236}">
                  <a16:creationId xmlns:a16="http://schemas.microsoft.com/office/drawing/2014/main" id="{54DD7FE2-F50F-E43E-11AA-EB24AF0F3844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521636" y="555120"/>
              <a:ext cx="8623953" cy="22253"/>
            </a:xfrm>
            <a:custGeom>
              <a:avLst/>
              <a:gdLst>
                <a:gd name="connsiteX0" fmla="*/ 0 w 12125327"/>
                <a:gd name="connsiteY0" fmla="*/ 0 h 31282"/>
                <a:gd name="connsiteX1" fmla="*/ 12125327 w 12125327"/>
                <a:gd name="connsiteY1" fmla="*/ 0 h 31282"/>
                <a:gd name="connsiteX2" fmla="*/ 12125327 w 12125327"/>
                <a:gd name="connsiteY2" fmla="*/ 31282 h 31282"/>
                <a:gd name="connsiteX3" fmla="*/ 17139 w 12125327"/>
                <a:gd name="connsiteY3" fmla="*/ 31282 h 31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25327" h="31282">
                  <a:moveTo>
                    <a:pt x="0" y="0"/>
                  </a:moveTo>
                  <a:lnTo>
                    <a:pt x="12125327" y="0"/>
                  </a:lnTo>
                  <a:lnTo>
                    <a:pt x="12125327" y="31282"/>
                  </a:lnTo>
                  <a:lnTo>
                    <a:pt x="17139" y="3128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4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1" name="任意多边形 8">
              <a:extLst>
                <a:ext uri="{FF2B5EF4-FFF2-40B4-BE49-F238E27FC236}">
                  <a16:creationId xmlns:a16="http://schemas.microsoft.com/office/drawing/2014/main" id="{73BADEFE-7A0E-8819-57B0-70EC87057F53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2" y="195486"/>
              <a:ext cx="410536" cy="381886"/>
            </a:xfrm>
            <a:custGeom>
              <a:avLst/>
              <a:gdLst>
                <a:gd name="connsiteX0" fmla="*/ 284734 w 577217"/>
                <a:gd name="connsiteY0" fmla="*/ 0 h 536832"/>
                <a:gd name="connsiteX1" fmla="*/ 577217 w 577217"/>
                <a:gd name="connsiteY1" fmla="*/ 536832 h 536832"/>
                <a:gd name="connsiteX2" fmla="*/ 0 w 577217"/>
                <a:gd name="connsiteY2" fmla="*/ 536832 h 536832"/>
                <a:gd name="connsiteX3" fmla="*/ 0 w 577217"/>
                <a:gd name="connsiteY3" fmla="*/ 184 h 536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7217" h="536832">
                  <a:moveTo>
                    <a:pt x="284734" y="0"/>
                  </a:moveTo>
                  <a:lnTo>
                    <a:pt x="577217" y="536832"/>
                  </a:lnTo>
                  <a:lnTo>
                    <a:pt x="0" y="536832"/>
                  </a:lnTo>
                  <a:lnTo>
                    <a:pt x="0" y="184"/>
                  </a:lnTo>
                  <a:close/>
                </a:path>
              </a:pathLst>
            </a:custGeom>
            <a:solidFill>
              <a:srgbClr val="071E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400" dirty="0">
                <a:solidFill>
                  <a:srgbClr val="7EC234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2" name="Title 1">
              <a:extLst>
                <a:ext uri="{FF2B5EF4-FFF2-40B4-BE49-F238E27FC236}">
                  <a16:creationId xmlns:a16="http://schemas.microsoft.com/office/drawing/2014/main" id="{6C2D82A2-55C5-848A-DAA8-3DE9DF3F95D7}"/>
                </a:ext>
              </a:extLst>
            </p:cNvPr>
            <p:cNvSpPr txBox="1">
              <a:spLocks/>
            </p:cNvSpPr>
            <p:nvPr/>
          </p:nvSpPr>
          <p:spPr>
            <a:xfrm>
              <a:off x="611560" y="175643"/>
              <a:ext cx="2129944" cy="379477"/>
            </a:xfrm>
            <a:prstGeom prst="rect">
              <a:avLst/>
            </a:prstGeom>
          </p:spPr>
          <p:txBody>
            <a:bodyPr lIns="0" rIns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3000" b="0" kern="1200">
                  <a:solidFill>
                    <a:schemeClr val="accent1"/>
                  </a:solidFill>
                  <a:latin typeface="U.S. 101" pitchFamily="2" charset="0"/>
                  <a:ea typeface="Roboto" pitchFamily="2" charset="0"/>
                  <a:cs typeface="Open Sans Light" panose="020B0306030504020204" pitchFamily="34" charset="0"/>
                </a:defRPr>
              </a:lvl1pPr>
            </a:lstStyle>
            <a:p>
              <a:pPr algn="l"/>
              <a:r>
                <a:rPr lang="zh-CN" altLang="en-US" sz="18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点击输入标题内容</a:t>
              </a:r>
              <a:endParaRPr lang="en-GB" altLang="zh-CN" sz="1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63231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任意多边形: 形状 26"/>
          <p:cNvSpPr/>
          <p:nvPr/>
        </p:nvSpPr>
        <p:spPr>
          <a:xfrm>
            <a:off x="1575080" y="918115"/>
            <a:ext cx="3111146" cy="3268371"/>
          </a:xfrm>
          <a:custGeom>
            <a:avLst/>
            <a:gdLst>
              <a:gd name="connsiteX0" fmla="*/ 0 w 3111146"/>
              <a:gd name="connsiteY0" fmla="*/ 0 h 3268371"/>
              <a:gd name="connsiteX1" fmla="*/ 3111146 w 3111146"/>
              <a:gd name="connsiteY1" fmla="*/ 0 h 3268371"/>
              <a:gd name="connsiteX2" fmla="*/ 3111146 w 3111146"/>
              <a:gd name="connsiteY2" fmla="*/ 675124 h 3268371"/>
              <a:gd name="connsiteX3" fmla="*/ 3027296 w 3111146"/>
              <a:gd name="connsiteY3" fmla="*/ 670890 h 3268371"/>
              <a:gd name="connsiteX4" fmla="*/ 1968317 w 3111146"/>
              <a:gd name="connsiteY4" fmla="*/ 1729869 h 3268371"/>
              <a:gd name="connsiteX5" fmla="*/ 3027296 w 3111146"/>
              <a:gd name="connsiteY5" fmla="*/ 2788848 h 3268371"/>
              <a:gd name="connsiteX6" fmla="*/ 3111146 w 3111146"/>
              <a:gd name="connsiteY6" fmla="*/ 2784614 h 3268371"/>
              <a:gd name="connsiteX7" fmla="*/ 3111146 w 3111146"/>
              <a:gd name="connsiteY7" fmla="*/ 3268371 h 3268371"/>
              <a:gd name="connsiteX8" fmla="*/ 0 w 3111146"/>
              <a:gd name="connsiteY8" fmla="*/ 3268371 h 3268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11146" h="3268371">
                <a:moveTo>
                  <a:pt x="0" y="0"/>
                </a:moveTo>
                <a:lnTo>
                  <a:pt x="3111146" y="0"/>
                </a:lnTo>
                <a:lnTo>
                  <a:pt x="3111146" y="675124"/>
                </a:lnTo>
                <a:lnTo>
                  <a:pt x="3027296" y="670890"/>
                </a:lnTo>
                <a:cubicBezTo>
                  <a:pt x="2442438" y="670890"/>
                  <a:pt x="1968317" y="1145011"/>
                  <a:pt x="1968317" y="1729869"/>
                </a:cubicBezTo>
                <a:cubicBezTo>
                  <a:pt x="1968317" y="2314727"/>
                  <a:pt x="2442438" y="2788848"/>
                  <a:pt x="3027296" y="2788848"/>
                </a:cubicBezTo>
                <a:lnTo>
                  <a:pt x="3111146" y="2784614"/>
                </a:lnTo>
                <a:lnTo>
                  <a:pt x="3111146" y="3268371"/>
                </a:lnTo>
                <a:lnTo>
                  <a:pt x="0" y="3268371"/>
                </a:lnTo>
                <a:close/>
              </a:path>
            </a:pathLst>
          </a:custGeom>
          <a:solidFill>
            <a:srgbClr val="071E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endParaRPr>
              <a:solidFill>
                <a:srgbClr val="497193"/>
              </a:solidFill>
            </a:endParaRPr>
          </a:p>
        </p:txBody>
      </p:sp>
      <p:pic>
        <p:nvPicPr>
          <p:cNvPr id="33" name="Picture 32" descr="122-吉林大学-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02965" y="1862615"/>
            <a:ext cx="1562990" cy="1562989"/>
          </a:xfrm>
          <a:prstGeom prst="rect">
            <a:avLst/>
          </a:prstGeom>
        </p:spPr>
      </p:pic>
      <p:sp>
        <p:nvSpPr>
          <p:cNvPr id="6" name="文本框 14"/>
          <p:cNvSpPr txBox="1"/>
          <p:nvPr/>
        </p:nvSpPr>
        <p:spPr>
          <a:xfrm>
            <a:off x="1788794" y="1440877"/>
            <a:ext cx="1943100" cy="392415"/>
          </a:xfrm>
          <a:prstGeom prst="rect">
            <a:avLst/>
          </a:prstGeom>
          <a:noFill/>
        </p:spPr>
        <p:txBody>
          <a:bodyPr wrap="none" anchor="ctr" anchorCtr="0">
            <a:normAutofit fontScale="85000" lnSpcReduction="20000"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标题文本预设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5820892" y="1458600"/>
            <a:ext cx="2347608" cy="2226300"/>
            <a:chOff x="7985117" y="1548524"/>
            <a:chExt cx="3130144" cy="2968399"/>
          </a:xfrm>
        </p:grpSpPr>
        <p:grpSp>
          <p:nvGrpSpPr>
            <p:cNvPr id="8" name="组合 7"/>
            <p:cNvGrpSpPr/>
            <p:nvPr/>
          </p:nvGrpSpPr>
          <p:grpSpPr>
            <a:xfrm>
              <a:off x="7985117" y="1548524"/>
              <a:ext cx="3130144" cy="782232"/>
              <a:chOff x="1363763" y="1630469"/>
              <a:chExt cx="3130144" cy="782232"/>
            </a:xfrm>
          </p:grpSpPr>
          <p:grpSp>
            <p:nvGrpSpPr>
              <p:cNvPr id="21" name="组合 20"/>
              <p:cNvGrpSpPr/>
              <p:nvPr/>
            </p:nvGrpSpPr>
            <p:grpSpPr>
              <a:xfrm>
                <a:off x="1363763" y="1653267"/>
                <a:ext cx="489858" cy="489858"/>
                <a:chOff x="1363763" y="1653267"/>
                <a:chExt cx="489858" cy="489858"/>
              </a:xfrm>
            </p:grpSpPr>
            <p:sp>
              <p:nvSpPr>
                <p:cNvPr id="24" name="椭圆 23"/>
                <p:cNvSpPr/>
                <p:nvPr/>
              </p:nvSpPr>
              <p:spPr>
                <a:xfrm>
                  <a:off x="1363763" y="1653267"/>
                  <a:ext cx="489858" cy="489858"/>
                </a:xfrm>
                <a:prstGeom prst="ellipse">
                  <a:avLst/>
                </a:prstGeom>
                <a:solidFill>
                  <a:srgbClr val="0824A7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" name="任意多边形 24"/>
                <p:cNvSpPr>
                  <a:spLocks/>
                </p:cNvSpPr>
                <p:nvPr/>
              </p:nvSpPr>
              <p:spPr bwMode="auto">
                <a:xfrm>
                  <a:off x="1518705" y="1804342"/>
                  <a:ext cx="179973" cy="179973"/>
                </a:xfrm>
                <a:custGeom>
                  <a:avLst/>
                  <a:gdLst>
                    <a:gd name="connsiteX0" fmla="*/ 221853 w 338138"/>
                    <a:gd name="connsiteY0" fmla="*/ 169862 h 338138"/>
                    <a:gd name="connsiteX1" fmla="*/ 243284 w 338138"/>
                    <a:gd name="connsiteY1" fmla="*/ 169862 h 338138"/>
                    <a:gd name="connsiteX2" fmla="*/ 254000 w 338138"/>
                    <a:gd name="connsiteY2" fmla="*/ 180379 h 338138"/>
                    <a:gd name="connsiteX3" fmla="*/ 254000 w 338138"/>
                    <a:gd name="connsiteY3" fmla="*/ 243483 h 338138"/>
                    <a:gd name="connsiteX4" fmla="*/ 243284 w 338138"/>
                    <a:gd name="connsiteY4" fmla="*/ 254000 h 338138"/>
                    <a:gd name="connsiteX5" fmla="*/ 221853 w 338138"/>
                    <a:gd name="connsiteY5" fmla="*/ 254000 h 338138"/>
                    <a:gd name="connsiteX6" fmla="*/ 211137 w 338138"/>
                    <a:gd name="connsiteY6" fmla="*/ 243483 h 338138"/>
                    <a:gd name="connsiteX7" fmla="*/ 211137 w 338138"/>
                    <a:gd name="connsiteY7" fmla="*/ 180379 h 338138"/>
                    <a:gd name="connsiteX8" fmla="*/ 221853 w 338138"/>
                    <a:gd name="connsiteY8" fmla="*/ 169862 h 338138"/>
                    <a:gd name="connsiteX9" fmla="*/ 94853 w 338138"/>
                    <a:gd name="connsiteY9" fmla="*/ 127000 h 338138"/>
                    <a:gd name="connsiteX10" fmla="*/ 116284 w 338138"/>
                    <a:gd name="connsiteY10" fmla="*/ 127000 h 338138"/>
                    <a:gd name="connsiteX11" fmla="*/ 127000 w 338138"/>
                    <a:gd name="connsiteY11" fmla="*/ 137583 h 338138"/>
                    <a:gd name="connsiteX12" fmla="*/ 127000 w 338138"/>
                    <a:gd name="connsiteY12" fmla="*/ 243417 h 338138"/>
                    <a:gd name="connsiteX13" fmla="*/ 116284 w 338138"/>
                    <a:gd name="connsiteY13" fmla="*/ 254000 h 338138"/>
                    <a:gd name="connsiteX14" fmla="*/ 94853 w 338138"/>
                    <a:gd name="connsiteY14" fmla="*/ 254000 h 338138"/>
                    <a:gd name="connsiteX15" fmla="*/ 84137 w 338138"/>
                    <a:gd name="connsiteY15" fmla="*/ 243417 h 338138"/>
                    <a:gd name="connsiteX16" fmla="*/ 84137 w 338138"/>
                    <a:gd name="connsiteY16" fmla="*/ 137583 h 338138"/>
                    <a:gd name="connsiteX17" fmla="*/ 94853 w 338138"/>
                    <a:gd name="connsiteY17" fmla="*/ 127000 h 338138"/>
                    <a:gd name="connsiteX18" fmla="*/ 285353 w 338138"/>
                    <a:gd name="connsiteY18" fmla="*/ 85725 h 338138"/>
                    <a:gd name="connsiteX19" fmla="*/ 306784 w 338138"/>
                    <a:gd name="connsiteY19" fmla="*/ 85725 h 338138"/>
                    <a:gd name="connsiteX20" fmla="*/ 317500 w 338138"/>
                    <a:gd name="connsiteY20" fmla="*/ 96242 h 338138"/>
                    <a:gd name="connsiteX21" fmla="*/ 317500 w 338138"/>
                    <a:gd name="connsiteY21" fmla="*/ 243483 h 338138"/>
                    <a:gd name="connsiteX22" fmla="*/ 306784 w 338138"/>
                    <a:gd name="connsiteY22" fmla="*/ 254000 h 338138"/>
                    <a:gd name="connsiteX23" fmla="*/ 285353 w 338138"/>
                    <a:gd name="connsiteY23" fmla="*/ 254000 h 338138"/>
                    <a:gd name="connsiteX24" fmla="*/ 274637 w 338138"/>
                    <a:gd name="connsiteY24" fmla="*/ 243483 h 338138"/>
                    <a:gd name="connsiteX25" fmla="*/ 274637 w 338138"/>
                    <a:gd name="connsiteY25" fmla="*/ 96242 h 338138"/>
                    <a:gd name="connsiteX26" fmla="*/ 285353 w 338138"/>
                    <a:gd name="connsiteY26" fmla="*/ 85725 h 338138"/>
                    <a:gd name="connsiteX27" fmla="*/ 158353 w 338138"/>
                    <a:gd name="connsiteY27" fmla="*/ 42862 h 338138"/>
                    <a:gd name="connsiteX28" fmla="*/ 179784 w 338138"/>
                    <a:gd name="connsiteY28" fmla="*/ 42862 h 338138"/>
                    <a:gd name="connsiteX29" fmla="*/ 190500 w 338138"/>
                    <a:gd name="connsiteY29" fmla="*/ 53419 h 338138"/>
                    <a:gd name="connsiteX30" fmla="*/ 190500 w 338138"/>
                    <a:gd name="connsiteY30" fmla="*/ 243443 h 338138"/>
                    <a:gd name="connsiteX31" fmla="*/ 179784 w 338138"/>
                    <a:gd name="connsiteY31" fmla="*/ 254000 h 338138"/>
                    <a:gd name="connsiteX32" fmla="*/ 158353 w 338138"/>
                    <a:gd name="connsiteY32" fmla="*/ 254000 h 338138"/>
                    <a:gd name="connsiteX33" fmla="*/ 147637 w 338138"/>
                    <a:gd name="connsiteY33" fmla="*/ 243443 h 338138"/>
                    <a:gd name="connsiteX34" fmla="*/ 147637 w 338138"/>
                    <a:gd name="connsiteY34" fmla="*/ 53419 h 338138"/>
                    <a:gd name="connsiteX35" fmla="*/ 158353 w 338138"/>
                    <a:gd name="connsiteY35" fmla="*/ 42862 h 338138"/>
                    <a:gd name="connsiteX36" fmla="*/ 0 w 338138"/>
                    <a:gd name="connsiteY36" fmla="*/ 0 h 338138"/>
                    <a:gd name="connsiteX37" fmla="*/ 42267 w 338138"/>
                    <a:gd name="connsiteY37" fmla="*/ 0 h 338138"/>
                    <a:gd name="connsiteX38" fmla="*/ 42267 w 338138"/>
                    <a:gd name="connsiteY38" fmla="*/ 295871 h 338138"/>
                    <a:gd name="connsiteX39" fmla="*/ 338138 w 338138"/>
                    <a:gd name="connsiteY39" fmla="*/ 295871 h 338138"/>
                    <a:gd name="connsiteX40" fmla="*/ 338138 w 338138"/>
                    <a:gd name="connsiteY40" fmla="*/ 338138 h 338138"/>
                    <a:gd name="connsiteX41" fmla="*/ 21133 w 338138"/>
                    <a:gd name="connsiteY41" fmla="*/ 338138 h 338138"/>
                    <a:gd name="connsiteX42" fmla="*/ 0 w 338138"/>
                    <a:gd name="connsiteY42" fmla="*/ 317005 h 338138"/>
                    <a:gd name="connsiteX43" fmla="*/ 0 w 338138"/>
                    <a:gd name="connsiteY43" fmla="*/ 0 h 3381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338138" h="338138">
                      <a:moveTo>
                        <a:pt x="221853" y="169862"/>
                      </a:moveTo>
                      <a:cubicBezTo>
                        <a:pt x="221853" y="169862"/>
                        <a:pt x="221853" y="169862"/>
                        <a:pt x="243284" y="169862"/>
                      </a:cubicBezTo>
                      <a:cubicBezTo>
                        <a:pt x="248642" y="169862"/>
                        <a:pt x="254000" y="175121"/>
                        <a:pt x="254000" y="180379"/>
                      </a:cubicBezTo>
                      <a:cubicBezTo>
                        <a:pt x="254000" y="180379"/>
                        <a:pt x="254000" y="180379"/>
                        <a:pt x="254000" y="243483"/>
                      </a:cubicBezTo>
                      <a:cubicBezTo>
                        <a:pt x="254000" y="248742"/>
                        <a:pt x="248642" y="254000"/>
                        <a:pt x="243284" y="254000"/>
                      </a:cubicBezTo>
                      <a:cubicBezTo>
                        <a:pt x="243284" y="254000"/>
                        <a:pt x="243284" y="254000"/>
                        <a:pt x="221853" y="254000"/>
                      </a:cubicBezTo>
                      <a:cubicBezTo>
                        <a:pt x="216495" y="254000"/>
                        <a:pt x="211137" y="248742"/>
                        <a:pt x="211137" y="243483"/>
                      </a:cubicBezTo>
                      <a:cubicBezTo>
                        <a:pt x="211137" y="243483"/>
                        <a:pt x="211137" y="243483"/>
                        <a:pt x="211137" y="180379"/>
                      </a:cubicBezTo>
                      <a:cubicBezTo>
                        <a:pt x="211137" y="175121"/>
                        <a:pt x="216495" y="169862"/>
                        <a:pt x="221853" y="169862"/>
                      </a:cubicBezTo>
                      <a:close/>
                      <a:moveTo>
                        <a:pt x="94853" y="127000"/>
                      </a:moveTo>
                      <a:cubicBezTo>
                        <a:pt x="94853" y="127000"/>
                        <a:pt x="94853" y="127000"/>
                        <a:pt x="116284" y="127000"/>
                      </a:cubicBezTo>
                      <a:cubicBezTo>
                        <a:pt x="121642" y="127000"/>
                        <a:pt x="127000" y="132292"/>
                        <a:pt x="127000" y="137583"/>
                      </a:cubicBezTo>
                      <a:cubicBezTo>
                        <a:pt x="127000" y="137583"/>
                        <a:pt x="127000" y="137583"/>
                        <a:pt x="127000" y="243417"/>
                      </a:cubicBezTo>
                      <a:cubicBezTo>
                        <a:pt x="127000" y="248708"/>
                        <a:pt x="121642" y="254000"/>
                        <a:pt x="116284" y="254000"/>
                      </a:cubicBezTo>
                      <a:cubicBezTo>
                        <a:pt x="116284" y="254000"/>
                        <a:pt x="116284" y="254000"/>
                        <a:pt x="94853" y="254000"/>
                      </a:cubicBezTo>
                      <a:cubicBezTo>
                        <a:pt x="89495" y="254000"/>
                        <a:pt x="84137" y="248708"/>
                        <a:pt x="84137" y="243417"/>
                      </a:cubicBezTo>
                      <a:cubicBezTo>
                        <a:pt x="84137" y="243417"/>
                        <a:pt x="84137" y="243417"/>
                        <a:pt x="84137" y="137583"/>
                      </a:cubicBezTo>
                      <a:cubicBezTo>
                        <a:pt x="84137" y="132292"/>
                        <a:pt x="89495" y="127000"/>
                        <a:pt x="94853" y="127000"/>
                      </a:cubicBezTo>
                      <a:close/>
                      <a:moveTo>
                        <a:pt x="285353" y="85725"/>
                      </a:moveTo>
                      <a:cubicBezTo>
                        <a:pt x="285353" y="85725"/>
                        <a:pt x="285353" y="85725"/>
                        <a:pt x="306784" y="85725"/>
                      </a:cubicBezTo>
                      <a:cubicBezTo>
                        <a:pt x="312142" y="85725"/>
                        <a:pt x="317500" y="90984"/>
                        <a:pt x="317500" y="96242"/>
                      </a:cubicBezTo>
                      <a:cubicBezTo>
                        <a:pt x="317500" y="96242"/>
                        <a:pt x="317500" y="96242"/>
                        <a:pt x="317500" y="243483"/>
                      </a:cubicBezTo>
                      <a:cubicBezTo>
                        <a:pt x="317500" y="248742"/>
                        <a:pt x="312142" y="254000"/>
                        <a:pt x="306784" y="254000"/>
                      </a:cubicBezTo>
                      <a:cubicBezTo>
                        <a:pt x="306784" y="254000"/>
                        <a:pt x="306784" y="254000"/>
                        <a:pt x="285353" y="254000"/>
                      </a:cubicBezTo>
                      <a:cubicBezTo>
                        <a:pt x="279995" y="254000"/>
                        <a:pt x="274637" y="248742"/>
                        <a:pt x="274637" y="243483"/>
                      </a:cubicBezTo>
                      <a:cubicBezTo>
                        <a:pt x="274637" y="243483"/>
                        <a:pt x="274637" y="243483"/>
                        <a:pt x="274637" y="96242"/>
                      </a:cubicBezTo>
                      <a:cubicBezTo>
                        <a:pt x="274637" y="90984"/>
                        <a:pt x="279995" y="85725"/>
                        <a:pt x="285353" y="85725"/>
                      </a:cubicBezTo>
                      <a:close/>
                      <a:moveTo>
                        <a:pt x="158353" y="42862"/>
                      </a:moveTo>
                      <a:cubicBezTo>
                        <a:pt x="158353" y="42862"/>
                        <a:pt x="158353" y="42862"/>
                        <a:pt x="179784" y="42862"/>
                      </a:cubicBezTo>
                      <a:cubicBezTo>
                        <a:pt x="185142" y="42862"/>
                        <a:pt x="190500" y="48140"/>
                        <a:pt x="190500" y="53419"/>
                      </a:cubicBezTo>
                      <a:cubicBezTo>
                        <a:pt x="190500" y="53419"/>
                        <a:pt x="190500" y="53419"/>
                        <a:pt x="190500" y="243443"/>
                      </a:cubicBezTo>
                      <a:cubicBezTo>
                        <a:pt x="190500" y="248722"/>
                        <a:pt x="185142" y="254000"/>
                        <a:pt x="179784" y="254000"/>
                      </a:cubicBezTo>
                      <a:cubicBezTo>
                        <a:pt x="179784" y="254000"/>
                        <a:pt x="179784" y="254000"/>
                        <a:pt x="158353" y="254000"/>
                      </a:cubicBezTo>
                      <a:cubicBezTo>
                        <a:pt x="152995" y="254000"/>
                        <a:pt x="147637" y="248722"/>
                        <a:pt x="147637" y="243443"/>
                      </a:cubicBezTo>
                      <a:cubicBezTo>
                        <a:pt x="147637" y="243443"/>
                        <a:pt x="147637" y="243443"/>
                        <a:pt x="147637" y="53419"/>
                      </a:cubicBezTo>
                      <a:cubicBezTo>
                        <a:pt x="147637" y="48140"/>
                        <a:pt x="152995" y="42862"/>
                        <a:pt x="158353" y="42862"/>
                      </a:cubicBezTo>
                      <a:close/>
                      <a:moveTo>
                        <a:pt x="0" y="0"/>
                      </a:moveTo>
                      <a:cubicBezTo>
                        <a:pt x="0" y="0"/>
                        <a:pt x="0" y="0"/>
                        <a:pt x="42267" y="0"/>
                      </a:cubicBezTo>
                      <a:cubicBezTo>
                        <a:pt x="42267" y="0"/>
                        <a:pt x="42267" y="0"/>
                        <a:pt x="42267" y="295871"/>
                      </a:cubicBezTo>
                      <a:lnTo>
                        <a:pt x="338138" y="295871"/>
                      </a:lnTo>
                      <a:cubicBezTo>
                        <a:pt x="338138" y="295871"/>
                        <a:pt x="338138" y="295871"/>
                        <a:pt x="338138" y="338138"/>
                      </a:cubicBezTo>
                      <a:cubicBezTo>
                        <a:pt x="338138" y="338138"/>
                        <a:pt x="338138" y="338138"/>
                        <a:pt x="21133" y="338138"/>
                      </a:cubicBezTo>
                      <a:cubicBezTo>
                        <a:pt x="9246" y="338138"/>
                        <a:pt x="0" y="328892"/>
                        <a:pt x="0" y="317005"/>
                      </a:cubicBezTo>
                      <a:cubicBezTo>
                        <a:pt x="0" y="317005"/>
                        <a:pt x="0" y="317005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sp>
            <p:nvSpPr>
              <p:cNvPr id="22" name="矩形 21"/>
              <p:cNvSpPr/>
              <p:nvPr/>
            </p:nvSpPr>
            <p:spPr>
              <a:xfrm>
                <a:off x="1906687" y="1630469"/>
                <a:ext cx="2587220" cy="246221"/>
              </a:xfrm>
              <a:prstGeom prst="rect">
                <a:avLst/>
              </a:prstGeom>
            </p:spPr>
            <p:txBody>
              <a:bodyPr wrap="none" lIns="144000" tIns="0" rIns="144000" bIns="0">
                <a:normAutofit fontScale="92500" lnSpcReduction="20000"/>
              </a:bodyPr>
              <a:lstStyle/>
              <a:p>
                <a:r>
                  <a:rPr lang="zh-CN" altLang="en-US" sz="1600" b="1" dirty="0">
                    <a:solidFill>
                      <a:srgbClr val="08229D"/>
                    </a:solidFill>
                  </a:rPr>
                  <a:t>标题文本预设</a:t>
                </a:r>
              </a:p>
            </p:txBody>
          </p:sp>
          <p:sp>
            <p:nvSpPr>
              <p:cNvPr id="23" name="矩形 22"/>
              <p:cNvSpPr/>
              <p:nvPr/>
            </p:nvSpPr>
            <p:spPr>
              <a:xfrm>
                <a:off x="1906687" y="1876690"/>
                <a:ext cx="2587220" cy="536011"/>
              </a:xfrm>
              <a:prstGeom prst="rect">
                <a:avLst/>
              </a:prstGeom>
            </p:spPr>
            <p:txBody>
              <a:bodyPr wrap="square" lIns="144000" tIns="0" rIns="144000" bIns="0">
                <a:normAutofit fontScale="70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100">
                    <a:solidFill>
                      <a:schemeClr val="dk1">
                        <a:lumMod val="100000"/>
                      </a:schemeClr>
                    </a:solidFill>
                  </a:rPr>
                  <a:t>此部分内容作为文字排版占位显示</a:t>
                </a:r>
                <a:br>
                  <a:rPr lang="zh-CN" altLang="en-US" sz="1100">
                    <a:solidFill>
                      <a:schemeClr val="dk1">
                        <a:lumMod val="100000"/>
                      </a:schemeClr>
                    </a:solidFill>
                  </a:rPr>
                </a:br>
                <a:r>
                  <a:rPr lang="zh-CN" altLang="en-US" sz="1100">
                    <a:solidFill>
                      <a:schemeClr val="dk1">
                        <a:lumMod val="100000"/>
                      </a:schemeClr>
                    </a:solidFill>
                  </a:rPr>
                  <a:t>（建议使用主题字体）</a:t>
                </a: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7985117" y="2614886"/>
              <a:ext cx="3130144" cy="808954"/>
              <a:chOff x="1363763" y="3392284"/>
              <a:chExt cx="3130144" cy="808954"/>
            </a:xfrm>
          </p:grpSpPr>
          <p:grpSp>
            <p:nvGrpSpPr>
              <p:cNvPr id="16" name="组合 15"/>
              <p:cNvGrpSpPr/>
              <p:nvPr/>
            </p:nvGrpSpPr>
            <p:grpSpPr>
              <a:xfrm>
                <a:off x="1363763" y="3392284"/>
                <a:ext cx="489858" cy="489858"/>
                <a:chOff x="1363763" y="3392284"/>
                <a:chExt cx="489858" cy="489858"/>
              </a:xfrm>
            </p:grpSpPr>
            <p:sp>
              <p:nvSpPr>
                <p:cNvPr id="19" name="椭圆 18"/>
                <p:cNvSpPr/>
                <p:nvPr/>
              </p:nvSpPr>
              <p:spPr>
                <a:xfrm>
                  <a:off x="1363763" y="3392284"/>
                  <a:ext cx="489858" cy="489858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0" name="任意多边形 30"/>
                <p:cNvSpPr>
                  <a:spLocks/>
                </p:cNvSpPr>
                <p:nvPr/>
              </p:nvSpPr>
              <p:spPr bwMode="auto">
                <a:xfrm>
                  <a:off x="1470535" y="3528650"/>
                  <a:ext cx="259868" cy="224200"/>
                </a:xfrm>
                <a:custGeom>
                  <a:avLst/>
                  <a:gdLst>
                    <a:gd name="connsiteX0" fmla="*/ 19050 w 331788"/>
                    <a:gd name="connsiteY0" fmla="*/ 213226 h 286251"/>
                    <a:gd name="connsiteX1" fmla="*/ 151105 w 331788"/>
                    <a:gd name="connsiteY1" fmla="*/ 213226 h 286251"/>
                    <a:gd name="connsiteX2" fmla="*/ 151105 w 331788"/>
                    <a:gd name="connsiteY2" fmla="*/ 278564 h 286251"/>
                    <a:gd name="connsiteX3" fmla="*/ 152400 w 331788"/>
                    <a:gd name="connsiteY3" fmla="*/ 286251 h 286251"/>
                    <a:gd name="connsiteX4" fmla="*/ 25523 w 331788"/>
                    <a:gd name="connsiteY4" fmla="*/ 286251 h 286251"/>
                    <a:gd name="connsiteX5" fmla="*/ 19050 w 331788"/>
                    <a:gd name="connsiteY5" fmla="*/ 278564 h 286251"/>
                    <a:gd name="connsiteX6" fmla="*/ 19050 w 331788"/>
                    <a:gd name="connsiteY6" fmla="*/ 213226 h 286251"/>
                    <a:gd name="connsiteX7" fmla="*/ 185265 w 331788"/>
                    <a:gd name="connsiteY7" fmla="*/ 165601 h 286251"/>
                    <a:gd name="connsiteX8" fmla="*/ 308448 w 331788"/>
                    <a:gd name="connsiteY8" fmla="*/ 165601 h 286251"/>
                    <a:gd name="connsiteX9" fmla="*/ 313635 w 331788"/>
                    <a:gd name="connsiteY9" fmla="*/ 165601 h 286251"/>
                    <a:gd name="connsiteX10" fmla="*/ 331788 w 331788"/>
                    <a:gd name="connsiteY10" fmla="*/ 187421 h 286251"/>
                    <a:gd name="connsiteX11" fmla="*/ 331788 w 331788"/>
                    <a:gd name="connsiteY11" fmla="*/ 278550 h 286251"/>
                    <a:gd name="connsiteX12" fmla="*/ 324008 w 331788"/>
                    <a:gd name="connsiteY12" fmla="*/ 286251 h 286251"/>
                    <a:gd name="connsiteX13" fmla="*/ 169705 w 331788"/>
                    <a:gd name="connsiteY13" fmla="*/ 286251 h 286251"/>
                    <a:gd name="connsiteX14" fmla="*/ 161925 w 331788"/>
                    <a:gd name="connsiteY14" fmla="*/ 278550 h 286251"/>
                    <a:gd name="connsiteX15" fmla="*/ 161925 w 331788"/>
                    <a:gd name="connsiteY15" fmla="*/ 187421 h 286251"/>
                    <a:gd name="connsiteX16" fmla="*/ 168408 w 331788"/>
                    <a:gd name="connsiteY16" fmla="*/ 173302 h 286251"/>
                    <a:gd name="connsiteX17" fmla="*/ 174892 w 331788"/>
                    <a:gd name="connsiteY17" fmla="*/ 166885 h 286251"/>
                    <a:gd name="connsiteX18" fmla="*/ 185265 w 331788"/>
                    <a:gd name="connsiteY18" fmla="*/ 165601 h 286251"/>
                    <a:gd name="connsiteX19" fmla="*/ 59302 w 331788"/>
                    <a:gd name="connsiteY19" fmla="*/ 117976 h 286251"/>
                    <a:gd name="connsiteX20" fmla="*/ 78640 w 331788"/>
                    <a:gd name="connsiteY20" fmla="*/ 117976 h 286251"/>
                    <a:gd name="connsiteX21" fmla="*/ 86375 w 331788"/>
                    <a:gd name="connsiteY21" fmla="*/ 123154 h 286251"/>
                    <a:gd name="connsiteX22" fmla="*/ 94110 w 331788"/>
                    <a:gd name="connsiteY22" fmla="*/ 160692 h 286251"/>
                    <a:gd name="connsiteX23" fmla="*/ 95399 w 331788"/>
                    <a:gd name="connsiteY23" fmla="*/ 165870 h 286251"/>
                    <a:gd name="connsiteX24" fmla="*/ 96688 w 331788"/>
                    <a:gd name="connsiteY24" fmla="*/ 169753 h 286251"/>
                    <a:gd name="connsiteX25" fmla="*/ 96688 w 331788"/>
                    <a:gd name="connsiteY25" fmla="*/ 172342 h 286251"/>
                    <a:gd name="connsiteX26" fmla="*/ 103134 w 331788"/>
                    <a:gd name="connsiteY26" fmla="*/ 172342 h 286251"/>
                    <a:gd name="connsiteX27" fmla="*/ 103134 w 331788"/>
                    <a:gd name="connsiteY27" fmla="*/ 165870 h 286251"/>
                    <a:gd name="connsiteX28" fmla="*/ 103134 w 331788"/>
                    <a:gd name="connsiteY28" fmla="*/ 164576 h 286251"/>
                    <a:gd name="connsiteX29" fmla="*/ 104424 w 331788"/>
                    <a:gd name="connsiteY29" fmla="*/ 160692 h 286251"/>
                    <a:gd name="connsiteX30" fmla="*/ 112159 w 331788"/>
                    <a:gd name="connsiteY30" fmla="*/ 134804 h 286251"/>
                    <a:gd name="connsiteX31" fmla="*/ 107002 w 331788"/>
                    <a:gd name="connsiteY31" fmla="*/ 121859 h 286251"/>
                    <a:gd name="connsiteX32" fmla="*/ 109580 w 331788"/>
                    <a:gd name="connsiteY32" fmla="*/ 117976 h 286251"/>
                    <a:gd name="connsiteX33" fmla="*/ 121183 w 331788"/>
                    <a:gd name="connsiteY33" fmla="*/ 117976 h 286251"/>
                    <a:gd name="connsiteX34" fmla="*/ 125050 w 331788"/>
                    <a:gd name="connsiteY34" fmla="*/ 121859 h 286251"/>
                    <a:gd name="connsiteX35" fmla="*/ 118605 w 331788"/>
                    <a:gd name="connsiteY35" fmla="*/ 134804 h 286251"/>
                    <a:gd name="connsiteX36" fmla="*/ 126340 w 331788"/>
                    <a:gd name="connsiteY36" fmla="*/ 160692 h 286251"/>
                    <a:gd name="connsiteX37" fmla="*/ 126340 w 331788"/>
                    <a:gd name="connsiteY37" fmla="*/ 165870 h 286251"/>
                    <a:gd name="connsiteX38" fmla="*/ 127629 w 331788"/>
                    <a:gd name="connsiteY38" fmla="*/ 165870 h 286251"/>
                    <a:gd name="connsiteX39" fmla="*/ 127629 w 331788"/>
                    <a:gd name="connsiteY39" fmla="*/ 172342 h 286251"/>
                    <a:gd name="connsiteX40" fmla="*/ 134075 w 331788"/>
                    <a:gd name="connsiteY40" fmla="*/ 172342 h 286251"/>
                    <a:gd name="connsiteX41" fmla="*/ 134075 w 331788"/>
                    <a:gd name="connsiteY41" fmla="*/ 169753 h 286251"/>
                    <a:gd name="connsiteX42" fmla="*/ 135364 w 331788"/>
                    <a:gd name="connsiteY42" fmla="*/ 165870 h 286251"/>
                    <a:gd name="connsiteX43" fmla="*/ 136653 w 331788"/>
                    <a:gd name="connsiteY43" fmla="*/ 160692 h 286251"/>
                    <a:gd name="connsiteX44" fmla="*/ 144388 w 331788"/>
                    <a:gd name="connsiteY44" fmla="*/ 123154 h 286251"/>
                    <a:gd name="connsiteX45" fmla="*/ 152123 w 331788"/>
                    <a:gd name="connsiteY45" fmla="*/ 117976 h 286251"/>
                    <a:gd name="connsiteX46" fmla="*/ 171461 w 331788"/>
                    <a:gd name="connsiteY46" fmla="*/ 117976 h 286251"/>
                    <a:gd name="connsiteX47" fmla="*/ 192088 w 331788"/>
                    <a:gd name="connsiteY47" fmla="*/ 138687 h 286251"/>
                    <a:gd name="connsiteX48" fmla="*/ 192088 w 331788"/>
                    <a:gd name="connsiteY48" fmla="*/ 152926 h 286251"/>
                    <a:gd name="connsiteX49" fmla="*/ 184353 w 331788"/>
                    <a:gd name="connsiteY49" fmla="*/ 152926 h 286251"/>
                    <a:gd name="connsiteX50" fmla="*/ 163726 w 331788"/>
                    <a:gd name="connsiteY50" fmla="*/ 160692 h 286251"/>
                    <a:gd name="connsiteX51" fmla="*/ 158569 w 331788"/>
                    <a:gd name="connsiteY51" fmla="*/ 165870 h 286251"/>
                    <a:gd name="connsiteX52" fmla="*/ 154702 w 331788"/>
                    <a:gd name="connsiteY52" fmla="*/ 172342 h 286251"/>
                    <a:gd name="connsiteX53" fmla="*/ 150834 w 331788"/>
                    <a:gd name="connsiteY53" fmla="*/ 186581 h 286251"/>
                    <a:gd name="connsiteX54" fmla="*/ 150834 w 331788"/>
                    <a:gd name="connsiteY54" fmla="*/ 202114 h 286251"/>
                    <a:gd name="connsiteX55" fmla="*/ 10313 w 331788"/>
                    <a:gd name="connsiteY55" fmla="*/ 202114 h 286251"/>
                    <a:gd name="connsiteX56" fmla="*/ 0 w 331788"/>
                    <a:gd name="connsiteY56" fmla="*/ 190464 h 286251"/>
                    <a:gd name="connsiteX57" fmla="*/ 0 w 331788"/>
                    <a:gd name="connsiteY57" fmla="*/ 182698 h 286251"/>
                    <a:gd name="connsiteX58" fmla="*/ 10313 w 331788"/>
                    <a:gd name="connsiteY58" fmla="*/ 172342 h 286251"/>
                    <a:gd name="connsiteX59" fmla="*/ 38675 w 331788"/>
                    <a:gd name="connsiteY59" fmla="*/ 172342 h 286251"/>
                    <a:gd name="connsiteX60" fmla="*/ 38675 w 331788"/>
                    <a:gd name="connsiteY60" fmla="*/ 138687 h 286251"/>
                    <a:gd name="connsiteX61" fmla="*/ 59302 w 331788"/>
                    <a:gd name="connsiteY61" fmla="*/ 117976 h 286251"/>
                    <a:gd name="connsiteX62" fmla="*/ 206838 w 331788"/>
                    <a:gd name="connsiteY62" fmla="*/ 33838 h 286251"/>
                    <a:gd name="connsiteX63" fmla="*/ 208124 w 331788"/>
                    <a:gd name="connsiteY63" fmla="*/ 33838 h 286251"/>
                    <a:gd name="connsiteX64" fmla="*/ 278858 w 331788"/>
                    <a:gd name="connsiteY64" fmla="*/ 48038 h 286251"/>
                    <a:gd name="connsiteX65" fmla="*/ 296863 w 331788"/>
                    <a:gd name="connsiteY65" fmla="*/ 69984 h 286251"/>
                    <a:gd name="connsiteX66" fmla="*/ 296863 w 331788"/>
                    <a:gd name="connsiteY66" fmla="*/ 99676 h 286251"/>
                    <a:gd name="connsiteX67" fmla="*/ 246706 w 331788"/>
                    <a:gd name="connsiteY67" fmla="*/ 151313 h 286251"/>
                    <a:gd name="connsiteX68" fmla="*/ 195263 w 331788"/>
                    <a:gd name="connsiteY68" fmla="*/ 99676 h 286251"/>
                    <a:gd name="connsiteX69" fmla="*/ 195263 w 331788"/>
                    <a:gd name="connsiteY69" fmla="*/ 45456 h 286251"/>
                    <a:gd name="connsiteX70" fmla="*/ 206838 w 331788"/>
                    <a:gd name="connsiteY70" fmla="*/ 33838 h 286251"/>
                    <a:gd name="connsiteX71" fmla="*/ 150465 w 331788"/>
                    <a:gd name="connsiteY71" fmla="*/ 198 h 286251"/>
                    <a:gd name="connsiteX72" fmla="*/ 163513 w 331788"/>
                    <a:gd name="connsiteY72" fmla="*/ 10479 h 286251"/>
                    <a:gd name="connsiteX73" fmla="*/ 163513 w 331788"/>
                    <a:gd name="connsiteY73" fmla="*/ 60599 h 286251"/>
                    <a:gd name="connsiteX74" fmla="*/ 116540 w 331788"/>
                    <a:gd name="connsiteY74" fmla="*/ 106863 h 286251"/>
                    <a:gd name="connsiteX75" fmla="*/ 68263 w 331788"/>
                    <a:gd name="connsiteY75" fmla="*/ 60599 h 286251"/>
                    <a:gd name="connsiteX76" fmla="*/ 68263 w 331788"/>
                    <a:gd name="connsiteY76" fmla="*/ 33611 h 286251"/>
                    <a:gd name="connsiteX77" fmla="*/ 85225 w 331788"/>
                    <a:gd name="connsiteY77" fmla="*/ 13049 h 286251"/>
                    <a:gd name="connsiteX78" fmla="*/ 150465 w 331788"/>
                    <a:gd name="connsiteY78" fmla="*/ 198 h 2862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</a:cxnLst>
                  <a:rect l="l" t="t" r="r" b="b"/>
                  <a:pathLst>
                    <a:path w="331788" h="286251">
                      <a:moveTo>
                        <a:pt x="19050" y="213226"/>
                      </a:moveTo>
                      <a:lnTo>
                        <a:pt x="151105" y="213226"/>
                      </a:lnTo>
                      <a:cubicBezTo>
                        <a:pt x="151105" y="213226"/>
                        <a:pt x="151105" y="213226"/>
                        <a:pt x="151105" y="278564"/>
                      </a:cubicBezTo>
                      <a:cubicBezTo>
                        <a:pt x="151105" y="281126"/>
                        <a:pt x="152400" y="283689"/>
                        <a:pt x="152400" y="286251"/>
                      </a:cubicBezTo>
                      <a:cubicBezTo>
                        <a:pt x="152400" y="286251"/>
                        <a:pt x="152400" y="286251"/>
                        <a:pt x="25523" y="286251"/>
                      </a:cubicBezTo>
                      <a:cubicBezTo>
                        <a:pt x="21639" y="286251"/>
                        <a:pt x="19050" y="282408"/>
                        <a:pt x="19050" y="278564"/>
                      </a:cubicBezTo>
                      <a:cubicBezTo>
                        <a:pt x="19050" y="278564"/>
                        <a:pt x="19050" y="278564"/>
                        <a:pt x="19050" y="213226"/>
                      </a:cubicBezTo>
                      <a:close/>
                      <a:moveTo>
                        <a:pt x="185265" y="165601"/>
                      </a:moveTo>
                      <a:lnTo>
                        <a:pt x="308448" y="165601"/>
                      </a:lnTo>
                      <a:cubicBezTo>
                        <a:pt x="309745" y="165601"/>
                        <a:pt x="312338" y="165601"/>
                        <a:pt x="313635" y="165601"/>
                      </a:cubicBezTo>
                      <a:cubicBezTo>
                        <a:pt x="324008" y="168168"/>
                        <a:pt x="331788" y="177153"/>
                        <a:pt x="331788" y="187421"/>
                      </a:cubicBezTo>
                      <a:cubicBezTo>
                        <a:pt x="331788" y="187421"/>
                        <a:pt x="331788" y="187421"/>
                        <a:pt x="331788" y="278550"/>
                      </a:cubicBezTo>
                      <a:cubicBezTo>
                        <a:pt x="331788" y="282401"/>
                        <a:pt x="327898" y="286251"/>
                        <a:pt x="324008" y="286251"/>
                      </a:cubicBezTo>
                      <a:cubicBezTo>
                        <a:pt x="324008" y="286251"/>
                        <a:pt x="324008" y="286251"/>
                        <a:pt x="169705" y="286251"/>
                      </a:cubicBezTo>
                      <a:cubicBezTo>
                        <a:pt x="165815" y="286251"/>
                        <a:pt x="161925" y="282401"/>
                        <a:pt x="161925" y="278550"/>
                      </a:cubicBezTo>
                      <a:cubicBezTo>
                        <a:pt x="161925" y="278550"/>
                        <a:pt x="161925" y="278550"/>
                        <a:pt x="161925" y="187421"/>
                      </a:cubicBezTo>
                      <a:cubicBezTo>
                        <a:pt x="161925" y="182287"/>
                        <a:pt x="164518" y="177153"/>
                        <a:pt x="168408" y="173302"/>
                      </a:cubicBezTo>
                      <a:cubicBezTo>
                        <a:pt x="169705" y="170735"/>
                        <a:pt x="172298" y="168168"/>
                        <a:pt x="174892" y="166885"/>
                      </a:cubicBezTo>
                      <a:cubicBezTo>
                        <a:pt x="177485" y="165601"/>
                        <a:pt x="181375" y="165601"/>
                        <a:pt x="185265" y="165601"/>
                      </a:cubicBezTo>
                      <a:close/>
                      <a:moveTo>
                        <a:pt x="59302" y="117976"/>
                      </a:moveTo>
                      <a:cubicBezTo>
                        <a:pt x="59302" y="117976"/>
                        <a:pt x="59302" y="117976"/>
                        <a:pt x="78640" y="117976"/>
                      </a:cubicBezTo>
                      <a:cubicBezTo>
                        <a:pt x="82507" y="117976"/>
                        <a:pt x="85086" y="120565"/>
                        <a:pt x="86375" y="123154"/>
                      </a:cubicBezTo>
                      <a:cubicBezTo>
                        <a:pt x="86375" y="123154"/>
                        <a:pt x="86375" y="123154"/>
                        <a:pt x="94110" y="160692"/>
                      </a:cubicBezTo>
                      <a:cubicBezTo>
                        <a:pt x="94110" y="160692"/>
                        <a:pt x="94110" y="160692"/>
                        <a:pt x="95399" y="165870"/>
                      </a:cubicBezTo>
                      <a:cubicBezTo>
                        <a:pt x="95399" y="165870"/>
                        <a:pt x="95399" y="165870"/>
                        <a:pt x="96688" y="169753"/>
                      </a:cubicBezTo>
                      <a:cubicBezTo>
                        <a:pt x="96688" y="171048"/>
                        <a:pt x="96688" y="171048"/>
                        <a:pt x="96688" y="172342"/>
                      </a:cubicBezTo>
                      <a:cubicBezTo>
                        <a:pt x="96688" y="172342"/>
                        <a:pt x="96688" y="172342"/>
                        <a:pt x="103134" y="172342"/>
                      </a:cubicBezTo>
                      <a:cubicBezTo>
                        <a:pt x="103134" y="169753"/>
                        <a:pt x="103134" y="168459"/>
                        <a:pt x="103134" y="165870"/>
                      </a:cubicBezTo>
                      <a:cubicBezTo>
                        <a:pt x="103134" y="165870"/>
                        <a:pt x="103134" y="165870"/>
                        <a:pt x="103134" y="164576"/>
                      </a:cubicBezTo>
                      <a:cubicBezTo>
                        <a:pt x="103134" y="164576"/>
                        <a:pt x="103134" y="164576"/>
                        <a:pt x="104424" y="160692"/>
                      </a:cubicBezTo>
                      <a:cubicBezTo>
                        <a:pt x="104424" y="160692"/>
                        <a:pt x="104424" y="160692"/>
                        <a:pt x="112159" y="134804"/>
                      </a:cubicBezTo>
                      <a:cubicBezTo>
                        <a:pt x="112159" y="134804"/>
                        <a:pt x="112159" y="134804"/>
                        <a:pt x="107002" y="121859"/>
                      </a:cubicBezTo>
                      <a:cubicBezTo>
                        <a:pt x="105713" y="120565"/>
                        <a:pt x="107002" y="117976"/>
                        <a:pt x="109580" y="117976"/>
                      </a:cubicBezTo>
                      <a:cubicBezTo>
                        <a:pt x="109580" y="117976"/>
                        <a:pt x="109580" y="117976"/>
                        <a:pt x="121183" y="117976"/>
                      </a:cubicBezTo>
                      <a:cubicBezTo>
                        <a:pt x="123761" y="117976"/>
                        <a:pt x="125050" y="120565"/>
                        <a:pt x="125050" y="121859"/>
                      </a:cubicBezTo>
                      <a:cubicBezTo>
                        <a:pt x="125050" y="121859"/>
                        <a:pt x="125050" y="121859"/>
                        <a:pt x="118605" y="134804"/>
                      </a:cubicBezTo>
                      <a:cubicBezTo>
                        <a:pt x="118605" y="134804"/>
                        <a:pt x="118605" y="134804"/>
                        <a:pt x="126340" y="160692"/>
                      </a:cubicBezTo>
                      <a:cubicBezTo>
                        <a:pt x="126340" y="160692"/>
                        <a:pt x="126340" y="160692"/>
                        <a:pt x="126340" y="165870"/>
                      </a:cubicBezTo>
                      <a:cubicBezTo>
                        <a:pt x="127629" y="165870"/>
                        <a:pt x="127629" y="165870"/>
                        <a:pt x="127629" y="165870"/>
                      </a:cubicBezTo>
                      <a:cubicBezTo>
                        <a:pt x="127629" y="168459"/>
                        <a:pt x="127629" y="169753"/>
                        <a:pt x="127629" y="172342"/>
                      </a:cubicBezTo>
                      <a:cubicBezTo>
                        <a:pt x="127629" y="172342"/>
                        <a:pt x="127629" y="172342"/>
                        <a:pt x="134075" y="172342"/>
                      </a:cubicBezTo>
                      <a:cubicBezTo>
                        <a:pt x="134075" y="171048"/>
                        <a:pt x="134075" y="171048"/>
                        <a:pt x="134075" y="169753"/>
                      </a:cubicBezTo>
                      <a:cubicBezTo>
                        <a:pt x="134075" y="169753"/>
                        <a:pt x="134075" y="169753"/>
                        <a:pt x="135364" y="165870"/>
                      </a:cubicBezTo>
                      <a:cubicBezTo>
                        <a:pt x="135364" y="165870"/>
                        <a:pt x="135364" y="165870"/>
                        <a:pt x="136653" y="160692"/>
                      </a:cubicBezTo>
                      <a:cubicBezTo>
                        <a:pt x="136653" y="160692"/>
                        <a:pt x="136653" y="160692"/>
                        <a:pt x="144388" y="123154"/>
                      </a:cubicBezTo>
                      <a:cubicBezTo>
                        <a:pt x="145677" y="120565"/>
                        <a:pt x="148256" y="117976"/>
                        <a:pt x="152123" y="117976"/>
                      </a:cubicBezTo>
                      <a:cubicBezTo>
                        <a:pt x="152123" y="117976"/>
                        <a:pt x="152123" y="117976"/>
                        <a:pt x="171461" y="117976"/>
                      </a:cubicBezTo>
                      <a:cubicBezTo>
                        <a:pt x="183064" y="117976"/>
                        <a:pt x="192088" y="127037"/>
                        <a:pt x="192088" y="138687"/>
                      </a:cubicBezTo>
                      <a:cubicBezTo>
                        <a:pt x="192088" y="138687"/>
                        <a:pt x="192088" y="138687"/>
                        <a:pt x="192088" y="152926"/>
                      </a:cubicBezTo>
                      <a:cubicBezTo>
                        <a:pt x="192088" y="152926"/>
                        <a:pt x="192088" y="152926"/>
                        <a:pt x="184353" y="152926"/>
                      </a:cubicBezTo>
                      <a:cubicBezTo>
                        <a:pt x="176618" y="152926"/>
                        <a:pt x="168883" y="156809"/>
                        <a:pt x="163726" y="160692"/>
                      </a:cubicBezTo>
                      <a:cubicBezTo>
                        <a:pt x="161148" y="161987"/>
                        <a:pt x="159858" y="164576"/>
                        <a:pt x="158569" y="165870"/>
                      </a:cubicBezTo>
                      <a:cubicBezTo>
                        <a:pt x="157280" y="168459"/>
                        <a:pt x="155991" y="169753"/>
                        <a:pt x="154702" y="172342"/>
                      </a:cubicBezTo>
                      <a:cubicBezTo>
                        <a:pt x="152123" y="176225"/>
                        <a:pt x="150834" y="181403"/>
                        <a:pt x="150834" y="186581"/>
                      </a:cubicBezTo>
                      <a:cubicBezTo>
                        <a:pt x="150834" y="186581"/>
                        <a:pt x="150834" y="186581"/>
                        <a:pt x="150834" y="202114"/>
                      </a:cubicBezTo>
                      <a:cubicBezTo>
                        <a:pt x="150834" y="202114"/>
                        <a:pt x="150834" y="202114"/>
                        <a:pt x="10313" y="202114"/>
                      </a:cubicBezTo>
                      <a:cubicBezTo>
                        <a:pt x="5157" y="202114"/>
                        <a:pt x="0" y="196936"/>
                        <a:pt x="0" y="190464"/>
                      </a:cubicBezTo>
                      <a:cubicBezTo>
                        <a:pt x="0" y="190464"/>
                        <a:pt x="0" y="190464"/>
                        <a:pt x="0" y="182698"/>
                      </a:cubicBezTo>
                      <a:cubicBezTo>
                        <a:pt x="0" y="176225"/>
                        <a:pt x="5157" y="172342"/>
                        <a:pt x="10313" y="172342"/>
                      </a:cubicBezTo>
                      <a:cubicBezTo>
                        <a:pt x="10313" y="172342"/>
                        <a:pt x="10313" y="172342"/>
                        <a:pt x="38675" y="172342"/>
                      </a:cubicBezTo>
                      <a:cubicBezTo>
                        <a:pt x="38675" y="172342"/>
                        <a:pt x="38675" y="172342"/>
                        <a:pt x="38675" y="138687"/>
                      </a:cubicBezTo>
                      <a:cubicBezTo>
                        <a:pt x="38675" y="127037"/>
                        <a:pt x="47700" y="117976"/>
                        <a:pt x="59302" y="117976"/>
                      </a:cubicBezTo>
                      <a:close/>
                      <a:moveTo>
                        <a:pt x="206838" y="33838"/>
                      </a:moveTo>
                      <a:cubicBezTo>
                        <a:pt x="206838" y="33838"/>
                        <a:pt x="208124" y="33838"/>
                        <a:pt x="208124" y="33838"/>
                      </a:cubicBezTo>
                      <a:cubicBezTo>
                        <a:pt x="223557" y="36420"/>
                        <a:pt x="258281" y="44166"/>
                        <a:pt x="278858" y="48038"/>
                      </a:cubicBezTo>
                      <a:cubicBezTo>
                        <a:pt x="289147" y="50620"/>
                        <a:pt x="296863" y="59657"/>
                        <a:pt x="296863" y="69984"/>
                      </a:cubicBezTo>
                      <a:cubicBezTo>
                        <a:pt x="296863" y="69984"/>
                        <a:pt x="296863" y="69984"/>
                        <a:pt x="296863" y="99676"/>
                      </a:cubicBezTo>
                      <a:cubicBezTo>
                        <a:pt x="296863" y="128076"/>
                        <a:pt x="275000" y="151313"/>
                        <a:pt x="246706" y="151313"/>
                      </a:cubicBezTo>
                      <a:cubicBezTo>
                        <a:pt x="218412" y="151313"/>
                        <a:pt x="195263" y="128076"/>
                        <a:pt x="195263" y="99676"/>
                      </a:cubicBezTo>
                      <a:cubicBezTo>
                        <a:pt x="195263" y="99676"/>
                        <a:pt x="195263" y="99676"/>
                        <a:pt x="195263" y="45456"/>
                      </a:cubicBezTo>
                      <a:cubicBezTo>
                        <a:pt x="195263" y="39002"/>
                        <a:pt x="200407" y="33838"/>
                        <a:pt x="206838" y="33838"/>
                      </a:cubicBezTo>
                      <a:close/>
                      <a:moveTo>
                        <a:pt x="150465" y="198"/>
                      </a:moveTo>
                      <a:cubicBezTo>
                        <a:pt x="156989" y="-1087"/>
                        <a:pt x="163513" y="4053"/>
                        <a:pt x="163513" y="10479"/>
                      </a:cubicBezTo>
                      <a:cubicBezTo>
                        <a:pt x="163513" y="10479"/>
                        <a:pt x="163513" y="10479"/>
                        <a:pt x="163513" y="60599"/>
                      </a:cubicBezTo>
                      <a:cubicBezTo>
                        <a:pt x="163513" y="86301"/>
                        <a:pt x="142636" y="106863"/>
                        <a:pt x="116540" y="106863"/>
                      </a:cubicBezTo>
                      <a:cubicBezTo>
                        <a:pt x="90444" y="106863"/>
                        <a:pt x="68263" y="86301"/>
                        <a:pt x="68263" y="60599"/>
                      </a:cubicBezTo>
                      <a:cubicBezTo>
                        <a:pt x="68263" y="60599"/>
                        <a:pt x="68263" y="60599"/>
                        <a:pt x="68263" y="33611"/>
                      </a:cubicBezTo>
                      <a:cubicBezTo>
                        <a:pt x="68263" y="23330"/>
                        <a:pt x="76092" y="14334"/>
                        <a:pt x="85225" y="13049"/>
                      </a:cubicBezTo>
                      <a:cubicBezTo>
                        <a:pt x="104797" y="9194"/>
                        <a:pt x="137417" y="2768"/>
                        <a:pt x="150465" y="19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sp>
            <p:nvSpPr>
              <p:cNvPr id="17" name="矩形 16"/>
              <p:cNvSpPr/>
              <p:nvPr/>
            </p:nvSpPr>
            <p:spPr>
              <a:xfrm>
                <a:off x="1906687" y="3419006"/>
                <a:ext cx="2587220" cy="246221"/>
              </a:xfrm>
              <a:prstGeom prst="rect">
                <a:avLst/>
              </a:prstGeom>
            </p:spPr>
            <p:txBody>
              <a:bodyPr wrap="none" lIns="144000" tIns="0" rIns="144000" bIns="0">
                <a:normAutofit fontScale="92500" lnSpcReduction="20000"/>
              </a:bodyPr>
              <a:lstStyle/>
              <a:p>
                <a:r>
                  <a:rPr lang="zh-CN" altLang="en-US" sz="1600" b="1">
                    <a:solidFill>
                      <a:schemeClr val="accent3"/>
                    </a:solidFill>
                  </a:rPr>
                  <a:t>标题文本预设</a:t>
                </a:r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1906687" y="3665227"/>
                <a:ext cx="2587220" cy="536011"/>
              </a:xfrm>
              <a:prstGeom prst="rect">
                <a:avLst/>
              </a:prstGeom>
            </p:spPr>
            <p:txBody>
              <a:bodyPr wrap="square" lIns="144000" tIns="0" rIns="144000" bIns="0">
                <a:normAutofit fontScale="70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100">
                    <a:solidFill>
                      <a:schemeClr val="dk1">
                        <a:lumMod val="100000"/>
                      </a:schemeClr>
                    </a:solidFill>
                  </a:rPr>
                  <a:t>此部分内容作为文字排版占位显示</a:t>
                </a:r>
                <a:br>
                  <a:rPr lang="zh-CN" altLang="en-US" sz="1100">
                    <a:solidFill>
                      <a:schemeClr val="dk1">
                        <a:lumMod val="100000"/>
                      </a:schemeClr>
                    </a:solidFill>
                  </a:rPr>
                </a:br>
                <a:r>
                  <a:rPr lang="zh-CN" altLang="en-US" sz="1100">
                    <a:solidFill>
                      <a:schemeClr val="dk1">
                        <a:lumMod val="100000"/>
                      </a:schemeClr>
                    </a:solidFill>
                  </a:rPr>
                  <a:t>（建议使用主题字体）</a:t>
                </a: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7985117" y="3707969"/>
              <a:ext cx="3130144" cy="808954"/>
              <a:chOff x="1363763" y="3392284"/>
              <a:chExt cx="3130144" cy="808954"/>
            </a:xfrm>
          </p:grpSpPr>
          <p:grpSp>
            <p:nvGrpSpPr>
              <p:cNvPr id="11" name="组合 10"/>
              <p:cNvGrpSpPr/>
              <p:nvPr/>
            </p:nvGrpSpPr>
            <p:grpSpPr>
              <a:xfrm>
                <a:off x="1363763" y="3392284"/>
                <a:ext cx="489858" cy="489858"/>
                <a:chOff x="1363763" y="3392284"/>
                <a:chExt cx="489858" cy="489858"/>
              </a:xfrm>
            </p:grpSpPr>
            <p:sp>
              <p:nvSpPr>
                <p:cNvPr id="14" name="椭圆 13"/>
                <p:cNvSpPr/>
                <p:nvPr/>
              </p:nvSpPr>
              <p:spPr>
                <a:xfrm>
                  <a:off x="1363763" y="3392284"/>
                  <a:ext cx="489858" cy="489858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5" name="任意多边形 36"/>
                <p:cNvSpPr>
                  <a:spLocks/>
                </p:cNvSpPr>
                <p:nvPr/>
              </p:nvSpPr>
              <p:spPr bwMode="auto">
                <a:xfrm>
                  <a:off x="1470535" y="3528650"/>
                  <a:ext cx="259868" cy="224200"/>
                </a:xfrm>
                <a:custGeom>
                  <a:avLst/>
                  <a:gdLst>
                    <a:gd name="connsiteX0" fmla="*/ 19050 w 331788"/>
                    <a:gd name="connsiteY0" fmla="*/ 213226 h 286251"/>
                    <a:gd name="connsiteX1" fmla="*/ 151105 w 331788"/>
                    <a:gd name="connsiteY1" fmla="*/ 213226 h 286251"/>
                    <a:gd name="connsiteX2" fmla="*/ 151105 w 331788"/>
                    <a:gd name="connsiteY2" fmla="*/ 278564 h 286251"/>
                    <a:gd name="connsiteX3" fmla="*/ 152400 w 331788"/>
                    <a:gd name="connsiteY3" fmla="*/ 286251 h 286251"/>
                    <a:gd name="connsiteX4" fmla="*/ 25523 w 331788"/>
                    <a:gd name="connsiteY4" fmla="*/ 286251 h 286251"/>
                    <a:gd name="connsiteX5" fmla="*/ 19050 w 331788"/>
                    <a:gd name="connsiteY5" fmla="*/ 278564 h 286251"/>
                    <a:gd name="connsiteX6" fmla="*/ 19050 w 331788"/>
                    <a:gd name="connsiteY6" fmla="*/ 213226 h 286251"/>
                    <a:gd name="connsiteX7" fmla="*/ 185265 w 331788"/>
                    <a:gd name="connsiteY7" fmla="*/ 165601 h 286251"/>
                    <a:gd name="connsiteX8" fmla="*/ 308448 w 331788"/>
                    <a:gd name="connsiteY8" fmla="*/ 165601 h 286251"/>
                    <a:gd name="connsiteX9" fmla="*/ 313635 w 331788"/>
                    <a:gd name="connsiteY9" fmla="*/ 165601 h 286251"/>
                    <a:gd name="connsiteX10" fmla="*/ 331788 w 331788"/>
                    <a:gd name="connsiteY10" fmla="*/ 187421 h 286251"/>
                    <a:gd name="connsiteX11" fmla="*/ 331788 w 331788"/>
                    <a:gd name="connsiteY11" fmla="*/ 278550 h 286251"/>
                    <a:gd name="connsiteX12" fmla="*/ 324008 w 331788"/>
                    <a:gd name="connsiteY12" fmla="*/ 286251 h 286251"/>
                    <a:gd name="connsiteX13" fmla="*/ 169705 w 331788"/>
                    <a:gd name="connsiteY13" fmla="*/ 286251 h 286251"/>
                    <a:gd name="connsiteX14" fmla="*/ 161925 w 331788"/>
                    <a:gd name="connsiteY14" fmla="*/ 278550 h 286251"/>
                    <a:gd name="connsiteX15" fmla="*/ 161925 w 331788"/>
                    <a:gd name="connsiteY15" fmla="*/ 187421 h 286251"/>
                    <a:gd name="connsiteX16" fmla="*/ 168408 w 331788"/>
                    <a:gd name="connsiteY16" fmla="*/ 173302 h 286251"/>
                    <a:gd name="connsiteX17" fmla="*/ 174892 w 331788"/>
                    <a:gd name="connsiteY17" fmla="*/ 166885 h 286251"/>
                    <a:gd name="connsiteX18" fmla="*/ 185265 w 331788"/>
                    <a:gd name="connsiteY18" fmla="*/ 165601 h 286251"/>
                    <a:gd name="connsiteX19" fmla="*/ 59302 w 331788"/>
                    <a:gd name="connsiteY19" fmla="*/ 117976 h 286251"/>
                    <a:gd name="connsiteX20" fmla="*/ 78640 w 331788"/>
                    <a:gd name="connsiteY20" fmla="*/ 117976 h 286251"/>
                    <a:gd name="connsiteX21" fmla="*/ 86375 w 331788"/>
                    <a:gd name="connsiteY21" fmla="*/ 123154 h 286251"/>
                    <a:gd name="connsiteX22" fmla="*/ 94110 w 331788"/>
                    <a:gd name="connsiteY22" fmla="*/ 160692 h 286251"/>
                    <a:gd name="connsiteX23" fmla="*/ 95399 w 331788"/>
                    <a:gd name="connsiteY23" fmla="*/ 165870 h 286251"/>
                    <a:gd name="connsiteX24" fmla="*/ 96688 w 331788"/>
                    <a:gd name="connsiteY24" fmla="*/ 169753 h 286251"/>
                    <a:gd name="connsiteX25" fmla="*/ 96688 w 331788"/>
                    <a:gd name="connsiteY25" fmla="*/ 172342 h 286251"/>
                    <a:gd name="connsiteX26" fmla="*/ 103134 w 331788"/>
                    <a:gd name="connsiteY26" fmla="*/ 172342 h 286251"/>
                    <a:gd name="connsiteX27" fmla="*/ 103134 w 331788"/>
                    <a:gd name="connsiteY27" fmla="*/ 165870 h 286251"/>
                    <a:gd name="connsiteX28" fmla="*/ 103134 w 331788"/>
                    <a:gd name="connsiteY28" fmla="*/ 164576 h 286251"/>
                    <a:gd name="connsiteX29" fmla="*/ 104424 w 331788"/>
                    <a:gd name="connsiteY29" fmla="*/ 160692 h 286251"/>
                    <a:gd name="connsiteX30" fmla="*/ 112159 w 331788"/>
                    <a:gd name="connsiteY30" fmla="*/ 134804 h 286251"/>
                    <a:gd name="connsiteX31" fmla="*/ 107002 w 331788"/>
                    <a:gd name="connsiteY31" fmla="*/ 121859 h 286251"/>
                    <a:gd name="connsiteX32" fmla="*/ 109580 w 331788"/>
                    <a:gd name="connsiteY32" fmla="*/ 117976 h 286251"/>
                    <a:gd name="connsiteX33" fmla="*/ 121183 w 331788"/>
                    <a:gd name="connsiteY33" fmla="*/ 117976 h 286251"/>
                    <a:gd name="connsiteX34" fmla="*/ 125050 w 331788"/>
                    <a:gd name="connsiteY34" fmla="*/ 121859 h 286251"/>
                    <a:gd name="connsiteX35" fmla="*/ 118605 w 331788"/>
                    <a:gd name="connsiteY35" fmla="*/ 134804 h 286251"/>
                    <a:gd name="connsiteX36" fmla="*/ 126340 w 331788"/>
                    <a:gd name="connsiteY36" fmla="*/ 160692 h 286251"/>
                    <a:gd name="connsiteX37" fmla="*/ 126340 w 331788"/>
                    <a:gd name="connsiteY37" fmla="*/ 165870 h 286251"/>
                    <a:gd name="connsiteX38" fmla="*/ 127629 w 331788"/>
                    <a:gd name="connsiteY38" fmla="*/ 165870 h 286251"/>
                    <a:gd name="connsiteX39" fmla="*/ 127629 w 331788"/>
                    <a:gd name="connsiteY39" fmla="*/ 172342 h 286251"/>
                    <a:gd name="connsiteX40" fmla="*/ 134075 w 331788"/>
                    <a:gd name="connsiteY40" fmla="*/ 172342 h 286251"/>
                    <a:gd name="connsiteX41" fmla="*/ 134075 w 331788"/>
                    <a:gd name="connsiteY41" fmla="*/ 169753 h 286251"/>
                    <a:gd name="connsiteX42" fmla="*/ 135364 w 331788"/>
                    <a:gd name="connsiteY42" fmla="*/ 165870 h 286251"/>
                    <a:gd name="connsiteX43" fmla="*/ 136653 w 331788"/>
                    <a:gd name="connsiteY43" fmla="*/ 160692 h 286251"/>
                    <a:gd name="connsiteX44" fmla="*/ 144388 w 331788"/>
                    <a:gd name="connsiteY44" fmla="*/ 123154 h 286251"/>
                    <a:gd name="connsiteX45" fmla="*/ 152123 w 331788"/>
                    <a:gd name="connsiteY45" fmla="*/ 117976 h 286251"/>
                    <a:gd name="connsiteX46" fmla="*/ 171461 w 331788"/>
                    <a:gd name="connsiteY46" fmla="*/ 117976 h 286251"/>
                    <a:gd name="connsiteX47" fmla="*/ 192088 w 331788"/>
                    <a:gd name="connsiteY47" fmla="*/ 138687 h 286251"/>
                    <a:gd name="connsiteX48" fmla="*/ 192088 w 331788"/>
                    <a:gd name="connsiteY48" fmla="*/ 152926 h 286251"/>
                    <a:gd name="connsiteX49" fmla="*/ 184353 w 331788"/>
                    <a:gd name="connsiteY49" fmla="*/ 152926 h 286251"/>
                    <a:gd name="connsiteX50" fmla="*/ 163726 w 331788"/>
                    <a:gd name="connsiteY50" fmla="*/ 160692 h 286251"/>
                    <a:gd name="connsiteX51" fmla="*/ 158569 w 331788"/>
                    <a:gd name="connsiteY51" fmla="*/ 165870 h 286251"/>
                    <a:gd name="connsiteX52" fmla="*/ 154702 w 331788"/>
                    <a:gd name="connsiteY52" fmla="*/ 172342 h 286251"/>
                    <a:gd name="connsiteX53" fmla="*/ 150834 w 331788"/>
                    <a:gd name="connsiteY53" fmla="*/ 186581 h 286251"/>
                    <a:gd name="connsiteX54" fmla="*/ 150834 w 331788"/>
                    <a:gd name="connsiteY54" fmla="*/ 202114 h 286251"/>
                    <a:gd name="connsiteX55" fmla="*/ 10313 w 331788"/>
                    <a:gd name="connsiteY55" fmla="*/ 202114 h 286251"/>
                    <a:gd name="connsiteX56" fmla="*/ 0 w 331788"/>
                    <a:gd name="connsiteY56" fmla="*/ 190464 h 286251"/>
                    <a:gd name="connsiteX57" fmla="*/ 0 w 331788"/>
                    <a:gd name="connsiteY57" fmla="*/ 182698 h 286251"/>
                    <a:gd name="connsiteX58" fmla="*/ 10313 w 331788"/>
                    <a:gd name="connsiteY58" fmla="*/ 172342 h 286251"/>
                    <a:gd name="connsiteX59" fmla="*/ 38675 w 331788"/>
                    <a:gd name="connsiteY59" fmla="*/ 172342 h 286251"/>
                    <a:gd name="connsiteX60" fmla="*/ 38675 w 331788"/>
                    <a:gd name="connsiteY60" fmla="*/ 138687 h 286251"/>
                    <a:gd name="connsiteX61" fmla="*/ 59302 w 331788"/>
                    <a:gd name="connsiteY61" fmla="*/ 117976 h 286251"/>
                    <a:gd name="connsiteX62" fmla="*/ 206838 w 331788"/>
                    <a:gd name="connsiteY62" fmla="*/ 33838 h 286251"/>
                    <a:gd name="connsiteX63" fmla="*/ 208124 w 331788"/>
                    <a:gd name="connsiteY63" fmla="*/ 33838 h 286251"/>
                    <a:gd name="connsiteX64" fmla="*/ 278858 w 331788"/>
                    <a:gd name="connsiteY64" fmla="*/ 48038 h 286251"/>
                    <a:gd name="connsiteX65" fmla="*/ 296863 w 331788"/>
                    <a:gd name="connsiteY65" fmla="*/ 69984 h 286251"/>
                    <a:gd name="connsiteX66" fmla="*/ 296863 w 331788"/>
                    <a:gd name="connsiteY66" fmla="*/ 99676 h 286251"/>
                    <a:gd name="connsiteX67" fmla="*/ 246706 w 331788"/>
                    <a:gd name="connsiteY67" fmla="*/ 151313 h 286251"/>
                    <a:gd name="connsiteX68" fmla="*/ 195263 w 331788"/>
                    <a:gd name="connsiteY68" fmla="*/ 99676 h 286251"/>
                    <a:gd name="connsiteX69" fmla="*/ 195263 w 331788"/>
                    <a:gd name="connsiteY69" fmla="*/ 45456 h 286251"/>
                    <a:gd name="connsiteX70" fmla="*/ 206838 w 331788"/>
                    <a:gd name="connsiteY70" fmla="*/ 33838 h 286251"/>
                    <a:gd name="connsiteX71" fmla="*/ 150465 w 331788"/>
                    <a:gd name="connsiteY71" fmla="*/ 198 h 286251"/>
                    <a:gd name="connsiteX72" fmla="*/ 163513 w 331788"/>
                    <a:gd name="connsiteY72" fmla="*/ 10479 h 286251"/>
                    <a:gd name="connsiteX73" fmla="*/ 163513 w 331788"/>
                    <a:gd name="connsiteY73" fmla="*/ 60599 h 286251"/>
                    <a:gd name="connsiteX74" fmla="*/ 116540 w 331788"/>
                    <a:gd name="connsiteY74" fmla="*/ 106863 h 286251"/>
                    <a:gd name="connsiteX75" fmla="*/ 68263 w 331788"/>
                    <a:gd name="connsiteY75" fmla="*/ 60599 h 286251"/>
                    <a:gd name="connsiteX76" fmla="*/ 68263 w 331788"/>
                    <a:gd name="connsiteY76" fmla="*/ 33611 h 286251"/>
                    <a:gd name="connsiteX77" fmla="*/ 85225 w 331788"/>
                    <a:gd name="connsiteY77" fmla="*/ 13049 h 286251"/>
                    <a:gd name="connsiteX78" fmla="*/ 150465 w 331788"/>
                    <a:gd name="connsiteY78" fmla="*/ 198 h 2862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</a:cxnLst>
                  <a:rect l="l" t="t" r="r" b="b"/>
                  <a:pathLst>
                    <a:path w="331788" h="286251">
                      <a:moveTo>
                        <a:pt x="19050" y="213226"/>
                      </a:moveTo>
                      <a:lnTo>
                        <a:pt x="151105" y="213226"/>
                      </a:lnTo>
                      <a:cubicBezTo>
                        <a:pt x="151105" y="213226"/>
                        <a:pt x="151105" y="213226"/>
                        <a:pt x="151105" y="278564"/>
                      </a:cubicBezTo>
                      <a:cubicBezTo>
                        <a:pt x="151105" y="281126"/>
                        <a:pt x="152400" y="283689"/>
                        <a:pt x="152400" y="286251"/>
                      </a:cubicBezTo>
                      <a:cubicBezTo>
                        <a:pt x="152400" y="286251"/>
                        <a:pt x="152400" y="286251"/>
                        <a:pt x="25523" y="286251"/>
                      </a:cubicBezTo>
                      <a:cubicBezTo>
                        <a:pt x="21639" y="286251"/>
                        <a:pt x="19050" y="282408"/>
                        <a:pt x="19050" y="278564"/>
                      </a:cubicBezTo>
                      <a:cubicBezTo>
                        <a:pt x="19050" y="278564"/>
                        <a:pt x="19050" y="278564"/>
                        <a:pt x="19050" y="213226"/>
                      </a:cubicBezTo>
                      <a:close/>
                      <a:moveTo>
                        <a:pt x="185265" y="165601"/>
                      </a:moveTo>
                      <a:lnTo>
                        <a:pt x="308448" y="165601"/>
                      </a:lnTo>
                      <a:cubicBezTo>
                        <a:pt x="309745" y="165601"/>
                        <a:pt x="312338" y="165601"/>
                        <a:pt x="313635" y="165601"/>
                      </a:cubicBezTo>
                      <a:cubicBezTo>
                        <a:pt x="324008" y="168168"/>
                        <a:pt x="331788" y="177153"/>
                        <a:pt x="331788" y="187421"/>
                      </a:cubicBezTo>
                      <a:cubicBezTo>
                        <a:pt x="331788" y="187421"/>
                        <a:pt x="331788" y="187421"/>
                        <a:pt x="331788" y="278550"/>
                      </a:cubicBezTo>
                      <a:cubicBezTo>
                        <a:pt x="331788" y="282401"/>
                        <a:pt x="327898" y="286251"/>
                        <a:pt x="324008" y="286251"/>
                      </a:cubicBezTo>
                      <a:cubicBezTo>
                        <a:pt x="324008" y="286251"/>
                        <a:pt x="324008" y="286251"/>
                        <a:pt x="169705" y="286251"/>
                      </a:cubicBezTo>
                      <a:cubicBezTo>
                        <a:pt x="165815" y="286251"/>
                        <a:pt x="161925" y="282401"/>
                        <a:pt x="161925" y="278550"/>
                      </a:cubicBezTo>
                      <a:cubicBezTo>
                        <a:pt x="161925" y="278550"/>
                        <a:pt x="161925" y="278550"/>
                        <a:pt x="161925" y="187421"/>
                      </a:cubicBezTo>
                      <a:cubicBezTo>
                        <a:pt x="161925" y="182287"/>
                        <a:pt x="164518" y="177153"/>
                        <a:pt x="168408" y="173302"/>
                      </a:cubicBezTo>
                      <a:cubicBezTo>
                        <a:pt x="169705" y="170735"/>
                        <a:pt x="172298" y="168168"/>
                        <a:pt x="174892" y="166885"/>
                      </a:cubicBezTo>
                      <a:cubicBezTo>
                        <a:pt x="177485" y="165601"/>
                        <a:pt x="181375" y="165601"/>
                        <a:pt x="185265" y="165601"/>
                      </a:cubicBezTo>
                      <a:close/>
                      <a:moveTo>
                        <a:pt x="59302" y="117976"/>
                      </a:moveTo>
                      <a:cubicBezTo>
                        <a:pt x="59302" y="117976"/>
                        <a:pt x="59302" y="117976"/>
                        <a:pt x="78640" y="117976"/>
                      </a:cubicBezTo>
                      <a:cubicBezTo>
                        <a:pt x="82507" y="117976"/>
                        <a:pt x="85086" y="120565"/>
                        <a:pt x="86375" y="123154"/>
                      </a:cubicBezTo>
                      <a:cubicBezTo>
                        <a:pt x="86375" y="123154"/>
                        <a:pt x="86375" y="123154"/>
                        <a:pt x="94110" y="160692"/>
                      </a:cubicBezTo>
                      <a:cubicBezTo>
                        <a:pt x="94110" y="160692"/>
                        <a:pt x="94110" y="160692"/>
                        <a:pt x="95399" y="165870"/>
                      </a:cubicBezTo>
                      <a:cubicBezTo>
                        <a:pt x="95399" y="165870"/>
                        <a:pt x="95399" y="165870"/>
                        <a:pt x="96688" y="169753"/>
                      </a:cubicBezTo>
                      <a:cubicBezTo>
                        <a:pt x="96688" y="171048"/>
                        <a:pt x="96688" y="171048"/>
                        <a:pt x="96688" y="172342"/>
                      </a:cubicBezTo>
                      <a:cubicBezTo>
                        <a:pt x="96688" y="172342"/>
                        <a:pt x="96688" y="172342"/>
                        <a:pt x="103134" y="172342"/>
                      </a:cubicBezTo>
                      <a:cubicBezTo>
                        <a:pt x="103134" y="169753"/>
                        <a:pt x="103134" y="168459"/>
                        <a:pt x="103134" y="165870"/>
                      </a:cubicBezTo>
                      <a:cubicBezTo>
                        <a:pt x="103134" y="165870"/>
                        <a:pt x="103134" y="165870"/>
                        <a:pt x="103134" y="164576"/>
                      </a:cubicBezTo>
                      <a:cubicBezTo>
                        <a:pt x="103134" y="164576"/>
                        <a:pt x="103134" y="164576"/>
                        <a:pt x="104424" y="160692"/>
                      </a:cubicBezTo>
                      <a:cubicBezTo>
                        <a:pt x="104424" y="160692"/>
                        <a:pt x="104424" y="160692"/>
                        <a:pt x="112159" y="134804"/>
                      </a:cubicBezTo>
                      <a:cubicBezTo>
                        <a:pt x="112159" y="134804"/>
                        <a:pt x="112159" y="134804"/>
                        <a:pt x="107002" y="121859"/>
                      </a:cubicBezTo>
                      <a:cubicBezTo>
                        <a:pt x="105713" y="120565"/>
                        <a:pt x="107002" y="117976"/>
                        <a:pt x="109580" y="117976"/>
                      </a:cubicBezTo>
                      <a:cubicBezTo>
                        <a:pt x="109580" y="117976"/>
                        <a:pt x="109580" y="117976"/>
                        <a:pt x="121183" y="117976"/>
                      </a:cubicBezTo>
                      <a:cubicBezTo>
                        <a:pt x="123761" y="117976"/>
                        <a:pt x="125050" y="120565"/>
                        <a:pt x="125050" y="121859"/>
                      </a:cubicBezTo>
                      <a:cubicBezTo>
                        <a:pt x="125050" y="121859"/>
                        <a:pt x="125050" y="121859"/>
                        <a:pt x="118605" y="134804"/>
                      </a:cubicBezTo>
                      <a:cubicBezTo>
                        <a:pt x="118605" y="134804"/>
                        <a:pt x="118605" y="134804"/>
                        <a:pt x="126340" y="160692"/>
                      </a:cubicBezTo>
                      <a:cubicBezTo>
                        <a:pt x="126340" y="160692"/>
                        <a:pt x="126340" y="160692"/>
                        <a:pt x="126340" y="165870"/>
                      </a:cubicBezTo>
                      <a:cubicBezTo>
                        <a:pt x="127629" y="165870"/>
                        <a:pt x="127629" y="165870"/>
                        <a:pt x="127629" y="165870"/>
                      </a:cubicBezTo>
                      <a:cubicBezTo>
                        <a:pt x="127629" y="168459"/>
                        <a:pt x="127629" y="169753"/>
                        <a:pt x="127629" y="172342"/>
                      </a:cubicBezTo>
                      <a:cubicBezTo>
                        <a:pt x="127629" y="172342"/>
                        <a:pt x="127629" y="172342"/>
                        <a:pt x="134075" y="172342"/>
                      </a:cubicBezTo>
                      <a:cubicBezTo>
                        <a:pt x="134075" y="171048"/>
                        <a:pt x="134075" y="171048"/>
                        <a:pt x="134075" y="169753"/>
                      </a:cubicBezTo>
                      <a:cubicBezTo>
                        <a:pt x="134075" y="169753"/>
                        <a:pt x="134075" y="169753"/>
                        <a:pt x="135364" y="165870"/>
                      </a:cubicBezTo>
                      <a:cubicBezTo>
                        <a:pt x="135364" y="165870"/>
                        <a:pt x="135364" y="165870"/>
                        <a:pt x="136653" y="160692"/>
                      </a:cubicBezTo>
                      <a:cubicBezTo>
                        <a:pt x="136653" y="160692"/>
                        <a:pt x="136653" y="160692"/>
                        <a:pt x="144388" y="123154"/>
                      </a:cubicBezTo>
                      <a:cubicBezTo>
                        <a:pt x="145677" y="120565"/>
                        <a:pt x="148256" y="117976"/>
                        <a:pt x="152123" y="117976"/>
                      </a:cubicBezTo>
                      <a:cubicBezTo>
                        <a:pt x="152123" y="117976"/>
                        <a:pt x="152123" y="117976"/>
                        <a:pt x="171461" y="117976"/>
                      </a:cubicBezTo>
                      <a:cubicBezTo>
                        <a:pt x="183064" y="117976"/>
                        <a:pt x="192088" y="127037"/>
                        <a:pt x="192088" y="138687"/>
                      </a:cubicBezTo>
                      <a:cubicBezTo>
                        <a:pt x="192088" y="138687"/>
                        <a:pt x="192088" y="138687"/>
                        <a:pt x="192088" y="152926"/>
                      </a:cubicBezTo>
                      <a:cubicBezTo>
                        <a:pt x="192088" y="152926"/>
                        <a:pt x="192088" y="152926"/>
                        <a:pt x="184353" y="152926"/>
                      </a:cubicBezTo>
                      <a:cubicBezTo>
                        <a:pt x="176618" y="152926"/>
                        <a:pt x="168883" y="156809"/>
                        <a:pt x="163726" y="160692"/>
                      </a:cubicBezTo>
                      <a:cubicBezTo>
                        <a:pt x="161148" y="161987"/>
                        <a:pt x="159858" y="164576"/>
                        <a:pt x="158569" y="165870"/>
                      </a:cubicBezTo>
                      <a:cubicBezTo>
                        <a:pt x="157280" y="168459"/>
                        <a:pt x="155991" y="169753"/>
                        <a:pt x="154702" y="172342"/>
                      </a:cubicBezTo>
                      <a:cubicBezTo>
                        <a:pt x="152123" y="176225"/>
                        <a:pt x="150834" y="181403"/>
                        <a:pt x="150834" y="186581"/>
                      </a:cubicBezTo>
                      <a:cubicBezTo>
                        <a:pt x="150834" y="186581"/>
                        <a:pt x="150834" y="186581"/>
                        <a:pt x="150834" y="202114"/>
                      </a:cubicBezTo>
                      <a:cubicBezTo>
                        <a:pt x="150834" y="202114"/>
                        <a:pt x="150834" y="202114"/>
                        <a:pt x="10313" y="202114"/>
                      </a:cubicBezTo>
                      <a:cubicBezTo>
                        <a:pt x="5157" y="202114"/>
                        <a:pt x="0" y="196936"/>
                        <a:pt x="0" y="190464"/>
                      </a:cubicBezTo>
                      <a:cubicBezTo>
                        <a:pt x="0" y="190464"/>
                        <a:pt x="0" y="190464"/>
                        <a:pt x="0" y="182698"/>
                      </a:cubicBezTo>
                      <a:cubicBezTo>
                        <a:pt x="0" y="176225"/>
                        <a:pt x="5157" y="172342"/>
                        <a:pt x="10313" y="172342"/>
                      </a:cubicBezTo>
                      <a:cubicBezTo>
                        <a:pt x="10313" y="172342"/>
                        <a:pt x="10313" y="172342"/>
                        <a:pt x="38675" y="172342"/>
                      </a:cubicBezTo>
                      <a:cubicBezTo>
                        <a:pt x="38675" y="172342"/>
                        <a:pt x="38675" y="172342"/>
                        <a:pt x="38675" y="138687"/>
                      </a:cubicBezTo>
                      <a:cubicBezTo>
                        <a:pt x="38675" y="127037"/>
                        <a:pt x="47700" y="117976"/>
                        <a:pt x="59302" y="117976"/>
                      </a:cubicBezTo>
                      <a:close/>
                      <a:moveTo>
                        <a:pt x="206838" y="33838"/>
                      </a:moveTo>
                      <a:cubicBezTo>
                        <a:pt x="206838" y="33838"/>
                        <a:pt x="208124" y="33838"/>
                        <a:pt x="208124" y="33838"/>
                      </a:cubicBezTo>
                      <a:cubicBezTo>
                        <a:pt x="223557" y="36420"/>
                        <a:pt x="258281" y="44166"/>
                        <a:pt x="278858" y="48038"/>
                      </a:cubicBezTo>
                      <a:cubicBezTo>
                        <a:pt x="289147" y="50620"/>
                        <a:pt x="296863" y="59657"/>
                        <a:pt x="296863" y="69984"/>
                      </a:cubicBezTo>
                      <a:cubicBezTo>
                        <a:pt x="296863" y="69984"/>
                        <a:pt x="296863" y="69984"/>
                        <a:pt x="296863" y="99676"/>
                      </a:cubicBezTo>
                      <a:cubicBezTo>
                        <a:pt x="296863" y="128076"/>
                        <a:pt x="275000" y="151313"/>
                        <a:pt x="246706" y="151313"/>
                      </a:cubicBezTo>
                      <a:cubicBezTo>
                        <a:pt x="218412" y="151313"/>
                        <a:pt x="195263" y="128076"/>
                        <a:pt x="195263" y="99676"/>
                      </a:cubicBezTo>
                      <a:cubicBezTo>
                        <a:pt x="195263" y="99676"/>
                        <a:pt x="195263" y="99676"/>
                        <a:pt x="195263" y="45456"/>
                      </a:cubicBezTo>
                      <a:cubicBezTo>
                        <a:pt x="195263" y="39002"/>
                        <a:pt x="200407" y="33838"/>
                        <a:pt x="206838" y="33838"/>
                      </a:cubicBezTo>
                      <a:close/>
                      <a:moveTo>
                        <a:pt x="150465" y="198"/>
                      </a:moveTo>
                      <a:cubicBezTo>
                        <a:pt x="156989" y="-1087"/>
                        <a:pt x="163513" y="4053"/>
                        <a:pt x="163513" y="10479"/>
                      </a:cubicBezTo>
                      <a:cubicBezTo>
                        <a:pt x="163513" y="10479"/>
                        <a:pt x="163513" y="10479"/>
                        <a:pt x="163513" y="60599"/>
                      </a:cubicBezTo>
                      <a:cubicBezTo>
                        <a:pt x="163513" y="86301"/>
                        <a:pt x="142636" y="106863"/>
                        <a:pt x="116540" y="106863"/>
                      </a:cubicBezTo>
                      <a:cubicBezTo>
                        <a:pt x="90444" y="106863"/>
                        <a:pt x="68263" y="86301"/>
                        <a:pt x="68263" y="60599"/>
                      </a:cubicBezTo>
                      <a:cubicBezTo>
                        <a:pt x="68263" y="60599"/>
                        <a:pt x="68263" y="60599"/>
                        <a:pt x="68263" y="33611"/>
                      </a:cubicBezTo>
                      <a:cubicBezTo>
                        <a:pt x="68263" y="23330"/>
                        <a:pt x="76092" y="14334"/>
                        <a:pt x="85225" y="13049"/>
                      </a:cubicBezTo>
                      <a:cubicBezTo>
                        <a:pt x="104797" y="9194"/>
                        <a:pt x="137417" y="2768"/>
                        <a:pt x="150465" y="19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sp>
            <p:nvSpPr>
              <p:cNvPr id="12" name="矩形 11"/>
              <p:cNvSpPr/>
              <p:nvPr/>
            </p:nvSpPr>
            <p:spPr>
              <a:xfrm>
                <a:off x="1906687" y="3419006"/>
                <a:ext cx="2587220" cy="246221"/>
              </a:xfrm>
              <a:prstGeom prst="rect">
                <a:avLst/>
              </a:prstGeom>
            </p:spPr>
            <p:txBody>
              <a:bodyPr wrap="none" lIns="144000" tIns="0" rIns="144000" bIns="0">
                <a:normAutofit fontScale="92500" lnSpcReduction="20000"/>
              </a:bodyPr>
              <a:lstStyle/>
              <a:p>
                <a:r>
                  <a:rPr lang="zh-CN" altLang="en-US" sz="1600" b="1">
                    <a:solidFill>
                      <a:schemeClr val="accent3"/>
                    </a:solidFill>
                  </a:rPr>
                  <a:t>标题文本预设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1906687" y="3665227"/>
                <a:ext cx="2587220" cy="536011"/>
              </a:xfrm>
              <a:prstGeom prst="rect">
                <a:avLst/>
              </a:prstGeom>
            </p:spPr>
            <p:txBody>
              <a:bodyPr wrap="square" lIns="144000" tIns="0" rIns="144000" bIns="0">
                <a:normAutofit fontScale="70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100">
                    <a:solidFill>
                      <a:schemeClr val="dk1">
                        <a:lumMod val="100000"/>
                      </a:schemeClr>
                    </a:solidFill>
                  </a:rPr>
                  <a:t>此部分内容作为文字排版占位显示</a:t>
                </a:r>
                <a:br>
                  <a:rPr lang="zh-CN" altLang="en-US" sz="1100">
                    <a:solidFill>
                      <a:schemeClr val="dk1">
                        <a:lumMod val="100000"/>
                      </a:schemeClr>
                    </a:solidFill>
                  </a:rPr>
                </a:br>
                <a:r>
                  <a:rPr lang="zh-CN" altLang="en-US" sz="1100">
                    <a:solidFill>
                      <a:schemeClr val="dk1">
                        <a:lumMod val="100000"/>
                      </a:schemeClr>
                    </a:solidFill>
                  </a:rPr>
                  <a:t>（建议使用主题字体）</a:t>
                </a:r>
              </a:p>
            </p:txBody>
          </p:sp>
        </p:grp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3D2E1CD7-3E93-CF89-4DDC-B219BDD0947E}"/>
              </a:ext>
            </a:extLst>
          </p:cNvPr>
          <p:cNvGrpSpPr/>
          <p:nvPr/>
        </p:nvGrpSpPr>
        <p:grpSpPr>
          <a:xfrm>
            <a:off x="2" y="62949"/>
            <a:ext cx="9145587" cy="514424"/>
            <a:chOff x="2" y="62949"/>
            <a:chExt cx="9145587" cy="514424"/>
          </a:xfrm>
        </p:grpSpPr>
        <p:pic>
          <p:nvPicPr>
            <p:cNvPr id="34" name="Picture 33" descr="122-吉林大学-logo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613973" y="62949"/>
              <a:ext cx="430096" cy="430096"/>
            </a:xfrm>
            <a:prstGeom prst="rect">
              <a:avLst/>
            </a:prstGeom>
          </p:spPr>
        </p:pic>
        <p:sp>
          <p:nvSpPr>
            <p:cNvPr id="30" name="任意多边形 7">
              <a:extLst>
                <a:ext uri="{FF2B5EF4-FFF2-40B4-BE49-F238E27FC236}">
                  <a16:creationId xmlns:a16="http://schemas.microsoft.com/office/drawing/2014/main" id="{312A5FE4-E811-4E08-0298-AD39C5116518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521636" y="555120"/>
              <a:ext cx="8623953" cy="22253"/>
            </a:xfrm>
            <a:custGeom>
              <a:avLst/>
              <a:gdLst>
                <a:gd name="connsiteX0" fmla="*/ 0 w 12125327"/>
                <a:gd name="connsiteY0" fmla="*/ 0 h 31282"/>
                <a:gd name="connsiteX1" fmla="*/ 12125327 w 12125327"/>
                <a:gd name="connsiteY1" fmla="*/ 0 h 31282"/>
                <a:gd name="connsiteX2" fmla="*/ 12125327 w 12125327"/>
                <a:gd name="connsiteY2" fmla="*/ 31282 h 31282"/>
                <a:gd name="connsiteX3" fmla="*/ 17139 w 12125327"/>
                <a:gd name="connsiteY3" fmla="*/ 31282 h 31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25327" h="31282">
                  <a:moveTo>
                    <a:pt x="0" y="0"/>
                  </a:moveTo>
                  <a:lnTo>
                    <a:pt x="12125327" y="0"/>
                  </a:lnTo>
                  <a:lnTo>
                    <a:pt x="12125327" y="31282"/>
                  </a:lnTo>
                  <a:lnTo>
                    <a:pt x="17139" y="3128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4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1" name="任意多边形 8">
              <a:extLst>
                <a:ext uri="{FF2B5EF4-FFF2-40B4-BE49-F238E27FC236}">
                  <a16:creationId xmlns:a16="http://schemas.microsoft.com/office/drawing/2014/main" id="{D6DE53F6-292F-A377-71D0-49708233D20A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2" y="195486"/>
              <a:ext cx="410536" cy="381886"/>
            </a:xfrm>
            <a:custGeom>
              <a:avLst/>
              <a:gdLst>
                <a:gd name="connsiteX0" fmla="*/ 284734 w 577217"/>
                <a:gd name="connsiteY0" fmla="*/ 0 h 536832"/>
                <a:gd name="connsiteX1" fmla="*/ 577217 w 577217"/>
                <a:gd name="connsiteY1" fmla="*/ 536832 h 536832"/>
                <a:gd name="connsiteX2" fmla="*/ 0 w 577217"/>
                <a:gd name="connsiteY2" fmla="*/ 536832 h 536832"/>
                <a:gd name="connsiteX3" fmla="*/ 0 w 577217"/>
                <a:gd name="connsiteY3" fmla="*/ 184 h 536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7217" h="536832">
                  <a:moveTo>
                    <a:pt x="284734" y="0"/>
                  </a:moveTo>
                  <a:lnTo>
                    <a:pt x="577217" y="536832"/>
                  </a:lnTo>
                  <a:lnTo>
                    <a:pt x="0" y="536832"/>
                  </a:lnTo>
                  <a:lnTo>
                    <a:pt x="0" y="184"/>
                  </a:lnTo>
                  <a:close/>
                </a:path>
              </a:pathLst>
            </a:custGeom>
            <a:solidFill>
              <a:srgbClr val="071E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400" dirty="0">
                <a:solidFill>
                  <a:srgbClr val="7EC234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2" name="Title 1">
              <a:extLst>
                <a:ext uri="{FF2B5EF4-FFF2-40B4-BE49-F238E27FC236}">
                  <a16:creationId xmlns:a16="http://schemas.microsoft.com/office/drawing/2014/main" id="{8AA949C7-87FA-9FFF-8DA5-1B4FBB13203C}"/>
                </a:ext>
              </a:extLst>
            </p:cNvPr>
            <p:cNvSpPr txBox="1">
              <a:spLocks/>
            </p:cNvSpPr>
            <p:nvPr/>
          </p:nvSpPr>
          <p:spPr>
            <a:xfrm>
              <a:off x="611560" y="175643"/>
              <a:ext cx="2129944" cy="379477"/>
            </a:xfrm>
            <a:prstGeom prst="rect">
              <a:avLst/>
            </a:prstGeom>
          </p:spPr>
          <p:txBody>
            <a:bodyPr lIns="0" rIns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3000" b="0" kern="1200">
                  <a:solidFill>
                    <a:schemeClr val="accent1"/>
                  </a:solidFill>
                  <a:latin typeface="U.S. 101" pitchFamily="2" charset="0"/>
                  <a:ea typeface="Roboto" pitchFamily="2" charset="0"/>
                  <a:cs typeface="Open Sans Light" panose="020B0306030504020204" pitchFamily="34" charset="0"/>
                </a:defRPr>
              </a:lvl1pPr>
            </a:lstStyle>
            <a:p>
              <a:pPr algn="l"/>
              <a:r>
                <a:rPr lang="zh-CN" altLang="en-US" sz="18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点击输入标题内容</a:t>
              </a:r>
              <a:endParaRPr lang="en-GB" altLang="zh-CN" sz="1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52389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1" presetID="2" presetClass="entr" presetSubtype="8" fill="hold" grpId="0" nodeType="afterEffect" p14:presetBounceEnd="4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3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4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6" presetID="14" presetClass="entr" presetSubtype="1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randombar(horizontal)">
                                          <p:cBhvr>
                                            <p:cTn id="18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0" presetID="42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3" dur="1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1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7" grpId="0" animBg="1"/>
          <p:bldP spid="5" grpId="0" animBg="1"/>
          <p:bldP spid="6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1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6" presetID="14" presetClass="entr" presetSubtype="1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randombar(horizontal)">
                                          <p:cBhvr>
                                            <p:cTn id="18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0" presetID="42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3" dur="1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1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7" grpId="0" animBg="1"/>
          <p:bldP spid="5" grpId="0" animBg="1"/>
          <p:bldP spid="6" grpId="0"/>
        </p:bldLst>
      </p:timing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122-吉林大学-img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2647" y="-1314692"/>
            <a:ext cx="9154760" cy="5721725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17889A5C-648B-90A2-5E6A-B18660EA8484}"/>
              </a:ext>
            </a:extLst>
          </p:cNvPr>
          <p:cNvGrpSpPr/>
          <p:nvPr/>
        </p:nvGrpSpPr>
        <p:grpSpPr>
          <a:xfrm>
            <a:off x="-7279" y="2116274"/>
            <a:ext cx="9679759" cy="3163632"/>
            <a:chOff x="0" y="2639824"/>
            <a:chExt cx="12906345" cy="3722876"/>
          </a:xfrm>
        </p:grpSpPr>
        <p:sp>
          <p:nvSpPr>
            <p:cNvPr id="4" name="任意多边形 10">
              <a:extLst>
                <a:ext uri="{FF2B5EF4-FFF2-40B4-BE49-F238E27FC236}">
                  <a16:creationId xmlns:a16="http://schemas.microsoft.com/office/drawing/2014/main" id="{24294357-F1ED-778C-AA8A-FF61A92E6AAC}"/>
                </a:ext>
              </a:extLst>
            </p:cNvPr>
            <p:cNvSpPr/>
            <p:nvPr/>
          </p:nvSpPr>
          <p:spPr>
            <a:xfrm flipH="1">
              <a:off x="0" y="2639824"/>
              <a:ext cx="12211050" cy="3524250"/>
            </a:xfrm>
            <a:custGeom>
              <a:avLst/>
              <a:gdLst>
                <a:gd name="connsiteX0" fmla="*/ 19050 w 12192000"/>
                <a:gd name="connsiteY0" fmla="*/ 76200 h 3524250"/>
                <a:gd name="connsiteX1" fmla="*/ 7543800 w 12192000"/>
                <a:gd name="connsiteY1" fmla="*/ 1200150 h 3524250"/>
                <a:gd name="connsiteX2" fmla="*/ 12192000 w 12192000"/>
                <a:gd name="connsiteY2" fmla="*/ 0 h 3524250"/>
                <a:gd name="connsiteX3" fmla="*/ 12172950 w 12192000"/>
                <a:gd name="connsiteY3" fmla="*/ 3524250 h 3524250"/>
                <a:gd name="connsiteX4" fmla="*/ 0 w 12192000"/>
                <a:gd name="connsiteY4" fmla="*/ 3505200 h 3524250"/>
                <a:gd name="connsiteX5" fmla="*/ 19050 w 12192000"/>
                <a:gd name="connsiteY5" fmla="*/ 76200 h 3524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3524250">
                  <a:moveTo>
                    <a:pt x="19050" y="76200"/>
                  </a:moveTo>
                  <a:cubicBezTo>
                    <a:pt x="2767012" y="644525"/>
                    <a:pt x="5514975" y="1212850"/>
                    <a:pt x="7543800" y="1200150"/>
                  </a:cubicBezTo>
                  <a:cubicBezTo>
                    <a:pt x="9572625" y="1187450"/>
                    <a:pt x="10882312" y="593725"/>
                    <a:pt x="12192000" y="0"/>
                  </a:cubicBezTo>
                  <a:lnTo>
                    <a:pt x="12172950" y="3524250"/>
                  </a:lnTo>
                  <a:lnTo>
                    <a:pt x="0" y="3505200"/>
                  </a:lnTo>
                  <a:lnTo>
                    <a:pt x="19050" y="76200"/>
                  </a:lnTo>
                  <a:close/>
                </a:path>
              </a:pathLst>
            </a:custGeom>
            <a:solidFill>
              <a:srgbClr val="0824A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" name="任意多边形 9">
              <a:extLst>
                <a:ext uri="{FF2B5EF4-FFF2-40B4-BE49-F238E27FC236}">
                  <a16:creationId xmlns:a16="http://schemas.microsoft.com/office/drawing/2014/main" id="{9BEC92C9-1AD6-2549-EEF6-4F78B69991A9}"/>
                </a:ext>
              </a:extLst>
            </p:cNvPr>
            <p:cNvSpPr/>
            <p:nvPr/>
          </p:nvSpPr>
          <p:spPr>
            <a:xfrm flipH="1">
              <a:off x="0" y="2838450"/>
              <a:ext cx="12906345" cy="3524250"/>
            </a:xfrm>
            <a:custGeom>
              <a:avLst/>
              <a:gdLst>
                <a:gd name="connsiteX0" fmla="*/ 19050 w 12192000"/>
                <a:gd name="connsiteY0" fmla="*/ 76200 h 3524250"/>
                <a:gd name="connsiteX1" fmla="*/ 7543800 w 12192000"/>
                <a:gd name="connsiteY1" fmla="*/ 1200150 h 3524250"/>
                <a:gd name="connsiteX2" fmla="*/ 12192000 w 12192000"/>
                <a:gd name="connsiteY2" fmla="*/ 0 h 3524250"/>
                <a:gd name="connsiteX3" fmla="*/ 12172950 w 12192000"/>
                <a:gd name="connsiteY3" fmla="*/ 3524250 h 3524250"/>
                <a:gd name="connsiteX4" fmla="*/ 0 w 12192000"/>
                <a:gd name="connsiteY4" fmla="*/ 3505200 h 3524250"/>
                <a:gd name="connsiteX5" fmla="*/ 19050 w 12192000"/>
                <a:gd name="connsiteY5" fmla="*/ 76200 h 3524250"/>
                <a:gd name="connsiteX0" fmla="*/ 19050 w 12192000"/>
                <a:gd name="connsiteY0" fmla="*/ 146845 h 3594895"/>
                <a:gd name="connsiteX1" fmla="*/ 2757941 w 12192000"/>
                <a:gd name="connsiteY1" fmla="*/ 691140 h 3594895"/>
                <a:gd name="connsiteX2" fmla="*/ 7543800 w 12192000"/>
                <a:gd name="connsiteY2" fmla="*/ 1270795 h 3594895"/>
                <a:gd name="connsiteX3" fmla="*/ 12192000 w 12192000"/>
                <a:gd name="connsiteY3" fmla="*/ 70645 h 3594895"/>
                <a:gd name="connsiteX4" fmla="*/ 12172950 w 12192000"/>
                <a:gd name="connsiteY4" fmla="*/ 3594895 h 3594895"/>
                <a:gd name="connsiteX5" fmla="*/ 0 w 12192000"/>
                <a:gd name="connsiteY5" fmla="*/ 3575845 h 3594895"/>
                <a:gd name="connsiteX6" fmla="*/ 19050 w 12192000"/>
                <a:gd name="connsiteY6" fmla="*/ 146845 h 3594895"/>
                <a:gd name="connsiteX0" fmla="*/ 19050 w 12192000"/>
                <a:gd name="connsiteY0" fmla="*/ 76200 h 3524250"/>
                <a:gd name="connsiteX1" fmla="*/ 2757941 w 12192000"/>
                <a:gd name="connsiteY1" fmla="*/ 620495 h 3524250"/>
                <a:gd name="connsiteX2" fmla="*/ 7543800 w 12192000"/>
                <a:gd name="connsiteY2" fmla="*/ 1200150 h 3524250"/>
                <a:gd name="connsiteX3" fmla="*/ 12192000 w 12192000"/>
                <a:gd name="connsiteY3" fmla="*/ 0 h 3524250"/>
                <a:gd name="connsiteX4" fmla="*/ 12172950 w 12192000"/>
                <a:gd name="connsiteY4" fmla="*/ 3524250 h 3524250"/>
                <a:gd name="connsiteX5" fmla="*/ 0 w 12192000"/>
                <a:gd name="connsiteY5" fmla="*/ 3505200 h 3524250"/>
                <a:gd name="connsiteX6" fmla="*/ 19050 w 12192000"/>
                <a:gd name="connsiteY6" fmla="*/ 76200 h 3524250"/>
                <a:gd name="connsiteX0" fmla="*/ 0 w 12886210"/>
                <a:gd name="connsiteY0" fmla="*/ 2447925 h 3524250"/>
                <a:gd name="connsiteX1" fmla="*/ 3452151 w 12886210"/>
                <a:gd name="connsiteY1" fmla="*/ 620495 h 3524250"/>
                <a:gd name="connsiteX2" fmla="*/ 8238010 w 12886210"/>
                <a:gd name="connsiteY2" fmla="*/ 1200150 h 3524250"/>
                <a:gd name="connsiteX3" fmla="*/ 12886210 w 12886210"/>
                <a:gd name="connsiteY3" fmla="*/ 0 h 3524250"/>
                <a:gd name="connsiteX4" fmla="*/ 12867160 w 12886210"/>
                <a:gd name="connsiteY4" fmla="*/ 3524250 h 3524250"/>
                <a:gd name="connsiteX5" fmla="*/ 694210 w 12886210"/>
                <a:gd name="connsiteY5" fmla="*/ 3505200 h 3524250"/>
                <a:gd name="connsiteX6" fmla="*/ 0 w 12886210"/>
                <a:gd name="connsiteY6" fmla="*/ 2447925 h 3524250"/>
                <a:gd name="connsiteX0" fmla="*/ 0 w 12886210"/>
                <a:gd name="connsiteY0" fmla="*/ 2447925 h 3524250"/>
                <a:gd name="connsiteX1" fmla="*/ 3452151 w 12886210"/>
                <a:gd name="connsiteY1" fmla="*/ 620495 h 3524250"/>
                <a:gd name="connsiteX2" fmla="*/ 8238010 w 12886210"/>
                <a:gd name="connsiteY2" fmla="*/ 1200150 h 3524250"/>
                <a:gd name="connsiteX3" fmla="*/ 12886210 w 12886210"/>
                <a:gd name="connsiteY3" fmla="*/ 0 h 3524250"/>
                <a:gd name="connsiteX4" fmla="*/ 12867160 w 12886210"/>
                <a:gd name="connsiteY4" fmla="*/ 3524250 h 3524250"/>
                <a:gd name="connsiteX5" fmla="*/ 694210 w 12886210"/>
                <a:gd name="connsiteY5" fmla="*/ 3505200 h 3524250"/>
                <a:gd name="connsiteX6" fmla="*/ 0 w 12886210"/>
                <a:gd name="connsiteY6" fmla="*/ 2447925 h 3524250"/>
                <a:gd name="connsiteX0" fmla="*/ 0 w 12886210"/>
                <a:gd name="connsiteY0" fmla="*/ 2447925 h 3524250"/>
                <a:gd name="connsiteX1" fmla="*/ 3452151 w 12886210"/>
                <a:gd name="connsiteY1" fmla="*/ 620495 h 3524250"/>
                <a:gd name="connsiteX2" fmla="*/ 8238010 w 12886210"/>
                <a:gd name="connsiteY2" fmla="*/ 1200150 h 3524250"/>
                <a:gd name="connsiteX3" fmla="*/ 12886210 w 12886210"/>
                <a:gd name="connsiteY3" fmla="*/ 0 h 3524250"/>
                <a:gd name="connsiteX4" fmla="*/ 12867160 w 12886210"/>
                <a:gd name="connsiteY4" fmla="*/ 3524250 h 3524250"/>
                <a:gd name="connsiteX5" fmla="*/ 694210 w 12886210"/>
                <a:gd name="connsiteY5" fmla="*/ 3505200 h 3524250"/>
                <a:gd name="connsiteX6" fmla="*/ 0 w 12886210"/>
                <a:gd name="connsiteY6" fmla="*/ 2447925 h 3524250"/>
                <a:gd name="connsiteX0" fmla="*/ 0 w 12886210"/>
                <a:gd name="connsiteY0" fmla="*/ 2447925 h 3524250"/>
                <a:gd name="connsiteX1" fmla="*/ 3442641 w 12886210"/>
                <a:gd name="connsiteY1" fmla="*/ 782420 h 3524250"/>
                <a:gd name="connsiteX2" fmla="*/ 8238010 w 12886210"/>
                <a:gd name="connsiteY2" fmla="*/ 1200150 h 3524250"/>
                <a:gd name="connsiteX3" fmla="*/ 12886210 w 12886210"/>
                <a:gd name="connsiteY3" fmla="*/ 0 h 3524250"/>
                <a:gd name="connsiteX4" fmla="*/ 12867160 w 12886210"/>
                <a:gd name="connsiteY4" fmla="*/ 3524250 h 3524250"/>
                <a:gd name="connsiteX5" fmla="*/ 694210 w 12886210"/>
                <a:gd name="connsiteY5" fmla="*/ 3505200 h 3524250"/>
                <a:gd name="connsiteX6" fmla="*/ 0 w 12886210"/>
                <a:gd name="connsiteY6" fmla="*/ 2447925 h 3524250"/>
                <a:gd name="connsiteX0" fmla="*/ 0 w 12886210"/>
                <a:gd name="connsiteY0" fmla="*/ 2447925 h 3524250"/>
                <a:gd name="connsiteX1" fmla="*/ 3442641 w 12886210"/>
                <a:gd name="connsiteY1" fmla="*/ 782420 h 3524250"/>
                <a:gd name="connsiteX2" fmla="*/ 8238010 w 12886210"/>
                <a:gd name="connsiteY2" fmla="*/ 1200150 h 3524250"/>
                <a:gd name="connsiteX3" fmla="*/ 12886210 w 12886210"/>
                <a:gd name="connsiteY3" fmla="*/ 0 h 3524250"/>
                <a:gd name="connsiteX4" fmla="*/ 12867160 w 12886210"/>
                <a:gd name="connsiteY4" fmla="*/ 3524250 h 3524250"/>
                <a:gd name="connsiteX5" fmla="*/ 694210 w 12886210"/>
                <a:gd name="connsiteY5" fmla="*/ 3505200 h 3524250"/>
                <a:gd name="connsiteX6" fmla="*/ 0 w 12886210"/>
                <a:gd name="connsiteY6" fmla="*/ 2447925 h 3524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886210" h="3524250">
                  <a:moveTo>
                    <a:pt x="0" y="2447925"/>
                  </a:moveTo>
                  <a:cubicBezTo>
                    <a:pt x="459657" y="1967141"/>
                    <a:pt x="1760560" y="709395"/>
                    <a:pt x="3442641" y="782420"/>
                  </a:cubicBezTo>
                  <a:cubicBezTo>
                    <a:pt x="4722127" y="868145"/>
                    <a:pt x="6664082" y="1330553"/>
                    <a:pt x="8238010" y="1200150"/>
                  </a:cubicBezTo>
                  <a:cubicBezTo>
                    <a:pt x="9811938" y="1069747"/>
                    <a:pt x="11576522" y="593725"/>
                    <a:pt x="12886210" y="0"/>
                  </a:cubicBezTo>
                  <a:lnTo>
                    <a:pt x="12867160" y="3524250"/>
                  </a:lnTo>
                  <a:lnTo>
                    <a:pt x="694210" y="3505200"/>
                  </a:lnTo>
                  <a:lnTo>
                    <a:pt x="0" y="244792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A99A1909-6629-B25B-3876-78E097EBCC8D}"/>
              </a:ext>
            </a:extLst>
          </p:cNvPr>
          <p:cNvSpPr/>
          <p:nvPr/>
        </p:nvSpPr>
        <p:spPr>
          <a:xfrm>
            <a:off x="1940623" y="3534185"/>
            <a:ext cx="581446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400" b="1" kern="10" dirty="0">
                <a:solidFill>
                  <a:srgbClr val="05176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</a:t>
            </a:r>
            <a:endParaRPr lang="zh-CN" altLang="en-US" sz="4400" b="1" kern="10" dirty="0">
              <a:solidFill>
                <a:srgbClr val="00406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WordArt 5">
            <a:extLst>
              <a:ext uri="{FF2B5EF4-FFF2-40B4-BE49-F238E27FC236}">
                <a16:creationId xmlns:a16="http://schemas.microsoft.com/office/drawing/2014/main" id="{05641874-14B9-6452-1754-D57BE26AA851}"/>
              </a:ext>
            </a:extLst>
          </p:cNvPr>
          <p:cNvSpPr>
            <a:spLocks noChangeArrowheads="1" noChangeShapeType="1"/>
          </p:cNvSpPr>
          <p:nvPr/>
        </p:nvSpPr>
        <p:spPr bwMode="auto">
          <a:xfrm>
            <a:off x="3053665" y="4447018"/>
            <a:ext cx="3916669" cy="405366"/>
          </a:xfrm>
          <a:prstGeom prst="rect">
            <a:avLst/>
          </a:prstGeom>
        </p:spPr>
        <p:txBody>
          <a:bodyPr wrap="none" fromWordArt="1"/>
          <a:lstStyle/>
          <a:p>
            <a:pPr algn="ctr"/>
            <a:r>
              <a:rPr lang="en-US" altLang="zh-CN" sz="2100" kern="10" dirty="0">
                <a:solidFill>
                  <a:srgbClr val="05176B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Measurement of horizontal angle</a:t>
            </a:r>
            <a:endParaRPr lang="zh-CN" altLang="en-US" sz="2100" kern="10" dirty="0">
              <a:solidFill>
                <a:srgbClr val="00406E"/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AE77A1BE-AB1C-2FA6-3DCE-4A987DAE0307}"/>
              </a:ext>
            </a:extLst>
          </p:cNvPr>
          <p:cNvGrpSpPr/>
          <p:nvPr/>
        </p:nvGrpSpPr>
        <p:grpSpPr>
          <a:xfrm>
            <a:off x="1375722" y="2165865"/>
            <a:ext cx="1705800" cy="1705800"/>
            <a:chOff x="1441054" y="2119509"/>
            <a:chExt cx="1705800" cy="1705800"/>
          </a:xfrm>
        </p:grpSpPr>
        <p:sp>
          <p:nvSpPr>
            <p:cNvPr id="9" name="white base">
              <a:extLst>
                <a:ext uri="{FF2B5EF4-FFF2-40B4-BE49-F238E27FC236}">
                  <a16:creationId xmlns:a16="http://schemas.microsoft.com/office/drawing/2014/main" id="{94D3B812-DC12-16FE-D00B-3C52B316C895}"/>
                </a:ext>
              </a:extLst>
            </p:cNvPr>
            <p:cNvSpPr/>
            <p:nvPr/>
          </p:nvSpPr>
          <p:spPr>
            <a:xfrm>
              <a:off x="1454240" y="2133600"/>
              <a:ext cx="1677600" cy="167761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1" name="Picture 20" descr="122-吉林大学-logo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41054" y="2119509"/>
              <a:ext cx="1705800" cy="1705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67979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第一PPT模板网-WWW.1PPT.COM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4"/>
  <p:tag name="RESOURCELIBID_SHAPE" val="15044"/>
  <p:tag name="RESOURCELIB_SHAPETYPE" val="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4"/>
  <p:tag name="RESOURCELIBID_SHAPE" val="15927"/>
  <p:tag name="RESOURCELIB_SHAPETYPE" val="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heme/theme1.xml><?xml version="1.0" encoding="utf-8"?>
<a:theme xmlns:a="http://schemas.openxmlformats.org/drawingml/2006/main" name="第一PPT，www.1ppt.com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2500</TotalTime>
  <Words>1591</Words>
  <Application>Microsoft Office PowerPoint</Application>
  <PresentationFormat>全屏显示(16:9)</PresentationFormat>
  <Paragraphs>245</Paragraphs>
  <Slides>25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0" baseType="lpstr">
      <vt:lpstr>Arial</vt:lpstr>
      <vt:lpstr>Calibri</vt:lpstr>
      <vt:lpstr>Impact</vt:lpstr>
      <vt:lpstr>微软雅黑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淘宝店铺:想搞设计</dc:title>
  <dc:subject>淘宝店铺:想搞设计</dc:subject>
  <dc:creator>淘宝店铺:想搞设计</dc:creator>
  <cp:keywords>淘宝店铺:想搞设计</cp:keywords>
  <dc:description>淘宝店铺:想搞设计</dc:description>
  <cp:lastModifiedBy>pompeya 1</cp:lastModifiedBy>
  <cp:revision>180</cp:revision>
  <dcterms:created xsi:type="dcterms:W3CDTF">2015-12-11T17:46:17Z</dcterms:created>
  <dcterms:modified xsi:type="dcterms:W3CDTF">2022-07-02T15:40:30Z</dcterms:modified>
  <cp:category>淘宝店铺:想搞设计</cp:category>
</cp:coreProperties>
</file>